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311" r:id="rId6"/>
    <p:sldId id="260" r:id="rId7"/>
    <p:sldId id="312" r:id="rId8"/>
    <p:sldId id="313" r:id="rId9"/>
    <p:sldId id="315" r:id="rId10"/>
    <p:sldId id="316" r:id="rId11"/>
    <p:sldId id="314" r:id="rId12"/>
    <p:sldId id="319" r:id="rId13"/>
    <p:sldId id="322" r:id="rId14"/>
    <p:sldId id="323" r:id="rId15"/>
    <p:sldId id="317" r:id="rId16"/>
    <p:sldId id="318" r:id="rId17"/>
    <p:sldId id="324" r:id="rId18"/>
    <p:sldId id="320" r:id="rId19"/>
    <p:sldId id="321" r:id="rId20"/>
    <p:sldId id="325" r:id="rId21"/>
    <p:sldId id="326" r:id="rId22"/>
    <p:sldId id="329" r:id="rId23"/>
    <p:sldId id="327" r:id="rId24"/>
    <p:sldId id="328" r:id="rId25"/>
    <p:sldId id="262" r:id="rId26"/>
    <p:sldId id="330" r:id="rId27"/>
    <p:sldId id="331" r:id="rId28"/>
    <p:sldId id="332" r:id="rId29"/>
  </p:sldIdLst>
  <p:sldSz cx="9144000" cy="5143500" type="screen16x9"/>
  <p:notesSz cx="6858000" cy="9144000"/>
  <p:embeddedFontLst>
    <p:embeddedFont>
      <p:font typeface="Roboto" panose="020B0604020202020204" charset="0"/>
      <p:regular r:id="rId31"/>
      <p:bold r:id="rId32"/>
      <p:italic r:id="rId33"/>
      <p:boldItalic r:id="rId34"/>
    </p:embeddedFont>
    <p:embeddedFont>
      <p:font typeface="Amaranth" panose="020B0604020202020204" charset="0"/>
      <p:regular r:id="rId35"/>
      <p:bold r:id="rId36"/>
      <p:italic r:id="rId37"/>
      <p:boldItalic r:id="rId38"/>
    </p:embeddedFont>
    <p:embeddedFont>
      <p:font typeface="Roboto Condensed Light" panose="020B0604020202020204" charset="0"/>
      <p:regular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ABCE5D-3118-44F6-9570-8CF0A4F75297}">
  <a:tblStyle styleId="{CAABCE5D-3118-44F6-9570-8CF0A4F752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gfa67cfe2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3" name="Google Shape;2733;gfa67cfe2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gfa67cfe21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2" name="Google Shape;2852;gfa67cfe21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5" name="Google Shape;2875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8" name="Google Shape;4288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9" name="Google Shape;4289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8395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2" name="Google Shape;2882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852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5509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2" name="Google Shape;2882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476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817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4332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746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396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573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2" name="Google Shape;2882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21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054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63924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2" name="Google Shape;2882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776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2371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3" name="Google Shape;3933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4" name="Google Shape;3934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568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9707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1056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36908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0164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588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4534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9899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10;p2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100" y="920998"/>
            <a:ext cx="4945800" cy="28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chemeClr val="lt1"/>
                </a:solidFill>
                <a:latin typeface="Amaranth"/>
                <a:ea typeface="Amaranth"/>
                <a:cs typeface="Amaranth"/>
                <a:sym typeface="Amarant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100" y="3746700"/>
            <a:ext cx="4528800" cy="47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flipH="1">
            <a:off x="378402" y="368913"/>
            <a:ext cx="567929" cy="552079"/>
            <a:chOff x="5200325" y="773525"/>
            <a:chExt cx="974650" cy="947450"/>
          </a:xfrm>
        </p:grpSpPr>
        <p:sp>
          <p:nvSpPr>
            <p:cNvPr id="15" name="Google Shape;15;p2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274653" y="546150"/>
            <a:ext cx="3249646" cy="4051206"/>
            <a:chOff x="5503852" y="714425"/>
            <a:chExt cx="2979413" cy="3714317"/>
          </a:xfrm>
        </p:grpSpPr>
        <p:sp>
          <p:nvSpPr>
            <p:cNvPr id="21" name="Google Shape;21;p3"/>
            <p:cNvSpPr/>
            <p:nvPr/>
          </p:nvSpPr>
          <p:spPr>
            <a:xfrm>
              <a:off x="5503852" y="951938"/>
              <a:ext cx="2283220" cy="3476804"/>
            </a:xfrm>
            <a:custGeom>
              <a:avLst/>
              <a:gdLst/>
              <a:ahLst/>
              <a:cxnLst/>
              <a:rect l="l" t="t" r="r" b="b"/>
              <a:pathLst>
                <a:path w="112877" h="171885" extrusionOk="0">
                  <a:moveTo>
                    <a:pt x="76749" y="6480"/>
                  </a:moveTo>
                  <a:cubicBezTo>
                    <a:pt x="76864" y="6594"/>
                    <a:pt x="76949" y="6681"/>
                    <a:pt x="77063" y="6766"/>
                  </a:cubicBezTo>
                  <a:cubicBezTo>
                    <a:pt x="76662" y="7082"/>
                    <a:pt x="76291" y="7453"/>
                    <a:pt x="76005" y="7769"/>
                  </a:cubicBezTo>
                  <a:lnTo>
                    <a:pt x="75490" y="8284"/>
                  </a:lnTo>
                  <a:cubicBezTo>
                    <a:pt x="75403" y="8312"/>
                    <a:pt x="75346" y="8341"/>
                    <a:pt x="75288" y="8369"/>
                  </a:cubicBezTo>
                  <a:cubicBezTo>
                    <a:pt x="75833" y="7998"/>
                    <a:pt x="76319" y="7425"/>
                    <a:pt x="76749" y="6480"/>
                  </a:cubicBezTo>
                  <a:close/>
                  <a:moveTo>
                    <a:pt x="79841" y="10774"/>
                  </a:moveTo>
                  <a:cubicBezTo>
                    <a:pt x="79926" y="10774"/>
                    <a:pt x="80040" y="10803"/>
                    <a:pt x="80127" y="10831"/>
                  </a:cubicBezTo>
                  <a:cubicBezTo>
                    <a:pt x="80532" y="10921"/>
                    <a:pt x="81025" y="11029"/>
                    <a:pt x="81594" y="11029"/>
                  </a:cubicBezTo>
                  <a:cubicBezTo>
                    <a:pt x="81748" y="11029"/>
                    <a:pt x="81908" y="11021"/>
                    <a:pt x="82074" y="11003"/>
                  </a:cubicBezTo>
                  <a:lnTo>
                    <a:pt x="82074" y="11003"/>
                  </a:lnTo>
                  <a:cubicBezTo>
                    <a:pt x="82074" y="11032"/>
                    <a:pt x="82044" y="11032"/>
                    <a:pt x="82017" y="11060"/>
                  </a:cubicBezTo>
                  <a:cubicBezTo>
                    <a:pt x="80498" y="11948"/>
                    <a:pt x="80242" y="13437"/>
                    <a:pt x="80185" y="14353"/>
                  </a:cubicBezTo>
                  <a:cubicBezTo>
                    <a:pt x="79555" y="14495"/>
                    <a:pt x="78753" y="14839"/>
                    <a:pt x="78238" y="15697"/>
                  </a:cubicBezTo>
                  <a:cubicBezTo>
                    <a:pt x="77693" y="16556"/>
                    <a:pt x="77636" y="17616"/>
                    <a:pt x="78037" y="18846"/>
                  </a:cubicBezTo>
                  <a:cubicBezTo>
                    <a:pt x="78094" y="19048"/>
                    <a:pt x="78151" y="19220"/>
                    <a:pt x="78238" y="19391"/>
                  </a:cubicBezTo>
                  <a:cubicBezTo>
                    <a:pt x="78181" y="19391"/>
                    <a:pt x="78094" y="19419"/>
                    <a:pt x="78009" y="19419"/>
                  </a:cubicBezTo>
                  <a:cubicBezTo>
                    <a:pt x="77407" y="19506"/>
                    <a:pt x="76376" y="19678"/>
                    <a:pt x="75460" y="20365"/>
                  </a:cubicBezTo>
                  <a:cubicBezTo>
                    <a:pt x="74716" y="19762"/>
                    <a:pt x="73830" y="19648"/>
                    <a:pt x="73113" y="19648"/>
                  </a:cubicBezTo>
                  <a:cubicBezTo>
                    <a:pt x="72856" y="19648"/>
                    <a:pt x="72627" y="19678"/>
                    <a:pt x="72426" y="19678"/>
                  </a:cubicBezTo>
                  <a:cubicBezTo>
                    <a:pt x="72368" y="19678"/>
                    <a:pt x="72284" y="19705"/>
                    <a:pt x="72254" y="19705"/>
                  </a:cubicBezTo>
                  <a:cubicBezTo>
                    <a:pt x="71910" y="19533"/>
                    <a:pt x="71310" y="19133"/>
                    <a:pt x="70852" y="18762"/>
                  </a:cubicBezTo>
                  <a:cubicBezTo>
                    <a:pt x="70651" y="18388"/>
                    <a:pt x="70108" y="17358"/>
                    <a:pt x="68819" y="16987"/>
                  </a:cubicBezTo>
                  <a:cubicBezTo>
                    <a:pt x="69449" y="16643"/>
                    <a:pt x="69907" y="16242"/>
                    <a:pt x="70250" y="15956"/>
                  </a:cubicBezTo>
                  <a:cubicBezTo>
                    <a:pt x="70651" y="15640"/>
                    <a:pt x="70708" y="15583"/>
                    <a:pt x="70823" y="15583"/>
                  </a:cubicBezTo>
                  <a:cubicBezTo>
                    <a:pt x="72455" y="15269"/>
                    <a:pt x="73514" y="14610"/>
                    <a:pt x="74631" y="13922"/>
                  </a:cubicBezTo>
                  <a:lnTo>
                    <a:pt x="74860" y="13780"/>
                  </a:lnTo>
                  <a:cubicBezTo>
                    <a:pt x="75204" y="13551"/>
                    <a:pt x="75604" y="13407"/>
                    <a:pt x="76090" y="13235"/>
                  </a:cubicBezTo>
                  <a:cubicBezTo>
                    <a:pt x="76605" y="13064"/>
                    <a:pt x="77208" y="12835"/>
                    <a:pt x="77837" y="12491"/>
                  </a:cubicBezTo>
                  <a:cubicBezTo>
                    <a:pt x="77895" y="12464"/>
                    <a:pt x="77922" y="12434"/>
                    <a:pt x="77979" y="12434"/>
                  </a:cubicBezTo>
                  <a:cubicBezTo>
                    <a:pt x="78609" y="12033"/>
                    <a:pt x="79097" y="11518"/>
                    <a:pt x="79498" y="11117"/>
                  </a:cubicBezTo>
                  <a:cubicBezTo>
                    <a:pt x="79582" y="11003"/>
                    <a:pt x="79727" y="10861"/>
                    <a:pt x="79841" y="10774"/>
                  </a:cubicBezTo>
                  <a:close/>
                  <a:moveTo>
                    <a:pt x="28684" y="5192"/>
                  </a:moveTo>
                  <a:cubicBezTo>
                    <a:pt x="28913" y="5250"/>
                    <a:pt x="29142" y="5334"/>
                    <a:pt x="29543" y="5479"/>
                  </a:cubicBezTo>
                  <a:cubicBezTo>
                    <a:pt x="29715" y="5536"/>
                    <a:pt x="29859" y="5621"/>
                    <a:pt x="30001" y="5678"/>
                  </a:cubicBezTo>
                  <a:cubicBezTo>
                    <a:pt x="30058" y="5678"/>
                    <a:pt x="30115" y="5708"/>
                    <a:pt x="30145" y="5708"/>
                  </a:cubicBezTo>
                  <a:cubicBezTo>
                    <a:pt x="31241" y="6049"/>
                    <a:pt x="32319" y="6119"/>
                    <a:pt x="33320" y="6119"/>
                  </a:cubicBezTo>
                  <a:cubicBezTo>
                    <a:pt x="33574" y="6119"/>
                    <a:pt x="33823" y="6114"/>
                    <a:pt x="34066" y="6109"/>
                  </a:cubicBezTo>
                  <a:lnTo>
                    <a:pt x="34554" y="6109"/>
                  </a:lnTo>
                  <a:cubicBezTo>
                    <a:pt x="34897" y="6109"/>
                    <a:pt x="35268" y="6079"/>
                    <a:pt x="35641" y="6051"/>
                  </a:cubicBezTo>
                  <a:cubicBezTo>
                    <a:pt x="35783" y="6022"/>
                    <a:pt x="35985" y="6022"/>
                    <a:pt x="36184" y="5994"/>
                  </a:cubicBezTo>
                  <a:cubicBezTo>
                    <a:pt x="36329" y="6166"/>
                    <a:pt x="36470" y="6365"/>
                    <a:pt x="36672" y="6537"/>
                  </a:cubicBezTo>
                  <a:cubicBezTo>
                    <a:pt x="36757" y="6624"/>
                    <a:pt x="36871" y="6681"/>
                    <a:pt x="36986" y="6738"/>
                  </a:cubicBezTo>
                  <a:cubicBezTo>
                    <a:pt x="37501" y="7082"/>
                    <a:pt x="38131" y="7254"/>
                    <a:pt x="38703" y="7396"/>
                  </a:cubicBezTo>
                  <a:lnTo>
                    <a:pt x="39047" y="7483"/>
                  </a:lnTo>
                  <a:cubicBezTo>
                    <a:pt x="39047" y="7483"/>
                    <a:pt x="39077" y="7483"/>
                    <a:pt x="39104" y="7510"/>
                  </a:cubicBezTo>
                  <a:cubicBezTo>
                    <a:pt x="39803" y="7747"/>
                    <a:pt x="40392" y="7827"/>
                    <a:pt x="40897" y="7827"/>
                  </a:cubicBezTo>
                  <a:cubicBezTo>
                    <a:pt x="41489" y="7827"/>
                    <a:pt x="41966" y="7717"/>
                    <a:pt x="42368" y="7625"/>
                  </a:cubicBezTo>
                  <a:cubicBezTo>
                    <a:pt x="42626" y="7567"/>
                    <a:pt x="42855" y="7510"/>
                    <a:pt x="43112" y="7483"/>
                  </a:cubicBezTo>
                  <a:cubicBezTo>
                    <a:pt x="44459" y="7338"/>
                    <a:pt x="45288" y="6967"/>
                    <a:pt x="46089" y="6594"/>
                  </a:cubicBezTo>
                  <a:cubicBezTo>
                    <a:pt x="46318" y="6509"/>
                    <a:pt x="46577" y="6395"/>
                    <a:pt x="46891" y="6280"/>
                  </a:cubicBezTo>
                  <a:cubicBezTo>
                    <a:pt x="47112" y="6213"/>
                    <a:pt x="47488" y="6147"/>
                    <a:pt x="48109" y="6147"/>
                  </a:cubicBezTo>
                  <a:cubicBezTo>
                    <a:pt x="48292" y="6147"/>
                    <a:pt x="48496" y="6153"/>
                    <a:pt x="48723" y="6166"/>
                  </a:cubicBezTo>
                  <a:cubicBezTo>
                    <a:pt x="49009" y="6422"/>
                    <a:pt x="49467" y="6796"/>
                    <a:pt x="50211" y="7052"/>
                  </a:cubicBezTo>
                  <a:cubicBezTo>
                    <a:pt x="50824" y="7282"/>
                    <a:pt x="51437" y="7332"/>
                    <a:pt x="51998" y="7332"/>
                  </a:cubicBezTo>
                  <a:cubicBezTo>
                    <a:pt x="52276" y="7332"/>
                    <a:pt x="52541" y="7320"/>
                    <a:pt x="52788" y="7311"/>
                  </a:cubicBezTo>
                  <a:cubicBezTo>
                    <a:pt x="52960" y="7311"/>
                    <a:pt x="53183" y="7298"/>
                    <a:pt x="53355" y="7298"/>
                  </a:cubicBezTo>
                  <a:cubicBezTo>
                    <a:pt x="53440" y="7298"/>
                    <a:pt x="53514" y="7301"/>
                    <a:pt x="53562" y="7311"/>
                  </a:cubicBezTo>
                  <a:cubicBezTo>
                    <a:pt x="53589" y="7311"/>
                    <a:pt x="53647" y="7311"/>
                    <a:pt x="53676" y="7338"/>
                  </a:cubicBezTo>
                  <a:cubicBezTo>
                    <a:pt x="54162" y="7396"/>
                    <a:pt x="54620" y="7483"/>
                    <a:pt x="54906" y="7597"/>
                  </a:cubicBezTo>
                  <a:cubicBezTo>
                    <a:pt x="54936" y="7625"/>
                    <a:pt x="54963" y="7625"/>
                    <a:pt x="55021" y="7654"/>
                  </a:cubicBezTo>
                  <a:cubicBezTo>
                    <a:pt x="55050" y="7682"/>
                    <a:pt x="55078" y="7739"/>
                    <a:pt x="55108" y="7796"/>
                  </a:cubicBezTo>
                  <a:cubicBezTo>
                    <a:pt x="55394" y="8170"/>
                    <a:pt x="55822" y="8712"/>
                    <a:pt x="56539" y="9200"/>
                  </a:cubicBezTo>
                  <a:cubicBezTo>
                    <a:pt x="56596" y="9228"/>
                    <a:pt x="56624" y="9257"/>
                    <a:pt x="56654" y="9285"/>
                  </a:cubicBezTo>
                  <a:cubicBezTo>
                    <a:pt x="57555" y="9796"/>
                    <a:pt x="58440" y="9981"/>
                    <a:pt x="59275" y="9981"/>
                  </a:cubicBezTo>
                  <a:cubicBezTo>
                    <a:pt x="60639" y="9981"/>
                    <a:pt x="61867" y="9487"/>
                    <a:pt x="62807" y="9113"/>
                  </a:cubicBezTo>
                  <a:cubicBezTo>
                    <a:pt x="63265" y="8914"/>
                    <a:pt x="64009" y="8628"/>
                    <a:pt x="64296" y="8628"/>
                  </a:cubicBezTo>
                  <a:cubicBezTo>
                    <a:pt x="64325" y="8628"/>
                    <a:pt x="64353" y="8655"/>
                    <a:pt x="64410" y="8685"/>
                  </a:cubicBezTo>
                  <a:cubicBezTo>
                    <a:pt x="64669" y="8914"/>
                    <a:pt x="65097" y="9257"/>
                    <a:pt x="65670" y="9457"/>
                  </a:cubicBezTo>
                  <a:cubicBezTo>
                    <a:pt x="65727" y="9457"/>
                    <a:pt x="65784" y="9486"/>
                    <a:pt x="65842" y="9486"/>
                  </a:cubicBezTo>
                  <a:cubicBezTo>
                    <a:pt x="66219" y="9599"/>
                    <a:pt x="66568" y="9644"/>
                    <a:pt x="66884" y="9644"/>
                  </a:cubicBezTo>
                  <a:cubicBezTo>
                    <a:pt x="67696" y="9644"/>
                    <a:pt x="68298" y="9349"/>
                    <a:pt x="68647" y="9143"/>
                  </a:cubicBezTo>
                  <a:cubicBezTo>
                    <a:pt x="68819" y="9170"/>
                    <a:pt x="69048" y="9200"/>
                    <a:pt x="69220" y="9257"/>
                  </a:cubicBezTo>
                  <a:cubicBezTo>
                    <a:pt x="69563" y="9315"/>
                    <a:pt x="69964" y="9399"/>
                    <a:pt x="70394" y="9429"/>
                  </a:cubicBezTo>
                  <a:cubicBezTo>
                    <a:pt x="70479" y="9457"/>
                    <a:pt x="70536" y="9457"/>
                    <a:pt x="70623" y="9457"/>
                  </a:cubicBezTo>
                  <a:cubicBezTo>
                    <a:pt x="71482" y="9457"/>
                    <a:pt x="71997" y="9285"/>
                    <a:pt x="72455" y="9113"/>
                  </a:cubicBezTo>
                  <a:cubicBezTo>
                    <a:pt x="72597" y="9056"/>
                    <a:pt x="72627" y="9056"/>
                    <a:pt x="72684" y="9028"/>
                  </a:cubicBezTo>
                  <a:cubicBezTo>
                    <a:pt x="72884" y="8999"/>
                    <a:pt x="73055" y="8971"/>
                    <a:pt x="73257" y="8971"/>
                  </a:cubicBezTo>
                  <a:cubicBezTo>
                    <a:pt x="73486" y="8941"/>
                    <a:pt x="73685" y="8914"/>
                    <a:pt x="73887" y="8884"/>
                  </a:cubicBezTo>
                  <a:lnTo>
                    <a:pt x="73887" y="8884"/>
                  </a:lnTo>
                  <a:cubicBezTo>
                    <a:pt x="73399" y="9086"/>
                    <a:pt x="72826" y="9315"/>
                    <a:pt x="72284" y="9686"/>
                  </a:cubicBezTo>
                  <a:lnTo>
                    <a:pt x="72082" y="9800"/>
                  </a:lnTo>
                  <a:cubicBezTo>
                    <a:pt x="71052" y="10460"/>
                    <a:pt x="70651" y="10689"/>
                    <a:pt x="70021" y="10803"/>
                  </a:cubicBezTo>
                  <a:cubicBezTo>
                    <a:pt x="68562" y="11032"/>
                    <a:pt x="67674" y="11804"/>
                    <a:pt x="67101" y="12292"/>
                  </a:cubicBezTo>
                  <a:cubicBezTo>
                    <a:pt x="66987" y="12377"/>
                    <a:pt x="66902" y="12464"/>
                    <a:pt x="66815" y="12521"/>
                  </a:cubicBezTo>
                  <a:cubicBezTo>
                    <a:pt x="66329" y="12548"/>
                    <a:pt x="65498" y="12635"/>
                    <a:pt x="64726" y="13293"/>
                  </a:cubicBezTo>
                  <a:cubicBezTo>
                    <a:pt x="63666" y="14209"/>
                    <a:pt x="63494" y="15326"/>
                    <a:pt x="63409" y="15869"/>
                  </a:cubicBezTo>
                  <a:lnTo>
                    <a:pt x="63409" y="16041"/>
                  </a:lnTo>
                  <a:cubicBezTo>
                    <a:pt x="63295" y="16300"/>
                    <a:pt x="63208" y="16586"/>
                    <a:pt x="63208" y="16842"/>
                  </a:cubicBezTo>
                  <a:cubicBezTo>
                    <a:pt x="63036" y="17472"/>
                    <a:pt x="63123" y="18102"/>
                    <a:pt x="63437" y="18647"/>
                  </a:cubicBezTo>
                  <a:cubicBezTo>
                    <a:pt x="63524" y="18789"/>
                    <a:pt x="63609" y="18933"/>
                    <a:pt x="63723" y="19075"/>
                  </a:cubicBezTo>
                  <a:cubicBezTo>
                    <a:pt x="63696" y="19277"/>
                    <a:pt x="63666" y="19533"/>
                    <a:pt x="63666" y="19792"/>
                  </a:cubicBezTo>
                  <a:cubicBezTo>
                    <a:pt x="63666" y="20793"/>
                    <a:pt x="64296" y="21681"/>
                    <a:pt x="65212" y="22052"/>
                  </a:cubicBezTo>
                  <a:cubicBezTo>
                    <a:pt x="65627" y="22210"/>
                    <a:pt x="66021" y="22268"/>
                    <a:pt x="66383" y="22268"/>
                  </a:cubicBezTo>
                  <a:cubicBezTo>
                    <a:pt x="66744" y="22268"/>
                    <a:pt x="67074" y="22210"/>
                    <a:pt x="67360" y="22139"/>
                  </a:cubicBezTo>
                  <a:cubicBezTo>
                    <a:pt x="67387" y="22139"/>
                    <a:pt x="67417" y="22167"/>
                    <a:pt x="67445" y="22197"/>
                  </a:cubicBezTo>
                  <a:cubicBezTo>
                    <a:pt x="67960" y="22682"/>
                    <a:pt x="69105" y="23598"/>
                    <a:pt x="70307" y="24143"/>
                  </a:cubicBezTo>
                  <a:cubicBezTo>
                    <a:pt x="69994" y="25117"/>
                    <a:pt x="70193" y="26090"/>
                    <a:pt x="70509" y="26834"/>
                  </a:cubicBezTo>
                  <a:cubicBezTo>
                    <a:pt x="70536" y="26862"/>
                    <a:pt x="70536" y="26891"/>
                    <a:pt x="70536" y="26891"/>
                  </a:cubicBezTo>
                  <a:cubicBezTo>
                    <a:pt x="71024" y="27922"/>
                    <a:pt x="72025" y="28724"/>
                    <a:pt x="73227" y="29067"/>
                  </a:cubicBezTo>
                  <a:cubicBezTo>
                    <a:pt x="73644" y="29192"/>
                    <a:pt x="74058" y="29253"/>
                    <a:pt x="74456" y="29253"/>
                  </a:cubicBezTo>
                  <a:cubicBezTo>
                    <a:pt x="75152" y="29253"/>
                    <a:pt x="75803" y="29069"/>
                    <a:pt x="76349" y="28724"/>
                  </a:cubicBezTo>
                  <a:cubicBezTo>
                    <a:pt x="78009" y="27693"/>
                    <a:pt x="78266" y="25717"/>
                    <a:pt x="78437" y="24544"/>
                  </a:cubicBezTo>
                  <a:cubicBezTo>
                    <a:pt x="78437" y="24457"/>
                    <a:pt x="78467" y="24343"/>
                    <a:pt x="78467" y="24258"/>
                  </a:cubicBezTo>
                  <a:cubicBezTo>
                    <a:pt x="78582" y="24228"/>
                    <a:pt x="78666" y="24228"/>
                    <a:pt x="78753" y="24201"/>
                  </a:cubicBezTo>
                  <a:cubicBezTo>
                    <a:pt x="79669" y="24056"/>
                    <a:pt x="81215" y="23827"/>
                    <a:pt x="82502" y="22396"/>
                  </a:cubicBezTo>
                  <a:cubicBezTo>
                    <a:pt x="83819" y="20907"/>
                    <a:pt x="83590" y="19449"/>
                    <a:pt x="83219" y="18503"/>
                  </a:cubicBezTo>
                  <a:cubicBezTo>
                    <a:pt x="83418" y="18388"/>
                    <a:pt x="83620" y="18216"/>
                    <a:pt x="83792" y="18045"/>
                  </a:cubicBezTo>
                  <a:cubicBezTo>
                    <a:pt x="84735" y="17186"/>
                    <a:pt x="84907" y="16098"/>
                    <a:pt x="84964" y="15326"/>
                  </a:cubicBezTo>
                  <a:cubicBezTo>
                    <a:pt x="85509" y="15354"/>
                    <a:pt x="86167" y="15411"/>
                    <a:pt x="86625" y="15468"/>
                  </a:cubicBezTo>
                  <a:cubicBezTo>
                    <a:pt x="86654" y="15526"/>
                    <a:pt x="86682" y="15583"/>
                    <a:pt x="86712" y="15613"/>
                  </a:cubicBezTo>
                  <a:cubicBezTo>
                    <a:pt x="86510" y="16013"/>
                    <a:pt x="86425" y="16442"/>
                    <a:pt x="86453" y="16872"/>
                  </a:cubicBezTo>
                  <a:cubicBezTo>
                    <a:pt x="86510" y="18132"/>
                    <a:pt x="87426" y="18876"/>
                    <a:pt x="87712" y="19133"/>
                  </a:cubicBezTo>
                  <a:cubicBezTo>
                    <a:pt x="87857" y="19220"/>
                    <a:pt x="87971" y="19304"/>
                    <a:pt x="88113" y="19391"/>
                  </a:cubicBezTo>
                  <a:cubicBezTo>
                    <a:pt x="88700" y="19685"/>
                    <a:pt x="89393" y="19790"/>
                    <a:pt x="90003" y="19790"/>
                  </a:cubicBezTo>
                  <a:cubicBezTo>
                    <a:pt x="90345" y="19790"/>
                    <a:pt x="90662" y="19757"/>
                    <a:pt x="90919" y="19705"/>
                  </a:cubicBezTo>
                  <a:cubicBezTo>
                    <a:pt x="91262" y="19648"/>
                    <a:pt x="91606" y="19533"/>
                    <a:pt x="91892" y="19419"/>
                  </a:cubicBezTo>
                  <a:lnTo>
                    <a:pt x="91892" y="19792"/>
                  </a:lnTo>
                  <a:cubicBezTo>
                    <a:pt x="91892" y="21968"/>
                    <a:pt x="92522" y="22797"/>
                    <a:pt x="93811" y="23770"/>
                  </a:cubicBezTo>
                  <a:cubicBezTo>
                    <a:pt x="93896" y="23857"/>
                    <a:pt x="94010" y="23942"/>
                    <a:pt x="94155" y="24029"/>
                  </a:cubicBezTo>
                  <a:cubicBezTo>
                    <a:pt x="94441" y="24285"/>
                    <a:pt x="94670" y="24514"/>
                    <a:pt x="94784" y="24659"/>
                  </a:cubicBezTo>
                  <a:cubicBezTo>
                    <a:pt x="94555" y="24743"/>
                    <a:pt x="94269" y="24830"/>
                    <a:pt x="94068" y="24915"/>
                  </a:cubicBezTo>
                  <a:cubicBezTo>
                    <a:pt x="93353" y="25117"/>
                    <a:pt x="92579" y="25346"/>
                    <a:pt x="91864" y="25804"/>
                  </a:cubicBezTo>
                  <a:cubicBezTo>
                    <a:pt x="91521" y="26060"/>
                    <a:pt x="91349" y="26117"/>
                    <a:pt x="91349" y="26117"/>
                  </a:cubicBezTo>
                  <a:cubicBezTo>
                    <a:pt x="91262" y="26117"/>
                    <a:pt x="90976" y="26090"/>
                    <a:pt x="90747" y="26033"/>
                  </a:cubicBezTo>
                  <a:cubicBezTo>
                    <a:pt x="90548" y="26003"/>
                    <a:pt x="90319" y="25975"/>
                    <a:pt x="90060" y="25946"/>
                  </a:cubicBezTo>
                  <a:cubicBezTo>
                    <a:pt x="90003" y="25918"/>
                    <a:pt x="89945" y="25918"/>
                    <a:pt x="89861" y="25918"/>
                  </a:cubicBezTo>
                  <a:cubicBezTo>
                    <a:pt x="89653" y="25907"/>
                    <a:pt x="89455" y="25901"/>
                    <a:pt x="89264" y="25901"/>
                  </a:cubicBezTo>
                  <a:cubicBezTo>
                    <a:pt x="88030" y="25901"/>
                    <a:pt x="87108" y="26128"/>
                    <a:pt x="86167" y="26376"/>
                  </a:cubicBezTo>
                  <a:lnTo>
                    <a:pt x="85995" y="26433"/>
                  </a:lnTo>
                  <a:cubicBezTo>
                    <a:pt x="85911" y="26462"/>
                    <a:pt x="85792" y="26469"/>
                    <a:pt x="85656" y="26469"/>
                  </a:cubicBezTo>
                  <a:cubicBezTo>
                    <a:pt x="85515" y="26469"/>
                    <a:pt x="85354" y="26461"/>
                    <a:pt x="85193" y="26461"/>
                  </a:cubicBezTo>
                  <a:cubicBezTo>
                    <a:pt x="84995" y="26452"/>
                    <a:pt x="84782" y="26443"/>
                    <a:pt x="84557" y="26443"/>
                  </a:cubicBezTo>
                  <a:cubicBezTo>
                    <a:pt x="84068" y="26443"/>
                    <a:pt x="83521" y="26485"/>
                    <a:pt x="82933" y="26662"/>
                  </a:cubicBezTo>
                  <a:cubicBezTo>
                    <a:pt x="82876" y="26690"/>
                    <a:pt x="82789" y="26720"/>
                    <a:pt x="82731" y="26747"/>
                  </a:cubicBezTo>
                  <a:cubicBezTo>
                    <a:pt x="82704" y="26747"/>
                    <a:pt x="79697" y="28007"/>
                    <a:pt x="79269" y="30327"/>
                  </a:cubicBezTo>
                  <a:cubicBezTo>
                    <a:pt x="79097" y="31327"/>
                    <a:pt x="79468" y="32358"/>
                    <a:pt x="80269" y="33075"/>
                  </a:cubicBezTo>
                  <a:cubicBezTo>
                    <a:pt x="80498" y="33247"/>
                    <a:pt x="80700" y="33389"/>
                    <a:pt x="80899" y="33476"/>
                  </a:cubicBezTo>
                  <a:cubicBezTo>
                    <a:pt x="80842" y="33533"/>
                    <a:pt x="80757" y="33560"/>
                    <a:pt x="80670" y="33618"/>
                  </a:cubicBezTo>
                  <a:cubicBezTo>
                    <a:pt x="80384" y="33789"/>
                    <a:pt x="80098" y="33934"/>
                    <a:pt x="79869" y="34018"/>
                  </a:cubicBezTo>
                  <a:cubicBezTo>
                    <a:pt x="79697" y="34076"/>
                    <a:pt x="79555" y="34105"/>
                    <a:pt x="79411" y="34163"/>
                  </a:cubicBezTo>
                  <a:cubicBezTo>
                    <a:pt x="78467" y="34392"/>
                    <a:pt x="76891" y="34792"/>
                    <a:pt x="75918" y="36739"/>
                  </a:cubicBezTo>
                  <a:cubicBezTo>
                    <a:pt x="75918" y="36767"/>
                    <a:pt x="75891" y="36767"/>
                    <a:pt x="75891" y="36796"/>
                  </a:cubicBezTo>
                  <a:cubicBezTo>
                    <a:pt x="75719" y="37140"/>
                    <a:pt x="75632" y="37483"/>
                    <a:pt x="75547" y="37770"/>
                  </a:cubicBezTo>
                  <a:cubicBezTo>
                    <a:pt x="75496" y="37768"/>
                    <a:pt x="75444" y="37767"/>
                    <a:pt x="75390" y="37767"/>
                  </a:cubicBezTo>
                  <a:cubicBezTo>
                    <a:pt x="74623" y="37767"/>
                    <a:pt x="73562" y="37987"/>
                    <a:pt x="72627" y="39057"/>
                  </a:cubicBezTo>
                  <a:cubicBezTo>
                    <a:pt x="72513" y="39201"/>
                    <a:pt x="72398" y="39343"/>
                    <a:pt x="72311" y="39515"/>
                  </a:cubicBezTo>
                  <a:lnTo>
                    <a:pt x="71624" y="40461"/>
                  </a:lnTo>
                  <a:cubicBezTo>
                    <a:pt x="71338" y="40919"/>
                    <a:pt x="71024" y="41347"/>
                    <a:pt x="70708" y="41690"/>
                  </a:cubicBezTo>
                  <a:cubicBezTo>
                    <a:pt x="69135" y="41690"/>
                    <a:pt x="68017" y="42664"/>
                    <a:pt x="67646" y="44381"/>
                  </a:cubicBezTo>
                  <a:cubicBezTo>
                    <a:pt x="67616" y="44411"/>
                    <a:pt x="67616" y="44438"/>
                    <a:pt x="67616" y="44438"/>
                  </a:cubicBezTo>
                  <a:cubicBezTo>
                    <a:pt x="67532" y="44926"/>
                    <a:pt x="67474" y="45355"/>
                    <a:pt x="67445" y="45671"/>
                  </a:cubicBezTo>
                  <a:cubicBezTo>
                    <a:pt x="67360" y="46358"/>
                    <a:pt x="67330" y="46529"/>
                    <a:pt x="67044" y="46958"/>
                  </a:cubicBezTo>
                  <a:cubicBezTo>
                    <a:pt x="66673" y="47473"/>
                    <a:pt x="65842" y="47874"/>
                    <a:pt x="64955" y="48274"/>
                  </a:cubicBezTo>
                  <a:cubicBezTo>
                    <a:pt x="61891" y="49534"/>
                    <a:pt x="60146" y="51281"/>
                    <a:pt x="59688" y="53542"/>
                  </a:cubicBezTo>
                  <a:cubicBezTo>
                    <a:pt x="59429" y="53484"/>
                    <a:pt x="59173" y="53427"/>
                    <a:pt x="58886" y="53427"/>
                  </a:cubicBezTo>
                  <a:cubicBezTo>
                    <a:pt x="58628" y="53198"/>
                    <a:pt x="58284" y="52942"/>
                    <a:pt x="57799" y="52740"/>
                  </a:cubicBezTo>
                  <a:cubicBezTo>
                    <a:pt x="57210" y="52518"/>
                    <a:pt x="56305" y="52398"/>
                    <a:pt x="55372" y="52398"/>
                  </a:cubicBezTo>
                  <a:cubicBezTo>
                    <a:pt x="54263" y="52398"/>
                    <a:pt x="53116" y="52568"/>
                    <a:pt x="52417" y="52942"/>
                  </a:cubicBezTo>
                  <a:cubicBezTo>
                    <a:pt x="51814" y="53255"/>
                    <a:pt x="51443" y="53656"/>
                    <a:pt x="51214" y="54000"/>
                  </a:cubicBezTo>
                  <a:cubicBezTo>
                    <a:pt x="51100" y="54000"/>
                    <a:pt x="51013" y="54000"/>
                    <a:pt x="50928" y="53972"/>
                  </a:cubicBezTo>
                  <a:lnTo>
                    <a:pt x="50756" y="53972"/>
                  </a:lnTo>
                  <a:cubicBezTo>
                    <a:pt x="50498" y="53943"/>
                    <a:pt x="50241" y="53885"/>
                    <a:pt x="49955" y="53828"/>
                  </a:cubicBezTo>
                  <a:cubicBezTo>
                    <a:pt x="49551" y="53745"/>
                    <a:pt x="49058" y="53648"/>
                    <a:pt x="48489" y="53648"/>
                  </a:cubicBezTo>
                  <a:cubicBezTo>
                    <a:pt x="47687" y="53648"/>
                    <a:pt x="46732" y="53842"/>
                    <a:pt x="45661" y="54545"/>
                  </a:cubicBezTo>
                  <a:lnTo>
                    <a:pt x="45574" y="54602"/>
                  </a:lnTo>
                  <a:cubicBezTo>
                    <a:pt x="44745" y="55117"/>
                    <a:pt x="43684" y="55775"/>
                    <a:pt x="42768" y="56633"/>
                  </a:cubicBezTo>
                  <a:cubicBezTo>
                    <a:pt x="41367" y="57950"/>
                    <a:pt x="41165" y="59240"/>
                    <a:pt x="41023" y="60298"/>
                  </a:cubicBezTo>
                  <a:cubicBezTo>
                    <a:pt x="40994" y="60469"/>
                    <a:pt x="40994" y="60641"/>
                    <a:pt x="40966" y="60813"/>
                  </a:cubicBezTo>
                  <a:cubicBezTo>
                    <a:pt x="40909" y="61042"/>
                    <a:pt x="40737" y="61358"/>
                    <a:pt x="40535" y="61701"/>
                  </a:cubicBezTo>
                  <a:cubicBezTo>
                    <a:pt x="40249" y="62217"/>
                    <a:pt x="39906" y="62874"/>
                    <a:pt x="39677" y="63705"/>
                  </a:cubicBezTo>
                  <a:cubicBezTo>
                    <a:pt x="39276" y="65480"/>
                    <a:pt x="39791" y="66710"/>
                    <a:pt x="40164" y="67626"/>
                  </a:cubicBezTo>
                  <a:cubicBezTo>
                    <a:pt x="40279" y="67942"/>
                    <a:pt x="40394" y="68199"/>
                    <a:pt x="40451" y="68428"/>
                  </a:cubicBezTo>
                  <a:cubicBezTo>
                    <a:pt x="40451" y="68457"/>
                    <a:pt x="40451" y="68485"/>
                    <a:pt x="40478" y="68515"/>
                  </a:cubicBezTo>
                  <a:cubicBezTo>
                    <a:pt x="40508" y="68657"/>
                    <a:pt x="40535" y="68886"/>
                    <a:pt x="40565" y="69144"/>
                  </a:cubicBezTo>
                  <a:cubicBezTo>
                    <a:pt x="40650" y="69859"/>
                    <a:pt x="40794" y="71091"/>
                    <a:pt x="41795" y="72122"/>
                  </a:cubicBezTo>
                  <a:cubicBezTo>
                    <a:pt x="41596" y="72092"/>
                    <a:pt x="41337" y="72007"/>
                    <a:pt x="40966" y="71893"/>
                  </a:cubicBezTo>
                  <a:cubicBezTo>
                    <a:pt x="40535" y="71748"/>
                    <a:pt x="40164" y="71634"/>
                    <a:pt x="39821" y="71549"/>
                  </a:cubicBezTo>
                  <a:cubicBezTo>
                    <a:pt x="38990" y="71290"/>
                    <a:pt x="38619" y="71176"/>
                    <a:pt x="38245" y="70805"/>
                  </a:cubicBezTo>
                  <a:cubicBezTo>
                    <a:pt x="37673" y="70232"/>
                    <a:pt x="36958" y="69831"/>
                    <a:pt x="36329" y="69458"/>
                  </a:cubicBezTo>
                  <a:cubicBezTo>
                    <a:pt x="36127" y="69344"/>
                    <a:pt x="35841" y="69172"/>
                    <a:pt x="35641" y="69030"/>
                  </a:cubicBezTo>
                  <a:cubicBezTo>
                    <a:pt x="35841" y="68542"/>
                    <a:pt x="36070" y="67855"/>
                    <a:pt x="36012" y="66939"/>
                  </a:cubicBezTo>
                  <a:cubicBezTo>
                    <a:pt x="35928" y="65652"/>
                    <a:pt x="35268" y="64564"/>
                    <a:pt x="34725" y="63676"/>
                  </a:cubicBezTo>
                  <a:cubicBezTo>
                    <a:pt x="34611" y="63476"/>
                    <a:pt x="34467" y="63275"/>
                    <a:pt x="34382" y="63076"/>
                  </a:cubicBezTo>
                  <a:cubicBezTo>
                    <a:pt x="33951" y="62274"/>
                    <a:pt x="33436" y="61672"/>
                    <a:pt x="33008" y="61156"/>
                  </a:cubicBezTo>
                  <a:cubicBezTo>
                    <a:pt x="32692" y="60785"/>
                    <a:pt x="32405" y="60469"/>
                    <a:pt x="32234" y="60156"/>
                  </a:cubicBezTo>
                  <a:cubicBezTo>
                    <a:pt x="32149" y="59954"/>
                    <a:pt x="32092" y="59668"/>
                    <a:pt x="32005" y="59354"/>
                  </a:cubicBezTo>
                  <a:cubicBezTo>
                    <a:pt x="31805" y="58695"/>
                    <a:pt x="31576" y="57865"/>
                    <a:pt x="31031" y="57007"/>
                  </a:cubicBezTo>
                  <a:cubicBezTo>
                    <a:pt x="30603" y="56290"/>
                    <a:pt x="30603" y="56233"/>
                    <a:pt x="30603" y="55575"/>
                  </a:cubicBezTo>
                  <a:cubicBezTo>
                    <a:pt x="30603" y="54801"/>
                    <a:pt x="30603" y="53026"/>
                    <a:pt x="29257" y="51854"/>
                  </a:cubicBezTo>
                  <a:cubicBezTo>
                    <a:pt x="28796" y="51465"/>
                    <a:pt x="28067" y="51036"/>
                    <a:pt x="27000" y="51036"/>
                  </a:cubicBezTo>
                  <a:cubicBezTo>
                    <a:pt x="26809" y="51036"/>
                    <a:pt x="26607" y="51050"/>
                    <a:pt x="26394" y="51080"/>
                  </a:cubicBezTo>
                  <a:cubicBezTo>
                    <a:pt x="26337" y="50938"/>
                    <a:pt x="26279" y="50794"/>
                    <a:pt x="26252" y="50679"/>
                  </a:cubicBezTo>
                  <a:cubicBezTo>
                    <a:pt x="26222" y="50594"/>
                    <a:pt x="26165" y="50480"/>
                    <a:pt x="26137" y="50393"/>
                  </a:cubicBezTo>
                  <a:cubicBezTo>
                    <a:pt x="26080" y="50336"/>
                    <a:pt x="26080" y="50251"/>
                    <a:pt x="26050" y="50194"/>
                  </a:cubicBezTo>
                  <a:cubicBezTo>
                    <a:pt x="25794" y="49591"/>
                    <a:pt x="25508" y="48934"/>
                    <a:pt x="24534" y="48247"/>
                  </a:cubicBezTo>
                  <a:cubicBezTo>
                    <a:pt x="24447" y="48190"/>
                    <a:pt x="24363" y="48132"/>
                    <a:pt x="24275" y="48103"/>
                  </a:cubicBezTo>
                  <a:cubicBezTo>
                    <a:pt x="24248" y="48075"/>
                    <a:pt x="24218" y="48075"/>
                    <a:pt x="24191" y="48045"/>
                  </a:cubicBezTo>
                  <a:cubicBezTo>
                    <a:pt x="24218" y="47903"/>
                    <a:pt x="24248" y="47759"/>
                    <a:pt x="24248" y="47617"/>
                  </a:cubicBezTo>
                  <a:cubicBezTo>
                    <a:pt x="24248" y="46729"/>
                    <a:pt x="24161" y="45842"/>
                    <a:pt x="23989" y="44984"/>
                  </a:cubicBezTo>
                  <a:cubicBezTo>
                    <a:pt x="23989" y="44926"/>
                    <a:pt x="23962" y="44839"/>
                    <a:pt x="23932" y="44782"/>
                  </a:cubicBezTo>
                  <a:cubicBezTo>
                    <a:pt x="23847" y="44438"/>
                    <a:pt x="23733" y="44095"/>
                    <a:pt x="23588" y="43751"/>
                  </a:cubicBezTo>
                  <a:cubicBezTo>
                    <a:pt x="23561" y="43667"/>
                    <a:pt x="23504" y="43552"/>
                    <a:pt x="23474" y="43438"/>
                  </a:cubicBezTo>
                  <a:cubicBezTo>
                    <a:pt x="23904" y="43122"/>
                    <a:pt x="24420" y="42636"/>
                    <a:pt x="24763" y="41892"/>
                  </a:cubicBezTo>
                  <a:cubicBezTo>
                    <a:pt x="25249" y="40889"/>
                    <a:pt x="25221" y="39945"/>
                    <a:pt x="25221" y="39315"/>
                  </a:cubicBezTo>
                  <a:lnTo>
                    <a:pt x="25221" y="38972"/>
                  </a:lnTo>
                  <a:cubicBezTo>
                    <a:pt x="25393" y="38800"/>
                    <a:pt x="25622" y="38599"/>
                    <a:pt x="25879" y="38399"/>
                  </a:cubicBezTo>
                  <a:cubicBezTo>
                    <a:pt x="26481" y="37912"/>
                    <a:pt x="27310" y="37254"/>
                    <a:pt x="27940" y="36167"/>
                  </a:cubicBezTo>
                  <a:cubicBezTo>
                    <a:pt x="28340" y="35537"/>
                    <a:pt x="29028" y="34392"/>
                    <a:pt x="29573" y="33217"/>
                  </a:cubicBezTo>
                  <a:cubicBezTo>
                    <a:pt x="29802" y="33160"/>
                    <a:pt x="30031" y="33075"/>
                    <a:pt x="30260" y="32988"/>
                  </a:cubicBezTo>
                  <a:cubicBezTo>
                    <a:pt x="30344" y="32960"/>
                    <a:pt x="30402" y="32903"/>
                    <a:pt x="30459" y="32873"/>
                  </a:cubicBezTo>
                  <a:cubicBezTo>
                    <a:pt x="31089" y="32502"/>
                    <a:pt x="31576" y="31843"/>
                    <a:pt x="31748" y="31071"/>
                  </a:cubicBezTo>
                  <a:cubicBezTo>
                    <a:pt x="32176" y="29381"/>
                    <a:pt x="31118" y="27063"/>
                    <a:pt x="30802" y="26433"/>
                  </a:cubicBezTo>
                  <a:cubicBezTo>
                    <a:pt x="30489" y="25918"/>
                    <a:pt x="30145" y="25488"/>
                    <a:pt x="29859" y="25117"/>
                  </a:cubicBezTo>
                  <a:cubicBezTo>
                    <a:pt x="29744" y="25002"/>
                    <a:pt x="29600" y="24830"/>
                    <a:pt x="29486" y="24686"/>
                  </a:cubicBezTo>
                  <a:cubicBezTo>
                    <a:pt x="29543" y="24514"/>
                    <a:pt x="29630" y="24315"/>
                    <a:pt x="29687" y="24143"/>
                  </a:cubicBezTo>
                  <a:cubicBezTo>
                    <a:pt x="29886" y="23628"/>
                    <a:pt x="30145" y="22998"/>
                    <a:pt x="30260" y="22281"/>
                  </a:cubicBezTo>
                  <a:lnTo>
                    <a:pt x="30260" y="22224"/>
                  </a:lnTo>
                  <a:cubicBezTo>
                    <a:pt x="30660" y="18532"/>
                    <a:pt x="28684" y="15040"/>
                    <a:pt x="25535" y="13895"/>
                  </a:cubicBezTo>
                  <a:cubicBezTo>
                    <a:pt x="25508" y="13865"/>
                    <a:pt x="25478" y="13865"/>
                    <a:pt x="25450" y="13865"/>
                  </a:cubicBezTo>
                  <a:cubicBezTo>
                    <a:pt x="24878" y="13666"/>
                    <a:pt x="24305" y="13494"/>
                    <a:pt x="23733" y="13322"/>
                  </a:cubicBezTo>
                  <a:cubicBezTo>
                    <a:pt x="23217" y="13178"/>
                    <a:pt x="22702" y="13006"/>
                    <a:pt x="22214" y="12864"/>
                  </a:cubicBezTo>
                  <a:cubicBezTo>
                    <a:pt x="21624" y="12660"/>
                    <a:pt x="21086" y="12577"/>
                    <a:pt x="20594" y="12577"/>
                  </a:cubicBezTo>
                  <a:cubicBezTo>
                    <a:pt x="19775" y="12577"/>
                    <a:pt x="19084" y="12807"/>
                    <a:pt x="18493" y="13093"/>
                  </a:cubicBezTo>
                  <a:cubicBezTo>
                    <a:pt x="18117" y="12807"/>
                    <a:pt x="17572" y="12565"/>
                    <a:pt x="16830" y="12565"/>
                  </a:cubicBezTo>
                  <a:cubicBezTo>
                    <a:pt x="16388" y="12565"/>
                    <a:pt x="15875" y="12651"/>
                    <a:pt x="15287" y="12864"/>
                  </a:cubicBezTo>
                  <a:cubicBezTo>
                    <a:pt x="14057" y="13235"/>
                    <a:pt x="13198" y="13922"/>
                    <a:pt x="12424" y="14525"/>
                  </a:cubicBezTo>
                  <a:lnTo>
                    <a:pt x="11737" y="15040"/>
                  </a:lnTo>
                  <a:cubicBezTo>
                    <a:pt x="11709" y="15068"/>
                    <a:pt x="11680" y="15068"/>
                    <a:pt x="11680" y="15097"/>
                  </a:cubicBezTo>
                  <a:cubicBezTo>
                    <a:pt x="11366" y="15326"/>
                    <a:pt x="10908" y="15498"/>
                    <a:pt x="10393" y="15727"/>
                  </a:cubicBezTo>
                  <a:cubicBezTo>
                    <a:pt x="10164" y="15842"/>
                    <a:pt x="9877" y="15956"/>
                    <a:pt x="9591" y="16098"/>
                  </a:cubicBezTo>
                  <a:cubicBezTo>
                    <a:pt x="9161" y="15670"/>
                    <a:pt x="8675" y="15468"/>
                    <a:pt x="8187" y="15411"/>
                  </a:cubicBezTo>
                  <a:cubicBezTo>
                    <a:pt x="8130" y="15326"/>
                    <a:pt x="8103" y="15212"/>
                    <a:pt x="8045" y="15125"/>
                  </a:cubicBezTo>
                  <a:cubicBezTo>
                    <a:pt x="8675" y="14953"/>
                    <a:pt x="9332" y="14811"/>
                    <a:pt x="9763" y="14697"/>
                  </a:cubicBezTo>
                  <a:cubicBezTo>
                    <a:pt x="10622" y="14525"/>
                    <a:pt x="11423" y="14323"/>
                    <a:pt x="12110" y="14037"/>
                  </a:cubicBezTo>
                  <a:cubicBezTo>
                    <a:pt x="12225" y="14009"/>
                    <a:pt x="12339" y="13952"/>
                    <a:pt x="12481" y="13922"/>
                  </a:cubicBezTo>
                  <a:cubicBezTo>
                    <a:pt x="13626" y="13464"/>
                    <a:pt x="15488" y="12777"/>
                    <a:pt x="15660" y="11060"/>
                  </a:cubicBezTo>
                  <a:cubicBezTo>
                    <a:pt x="16462" y="10746"/>
                    <a:pt x="17034" y="10316"/>
                    <a:pt x="17034" y="10316"/>
                  </a:cubicBezTo>
                  <a:cubicBezTo>
                    <a:pt x="18179" y="9457"/>
                    <a:pt x="18408" y="8483"/>
                    <a:pt x="18408" y="7826"/>
                  </a:cubicBezTo>
                  <a:lnTo>
                    <a:pt x="18408" y="7510"/>
                  </a:lnTo>
                  <a:cubicBezTo>
                    <a:pt x="18607" y="7483"/>
                    <a:pt x="18779" y="7425"/>
                    <a:pt x="18951" y="7368"/>
                  </a:cubicBezTo>
                  <a:cubicBezTo>
                    <a:pt x="20153" y="6995"/>
                    <a:pt x="21443" y="6537"/>
                    <a:pt x="22588" y="6079"/>
                  </a:cubicBezTo>
                  <a:cubicBezTo>
                    <a:pt x="23217" y="5822"/>
                    <a:pt x="23790" y="5822"/>
                    <a:pt x="24905" y="5822"/>
                  </a:cubicBezTo>
                  <a:lnTo>
                    <a:pt x="25050" y="5822"/>
                  </a:lnTo>
                  <a:cubicBezTo>
                    <a:pt x="25908" y="5765"/>
                    <a:pt x="26623" y="5593"/>
                    <a:pt x="27282" y="5449"/>
                  </a:cubicBezTo>
                  <a:cubicBezTo>
                    <a:pt x="27683" y="5364"/>
                    <a:pt x="28084" y="5277"/>
                    <a:pt x="28485" y="5220"/>
                  </a:cubicBezTo>
                  <a:cubicBezTo>
                    <a:pt x="28570" y="5220"/>
                    <a:pt x="28627" y="5220"/>
                    <a:pt x="28684" y="5192"/>
                  </a:cubicBezTo>
                  <a:close/>
                  <a:moveTo>
                    <a:pt x="48551" y="73209"/>
                  </a:moveTo>
                  <a:cubicBezTo>
                    <a:pt x="48551" y="73381"/>
                    <a:pt x="48524" y="73553"/>
                    <a:pt x="48524" y="73725"/>
                  </a:cubicBezTo>
                  <a:cubicBezTo>
                    <a:pt x="48409" y="73610"/>
                    <a:pt x="48322" y="73496"/>
                    <a:pt x="48207" y="73351"/>
                  </a:cubicBezTo>
                  <a:cubicBezTo>
                    <a:pt x="48322" y="73324"/>
                    <a:pt x="48436" y="73267"/>
                    <a:pt x="48551" y="73209"/>
                  </a:cubicBezTo>
                  <a:close/>
                  <a:moveTo>
                    <a:pt x="54162" y="76587"/>
                  </a:moveTo>
                  <a:cubicBezTo>
                    <a:pt x="54162" y="76729"/>
                    <a:pt x="54105" y="76901"/>
                    <a:pt x="53990" y="77245"/>
                  </a:cubicBezTo>
                  <a:cubicBezTo>
                    <a:pt x="53876" y="77073"/>
                    <a:pt x="53761" y="76931"/>
                    <a:pt x="53619" y="76787"/>
                  </a:cubicBezTo>
                  <a:cubicBezTo>
                    <a:pt x="53704" y="76759"/>
                    <a:pt x="53818" y="76702"/>
                    <a:pt x="53933" y="76672"/>
                  </a:cubicBezTo>
                  <a:cubicBezTo>
                    <a:pt x="54020" y="76645"/>
                    <a:pt x="54105" y="76615"/>
                    <a:pt x="54162" y="76587"/>
                  </a:cubicBezTo>
                  <a:close/>
                  <a:moveTo>
                    <a:pt x="67532" y="82713"/>
                  </a:moveTo>
                  <a:cubicBezTo>
                    <a:pt x="67731" y="82885"/>
                    <a:pt x="67990" y="83027"/>
                    <a:pt x="68246" y="83142"/>
                  </a:cubicBezTo>
                  <a:cubicBezTo>
                    <a:pt x="68668" y="83298"/>
                    <a:pt x="69063" y="83360"/>
                    <a:pt x="69427" y="83360"/>
                  </a:cubicBezTo>
                  <a:cubicBezTo>
                    <a:pt x="70201" y="83360"/>
                    <a:pt x="70834" y="83080"/>
                    <a:pt x="71281" y="82828"/>
                  </a:cubicBezTo>
                  <a:cubicBezTo>
                    <a:pt x="71510" y="82970"/>
                    <a:pt x="71768" y="83142"/>
                    <a:pt x="72082" y="83286"/>
                  </a:cubicBezTo>
                  <a:cubicBezTo>
                    <a:pt x="72627" y="83542"/>
                    <a:pt x="73170" y="83657"/>
                    <a:pt x="73601" y="83744"/>
                  </a:cubicBezTo>
                  <a:cubicBezTo>
                    <a:pt x="73743" y="83801"/>
                    <a:pt x="73857" y="83829"/>
                    <a:pt x="74001" y="83858"/>
                  </a:cubicBezTo>
                  <a:cubicBezTo>
                    <a:pt x="74813" y="84088"/>
                    <a:pt x="75544" y="84203"/>
                    <a:pt x="76259" y="84203"/>
                  </a:cubicBezTo>
                  <a:cubicBezTo>
                    <a:pt x="76878" y="84203"/>
                    <a:pt x="77486" y="84117"/>
                    <a:pt x="78124" y="83943"/>
                  </a:cubicBezTo>
                  <a:lnTo>
                    <a:pt x="78380" y="84202"/>
                  </a:lnTo>
                  <a:lnTo>
                    <a:pt x="78410" y="84229"/>
                  </a:lnTo>
                  <a:cubicBezTo>
                    <a:pt x="78582" y="84401"/>
                    <a:pt x="78753" y="84573"/>
                    <a:pt x="78925" y="84775"/>
                  </a:cubicBezTo>
                  <a:cubicBezTo>
                    <a:pt x="79440" y="85290"/>
                    <a:pt x="79983" y="85862"/>
                    <a:pt x="80700" y="86320"/>
                  </a:cubicBezTo>
                  <a:cubicBezTo>
                    <a:pt x="80700" y="86320"/>
                    <a:pt x="80727" y="86320"/>
                    <a:pt x="80727" y="86348"/>
                  </a:cubicBezTo>
                  <a:cubicBezTo>
                    <a:pt x="81273" y="86664"/>
                    <a:pt x="81300" y="86691"/>
                    <a:pt x="81902" y="87580"/>
                  </a:cubicBezTo>
                  <a:cubicBezTo>
                    <a:pt x="83448" y="89927"/>
                    <a:pt x="85738" y="89985"/>
                    <a:pt x="87112" y="90042"/>
                  </a:cubicBezTo>
                  <a:cubicBezTo>
                    <a:pt x="87914" y="90042"/>
                    <a:pt x="88429" y="90069"/>
                    <a:pt x="88773" y="90298"/>
                  </a:cubicBezTo>
                  <a:cubicBezTo>
                    <a:pt x="88800" y="90328"/>
                    <a:pt x="88830" y="90328"/>
                    <a:pt x="88857" y="90356"/>
                  </a:cubicBezTo>
                  <a:cubicBezTo>
                    <a:pt x="89201" y="90557"/>
                    <a:pt x="89574" y="90843"/>
                    <a:pt x="89774" y="91043"/>
                  </a:cubicBezTo>
                  <a:cubicBezTo>
                    <a:pt x="89774" y="91100"/>
                    <a:pt x="89746" y="91130"/>
                    <a:pt x="89746" y="91187"/>
                  </a:cubicBezTo>
                  <a:cubicBezTo>
                    <a:pt x="89746" y="91645"/>
                    <a:pt x="89689" y="92332"/>
                    <a:pt x="89975" y="93104"/>
                  </a:cubicBezTo>
                  <a:cubicBezTo>
                    <a:pt x="90147" y="93592"/>
                    <a:pt x="90403" y="93963"/>
                    <a:pt x="90662" y="94221"/>
                  </a:cubicBezTo>
                  <a:cubicBezTo>
                    <a:pt x="90662" y="94363"/>
                    <a:pt x="90662" y="94535"/>
                    <a:pt x="90719" y="94707"/>
                  </a:cubicBezTo>
                  <a:lnTo>
                    <a:pt x="90719" y="94794"/>
                  </a:lnTo>
                  <a:cubicBezTo>
                    <a:pt x="91063" y="96282"/>
                    <a:pt x="91777" y="96940"/>
                    <a:pt x="92494" y="97370"/>
                  </a:cubicBezTo>
                  <a:lnTo>
                    <a:pt x="92494" y="97398"/>
                  </a:lnTo>
                  <a:cubicBezTo>
                    <a:pt x="92522" y="97512"/>
                    <a:pt x="92522" y="97657"/>
                    <a:pt x="92551" y="97771"/>
                  </a:cubicBezTo>
                  <a:cubicBezTo>
                    <a:pt x="92739" y="98957"/>
                    <a:pt x="93766" y="99812"/>
                    <a:pt x="94936" y="99812"/>
                  </a:cubicBezTo>
                  <a:cubicBezTo>
                    <a:pt x="95009" y="99812"/>
                    <a:pt x="95082" y="99809"/>
                    <a:pt x="95155" y="99802"/>
                  </a:cubicBezTo>
                  <a:cubicBezTo>
                    <a:pt x="95728" y="99745"/>
                    <a:pt x="96158" y="99573"/>
                    <a:pt x="96472" y="99431"/>
                  </a:cubicBezTo>
                  <a:cubicBezTo>
                    <a:pt x="96701" y="99546"/>
                    <a:pt x="96930" y="99688"/>
                    <a:pt x="97017" y="99775"/>
                  </a:cubicBezTo>
                  <a:lnTo>
                    <a:pt x="97045" y="99832"/>
                  </a:lnTo>
                  <a:cubicBezTo>
                    <a:pt x="97647" y="100890"/>
                    <a:pt x="98476" y="101435"/>
                    <a:pt x="99823" y="101607"/>
                  </a:cubicBezTo>
                  <a:cubicBezTo>
                    <a:pt x="99918" y="101616"/>
                    <a:pt x="100013" y="101619"/>
                    <a:pt x="100109" y="101619"/>
                  </a:cubicBezTo>
                  <a:cubicBezTo>
                    <a:pt x="100300" y="101619"/>
                    <a:pt x="100491" y="101607"/>
                    <a:pt x="100681" y="101607"/>
                  </a:cubicBezTo>
                  <a:cubicBezTo>
                    <a:pt x="100853" y="101577"/>
                    <a:pt x="100938" y="101577"/>
                    <a:pt x="100995" y="101577"/>
                  </a:cubicBezTo>
                  <a:cubicBezTo>
                    <a:pt x="101396" y="101664"/>
                    <a:pt x="101797" y="101722"/>
                    <a:pt x="102198" y="101806"/>
                  </a:cubicBezTo>
                  <a:cubicBezTo>
                    <a:pt x="102255" y="101806"/>
                    <a:pt x="102312" y="101806"/>
                    <a:pt x="102369" y="101836"/>
                  </a:cubicBezTo>
                  <a:cubicBezTo>
                    <a:pt x="103315" y="101921"/>
                    <a:pt x="103773" y="102093"/>
                    <a:pt x="104545" y="102608"/>
                  </a:cubicBezTo>
                  <a:cubicBezTo>
                    <a:pt x="104717" y="102752"/>
                    <a:pt x="104888" y="102894"/>
                    <a:pt x="105033" y="103038"/>
                  </a:cubicBezTo>
                  <a:cubicBezTo>
                    <a:pt x="105633" y="103554"/>
                    <a:pt x="106434" y="104268"/>
                    <a:pt x="107838" y="104527"/>
                  </a:cubicBezTo>
                  <a:cubicBezTo>
                    <a:pt x="107953" y="105241"/>
                    <a:pt x="107980" y="106130"/>
                    <a:pt x="107895" y="106645"/>
                  </a:cubicBezTo>
                  <a:cubicBezTo>
                    <a:pt x="107838" y="106730"/>
                    <a:pt x="107637" y="106932"/>
                    <a:pt x="107522" y="107074"/>
                  </a:cubicBezTo>
                  <a:cubicBezTo>
                    <a:pt x="107037" y="107561"/>
                    <a:pt x="106377" y="108219"/>
                    <a:pt x="105976" y="109279"/>
                  </a:cubicBezTo>
                  <a:cubicBezTo>
                    <a:pt x="105804" y="109707"/>
                    <a:pt x="105720" y="110051"/>
                    <a:pt x="105663" y="110280"/>
                  </a:cubicBezTo>
                  <a:cubicBezTo>
                    <a:pt x="105633" y="110337"/>
                    <a:pt x="105633" y="110394"/>
                    <a:pt x="105605" y="110451"/>
                  </a:cubicBezTo>
                  <a:lnTo>
                    <a:pt x="105518" y="110539"/>
                  </a:lnTo>
                  <a:cubicBezTo>
                    <a:pt x="105117" y="110825"/>
                    <a:pt x="104488" y="111283"/>
                    <a:pt x="104059" y="112084"/>
                  </a:cubicBezTo>
                  <a:cubicBezTo>
                    <a:pt x="103029" y="113916"/>
                    <a:pt x="103514" y="115948"/>
                    <a:pt x="103888" y="117608"/>
                  </a:cubicBezTo>
                  <a:cubicBezTo>
                    <a:pt x="104002" y="118153"/>
                    <a:pt x="104144" y="118753"/>
                    <a:pt x="104174" y="119126"/>
                  </a:cubicBezTo>
                  <a:cubicBezTo>
                    <a:pt x="104117" y="119612"/>
                    <a:pt x="103773" y="120299"/>
                    <a:pt x="103457" y="120929"/>
                  </a:cubicBezTo>
                  <a:cubicBezTo>
                    <a:pt x="103315" y="121215"/>
                    <a:pt x="103201" y="121501"/>
                    <a:pt x="103056" y="121760"/>
                  </a:cubicBezTo>
                  <a:cubicBezTo>
                    <a:pt x="103056" y="121788"/>
                    <a:pt x="103056" y="121817"/>
                    <a:pt x="103029" y="121845"/>
                  </a:cubicBezTo>
                  <a:cubicBezTo>
                    <a:pt x="102885" y="122246"/>
                    <a:pt x="102743" y="122676"/>
                    <a:pt x="102598" y="123077"/>
                  </a:cubicBezTo>
                  <a:cubicBezTo>
                    <a:pt x="102399" y="123677"/>
                    <a:pt x="102198" y="124337"/>
                    <a:pt x="101969" y="124650"/>
                  </a:cubicBezTo>
                  <a:cubicBezTo>
                    <a:pt x="101827" y="124795"/>
                    <a:pt x="101052" y="124879"/>
                    <a:pt x="100652" y="124909"/>
                  </a:cubicBezTo>
                  <a:cubicBezTo>
                    <a:pt x="99278" y="125051"/>
                    <a:pt x="97216" y="125280"/>
                    <a:pt x="95815" y="127169"/>
                  </a:cubicBezTo>
                  <a:cubicBezTo>
                    <a:pt x="95728" y="127256"/>
                    <a:pt x="95671" y="127371"/>
                    <a:pt x="95613" y="127485"/>
                  </a:cubicBezTo>
                  <a:cubicBezTo>
                    <a:pt x="94441" y="128802"/>
                    <a:pt x="94354" y="129746"/>
                    <a:pt x="94583" y="131837"/>
                  </a:cubicBezTo>
                  <a:lnTo>
                    <a:pt x="94583" y="131894"/>
                  </a:lnTo>
                  <a:cubicBezTo>
                    <a:pt x="94727" y="132952"/>
                    <a:pt x="94697" y="133039"/>
                    <a:pt x="93552" y="134154"/>
                  </a:cubicBezTo>
                  <a:cubicBezTo>
                    <a:pt x="93525" y="134184"/>
                    <a:pt x="93495" y="134241"/>
                    <a:pt x="93468" y="134269"/>
                  </a:cubicBezTo>
                  <a:cubicBezTo>
                    <a:pt x="92235" y="135673"/>
                    <a:pt x="91892" y="136845"/>
                    <a:pt x="91578" y="138364"/>
                  </a:cubicBezTo>
                  <a:cubicBezTo>
                    <a:pt x="91548" y="138391"/>
                    <a:pt x="91521" y="138421"/>
                    <a:pt x="91521" y="138448"/>
                  </a:cubicBezTo>
                  <a:cubicBezTo>
                    <a:pt x="91406" y="138593"/>
                    <a:pt x="91235" y="138822"/>
                    <a:pt x="91090" y="139108"/>
                  </a:cubicBezTo>
                  <a:cubicBezTo>
                    <a:pt x="91090" y="139165"/>
                    <a:pt x="91063" y="139222"/>
                    <a:pt x="91033" y="139280"/>
                  </a:cubicBezTo>
                  <a:cubicBezTo>
                    <a:pt x="90948" y="139509"/>
                    <a:pt x="90861" y="139738"/>
                    <a:pt x="90804" y="139937"/>
                  </a:cubicBezTo>
                  <a:cubicBezTo>
                    <a:pt x="90777" y="139994"/>
                    <a:pt x="90777" y="140051"/>
                    <a:pt x="90747" y="140109"/>
                  </a:cubicBezTo>
                  <a:cubicBezTo>
                    <a:pt x="90548" y="140051"/>
                    <a:pt x="90289" y="140024"/>
                    <a:pt x="89975" y="139994"/>
                  </a:cubicBezTo>
                  <a:cubicBezTo>
                    <a:pt x="89811" y="139971"/>
                    <a:pt x="89559" y="139941"/>
                    <a:pt x="89261" y="139941"/>
                  </a:cubicBezTo>
                  <a:cubicBezTo>
                    <a:pt x="88468" y="139941"/>
                    <a:pt x="87348" y="140152"/>
                    <a:pt x="86682" y="141254"/>
                  </a:cubicBezTo>
                  <a:cubicBezTo>
                    <a:pt x="85796" y="142772"/>
                    <a:pt x="86739" y="144146"/>
                    <a:pt x="87140" y="144719"/>
                  </a:cubicBezTo>
                  <a:cubicBezTo>
                    <a:pt x="87254" y="144861"/>
                    <a:pt x="87399" y="145090"/>
                    <a:pt x="87426" y="145147"/>
                  </a:cubicBezTo>
                  <a:cubicBezTo>
                    <a:pt x="87456" y="145234"/>
                    <a:pt x="87483" y="145291"/>
                    <a:pt x="87513" y="145348"/>
                  </a:cubicBezTo>
                  <a:cubicBezTo>
                    <a:pt x="87370" y="145334"/>
                    <a:pt x="87213" y="145326"/>
                    <a:pt x="87044" y="145326"/>
                  </a:cubicBezTo>
                  <a:cubicBezTo>
                    <a:pt x="86876" y="145326"/>
                    <a:pt x="86697" y="145334"/>
                    <a:pt x="86510" y="145348"/>
                  </a:cubicBezTo>
                  <a:cubicBezTo>
                    <a:pt x="85338" y="145406"/>
                    <a:pt x="84421" y="145807"/>
                    <a:pt x="83819" y="146551"/>
                  </a:cubicBezTo>
                  <a:cubicBezTo>
                    <a:pt x="83247" y="147265"/>
                    <a:pt x="83132" y="148039"/>
                    <a:pt x="83162" y="148669"/>
                  </a:cubicBezTo>
                  <a:cubicBezTo>
                    <a:pt x="81758" y="148983"/>
                    <a:pt x="81273" y="149986"/>
                    <a:pt x="81101" y="150472"/>
                  </a:cubicBezTo>
                  <a:cubicBezTo>
                    <a:pt x="80929" y="151044"/>
                    <a:pt x="80727" y="152333"/>
                    <a:pt x="82102" y="153620"/>
                  </a:cubicBezTo>
                  <a:cubicBezTo>
                    <a:pt x="82017" y="153964"/>
                    <a:pt x="81987" y="154307"/>
                    <a:pt x="81987" y="154594"/>
                  </a:cubicBezTo>
                  <a:cubicBezTo>
                    <a:pt x="81815" y="154738"/>
                    <a:pt x="81616" y="154937"/>
                    <a:pt x="81444" y="155196"/>
                  </a:cubicBezTo>
                  <a:cubicBezTo>
                    <a:pt x="80785" y="156112"/>
                    <a:pt x="80528" y="157056"/>
                    <a:pt x="80670" y="158001"/>
                  </a:cubicBezTo>
                  <a:cubicBezTo>
                    <a:pt x="80899" y="159231"/>
                    <a:pt x="81731" y="159948"/>
                    <a:pt x="82445" y="160434"/>
                  </a:cubicBezTo>
                  <a:cubicBezTo>
                    <a:pt x="82044" y="161121"/>
                    <a:pt x="81586" y="162094"/>
                    <a:pt x="81559" y="163326"/>
                  </a:cubicBezTo>
                  <a:lnTo>
                    <a:pt x="81559" y="163411"/>
                  </a:lnTo>
                  <a:cubicBezTo>
                    <a:pt x="81215" y="162953"/>
                    <a:pt x="80842" y="162437"/>
                    <a:pt x="80757" y="162151"/>
                  </a:cubicBezTo>
                  <a:cubicBezTo>
                    <a:pt x="80670" y="161865"/>
                    <a:pt x="80613" y="161579"/>
                    <a:pt x="80528" y="161292"/>
                  </a:cubicBezTo>
                  <a:cubicBezTo>
                    <a:pt x="80384" y="160663"/>
                    <a:pt x="80242" y="159976"/>
                    <a:pt x="79898" y="159147"/>
                  </a:cubicBezTo>
                  <a:cubicBezTo>
                    <a:pt x="79898" y="159117"/>
                    <a:pt x="79869" y="159089"/>
                    <a:pt x="79841" y="159032"/>
                  </a:cubicBezTo>
                  <a:cubicBezTo>
                    <a:pt x="79582" y="158487"/>
                    <a:pt x="79411" y="157543"/>
                    <a:pt x="79239" y="156655"/>
                  </a:cubicBezTo>
                  <a:cubicBezTo>
                    <a:pt x="78868" y="154681"/>
                    <a:pt x="78380" y="152219"/>
                    <a:pt x="76491" y="150701"/>
                  </a:cubicBezTo>
                  <a:lnTo>
                    <a:pt x="76463" y="150673"/>
                  </a:lnTo>
                  <a:cubicBezTo>
                    <a:pt x="76349" y="150616"/>
                    <a:pt x="76262" y="150559"/>
                    <a:pt x="76204" y="150501"/>
                  </a:cubicBezTo>
                  <a:cubicBezTo>
                    <a:pt x="76177" y="150300"/>
                    <a:pt x="76147" y="150101"/>
                    <a:pt x="76147" y="149929"/>
                  </a:cubicBezTo>
                  <a:cubicBezTo>
                    <a:pt x="76120" y="149757"/>
                    <a:pt x="76120" y="149613"/>
                    <a:pt x="76090" y="149471"/>
                  </a:cubicBezTo>
                  <a:lnTo>
                    <a:pt x="76090" y="149384"/>
                  </a:lnTo>
                  <a:cubicBezTo>
                    <a:pt x="75975" y="148555"/>
                    <a:pt x="75689" y="147838"/>
                    <a:pt x="75460" y="147295"/>
                  </a:cubicBezTo>
                  <a:cubicBezTo>
                    <a:pt x="75318" y="146979"/>
                    <a:pt x="75146" y="146608"/>
                    <a:pt x="75146" y="146436"/>
                  </a:cubicBezTo>
                  <a:lnTo>
                    <a:pt x="75146" y="146292"/>
                  </a:lnTo>
                  <a:cubicBezTo>
                    <a:pt x="75117" y="146150"/>
                    <a:pt x="75231" y="145749"/>
                    <a:pt x="75288" y="145463"/>
                  </a:cubicBezTo>
                  <a:cubicBezTo>
                    <a:pt x="75433" y="144861"/>
                    <a:pt x="75632" y="144116"/>
                    <a:pt x="75632" y="143258"/>
                  </a:cubicBezTo>
                  <a:cubicBezTo>
                    <a:pt x="75632" y="141597"/>
                    <a:pt x="75547" y="140223"/>
                    <a:pt x="75346" y="138936"/>
                  </a:cubicBezTo>
                  <a:cubicBezTo>
                    <a:pt x="75231" y="138077"/>
                    <a:pt x="75261" y="137132"/>
                    <a:pt x="75318" y="136131"/>
                  </a:cubicBezTo>
                  <a:cubicBezTo>
                    <a:pt x="75346" y="135100"/>
                    <a:pt x="75403" y="134040"/>
                    <a:pt x="75288" y="132925"/>
                  </a:cubicBezTo>
                  <a:cubicBezTo>
                    <a:pt x="75174" y="132066"/>
                    <a:pt x="75002" y="131321"/>
                    <a:pt x="74860" y="130577"/>
                  </a:cubicBezTo>
                  <a:cubicBezTo>
                    <a:pt x="74688" y="129833"/>
                    <a:pt x="74517" y="129173"/>
                    <a:pt x="74487" y="128516"/>
                  </a:cubicBezTo>
                  <a:cubicBezTo>
                    <a:pt x="74574" y="128287"/>
                    <a:pt x="74601" y="128028"/>
                    <a:pt x="74601" y="127742"/>
                  </a:cubicBezTo>
                  <a:lnTo>
                    <a:pt x="74601" y="126798"/>
                  </a:lnTo>
                  <a:cubicBezTo>
                    <a:pt x="74601" y="126311"/>
                    <a:pt x="74574" y="125795"/>
                    <a:pt x="74574" y="125310"/>
                  </a:cubicBezTo>
                  <a:cubicBezTo>
                    <a:pt x="74544" y="124879"/>
                    <a:pt x="74544" y="124421"/>
                    <a:pt x="74544" y="123993"/>
                  </a:cubicBezTo>
                  <a:cubicBezTo>
                    <a:pt x="74544" y="123906"/>
                    <a:pt x="74544" y="123821"/>
                    <a:pt x="74517" y="123764"/>
                  </a:cubicBezTo>
                  <a:lnTo>
                    <a:pt x="74517" y="123047"/>
                  </a:lnTo>
                  <a:cubicBezTo>
                    <a:pt x="74517" y="122275"/>
                    <a:pt x="74544" y="121417"/>
                    <a:pt x="74315" y="120643"/>
                  </a:cubicBezTo>
                  <a:cubicBezTo>
                    <a:pt x="74288" y="120585"/>
                    <a:pt x="74288" y="120558"/>
                    <a:pt x="74258" y="120528"/>
                  </a:cubicBezTo>
                  <a:cubicBezTo>
                    <a:pt x="73857" y="119326"/>
                    <a:pt x="72913" y="118554"/>
                    <a:pt x="72169" y="117952"/>
                  </a:cubicBezTo>
                  <a:cubicBezTo>
                    <a:pt x="71968" y="117780"/>
                    <a:pt x="71739" y="117581"/>
                    <a:pt x="71624" y="117466"/>
                  </a:cubicBezTo>
                  <a:cubicBezTo>
                    <a:pt x="70536" y="116291"/>
                    <a:pt x="69391" y="115920"/>
                    <a:pt x="68562" y="115634"/>
                  </a:cubicBezTo>
                  <a:cubicBezTo>
                    <a:pt x="68132" y="115520"/>
                    <a:pt x="67903" y="115433"/>
                    <a:pt x="67703" y="115318"/>
                  </a:cubicBezTo>
                  <a:cubicBezTo>
                    <a:pt x="66929" y="114775"/>
                    <a:pt x="66444" y="113573"/>
                    <a:pt x="65929" y="112284"/>
                  </a:cubicBezTo>
                  <a:cubicBezTo>
                    <a:pt x="65384" y="110939"/>
                    <a:pt x="64754" y="109421"/>
                    <a:pt x="63609" y="108191"/>
                  </a:cubicBezTo>
                  <a:cubicBezTo>
                    <a:pt x="63238" y="107818"/>
                    <a:pt x="63066" y="107390"/>
                    <a:pt x="62780" y="106673"/>
                  </a:cubicBezTo>
                  <a:cubicBezTo>
                    <a:pt x="62521" y="106043"/>
                    <a:pt x="62264" y="105356"/>
                    <a:pt x="61777" y="104584"/>
                  </a:cubicBezTo>
                  <a:cubicBezTo>
                    <a:pt x="61261" y="103783"/>
                    <a:pt x="60689" y="103325"/>
                    <a:pt x="60288" y="103066"/>
                  </a:cubicBezTo>
                  <a:cubicBezTo>
                    <a:pt x="60260" y="102981"/>
                    <a:pt x="60260" y="102894"/>
                    <a:pt x="60231" y="102837"/>
                  </a:cubicBezTo>
                  <a:cubicBezTo>
                    <a:pt x="60975" y="102409"/>
                    <a:pt x="61834" y="101520"/>
                    <a:pt x="61548" y="99688"/>
                  </a:cubicBezTo>
                  <a:cubicBezTo>
                    <a:pt x="61463" y="99173"/>
                    <a:pt x="61204" y="98687"/>
                    <a:pt x="60833" y="98314"/>
                  </a:cubicBezTo>
                  <a:lnTo>
                    <a:pt x="60574" y="98057"/>
                  </a:lnTo>
                  <a:cubicBezTo>
                    <a:pt x="60402" y="97599"/>
                    <a:pt x="60719" y="96969"/>
                    <a:pt x="61062" y="96539"/>
                  </a:cubicBezTo>
                  <a:cubicBezTo>
                    <a:pt x="61376" y="96397"/>
                    <a:pt x="61749" y="96138"/>
                    <a:pt x="62093" y="95710"/>
                  </a:cubicBezTo>
                  <a:cubicBezTo>
                    <a:pt x="62322" y="95424"/>
                    <a:pt x="62521" y="95023"/>
                    <a:pt x="62608" y="94508"/>
                  </a:cubicBezTo>
                  <a:cubicBezTo>
                    <a:pt x="62635" y="94508"/>
                    <a:pt x="62665" y="94478"/>
                    <a:pt x="62693" y="94478"/>
                  </a:cubicBezTo>
                  <a:lnTo>
                    <a:pt x="62864" y="94306"/>
                  </a:lnTo>
                  <a:cubicBezTo>
                    <a:pt x="64554" y="92733"/>
                    <a:pt x="64784" y="91072"/>
                    <a:pt x="64868" y="89355"/>
                  </a:cubicBezTo>
                  <a:cubicBezTo>
                    <a:pt x="64925" y="88409"/>
                    <a:pt x="64955" y="87436"/>
                    <a:pt x="64612" y="86291"/>
                  </a:cubicBezTo>
                  <a:cubicBezTo>
                    <a:pt x="66100" y="85604"/>
                    <a:pt x="66501" y="84058"/>
                    <a:pt x="66700" y="83256"/>
                  </a:cubicBezTo>
                  <a:cubicBezTo>
                    <a:pt x="66730" y="83171"/>
                    <a:pt x="66758" y="83027"/>
                    <a:pt x="66787" y="82942"/>
                  </a:cubicBezTo>
                  <a:cubicBezTo>
                    <a:pt x="66987" y="82855"/>
                    <a:pt x="67303" y="82771"/>
                    <a:pt x="67502" y="82713"/>
                  </a:cubicBezTo>
                  <a:close/>
                  <a:moveTo>
                    <a:pt x="77943" y="0"/>
                  </a:moveTo>
                  <a:cubicBezTo>
                    <a:pt x="76529" y="0"/>
                    <a:pt x="75434" y="1014"/>
                    <a:pt x="74945" y="1528"/>
                  </a:cubicBezTo>
                  <a:lnTo>
                    <a:pt x="74688" y="1785"/>
                  </a:lnTo>
                  <a:cubicBezTo>
                    <a:pt x="74601" y="1815"/>
                    <a:pt x="74487" y="1842"/>
                    <a:pt x="74402" y="1899"/>
                  </a:cubicBezTo>
                  <a:cubicBezTo>
                    <a:pt x="74288" y="1929"/>
                    <a:pt x="74201" y="1986"/>
                    <a:pt x="74116" y="2044"/>
                  </a:cubicBezTo>
                  <a:cubicBezTo>
                    <a:pt x="73028" y="2673"/>
                    <a:pt x="72655" y="3445"/>
                    <a:pt x="72426" y="4189"/>
                  </a:cubicBezTo>
                  <a:cubicBezTo>
                    <a:pt x="72226" y="4189"/>
                    <a:pt x="71968" y="4247"/>
                    <a:pt x="71681" y="4304"/>
                  </a:cubicBezTo>
                  <a:cubicBezTo>
                    <a:pt x="71253" y="4391"/>
                    <a:pt x="70937" y="4505"/>
                    <a:pt x="70738" y="4590"/>
                  </a:cubicBezTo>
                  <a:lnTo>
                    <a:pt x="70681" y="4590"/>
                  </a:lnTo>
                  <a:cubicBezTo>
                    <a:pt x="70566" y="4590"/>
                    <a:pt x="70365" y="4533"/>
                    <a:pt x="70193" y="4505"/>
                  </a:cubicBezTo>
                  <a:cubicBezTo>
                    <a:pt x="69731" y="4404"/>
                    <a:pt x="69156" y="4289"/>
                    <a:pt x="68508" y="4289"/>
                  </a:cubicBezTo>
                  <a:cubicBezTo>
                    <a:pt x="68233" y="4289"/>
                    <a:pt x="67944" y="4310"/>
                    <a:pt x="67646" y="4361"/>
                  </a:cubicBezTo>
                  <a:cubicBezTo>
                    <a:pt x="67616" y="4361"/>
                    <a:pt x="67559" y="4361"/>
                    <a:pt x="67532" y="4391"/>
                  </a:cubicBezTo>
                  <a:cubicBezTo>
                    <a:pt x="67303" y="4418"/>
                    <a:pt x="67131" y="4505"/>
                    <a:pt x="66959" y="4563"/>
                  </a:cubicBezTo>
                  <a:cubicBezTo>
                    <a:pt x="66758" y="4418"/>
                    <a:pt x="66529" y="4304"/>
                    <a:pt x="66272" y="4162"/>
                  </a:cubicBezTo>
                  <a:cubicBezTo>
                    <a:pt x="66242" y="4162"/>
                    <a:pt x="66215" y="4132"/>
                    <a:pt x="66185" y="4132"/>
                  </a:cubicBezTo>
                  <a:cubicBezTo>
                    <a:pt x="65553" y="3879"/>
                    <a:pt x="64935" y="3780"/>
                    <a:pt x="64344" y="3780"/>
                  </a:cubicBezTo>
                  <a:cubicBezTo>
                    <a:pt x="63059" y="3780"/>
                    <a:pt x="61897" y="4247"/>
                    <a:pt x="60975" y="4620"/>
                  </a:cubicBezTo>
                  <a:cubicBezTo>
                    <a:pt x="60244" y="4926"/>
                    <a:pt x="59707" y="5135"/>
                    <a:pt x="59365" y="5135"/>
                  </a:cubicBezTo>
                  <a:cubicBezTo>
                    <a:pt x="59292" y="5135"/>
                    <a:pt x="59228" y="5126"/>
                    <a:pt x="59173" y="5105"/>
                  </a:cubicBezTo>
                  <a:cubicBezTo>
                    <a:pt x="59115" y="5048"/>
                    <a:pt x="59058" y="4991"/>
                    <a:pt x="59001" y="4906"/>
                  </a:cubicBezTo>
                  <a:cubicBezTo>
                    <a:pt x="58657" y="4418"/>
                    <a:pt x="57998" y="3532"/>
                    <a:pt x="56624" y="3074"/>
                  </a:cubicBezTo>
                  <a:cubicBezTo>
                    <a:pt x="55795" y="2758"/>
                    <a:pt x="54906" y="2616"/>
                    <a:pt x="54276" y="2529"/>
                  </a:cubicBezTo>
                  <a:cubicBezTo>
                    <a:pt x="53929" y="2478"/>
                    <a:pt x="53572" y="2468"/>
                    <a:pt x="53229" y="2468"/>
                  </a:cubicBezTo>
                  <a:cubicBezTo>
                    <a:pt x="53007" y="2468"/>
                    <a:pt x="52791" y="2472"/>
                    <a:pt x="52588" y="2472"/>
                  </a:cubicBezTo>
                  <a:cubicBezTo>
                    <a:pt x="52359" y="2502"/>
                    <a:pt x="52043" y="2502"/>
                    <a:pt x="51872" y="2502"/>
                  </a:cubicBezTo>
                  <a:lnTo>
                    <a:pt x="51844" y="2472"/>
                  </a:lnTo>
                  <a:cubicBezTo>
                    <a:pt x="51414" y="2101"/>
                    <a:pt x="50642" y="1441"/>
                    <a:pt x="49211" y="1357"/>
                  </a:cubicBezTo>
                  <a:cubicBezTo>
                    <a:pt x="48810" y="1327"/>
                    <a:pt x="48430" y="1313"/>
                    <a:pt x="48068" y="1313"/>
                  </a:cubicBezTo>
                  <a:cubicBezTo>
                    <a:pt x="47008" y="1313"/>
                    <a:pt x="46106" y="1436"/>
                    <a:pt x="45317" y="1670"/>
                  </a:cubicBezTo>
                  <a:cubicBezTo>
                    <a:pt x="45288" y="1700"/>
                    <a:pt x="45230" y="1700"/>
                    <a:pt x="45203" y="1728"/>
                  </a:cubicBezTo>
                  <a:cubicBezTo>
                    <a:pt x="44772" y="1899"/>
                    <a:pt x="44429" y="2044"/>
                    <a:pt x="44115" y="2186"/>
                  </a:cubicBezTo>
                  <a:cubicBezTo>
                    <a:pt x="43485" y="2472"/>
                    <a:pt x="43199" y="2616"/>
                    <a:pt x="42597" y="2673"/>
                  </a:cubicBezTo>
                  <a:cubicBezTo>
                    <a:pt x="42024" y="2731"/>
                    <a:pt x="41596" y="2815"/>
                    <a:pt x="41280" y="2902"/>
                  </a:cubicBezTo>
                  <a:cubicBezTo>
                    <a:pt x="41138" y="2930"/>
                    <a:pt x="40936" y="2987"/>
                    <a:pt x="40909" y="2987"/>
                  </a:cubicBezTo>
                  <a:cubicBezTo>
                    <a:pt x="40909" y="2987"/>
                    <a:pt x="40852" y="2987"/>
                    <a:pt x="40765" y="2960"/>
                  </a:cubicBezTo>
                  <a:cubicBezTo>
                    <a:pt x="40535" y="2845"/>
                    <a:pt x="40279" y="2788"/>
                    <a:pt x="40020" y="2731"/>
                  </a:cubicBezTo>
                  <a:cubicBezTo>
                    <a:pt x="39706" y="2186"/>
                    <a:pt x="39191" y="1757"/>
                    <a:pt x="38532" y="1471"/>
                  </a:cubicBezTo>
                  <a:cubicBezTo>
                    <a:pt x="38504" y="1441"/>
                    <a:pt x="38474" y="1441"/>
                    <a:pt x="38447" y="1441"/>
                  </a:cubicBezTo>
                  <a:cubicBezTo>
                    <a:pt x="37856" y="1218"/>
                    <a:pt x="37221" y="1146"/>
                    <a:pt x="36606" y="1146"/>
                  </a:cubicBezTo>
                  <a:cubicBezTo>
                    <a:pt x="36117" y="1146"/>
                    <a:pt x="35642" y="1191"/>
                    <a:pt x="35211" y="1242"/>
                  </a:cubicBezTo>
                  <a:cubicBezTo>
                    <a:pt x="34954" y="1242"/>
                    <a:pt x="34696" y="1269"/>
                    <a:pt x="34554" y="1269"/>
                  </a:cubicBezTo>
                  <a:lnTo>
                    <a:pt x="34009" y="1269"/>
                  </a:lnTo>
                  <a:cubicBezTo>
                    <a:pt x="33806" y="1269"/>
                    <a:pt x="33607" y="1271"/>
                    <a:pt x="33413" y="1271"/>
                  </a:cubicBezTo>
                  <a:cubicBezTo>
                    <a:pt x="32754" y="1271"/>
                    <a:pt x="32147" y="1253"/>
                    <a:pt x="31661" y="1098"/>
                  </a:cubicBezTo>
                  <a:cubicBezTo>
                    <a:pt x="31547" y="1070"/>
                    <a:pt x="31432" y="1040"/>
                    <a:pt x="31347" y="983"/>
                  </a:cubicBezTo>
                  <a:cubicBezTo>
                    <a:pt x="30565" y="697"/>
                    <a:pt x="29615" y="315"/>
                    <a:pt x="28349" y="315"/>
                  </a:cubicBezTo>
                  <a:cubicBezTo>
                    <a:pt x="28226" y="315"/>
                    <a:pt x="28099" y="318"/>
                    <a:pt x="27969" y="326"/>
                  </a:cubicBezTo>
                  <a:cubicBezTo>
                    <a:pt x="27683" y="353"/>
                    <a:pt x="27397" y="440"/>
                    <a:pt x="27138" y="555"/>
                  </a:cubicBezTo>
                  <a:cubicBezTo>
                    <a:pt x="26824" y="612"/>
                    <a:pt x="26508" y="669"/>
                    <a:pt x="26222" y="727"/>
                  </a:cubicBezTo>
                  <a:cubicBezTo>
                    <a:pt x="25707" y="841"/>
                    <a:pt x="25249" y="956"/>
                    <a:pt x="24821" y="983"/>
                  </a:cubicBezTo>
                  <a:cubicBezTo>
                    <a:pt x="23588" y="983"/>
                    <a:pt x="22272" y="983"/>
                    <a:pt x="20783" y="1586"/>
                  </a:cubicBezTo>
                  <a:cubicBezTo>
                    <a:pt x="19752" y="1986"/>
                    <a:pt x="18580" y="2415"/>
                    <a:pt x="17462" y="2758"/>
                  </a:cubicBezTo>
                  <a:cubicBezTo>
                    <a:pt x="17291" y="2788"/>
                    <a:pt x="16862" y="2873"/>
                    <a:pt x="16576" y="2902"/>
                  </a:cubicBezTo>
                  <a:cubicBezTo>
                    <a:pt x="14687" y="3159"/>
                    <a:pt x="13168" y="3360"/>
                    <a:pt x="12481" y="4762"/>
                  </a:cubicBezTo>
                  <a:cubicBezTo>
                    <a:pt x="12339" y="5021"/>
                    <a:pt x="12195" y="5392"/>
                    <a:pt x="12138" y="5822"/>
                  </a:cubicBezTo>
                  <a:cubicBezTo>
                    <a:pt x="12097" y="5821"/>
                    <a:pt x="12056" y="5821"/>
                    <a:pt x="12016" y="5821"/>
                  </a:cubicBezTo>
                  <a:cubicBezTo>
                    <a:pt x="10998" y="5821"/>
                    <a:pt x="10341" y="6177"/>
                    <a:pt x="9790" y="6452"/>
                  </a:cubicBezTo>
                  <a:cubicBezTo>
                    <a:pt x="9275" y="6681"/>
                    <a:pt x="7214" y="7796"/>
                    <a:pt x="6786" y="9601"/>
                  </a:cubicBezTo>
                  <a:cubicBezTo>
                    <a:pt x="6728" y="9887"/>
                    <a:pt x="6699" y="10201"/>
                    <a:pt x="6756" y="10487"/>
                  </a:cubicBezTo>
                  <a:cubicBezTo>
                    <a:pt x="4553" y="11147"/>
                    <a:pt x="2118" y="12349"/>
                    <a:pt x="1633" y="15212"/>
                  </a:cubicBezTo>
                  <a:cubicBezTo>
                    <a:pt x="1374" y="16499"/>
                    <a:pt x="1603" y="17472"/>
                    <a:pt x="2290" y="18189"/>
                  </a:cubicBezTo>
                  <a:cubicBezTo>
                    <a:pt x="316" y="19334"/>
                    <a:pt x="0" y="20365"/>
                    <a:pt x="0" y="21223"/>
                  </a:cubicBezTo>
                  <a:cubicBezTo>
                    <a:pt x="0" y="22224"/>
                    <a:pt x="488" y="23113"/>
                    <a:pt x="1289" y="23628"/>
                  </a:cubicBezTo>
                  <a:cubicBezTo>
                    <a:pt x="1826" y="23973"/>
                    <a:pt x="2401" y="24106"/>
                    <a:pt x="2982" y="24106"/>
                  </a:cubicBezTo>
                  <a:cubicBezTo>
                    <a:pt x="4137" y="24106"/>
                    <a:pt x="5318" y="23579"/>
                    <a:pt x="6270" y="23140"/>
                  </a:cubicBezTo>
                  <a:cubicBezTo>
                    <a:pt x="6355" y="23113"/>
                    <a:pt x="6442" y="23056"/>
                    <a:pt x="6527" y="23026"/>
                  </a:cubicBezTo>
                  <a:cubicBezTo>
                    <a:pt x="8130" y="22655"/>
                    <a:pt x="9275" y="22281"/>
                    <a:pt x="10821" y="20994"/>
                  </a:cubicBezTo>
                  <a:cubicBezTo>
                    <a:pt x="10851" y="20994"/>
                    <a:pt x="10851" y="20965"/>
                    <a:pt x="10878" y="20965"/>
                  </a:cubicBezTo>
                  <a:cubicBezTo>
                    <a:pt x="11222" y="20651"/>
                    <a:pt x="11737" y="20422"/>
                    <a:pt x="12310" y="20163"/>
                  </a:cubicBezTo>
                  <a:cubicBezTo>
                    <a:pt x="12855" y="19964"/>
                    <a:pt x="13397" y="19705"/>
                    <a:pt x="14000" y="19362"/>
                  </a:cubicBezTo>
                  <a:cubicBezTo>
                    <a:pt x="14199" y="19506"/>
                    <a:pt x="14485" y="19648"/>
                    <a:pt x="14771" y="19735"/>
                  </a:cubicBezTo>
                  <a:cubicBezTo>
                    <a:pt x="14829" y="19762"/>
                    <a:pt x="14858" y="19762"/>
                    <a:pt x="14886" y="19792"/>
                  </a:cubicBezTo>
                  <a:cubicBezTo>
                    <a:pt x="15222" y="19891"/>
                    <a:pt x="15547" y="19934"/>
                    <a:pt x="15861" y="19934"/>
                  </a:cubicBezTo>
                  <a:cubicBezTo>
                    <a:pt x="17366" y="19934"/>
                    <a:pt x="18599" y="18937"/>
                    <a:pt x="19381" y="18274"/>
                  </a:cubicBezTo>
                  <a:cubicBezTo>
                    <a:pt x="19523" y="18189"/>
                    <a:pt x="19695" y="18017"/>
                    <a:pt x="19752" y="17987"/>
                  </a:cubicBezTo>
                  <a:lnTo>
                    <a:pt x="20069" y="17788"/>
                  </a:lnTo>
                  <a:cubicBezTo>
                    <a:pt x="20268" y="17674"/>
                    <a:pt x="20497" y="17502"/>
                    <a:pt x="20641" y="17445"/>
                  </a:cubicBezTo>
                  <a:lnTo>
                    <a:pt x="22359" y="17960"/>
                  </a:lnTo>
                  <a:cubicBezTo>
                    <a:pt x="22874" y="18132"/>
                    <a:pt x="23389" y="18274"/>
                    <a:pt x="23904" y="18445"/>
                  </a:cubicBezTo>
                  <a:cubicBezTo>
                    <a:pt x="24935" y="18819"/>
                    <a:pt x="25592" y="20220"/>
                    <a:pt x="25450" y="21652"/>
                  </a:cubicBezTo>
                  <a:cubicBezTo>
                    <a:pt x="25421" y="21796"/>
                    <a:pt x="25306" y="22110"/>
                    <a:pt x="25192" y="22368"/>
                  </a:cubicBezTo>
                  <a:cubicBezTo>
                    <a:pt x="24935" y="23083"/>
                    <a:pt x="24534" y="24029"/>
                    <a:pt x="24619" y="25174"/>
                  </a:cubicBezTo>
                  <a:lnTo>
                    <a:pt x="24619" y="25316"/>
                  </a:lnTo>
                  <a:cubicBezTo>
                    <a:pt x="24706" y="25888"/>
                    <a:pt x="24905" y="26376"/>
                    <a:pt x="25134" y="26804"/>
                  </a:cubicBezTo>
                  <a:cubicBezTo>
                    <a:pt x="24134" y="27808"/>
                    <a:pt x="23904" y="29411"/>
                    <a:pt x="24562" y="30755"/>
                  </a:cubicBezTo>
                  <a:cubicBezTo>
                    <a:pt x="24706" y="31041"/>
                    <a:pt x="24878" y="31300"/>
                    <a:pt x="25020" y="31529"/>
                  </a:cubicBezTo>
                  <a:cubicBezTo>
                    <a:pt x="24706" y="32159"/>
                    <a:pt x="24275" y="32903"/>
                    <a:pt x="23817" y="33618"/>
                  </a:cubicBezTo>
                  <a:cubicBezTo>
                    <a:pt x="23790" y="33675"/>
                    <a:pt x="23760" y="33705"/>
                    <a:pt x="23760" y="33762"/>
                  </a:cubicBezTo>
                  <a:cubicBezTo>
                    <a:pt x="23588" y="34018"/>
                    <a:pt x="23359" y="34220"/>
                    <a:pt x="22901" y="34591"/>
                  </a:cubicBezTo>
                  <a:cubicBezTo>
                    <a:pt x="22473" y="34934"/>
                    <a:pt x="21928" y="35365"/>
                    <a:pt x="21413" y="35965"/>
                  </a:cubicBezTo>
                  <a:cubicBezTo>
                    <a:pt x="20325" y="37254"/>
                    <a:pt x="20355" y="38599"/>
                    <a:pt x="20382" y="39430"/>
                  </a:cubicBezTo>
                  <a:lnTo>
                    <a:pt x="20382" y="39686"/>
                  </a:lnTo>
                  <a:cubicBezTo>
                    <a:pt x="19810" y="40087"/>
                    <a:pt x="18694" y="40889"/>
                    <a:pt x="18465" y="42492"/>
                  </a:cubicBezTo>
                  <a:lnTo>
                    <a:pt x="18465" y="42579"/>
                  </a:lnTo>
                  <a:cubicBezTo>
                    <a:pt x="18351" y="43580"/>
                    <a:pt x="18722" y="44583"/>
                    <a:pt x="19065" y="45469"/>
                  </a:cubicBezTo>
                  <a:cubicBezTo>
                    <a:pt x="19152" y="45671"/>
                    <a:pt x="19210" y="45870"/>
                    <a:pt x="19267" y="46014"/>
                  </a:cubicBezTo>
                  <a:cubicBezTo>
                    <a:pt x="19324" y="46300"/>
                    <a:pt x="19352" y="46587"/>
                    <a:pt x="19381" y="46873"/>
                  </a:cubicBezTo>
                  <a:cubicBezTo>
                    <a:pt x="19324" y="47072"/>
                    <a:pt x="19324" y="47301"/>
                    <a:pt x="19352" y="47530"/>
                  </a:cubicBezTo>
                  <a:cubicBezTo>
                    <a:pt x="19352" y="47617"/>
                    <a:pt x="19324" y="47874"/>
                    <a:pt x="19324" y="48018"/>
                  </a:cubicBezTo>
                  <a:cubicBezTo>
                    <a:pt x="19294" y="49048"/>
                    <a:pt x="19210" y="50480"/>
                    <a:pt x="20210" y="51510"/>
                  </a:cubicBezTo>
                  <a:cubicBezTo>
                    <a:pt x="20698" y="52026"/>
                    <a:pt x="21241" y="52255"/>
                    <a:pt x="21699" y="52397"/>
                  </a:cubicBezTo>
                  <a:cubicBezTo>
                    <a:pt x="21786" y="52626"/>
                    <a:pt x="21901" y="52884"/>
                    <a:pt x="21985" y="53113"/>
                  </a:cubicBezTo>
                  <a:cubicBezTo>
                    <a:pt x="22130" y="53484"/>
                    <a:pt x="22272" y="53828"/>
                    <a:pt x="22301" y="54030"/>
                  </a:cubicBezTo>
                  <a:cubicBezTo>
                    <a:pt x="22301" y="54057"/>
                    <a:pt x="22272" y="54087"/>
                    <a:pt x="22272" y="54114"/>
                  </a:cubicBezTo>
                  <a:cubicBezTo>
                    <a:pt x="22130" y="54602"/>
                    <a:pt x="21901" y="55346"/>
                    <a:pt x="22043" y="56175"/>
                  </a:cubicBezTo>
                  <a:cubicBezTo>
                    <a:pt x="22187" y="56862"/>
                    <a:pt x="22473" y="57350"/>
                    <a:pt x="22759" y="57721"/>
                  </a:cubicBezTo>
                  <a:cubicBezTo>
                    <a:pt x="22558" y="58179"/>
                    <a:pt x="22301" y="58866"/>
                    <a:pt x="22359" y="59755"/>
                  </a:cubicBezTo>
                  <a:cubicBezTo>
                    <a:pt x="22359" y="59782"/>
                    <a:pt x="22359" y="59840"/>
                    <a:pt x="22386" y="59897"/>
                  </a:cubicBezTo>
                  <a:cubicBezTo>
                    <a:pt x="22645" y="61701"/>
                    <a:pt x="23932" y="62389"/>
                    <a:pt x="24649" y="62645"/>
                  </a:cubicBezTo>
                  <a:cubicBezTo>
                    <a:pt x="24649" y="62702"/>
                    <a:pt x="24676" y="62760"/>
                    <a:pt x="24676" y="62817"/>
                  </a:cubicBezTo>
                  <a:cubicBezTo>
                    <a:pt x="25107" y="64821"/>
                    <a:pt x="26337" y="66969"/>
                    <a:pt x="28512" y="67111"/>
                  </a:cubicBezTo>
                  <a:cubicBezTo>
                    <a:pt x="28591" y="67116"/>
                    <a:pt x="28670" y="67119"/>
                    <a:pt x="28747" y="67119"/>
                  </a:cubicBezTo>
                  <a:cubicBezTo>
                    <a:pt x="29512" y="67119"/>
                    <a:pt x="30198" y="66864"/>
                    <a:pt x="30718" y="66396"/>
                  </a:cubicBezTo>
                  <a:cubicBezTo>
                    <a:pt x="30860" y="66653"/>
                    <a:pt x="31061" y="66969"/>
                    <a:pt x="31146" y="67198"/>
                  </a:cubicBezTo>
                  <a:cubicBezTo>
                    <a:pt x="31146" y="67225"/>
                    <a:pt x="31118" y="67255"/>
                    <a:pt x="31118" y="67283"/>
                  </a:cubicBezTo>
                  <a:cubicBezTo>
                    <a:pt x="30832" y="67855"/>
                    <a:pt x="30287" y="69057"/>
                    <a:pt x="30860" y="70603"/>
                  </a:cubicBezTo>
                  <a:cubicBezTo>
                    <a:pt x="31405" y="72179"/>
                    <a:pt x="32836" y="73038"/>
                    <a:pt x="33894" y="73638"/>
                  </a:cubicBezTo>
                  <a:cubicBezTo>
                    <a:pt x="34238" y="73839"/>
                    <a:pt x="34696" y="74125"/>
                    <a:pt x="34840" y="74240"/>
                  </a:cubicBezTo>
                  <a:cubicBezTo>
                    <a:pt x="36099" y="75470"/>
                    <a:pt x="37416" y="75871"/>
                    <a:pt x="38447" y="76187"/>
                  </a:cubicBezTo>
                  <a:cubicBezTo>
                    <a:pt x="38761" y="76271"/>
                    <a:pt x="39077" y="76358"/>
                    <a:pt x="39363" y="76473"/>
                  </a:cubicBezTo>
                  <a:cubicBezTo>
                    <a:pt x="39390" y="76473"/>
                    <a:pt x="39448" y="76500"/>
                    <a:pt x="39477" y="76500"/>
                  </a:cubicBezTo>
                  <a:cubicBezTo>
                    <a:pt x="40458" y="76805"/>
                    <a:pt x="41209" y="76989"/>
                    <a:pt x="42043" y="76989"/>
                  </a:cubicBezTo>
                  <a:cubicBezTo>
                    <a:pt x="42621" y="76989"/>
                    <a:pt x="43238" y="76901"/>
                    <a:pt x="44000" y="76702"/>
                  </a:cubicBezTo>
                  <a:cubicBezTo>
                    <a:pt x="44172" y="76645"/>
                    <a:pt x="44344" y="76645"/>
                    <a:pt x="44459" y="76645"/>
                  </a:cubicBezTo>
                  <a:cubicBezTo>
                    <a:pt x="44543" y="77103"/>
                    <a:pt x="44772" y="77645"/>
                    <a:pt x="45288" y="78190"/>
                  </a:cubicBezTo>
                  <a:cubicBezTo>
                    <a:pt x="45860" y="78790"/>
                    <a:pt x="46634" y="79134"/>
                    <a:pt x="47349" y="79393"/>
                  </a:cubicBezTo>
                  <a:cubicBezTo>
                    <a:pt x="48207" y="79851"/>
                    <a:pt x="49009" y="80050"/>
                    <a:pt x="49669" y="80222"/>
                  </a:cubicBezTo>
                  <a:cubicBezTo>
                    <a:pt x="49840" y="80252"/>
                    <a:pt x="49982" y="80309"/>
                    <a:pt x="50154" y="80336"/>
                  </a:cubicBezTo>
                  <a:cubicBezTo>
                    <a:pt x="50326" y="80737"/>
                    <a:pt x="50642" y="81225"/>
                    <a:pt x="51185" y="81683"/>
                  </a:cubicBezTo>
                  <a:cubicBezTo>
                    <a:pt x="51185" y="83801"/>
                    <a:pt x="52788" y="84802"/>
                    <a:pt x="53447" y="85203"/>
                  </a:cubicBezTo>
                  <a:cubicBezTo>
                    <a:pt x="53589" y="85290"/>
                    <a:pt x="53761" y="85404"/>
                    <a:pt x="53876" y="85489"/>
                  </a:cubicBezTo>
                  <a:lnTo>
                    <a:pt x="53933" y="85519"/>
                  </a:lnTo>
                  <a:lnTo>
                    <a:pt x="54421" y="86004"/>
                  </a:lnTo>
                  <a:cubicBezTo>
                    <a:pt x="54993" y="86664"/>
                    <a:pt x="55879" y="87637"/>
                    <a:pt x="57254" y="87981"/>
                  </a:cubicBezTo>
                  <a:cubicBezTo>
                    <a:pt x="57283" y="87981"/>
                    <a:pt x="57311" y="88008"/>
                    <a:pt x="57341" y="88008"/>
                  </a:cubicBezTo>
                  <a:cubicBezTo>
                    <a:pt x="57605" y="88067"/>
                    <a:pt x="57859" y="88094"/>
                    <a:pt x="58102" y="88094"/>
                  </a:cubicBezTo>
                  <a:cubicBezTo>
                    <a:pt x="58803" y="88094"/>
                    <a:pt x="59414" y="87870"/>
                    <a:pt x="59944" y="87550"/>
                  </a:cubicBezTo>
                  <a:cubicBezTo>
                    <a:pt x="60089" y="87923"/>
                    <a:pt x="60089" y="88237"/>
                    <a:pt x="60031" y="89039"/>
                  </a:cubicBezTo>
                  <a:lnTo>
                    <a:pt x="60031" y="89096"/>
                  </a:lnTo>
                  <a:cubicBezTo>
                    <a:pt x="59974" y="90271"/>
                    <a:pt x="59887" y="90470"/>
                    <a:pt x="59658" y="90672"/>
                  </a:cubicBezTo>
                  <a:cubicBezTo>
                    <a:pt x="59173" y="91043"/>
                    <a:pt x="58628" y="91473"/>
                    <a:pt x="58142" y="92245"/>
                  </a:cubicBezTo>
                  <a:cubicBezTo>
                    <a:pt x="58085" y="92332"/>
                    <a:pt x="58055" y="92417"/>
                    <a:pt x="57998" y="92504"/>
                  </a:cubicBezTo>
                  <a:cubicBezTo>
                    <a:pt x="57970" y="92618"/>
                    <a:pt x="57913" y="92733"/>
                    <a:pt x="57883" y="92817"/>
                  </a:cubicBezTo>
                  <a:cubicBezTo>
                    <a:pt x="57799" y="92904"/>
                    <a:pt x="57741" y="92989"/>
                    <a:pt x="57654" y="93076"/>
                  </a:cubicBezTo>
                  <a:cubicBezTo>
                    <a:pt x="55765" y="95137"/>
                    <a:pt x="55192" y="97657"/>
                    <a:pt x="56081" y="99860"/>
                  </a:cubicBezTo>
                  <a:cubicBezTo>
                    <a:pt x="55508" y="100519"/>
                    <a:pt x="55421" y="101348"/>
                    <a:pt x="55394" y="101921"/>
                  </a:cubicBezTo>
                  <a:cubicBezTo>
                    <a:pt x="55307" y="102466"/>
                    <a:pt x="55364" y="103123"/>
                    <a:pt x="55536" y="104096"/>
                  </a:cubicBezTo>
                  <a:cubicBezTo>
                    <a:pt x="55822" y="105986"/>
                    <a:pt x="56967" y="106703"/>
                    <a:pt x="57512" y="107046"/>
                  </a:cubicBezTo>
                  <a:cubicBezTo>
                    <a:pt x="57570" y="107074"/>
                    <a:pt x="57597" y="107074"/>
                    <a:pt x="57654" y="107103"/>
                  </a:cubicBezTo>
                  <a:cubicBezTo>
                    <a:pt x="57654" y="107131"/>
                    <a:pt x="57654" y="107161"/>
                    <a:pt x="57684" y="107188"/>
                  </a:cubicBezTo>
                  <a:cubicBezTo>
                    <a:pt x="57913" y="107561"/>
                    <a:pt x="58085" y="107990"/>
                    <a:pt x="58284" y="108477"/>
                  </a:cubicBezTo>
                  <a:cubicBezTo>
                    <a:pt x="58628" y="109364"/>
                    <a:pt x="59086" y="110451"/>
                    <a:pt x="60089" y="111512"/>
                  </a:cubicBezTo>
                  <a:cubicBezTo>
                    <a:pt x="60604" y="112084"/>
                    <a:pt x="61005" y="113058"/>
                    <a:pt x="61433" y="114116"/>
                  </a:cubicBezTo>
                  <a:cubicBezTo>
                    <a:pt x="62150" y="115833"/>
                    <a:pt x="63009" y="117981"/>
                    <a:pt x="65040" y="119356"/>
                  </a:cubicBezTo>
                  <a:cubicBezTo>
                    <a:pt x="65814" y="119841"/>
                    <a:pt x="66501" y="120070"/>
                    <a:pt x="67074" y="120242"/>
                  </a:cubicBezTo>
                  <a:cubicBezTo>
                    <a:pt x="67703" y="120443"/>
                    <a:pt x="67845" y="120528"/>
                    <a:pt x="68047" y="120730"/>
                  </a:cubicBezTo>
                  <a:lnTo>
                    <a:pt x="68104" y="120787"/>
                  </a:lnTo>
                  <a:cubicBezTo>
                    <a:pt x="68418" y="121130"/>
                    <a:pt x="68761" y="121417"/>
                    <a:pt x="69105" y="121673"/>
                  </a:cubicBezTo>
                  <a:cubicBezTo>
                    <a:pt x="69249" y="121817"/>
                    <a:pt x="69506" y="122017"/>
                    <a:pt x="69678" y="122188"/>
                  </a:cubicBezTo>
                  <a:lnTo>
                    <a:pt x="69678" y="122990"/>
                  </a:lnTo>
                  <a:cubicBezTo>
                    <a:pt x="69678" y="123363"/>
                    <a:pt x="69678" y="123734"/>
                    <a:pt x="69707" y="124078"/>
                  </a:cubicBezTo>
                  <a:cubicBezTo>
                    <a:pt x="69707" y="124536"/>
                    <a:pt x="69707" y="125024"/>
                    <a:pt x="69735" y="125482"/>
                  </a:cubicBezTo>
                  <a:cubicBezTo>
                    <a:pt x="69735" y="125910"/>
                    <a:pt x="69765" y="126368"/>
                    <a:pt x="69765" y="126798"/>
                  </a:cubicBezTo>
                  <a:lnTo>
                    <a:pt x="69765" y="127027"/>
                  </a:lnTo>
                  <a:cubicBezTo>
                    <a:pt x="69678" y="127256"/>
                    <a:pt x="69650" y="127485"/>
                    <a:pt x="69620" y="127742"/>
                  </a:cubicBezTo>
                  <a:cubicBezTo>
                    <a:pt x="69563" y="129203"/>
                    <a:pt x="69879" y="130490"/>
                    <a:pt x="70136" y="131635"/>
                  </a:cubicBezTo>
                  <a:cubicBezTo>
                    <a:pt x="70280" y="132265"/>
                    <a:pt x="70394" y="132867"/>
                    <a:pt x="70452" y="133440"/>
                  </a:cubicBezTo>
                  <a:cubicBezTo>
                    <a:pt x="70536" y="134184"/>
                    <a:pt x="70509" y="135043"/>
                    <a:pt x="70479" y="135929"/>
                  </a:cubicBezTo>
                  <a:cubicBezTo>
                    <a:pt x="70422" y="137104"/>
                    <a:pt x="70365" y="138306"/>
                    <a:pt x="70536" y="139593"/>
                  </a:cubicBezTo>
                  <a:lnTo>
                    <a:pt x="70536" y="139651"/>
                  </a:lnTo>
                  <a:cubicBezTo>
                    <a:pt x="70708" y="140711"/>
                    <a:pt x="70795" y="141856"/>
                    <a:pt x="70795" y="143258"/>
                  </a:cubicBezTo>
                  <a:cubicBezTo>
                    <a:pt x="70795" y="143516"/>
                    <a:pt x="70708" y="143860"/>
                    <a:pt x="70594" y="144261"/>
                  </a:cubicBezTo>
                  <a:cubicBezTo>
                    <a:pt x="70422" y="144948"/>
                    <a:pt x="70223" y="145807"/>
                    <a:pt x="70337" y="146807"/>
                  </a:cubicBezTo>
                  <a:cubicBezTo>
                    <a:pt x="70394" y="147753"/>
                    <a:pt x="70738" y="148555"/>
                    <a:pt x="70994" y="149155"/>
                  </a:cubicBezTo>
                  <a:cubicBezTo>
                    <a:pt x="71139" y="149471"/>
                    <a:pt x="71253" y="149814"/>
                    <a:pt x="71281" y="149986"/>
                  </a:cubicBezTo>
                  <a:cubicBezTo>
                    <a:pt x="71310" y="150101"/>
                    <a:pt x="71310" y="150185"/>
                    <a:pt x="71310" y="150300"/>
                  </a:cubicBezTo>
                  <a:cubicBezTo>
                    <a:pt x="71368" y="151074"/>
                    <a:pt x="71452" y="152104"/>
                    <a:pt x="71997" y="153048"/>
                  </a:cubicBezTo>
                  <a:cubicBezTo>
                    <a:pt x="72398" y="153822"/>
                    <a:pt x="72884" y="154280"/>
                    <a:pt x="73571" y="154594"/>
                  </a:cubicBezTo>
                  <a:cubicBezTo>
                    <a:pt x="74029" y="155082"/>
                    <a:pt x="74288" y="156513"/>
                    <a:pt x="74487" y="157571"/>
                  </a:cubicBezTo>
                  <a:cubicBezTo>
                    <a:pt x="74716" y="158746"/>
                    <a:pt x="74945" y="159948"/>
                    <a:pt x="75433" y="161036"/>
                  </a:cubicBezTo>
                  <a:cubicBezTo>
                    <a:pt x="75604" y="161464"/>
                    <a:pt x="75689" y="161865"/>
                    <a:pt x="75804" y="162353"/>
                  </a:cubicBezTo>
                  <a:cubicBezTo>
                    <a:pt x="75891" y="162696"/>
                    <a:pt x="75975" y="163067"/>
                    <a:pt x="76090" y="163498"/>
                  </a:cubicBezTo>
                  <a:cubicBezTo>
                    <a:pt x="76463" y="164700"/>
                    <a:pt x="77208" y="165701"/>
                    <a:pt x="77865" y="166560"/>
                  </a:cubicBezTo>
                  <a:cubicBezTo>
                    <a:pt x="78151" y="166903"/>
                    <a:pt x="78380" y="167247"/>
                    <a:pt x="78552" y="167506"/>
                  </a:cubicBezTo>
                  <a:cubicBezTo>
                    <a:pt x="79610" y="169162"/>
                    <a:pt x="80853" y="170005"/>
                    <a:pt x="82281" y="170005"/>
                  </a:cubicBezTo>
                  <a:cubicBezTo>
                    <a:pt x="82630" y="170005"/>
                    <a:pt x="82990" y="169954"/>
                    <a:pt x="83361" y="169853"/>
                  </a:cubicBezTo>
                  <a:cubicBezTo>
                    <a:pt x="84448" y="171493"/>
                    <a:pt x="85868" y="171843"/>
                    <a:pt x="87013" y="171843"/>
                  </a:cubicBezTo>
                  <a:cubicBezTo>
                    <a:pt x="87166" y="171843"/>
                    <a:pt x="87314" y="171837"/>
                    <a:pt x="87456" y="171827"/>
                  </a:cubicBezTo>
                  <a:lnTo>
                    <a:pt x="87483" y="171857"/>
                  </a:lnTo>
                  <a:cubicBezTo>
                    <a:pt x="87685" y="171857"/>
                    <a:pt x="87857" y="171884"/>
                    <a:pt x="88028" y="171884"/>
                  </a:cubicBezTo>
                  <a:cubicBezTo>
                    <a:pt x="89774" y="171884"/>
                    <a:pt x="90490" y="170769"/>
                    <a:pt x="90747" y="170224"/>
                  </a:cubicBezTo>
                  <a:cubicBezTo>
                    <a:pt x="90777" y="170196"/>
                    <a:pt x="90804" y="170139"/>
                    <a:pt x="90804" y="170082"/>
                  </a:cubicBezTo>
                  <a:cubicBezTo>
                    <a:pt x="91292" y="168850"/>
                    <a:pt x="90948" y="167934"/>
                    <a:pt x="90719" y="167506"/>
                  </a:cubicBezTo>
                  <a:cubicBezTo>
                    <a:pt x="90060" y="166388"/>
                    <a:pt x="88972" y="166159"/>
                    <a:pt x="88486" y="166074"/>
                  </a:cubicBezTo>
                  <a:cubicBezTo>
                    <a:pt x="87914" y="165788"/>
                    <a:pt x="87685" y="165616"/>
                    <a:pt x="87513" y="165330"/>
                  </a:cubicBezTo>
                  <a:cubicBezTo>
                    <a:pt x="87483" y="165273"/>
                    <a:pt x="87456" y="165158"/>
                    <a:pt x="87399" y="165044"/>
                  </a:cubicBezTo>
                  <a:cubicBezTo>
                    <a:pt x="87284" y="164700"/>
                    <a:pt x="87083" y="164185"/>
                    <a:pt x="86682" y="163670"/>
                  </a:cubicBezTo>
                  <a:cubicBezTo>
                    <a:pt x="86597" y="163525"/>
                    <a:pt x="86510" y="163383"/>
                    <a:pt x="86425" y="163296"/>
                  </a:cubicBezTo>
                  <a:cubicBezTo>
                    <a:pt x="86483" y="163097"/>
                    <a:pt x="86625" y="162838"/>
                    <a:pt x="86826" y="162495"/>
                  </a:cubicBezTo>
                  <a:cubicBezTo>
                    <a:pt x="87284" y="161780"/>
                    <a:pt x="87941" y="160663"/>
                    <a:pt x="87598" y="159204"/>
                  </a:cubicBezTo>
                  <a:cubicBezTo>
                    <a:pt x="87369" y="158315"/>
                    <a:pt x="86826" y="157685"/>
                    <a:pt x="86311" y="157257"/>
                  </a:cubicBezTo>
                  <a:cubicBezTo>
                    <a:pt x="86453" y="157028"/>
                    <a:pt x="86597" y="156799"/>
                    <a:pt x="86712" y="156513"/>
                  </a:cubicBezTo>
                  <a:cubicBezTo>
                    <a:pt x="86968" y="155826"/>
                    <a:pt x="86911" y="155196"/>
                    <a:pt x="86854" y="154795"/>
                  </a:cubicBezTo>
                  <a:lnTo>
                    <a:pt x="86883" y="154766"/>
                  </a:lnTo>
                  <a:cubicBezTo>
                    <a:pt x="87083" y="154479"/>
                    <a:pt x="87655" y="153650"/>
                    <a:pt x="87456" y="152533"/>
                  </a:cubicBezTo>
                  <a:cubicBezTo>
                    <a:pt x="88028" y="151788"/>
                    <a:pt x="88143" y="150872"/>
                    <a:pt x="88170" y="150272"/>
                  </a:cubicBezTo>
                  <a:cubicBezTo>
                    <a:pt x="89173" y="150272"/>
                    <a:pt x="90548" y="149986"/>
                    <a:pt x="91635" y="148440"/>
                  </a:cubicBezTo>
                  <a:cubicBezTo>
                    <a:pt x="92407" y="147380"/>
                    <a:pt x="92522" y="146036"/>
                    <a:pt x="92350" y="144833"/>
                  </a:cubicBezTo>
                  <a:cubicBezTo>
                    <a:pt x="92494" y="144776"/>
                    <a:pt x="92666" y="144719"/>
                    <a:pt x="92865" y="144661"/>
                  </a:cubicBezTo>
                  <a:cubicBezTo>
                    <a:pt x="93667" y="144375"/>
                    <a:pt x="94984" y="143860"/>
                    <a:pt x="95242" y="142028"/>
                  </a:cubicBezTo>
                  <a:lnTo>
                    <a:pt x="95242" y="141913"/>
                  </a:lnTo>
                  <a:cubicBezTo>
                    <a:pt x="95327" y="141742"/>
                    <a:pt x="95357" y="141570"/>
                    <a:pt x="95414" y="141398"/>
                  </a:cubicBezTo>
                  <a:cubicBezTo>
                    <a:pt x="95442" y="141341"/>
                    <a:pt x="95471" y="141254"/>
                    <a:pt x="95471" y="141196"/>
                  </a:cubicBezTo>
                  <a:cubicBezTo>
                    <a:pt x="95700" y="140910"/>
                    <a:pt x="96071" y="140367"/>
                    <a:pt x="96273" y="139536"/>
                  </a:cubicBezTo>
                  <a:lnTo>
                    <a:pt x="96273" y="139479"/>
                  </a:lnTo>
                  <a:cubicBezTo>
                    <a:pt x="96502" y="138334"/>
                    <a:pt x="96616" y="138020"/>
                    <a:pt x="97045" y="137505"/>
                  </a:cubicBezTo>
                  <a:cubicBezTo>
                    <a:pt x="98620" y="135929"/>
                    <a:pt x="99793" y="134441"/>
                    <a:pt x="99392" y="131292"/>
                  </a:cubicBezTo>
                  <a:cubicBezTo>
                    <a:pt x="99365" y="131063"/>
                    <a:pt x="99335" y="130776"/>
                    <a:pt x="99307" y="130577"/>
                  </a:cubicBezTo>
                  <a:cubicBezTo>
                    <a:pt x="99449" y="130433"/>
                    <a:pt x="99651" y="130261"/>
                    <a:pt x="99765" y="130147"/>
                  </a:cubicBezTo>
                  <a:lnTo>
                    <a:pt x="99994" y="129918"/>
                  </a:lnTo>
                  <a:cubicBezTo>
                    <a:pt x="100251" y="129833"/>
                    <a:pt x="100652" y="129776"/>
                    <a:pt x="101167" y="129718"/>
                  </a:cubicBezTo>
                  <a:cubicBezTo>
                    <a:pt x="102541" y="129574"/>
                    <a:pt x="104632" y="129345"/>
                    <a:pt x="105976" y="127371"/>
                  </a:cubicBezTo>
                  <a:lnTo>
                    <a:pt x="106006" y="127341"/>
                  </a:lnTo>
                  <a:cubicBezTo>
                    <a:pt x="106579" y="126425"/>
                    <a:pt x="106922" y="125452"/>
                    <a:pt x="107208" y="124593"/>
                  </a:cubicBezTo>
                  <a:cubicBezTo>
                    <a:pt x="107293" y="124250"/>
                    <a:pt x="107408" y="123936"/>
                    <a:pt x="107522" y="123677"/>
                  </a:cubicBezTo>
                  <a:cubicBezTo>
                    <a:pt x="107609" y="123478"/>
                    <a:pt x="107724" y="123249"/>
                    <a:pt x="107808" y="123047"/>
                  </a:cubicBezTo>
                  <a:cubicBezTo>
                    <a:pt x="108296" y="122017"/>
                    <a:pt x="108926" y="120757"/>
                    <a:pt x="109011" y="119326"/>
                  </a:cubicBezTo>
                  <a:lnTo>
                    <a:pt x="109011" y="119211"/>
                  </a:lnTo>
                  <a:cubicBezTo>
                    <a:pt x="109011" y="118295"/>
                    <a:pt x="108811" y="117409"/>
                    <a:pt x="108610" y="116520"/>
                  </a:cubicBezTo>
                  <a:cubicBezTo>
                    <a:pt x="108468" y="115948"/>
                    <a:pt x="108239" y="114917"/>
                    <a:pt x="108296" y="114489"/>
                  </a:cubicBezTo>
                  <a:cubicBezTo>
                    <a:pt x="108324" y="114459"/>
                    <a:pt x="108353" y="114459"/>
                    <a:pt x="108381" y="114432"/>
                  </a:cubicBezTo>
                  <a:cubicBezTo>
                    <a:pt x="108582" y="114287"/>
                    <a:pt x="108754" y="114145"/>
                    <a:pt x="108926" y="113974"/>
                  </a:cubicBezTo>
                  <a:cubicBezTo>
                    <a:pt x="108983" y="113944"/>
                    <a:pt x="109040" y="113887"/>
                    <a:pt x="109098" y="113829"/>
                  </a:cubicBezTo>
                  <a:cubicBezTo>
                    <a:pt x="109984" y="112886"/>
                    <a:pt x="110213" y="112055"/>
                    <a:pt x="110357" y="111482"/>
                  </a:cubicBezTo>
                  <a:cubicBezTo>
                    <a:pt x="110385" y="111310"/>
                    <a:pt x="110415" y="111168"/>
                    <a:pt x="110472" y="111024"/>
                  </a:cubicBezTo>
                  <a:cubicBezTo>
                    <a:pt x="110472" y="111024"/>
                    <a:pt x="110499" y="110997"/>
                    <a:pt x="110499" y="110967"/>
                  </a:cubicBezTo>
                  <a:cubicBezTo>
                    <a:pt x="110529" y="110882"/>
                    <a:pt x="110758" y="110653"/>
                    <a:pt x="110930" y="110481"/>
                  </a:cubicBezTo>
                  <a:cubicBezTo>
                    <a:pt x="111530" y="109879"/>
                    <a:pt x="112446" y="108963"/>
                    <a:pt x="112675" y="107390"/>
                  </a:cubicBezTo>
                  <a:cubicBezTo>
                    <a:pt x="112876" y="106187"/>
                    <a:pt x="112762" y="104669"/>
                    <a:pt x="112618" y="103668"/>
                  </a:cubicBezTo>
                  <a:cubicBezTo>
                    <a:pt x="112418" y="102551"/>
                    <a:pt x="112132" y="101749"/>
                    <a:pt x="111674" y="101149"/>
                  </a:cubicBezTo>
                  <a:cubicBezTo>
                    <a:pt x="111153" y="100472"/>
                    <a:pt x="110395" y="99722"/>
                    <a:pt x="109076" y="99722"/>
                  </a:cubicBezTo>
                  <a:cubicBezTo>
                    <a:pt x="108945" y="99722"/>
                    <a:pt x="108809" y="99730"/>
                    <a:pt x="108667" y="99745"/>
                  </a:cubicBezTo>
                  <a:cubicBezTo>
                    <a:pt x="108582" y="99718"/>
                    <a:pt x="108411" y="99546"/>
                    <a:pt x="108266" y="99431"/>
                  </a:cubicBezTo>
                  <a:cubicBezTo>
                    <a:pt x="108037" y="99230"/>
                    <a:pt x="107781" y="98973"/>
                    <a:pt x="107437" y="98715"/>
                  </a:cubicBezTo>
                  <a:cubicBezTo>
                    <a:pt x="107408" y="98687"/>
                    <a:pt x="107350" y="98687"/>
                    <a:pt x="107323" y="98657"/>
                  </a:cubicBezTo>
                  <a:cubicBezTo>
                    <a:pt x="105892" y="97657"/>
                    <a:pt x="104689" y="97226"/>
                    <a:pt x="102942" y="97027"/>
                  </a:cubicBezTo>
                  <a:cubicBezTo>
                    <a:pt x="102571" y="96940"/>
                    <a:pt x="102170" y="96882"/>
                    <a:pt x="101797" y="96825"/>
                  </a:cubicBezTo>
                  <a:cubicBezTo>
                    <a:pt x="101769" y="96825"/>
                    <a:pt x="101739" y="96798"/>
                    <a:pt x="101739" y="96798"/>
                  </a:cubicBezTo>
                  <a:cubicBezTo>
                    <a:pt x="101368" y="96740"/>
                    <a:pt x="101052" y="96740"/>
                    <a:pt x="100796" y="96740"/>
                  </a:cubicBezTo>
                  <a:cubicBezTo>
                    <a:pt x="100709" y="96653"/>
                    <a:pt x="100624" y="96539"/>
                    <a:pt x="100537" y="96454"/>
                  </a:cubicBezTo>
                  <a:cubicBezTo>
                    <a:pt x="99651" y="95538"/>
                    <a:pt x="98220" y="94821"/>
                    <a:pt x="97274" y="94592"/>
                  </a:cubicBezTo>
                  <a:cubicBezTo>
                    <a:pt x="97189" y="94592"/>
                    <a:pt x="97132" y="94565"/>
                    <a:pt x="97074" y="94565"/>
                  </a:cubicBezTo>
                  <a:cubicBezTo>
                    <a:pt x="96873" y="94535"/>
                    <a:pt x="96701" y="94508"/>
                    <a:pt x="96529" y="94508"/>
                  </a:cubicBezTo>
                  <a:cubicBezTo>
                    <a:pt x="96472" y="94421"/>
                    <a:pt x="96415" y="94363"/>
                    <a:pt x="96358" y="94279"/>
                  </a:cubicBezTo>
                  <a:cubicBezTo>
                    <a:pt x="96071" y="93935"/>
                    <a:pt x="95785" y="93706"/>
                    <a:pt x="95529" y="93534"/>
                  </a:cubicBezTo>
                  <a:cubicBezTo>
                    <a:pt x="95529" y="93275"/>
                    <a:pt x="95529" y="92962"/>
                    <a:pt x="95442" y="92646"/>
                  </a:cubicBezTo>
                  <a:cubicBezTo>
                    <a:pt x="95414" y="92474"/>
                    <a:pt x="95357" y="92302"/>
                    <a:pt x="95270" y="92160"/>
                  </a:cubicBezTo>
                  <a:cubicBezTo>
                    <a:pt x="95071" y="91759"/>
                    <a:pt x="94842" y="91443"/>
                    <a:pt x="94613" y="91214"/>
                  </a:cubicBezTo>
                  <a:cubicBezTo>
                    <a:pt x="94613" y="90642"/>
                    <a:pt x="94613" y="89783"/>
                    <a:pt x="94125" y="88867"/>
                  </a:cubicBezTo>
                  <a:cubicBezTo>
                    <a:pt x="93410" y="87523"/>
                    <a:pt x="91835" y="86492"/>
                    <a:pt x="91319" y="86176"/>
                  </a:cubicBezTo>
                  <a:cubicBezTo>
                    <a:pt x="89831" y="85260"/>
                    <a:pt x="88342" y="85233"/>
                    <a:pt x="87227" y="85203"/>
                  </a:cubicBezTo>
                  <a:cubicBezTo>
                    <a:pt x="86109" y="85175"/>
                    <a:pt x="86052" y="85118"/>
                    <a:pt x="85938" y="84917"/>
                  </a:cubicBezTo>
                  <a:cubicBezTo>
                    <a:pt x="85938" y="84889"/>
                    <a:pt x="85910" y="84889"/>
                    <a:pt x="85910" y="84859"/>
                  </a:cubicBezTo>
                  <a:cubicBezTo>
                    <a:pt x="85136" y="83744"/>
                    <a:pt x="84621" y="83057"/>
                    <a:pt x="83276" y="82226"/>
                  </a:cubicBezTo>
                  <a:cubicBezTo>
                    <a:pt x="83075" y="82084"/>
                    <a:pt x="82731" y="81740"/>
                    <a:pt x="82445" y="81424"/>
                  </a:cubicBezTo>
                  <a:lnTo>
                    <a:pt x="81731" y="80710"/>
                  </a:lnTo>
                  <a:cubicBezTo>
                    <a:pt x="81616" y="80595"/>
                    <a:pt x="81502" y="80481"/>
                    <a:pt x="81415" y="80366"/>
                  </a:cubicBezTo>
                  <a:cubicBezTo>
                    <a:pt x="80612" y="79521"/>
                    <a:pt x="79794" y="78972"/>
                    <a:pt x="78593" y="78972"/>
                  </a:cubicBezTo>
                  <a:cubicBezTo>
                    <a:pt x="78166" y="78972"/>
                    <a:pt x="77691" y="79041"/>
                    <a:pt x="77150" y="79191"/>
                  </a:cubicBezTo>
                  <a:cubicBezTo>
                    <a:pt x="77120" y="79191"/>
                    <a:pt x="77093" y="79221"/>
                    <a:pt x="77036" y="79221"/>
                  </a:cubicBezTo>
                  <a:cubicBezTo>
                    <a:pt x="76749" y="79321"/>
                    <a:pt x="76527" y="79378"/>
                    <a:pt x="76277" y="79378"/>
                  </a:cubicBezTo>
                  <a:cubicBezTo>
                    <a:pt x="76026" y="79378"/>
                    <a:pt x="75746" y="79321"/>
                    <a:pt x="75346" y="79191"/>
                  </a:cubicBezTo>
                  <a:lnTo>
                    <a:pt x="75288" y="79191"/>
                  </a:lnTo>
                  <a:cubicBezTo>
                    <a:pt x="75059" y="79134"/>
                    <a:pt x="74860" y="79077"/>
                    <a:pt x="74659" y="79049"/>
                  </a:cubicBezTo>
                  <a:cubicBezTo>
                    <a:pt x="74459" y="78992"/>
                    <a:pt x="74230" y="78935"/>
                    <a:pt x="74116" y="78905"/>
                  </a:cubicBezTo>
                  <a:lnTo>
                    <a:pt x="73857" y="78733"/>
                  </a:lnTo>
                  <a:cubicBezTo>
                    <a:pt x="73456" y="78419"/>
                    <a:pt x="72884" y="78019"/>
                    <a:pt x="72139" y="77790"/>
                  </a:cubicBezTo>
                  <a:cubicBezTo>
                    <a:pt x="72025" y="77790"/>
                    <a:pt x="71940" y="77760"/>
                    <a:pt x="71853" y="77760"/>
                  </a:cubicBezTo>
                  <a:cubicBezTo>
                    <a:pt x="71624" y="77703"/>
                    <a:pt x="71425" y="77703"/>
                    <a:pt x="71223" y="77703"/>
                  </a:cubicBezTo>
                  <a:cubicBezTo>
                    <a:pt x="70853" y="77332"/>
                    <a:pt x="70295" y="77001"/>
                    <a:pt x="69484" y="77001"/>
                  </a:cubicBezTo>
                  <a:cubicBezTo>
                    <a:pt x="68917" y="77001"/>
                    <a:pt x="68225" y="77164"/>
                    <a:pt x="67387" y="77588"/>
                  </a:cubicBezTo>
                  <a:lnTo>
                    <a:pt x="67330" y="77618"/>
                  </a:lnTo>
                  <a:lnTo>
                    <a:pt x="67158" y="77703"/>
                  </a:lnTo>
                  <a:cubicBezTo>
                    <a:pt x="66929" y="77817"/>
                    <a:pt x="66501" y="77961"/>
                    <a:pt x="66128" y="78076"/>
                  </a:cubicBezTo>
                  <a:cubicBezTo>
                    <a:pt x="65326" y="78305"/>
                    <a:pt x="64440" y="78561"/>
                    <a:pt x="63666" y="79164"/>
                  </a:cubicBezTo>
                  <a:cubicBezTo>
                    <a:pt x="63123" y="79564"/>
                    <a:pt x="62750" y="80107"/>
                    <a:pt x="62493" y="80595"/>
                  </a:cubicBezTo>
                  <a:cubicBezTo>
                    <a:pt x="62133" y="80493"/>
                    <a:pt x="61787" y="80458"/>
                    <a:pt x="61470" y="80458"/>
                  </a:cubicBezTo>
                  <a:cubicBezTo>
                    <a:pt x="60982" y="80458"/>
                    <a:pt x="60566" y="80542"/>
                    <a:pt x="60288" y="80595"/>
                  </a:cubicBezTo>
                  <a:cubicBezTo>
                    <a:pt x="59715" y="80595"/>
                    <a:pt x="59173" y="80767"/>
                    <a:pt x="58799" y="80939"/>
                  </a:cubicBezTo>
                  <a:cubicBezTo>
                    <a:pt x="58543" y="80652"/>
                    <a:pt x="58284" y="80423"/>
                    <a:pt x="58085" y="80252"/>
                  </a:cubicBezTo>
                  <a:cubicBezTo>
                    <a:pt x="58112" y="80080"/>
                    <a:pt x="58170" y="79821"/>
                    <a:pt x="58341" y="79450"/>
                  </a:cubicBezTo>
                  <a:lnTo>
                    <a:pt x="58341" y="79393"/>
                  </a:lnTo>
                  <a:lnTo>
                    <a:pt x="58456" y="79106"/>
                  </a:lnTo>
                  <a:cubicBezTo>
                    <a:pt x="58914" y="77847"/>
                    <a:pt x="59372" y="76672"/>
                    <a:pt x="58657" y="74554"/>
                  </a:cubicBezTo>
                  <a:cubicBezTo>
                    <a:pt x="58628" y="74526"/>
                    <a:pt x="58600" y="74469"/>
                    <a:pt x="58600" y="74412"/>
                  </a:cubicBezTo>
                  <a:lnTo>
                    <a:pt x="58570" y="74354"/>
                  </a:lnTo>
                  <a:cubicBezTo>
                    <a:pt x="58227" y="72980"/>
                    <a:pt x="57368" y="72435"/>
                    <a:pt x="56539" y="72064"/>
                  </a:cubicBezTo>
                  <a:cubicBezTo>
                    <a:pt x="55970" y="71805"/>
                    <a:pt x="55282" y="71687"/>
                    <a:pt x="54585" y="71687"/>
                  </a:cubicBezTo>
                  <a:cubicBezTo>
                    <a:pt x="54511" y="71687"/>
                    <a:pt x="54437" y="71688"/>
                    <a:pt x="54363" y="71691"/>
                  </a:cubicBezTo>
                  <a:cubicBezTo>
                    <a:pt x="54592" y="71263"/>
                    <a:pt x="54764" y="70862"/>
                    <a:pt x="54879" y="70518"/>
                  </a:cubicBezTo>
                  <a:cubicBezTo>
                    <a:pt x="54906" y="70404"/>
                    <a:pt x="54963" y="70289"/>
                    <a:pt x="55050" y="70175"/>
                  </a:cubicBezTo>
                  <a:cubicBezTo>
                    <a:pt x="55593" y="69087"/>
                    <a:pt x="56395" y="67454"/>
                    <a:pt x="55508" y="65908"/>
                  </a:cubicBezTo>
                  <a:cubicBezTo>
                    <a:pt x="55135" y="65221"/>
                    <a:pt x="54478" y="64706"/>
                    <a:pt x="53619" y="64477"/>
                  </a:cubicBezTo>
                  <a:cubicBezTo>
                    <a:pt x="53226" y="64369"/>
                    <a:pt x="52784" y="64321"/>
                    <a:pt x="52331" y="64321"/>
                  </a:cubicBezTo>
                  <a:cubicBezTo>
                    <a:pt x="51233" y="64321"/>
                    <a:pt x="50071" y="64600"/>
                    <a:pt x="49382" y="64965"/>
                  </a:cubicBezTo>
                  <a:cubicBezTo>
                    <a:pt x="47665" y="65881"/>
                    <a:pt x="47378" y="67427"/>
                    <a:pt x="47234" y="68171"/>
                  </a:cubicBezTo>
                  <a:cubicBezTo>
                    <a:pt x="47207" y="68256"/>
                    <a:pt x="47177" y="68400"/>
                    <a:pt x="47149" y="68485"/>
                  </a:cubicBezTo>
                  <a:cubicBezTo>
                    <a:pt x="47005" y="68599"/>
                    <a:pt x="46634" y="68801"/>
                    <a:pt x="46291" y="68915"/>
                  </a:cubicBezTo>
                  <a:lnTo>
                    <a:pt x="46261" y="68915"/>
                  </a:lnTo>
                  <a:cubicBezTo>
                    <a:pt x="46062" y="68915"/>
                    <a:pt x="45718" y="68858"/>
                    <a:pt x="45402" y="68771"/>
                  </a:cubicBezTo>
                  <a:cubicBezTo>
                    <a:pt x="45402" y="68686"/>
                    <a:pt x="45375" y="68629"/>
                    <a:pt x="45375" y="68572"/>
                  </a:cubicBezTo>
                  <a:cubicBezTo>
                    <a:pt x="45345" y="68199"/>
                    <a:pt x="45288" y="67713"/>
                    <a:pt x="45116" y="67168"/>
                  </a:cubicBezTo>
                  <a:cubicBezTo>
                    <a:pt x="44974" y="66625"/>
                    <a:pt x="44772" y="66167"/>
                    <a:pt x="44630" y="65794"/>
                  </a:cubicBezTo>
                  <a:cubicBezTo>
                    <a:pt x="44344" y="65107"/>
                    <a:pt x="44344" y="65022"/>
                    <a:pt x="44371" y="64878"/>
                  </a:cubicBezTo>
                  <a:cubicBezTo>
                    <a:pt x="44429" y="64679"/>
                    <a:pt x="44600" y="64363"/>
                    <a:pt x="44772" y="64049"/>
                  </a:cubicBezTo>
                  <a:cubicBezTo>
                    <a:pt x="45116" y="63447"/>
                    <a:pt x="45546" y="62675"/>
                    <a:pt x="45718" y="61644"/>
                  </a:cubicBezTo>
                  <a:cubicBezTo>
                    <a:pt x="45775" y="61385"/>
                    <a:pt x="45803" y="61186"/>
                    <a:pt x="45833" y="60985"/>
                  </a:cubicBezTo>
                  <a:cubicBezTo>
                    <a:pt x="45860" y="60728"/>
                    <a:pt x="45890" y="60412"/>
                    <a:pt x="45947" y="60327"/>
                  </a:cubicBezTo>
                  <a:cubicBezTo>
                    <a:pt x="45947" y="60327"/>
                    <a:pt x="45975" y="60270"/>
                    <a:pt x="46062" y="60183"/>
                  </a:cubicBezTo>
                  <a:cubicBezTo>
                    <a:pt x="46089" y="60183"/>
                    <a:pt x="46089" y="60156"/>
                    <a:pt x="46119" y="60156"/>
                  </a:cubicBezTo>
                  <a:cubicBezTo>
                    <a:pt x="46634" y="59640"/>
                    <a:pt x="47436" y="59153"/>
                    <a:pt x="48123" y="58724"/>
                  </a:cubicBezTo>
                  <a:lnTo>
                    <a:pt x="48237" y="58637"/>
                  </a:lnTo>
                  <a:cubicBezTo>
                    <a:pt x="48265" y="58637"/>
                    <a:pt x="48322" y="58610"/>
                    <a:pt x="48352" y="58580"/>
                  </a:cubicBezTo>
                  <a:cubicBezTo>
                    <a:pt x="48409" y="58523"/>
                    <a:pt x="48466" y="58495"/>
                    <a:pt x="48494" y="58495"/>
                  </a:cubicBezTo>
                  <a:cubicBezTo>
                    <a:pt x="48608" y="58495"/>
                    <a:pt x="48837" y="58553"/>
                    <a:pt x="49009" y="58580"/>
                  </a:cubicBezTo>
                  <a:cubicBezTo>
                    <a:pt x="49353" y="58637"/>
                    <a:pt x="49783" y="58724"/>
                    <a:pt x="50269" y="58782"/>
                  </a:cubicBezTo>
                  <a:lnTo>
                    <a:pt x="50383" y="58782"/>
                  </a:lnTo>
                  <a:cubicBezTo>
                    <a:pt x="50692" y="58820"/>
                    <a:pt x="51086" y="58865"/>
                    <a:pt x="51524" y="58865"/>
                  </a:cubicBezTo>
                  <a:cubicBezTo>
                    <a:pt x="52386" y="58865"/>
                    <a:pt x="53423" y="58691"/>
                    <a:pt x="54334" y="57950"/>
                  </a:cubicBezTo>
                  <a:cubicBezTo>
                    <a:pt x="54363" y="57950"/>
                    <a:pt x="54363" y="57923"/>
                    <a:pt x="54391" y="57893"/>
                  </a:cubicBezTo>
                  <a:cubicBezTo>
                    <a:pt x="54650" y="57694"/>
                    <a:pt x="54821" y="57465"/>
                    <a:pt x="54963" y="57236"/>
                  </a:cubicBezTo>
                  <a:cubicBezTo>
                    <a:pt x="55279" y="57236"/>
                    <a:pt x="55650" y="57236"/>
                    <a:pt x="55909" y="57263"/>
                  </a:cubicBezTo>
                  <a:cubicBezTo>
                    <a:pt x="56195" y="57522"/>
                    <a:pt x="56681" y="57950"/>
                    <a:pt x="57398" y="58179"/>
                  </a:cubicBezTo>
                  <a:lnTo>
                    <a:pt x="57398" y="58637"/>
                  </a:lnTo>
                  <a:cubicBezTo>
                    <a:pt x="57398" y="60069"/>
                    <a:pt x="57368" y="63847"/>
                    <a:pt x="61005" y="64076"/>
                  </a:cubicBezTo>
                  <a:cubicBezTo>
                    <a:pt x="61099" y="64083"/>
                    <a:pt x="61193" y="64087"/>
                    <a:pt x="61286" y="64087"/>
                  </a:cubicBezTo>
                  <a:cubicBezTo>
                    <a:pt x="62346" y="64087"/>
                    <a:pt x="63298" y="63634"/>
                    <a:pt x="63982" y="62817"/>
                  </a:cubicBezTo>
                  <a:cubicBezTo>
                    <a:pt x="65555" y="60927"/>
                    <a:pt x="65013" y="57492"/>
                    <a:pt x="64525" y="55633"/>
                  </a:cubicBezTo>
                  <a:cubicBezTo>
                    <a:pt x="64238" y="54545"/>
                    <a:pt x="64067" y="53858"/>
                    <a:pt x="66787" y="52740"/>
                  </a:cubicBezTo>
                  <a:cubicBezTo>
                    <a:pt x="66815" y="52740"/>
                    <a:pt x="66845" y="52740"/>
                    <a:pt x="66845" y="52713"/>
                  </a:cubicBezTo>
                  <a:cubicBezTo>
                    <a:pt x="68047" y="52197"/>
                    <a:pt x="69849" y="51423"/>
                    <a:pt x="71024" y="49706"/>
                  </a:cubicBezTo>
                  <a:cubicBezTo>
                    <a:pt x="71940" y="48361"/>
                    <a:pt x="72112" y="47274"/>
                    <a:pt x="72226" y="46415"/>
                  </a:cubicBezTo>
                  <a:cubicBezTo>
                    <a:pt x="72627" y="46271"/>
                    <a:pt x="73085" y="46071"/>
                    <a:pt x="73514" y="45698"/>
                  </a:cubicBezTo>
                  <a:cubicBezTo>
                    <a:pt x="74430" y="44954"/>
                    <a:pt x="75059" y="44010"/>
                    <a:pt x="75632" y="43209"/>
                  </a:cubicBezTo>
                  <a:cubicBezTo>
                    <a:pt x="75746" y="43007"/>
                    <a:pt x="75891" y="42835"/>
                    <a:pt x="76005" y="42664"/>
                  </a:cubicBezTo>
                  <a:cubicBezTo>
                    <a:pt x="76130" y="42674"/>
                    <a:pt x="76266" y="42680"/>
                    <a:pt x="76411" y="42680"/>
                  </a:cubicBezTo>
                  <a:cubicBezTo>
                    <a:pt x="76695" y="42680"/>
                    <a:pt x="77018" y="42655"/>
                    <a:pt x="77379" y="42579"/>
                  </a:cubicBezTo>
                  <a:cubicBezTo>
                    <a:pt x="77437" y="42549"/>
                    <a:pt x="77494" y="42549"/>
                    <a:pt x="77579" y="42522"/>
                  </a:cubicBezTo>
                  <a:cubicBezTo>
                    <a:pt x="79754" y="41835"/>
                    <a:pt x="80070" y="39973"/>
                    <a:pt x="80185" y="39258"/>
                  </a:cubicBezTo>
                  <a:cubicBezTo>
                    <a:pt x="80212" y="39144"/>
                    <a:pt x="80212" y="39029"/>
                    <a:pt x="80242" y="38942"/>
                  </a:cubicBezTo>
                  <a:cubicBezTo>
                    <a:pt x="80356" y="38915"/>
                    <a:pt x="80471" y="38857"/>
                    <a:pt x="80585" y="38828"/>
                  </a:cubicBezTo>
                  <a:cubicBezTo>
                    <a:pt x="80872" y="38770"/>
                    <a:pt x="81158" y="38686"/>
                    <a:pt x="81444" y="38599"/>
                  </a:cubicBezTo>
                  <a:cubicBezTo>
                    <a:pt x="81472" y="38599"/>
                    <a:pt x="81502" y="38571"/>
                    <a:pt x="81529" y="38571"/>
                  </a:cubicBezTo>
                  <a:cubicBezTo>
                    <a:pt x="81559" y="38541"/>
                    <a:pt x="81616" y="38541"/>
                    <a:pt x="81644" y="38541"/>
                  </a:cubicBezTo>
                  <a:cubicBezTo>
                    <a:pt x="81873" y="38770"/>
                    <a:pt x="82216" y="38972"/>
                    <a:pt x="82589" y="39171"/>
                  </a:cubicBezTo>
                  <a:lnTo>
                    <a:pt x="82761" y="39258"/>
                  </a:lnTo>
                  <a:cubicBezTo>
                    <a:pt x="83220" y="39451"/>
                    <a:pt x="83657" y="39529"/>
                    <a:pt x="84066" y="39529"/>
                  </a:cubicBezTo>
                  <a:cubicBezTo>
                    <a:pt x="85419" y="39529"/>
                    <a:pt x="86470" y="38674"/>
                    <a:pt x="86998" y="38255"/>
                  </a:cubicBezTo>
                  <a:cubicBezTo>
                    <a:pt x="87083" y="38170"/>
                    <a:pt x="87197" y="38083"/>
                    <a:pt x="87284" y="38026"/>
                  </a:cubicBezTo>
                  <a:cubicBezTo>
                    <a:pt x="87341" y="37999"/>
                    <a:pt x="87426" y="37999"/>
                    <a:pt x="87483" y="37969"/>
                  </a:cubicBezTo>
                  <a:cubicBezTo>
                    <a:pt x="88285" y="37827"/>
                    <a:pt x="89774" y="37511"/>
                    <a:pt x="90548" y="36137"/>
                  </a:cubicBezTo>
                  <a:cubicBezTo>
                    <a:pt x="91006" y="35308"/>
                    <a:pt x="91033" y="34334"/>
                    <a:pt x="90690" y="33389"/>
                  </a:cubicBezTo>
                  <a:cubicBezTo>
                    <a:pt x="90433" y="32759"/>
                    <a:pt x="90060" y="32331"/>
                    <a:pt x="89632" y="32015"/>
                  </a:cubicBezTo>
                  <a:lnTo>
                    <a:pt x="89716" y="31843"/>
                  </a:lnTo>
                  <a:cubicBezTo>
                    <a:pt x="89861" y="31499"/>
                    <a:pt x="89945" y="31156"/>
                    <a:pt x="89975" y="30812"/>
                  </a:cubicBezTo>
                  <a:cubicBezTo>
                    <a:pt x="90477" y="30898"/>
                    <a:pt x="90938" y="30961"/>
                    <a:pt x="91400" y="30961"/>
                  </a:cubicBezTo>
                  <a:cubicBezTo>
                    <a:pt x="92334" y="30961"/>
                    <a:pt x="93271" y="30702"/>
                    <a:pt x="94555" y="29839"/>
                  </a:cubicBezTo>
                  <a:cubicBezTo>
                    <a:pt x="94697" y="29754"/>
                    <a:pt x="95155" y="29640"/>
                    <a:pt x="95442" y="29553"/>
                  </a:cubicBezTo>
                  <a:cubicBezTo>
                    <a:pt x="96788" y="29152"/>
                    <a:pt x="99907" y="28208"/>
                    <a:pt x="99823" y="24659"/>
                  </a:cubicBezTo>
                  <a:cubicBezTo>
                    <a:pt x="99823" y="23197"/>
                    <a:pt x="98964" y="21766"/>
                    <a:pt x="97246" y="20335"/>
                  </a:cubicBezTo>
                  <a:cubicBezTo>
                    <a:pt x="97246" y="20307"/>
                    <a:pt x="97216" y="20278"/>
                    <a:pt x="97189" y="20278"/>
                  </a:cubicBezTo>
                  <a:cubicBezTo>
                    <a:pt x="97017" y="20136"/>
                    <a:pt x="96873" y="20021"/>
                    <a:pt x="96731" y="19934"/>
                  </a:cubicBezTo>
                  <a:lnTo>
                    <a:pt x="96731" y="19792"/>
                  </a:lnTo>
                  <a:cubicBezTo>
                    <a:pt x="96731" y="19591"/>
                    <a:pt x="96758" y="19419"/>
                    <a:pt x="96758" y="19220"/>
                  </a:cubicBezTo>
                  <a:cubicBezTo>
                    <a:pt x="96816" y="18132"/>
                    <a:pt x="96930" y="16327"/>
                    <a:pt x="95586" y="15068"/>
                  </a:cubicBezTo>
                  <a:cubicBezTo>
                    <a:pt x="95529" y="15010"/>
                    <a:pt x="95499" y="14983"/>
                    <a:pt x="95442" y="14953"/>
                  </a:cubicBezTo>
                  <a:cubicBezTo>
                    <a:pt x="94599" y="14257"/>
                    <a:pt x="93756" y="14028"/>
                    <a:pt x="93002" y="14028"/>
                  </a:cubicBezTo>
                  <a:cubicBezTo>
                    <a:pt x="92424" y="14028"/>
                    <a:pt x="91898" y="14162"/>
                    <a:pt x="91464" y="14323"/>
                  </a:cubicBezTo>
                  <a:cubicBezTo>
                    <a:pt x="91006" y="13208"/>
                    <a:pt x="90232" y="12033"/>
                    <a:pt x="89574" y="11490"/>
                  </a:cubicBezTo>
                  <a:cubicBezTo>
                    <a:pt x="89231" y="11204"/>
                    <a:pt x="88686" y="10716"/>
                    <a:pt x="85938" y="10545"/>
                  </a:cubicBezTo>
                  <a:cubicBezTo>
                    <a:pt x="85484" y="10506"/>
                    <a:pt x="85089" y="10491"/>
                    <a:pt x="84740" y="10491"/>
                  </a:cubicBezTo>
                  <a:cubicBezTo>
                    <a:pt x="84317" y="10491"/>
                    <a:pt x="83961" y="10513"/>
                    <a:pt x="83647" y="10545"/>
                  </a:cubicBezTo>
                  <a:cubicBezTo>
                    <a:pt x="85021" y="9830"/>
                    <a:pt x="86712" y="8312"/>
                    <a:pt x="87254" y="7453"/>
                  </a:cubicBezTo>
                  <a:cubicBezTo>
                    <a:pt x="87254" y="7425"/>
                    <a:pt x="87284" y="7425"/>
                    <a:pt x="87284" y="7396"/>
                  </a:cubicBezTo>
                  <a:cubicBezTo>
                    <a:pt x="88315" y="5651"/>
                    <a:pt x="87799" y="4418"/>
                    <a:pt x="87399" y="3846"/>
                  </a:cubicBezTo>
                  <a:cubicBezTo>
                    <a:pt x="86727" y="2901"/>
                    <a:pt x="85747" y="2657"/>
                    <a:pt x="84860" y="2657"/>
                  </a:cubicBezTo>
                  <a:cubicBezTo>
                    <a:pt x="84270" y="2657"/>
                    <a:pt x="83722" y="2765"/>
                    <a:pt x="83334" y="2845"/>
                  </a:cubicBezTo>
                  <a:cubicBezTo>
                    <a:pt x="83219" y="2873"/>
                    <a:pt x="83132" y="2873"/>
                    <a:pt x="83047" y="2902"/>
                  </a:cubicBezTo>
                  <a:lnTo>
                    <a:pt x="82990" y="2902"/>
                  </a:lnTo>
                  <a:cubicBezTo>
                    <a:pt x="82102" y="3074"/>
                    <a:pt x="81529" y="3303"/>
                    <a:pt x="81043" y="3589"/>
                  </a:cubicBezTo>
                  <a:cubicBezTo>
                    <a:pt x="81014" y="3560"/>
                    <a:pt x="81014" y="3532"/>
                    <a:pt x="80986" y="3532"/>
                  </a:cubicBezTo>
                  <a:cubicBezTo>
                    <a:pt x="81014" y="3216"/>
                    <a:pt x="80986" y="2845"/>
                    <a:pt x="80899" y="2472"/>
                  </a:cubicBezTo>
                  <a:cubicBezTo>
                    <a:pt x="80441" y="727"/>
                    <a:pt x="79211" y="239"/>
                    <a:pt x="78696" y="97"/>
                  </a:cubicBezTo>
                  <a:cubicBezTo>
                    <a:pt x="78437" y="30"/>
                    <a:pt x="78185" y="0"/>
                    <a:pt x="7794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7505225" y="714425"/>
              <a:ext cx="978040" cy="604256"/>
            </a:xfrm>
            <a:custGeom>
              <a:avLst/>
              <a:gdLst/>
              <a:ahLst/>
              <a:cxnLst/>
              <a:rect l="l" t="t" r="r" b="b"/>
              <a:pathLst>
                <a:path w="48352" h="29873" extrusionOk="0">
                  <a:moveTo>
                    <a:pt x="35832" y="4845"/>
                  </a:moveTo>
                  <a:cubicBezTo>
                    <a:pt x="36270" y="4845"/>
                    <a:pt x="36704" y="4855"/>
                    <a:pt x="37130" y="4881"/>
                  </a:cubicBezTo>
                  <a:cubicBezTo>
                    <a:pt x="37444" y="4910"/>
                    <a:pt x="37730" y="5052"/>
                    <a:pt x="38245" y="5281"/>
                  </a:cubicBezTo>
                  <a:lnTo>
                    <a:pt x="38245" y="5311"/>
                  </a:lnTo>
                  <a:cubicBezTo>
                    <a:pt x="38131" y="5426"/>
                    <a:pt x="38074" y="5597"/>
                    <a:pt x="37989" y="5739"/>
                  </a:cubicBezTo>
                  <a:cubicBezTo>
                    <a:pt x="37989" y="5769"/>
                    <a:pt x="37959" y="5797"/>
                    <a:pt x="37959" y="5826"/>
                  </a:cubicBezTo>
                  <a:cubicBezTo>
                    <a:pt x="37787" y="6255"/>
                    <a:pt x="37730" y="6628"/>
                    <a:pt x="37730" y="6971"/>
                  </a:cubicBezTo>
                  <a:cubicBezTo>
                    <a:pt x="37531" y="7171"/>
                    <a:pt x="37329" y="7400"/>
                    <a:pt x="37158" y="7658"/>
                  </a:cubicBezTo>
                  <a:cubicBezTo>
                    <a:pt x="36814" y="8231"/>
                    <a:pt x="36700" y="8804"/>
                    <a:pt x="36642" y="9175"/>
                  </a:cubicBezTo>
                  <a:cubicBezTo>
                    <a:pt x="36615" y="9232"/>
                    <a:pt x="36585" y="9319"/>
                    <a:pt x="36585" y="9376"/>
                  </a:cubicBezTo>
                  <a:cubicBezTo>
                    <a:pt x="36500" y="9518"/>
                    <a:pt x="36356" y="9720"/>
                    <a:pt x="36242" y="9862"/>
                  </a:cubicBezTo>
                  <a:lnTo>
                    <a:pt x="35955" y="9862"/>
                  </a:lnTo>
                  <a:cubicBezTo>
                    <a:pt x="35154" y="9891"/>
                    <a:pt x="34066" y="9919"/>
                    <a:pt x="33150" y="10750"/>
                  </a:cubicBezTo>
                  <a:lnTo>
                    <a:pt x="33035" y="10865"/>
                  </a:lnTo>
                  <a:cubicBezTo>
                    <a:pt x="32864" y="11036"/>
                    <a:pt x="32435" y="11552"/>
                    <a:pt x="32264" y="12266"/>
                  </a:cubicBezTo>
                  <a:cubicBezTo>
                    <a:pt x="31719" y="12495"/>
                    <a:pt x="31203" y="12896"/>
                    <a:pt x="30832" y="13469"/>
                  </a:cubicBezTo>
                  <a:cubicBezTo>
                    <a:pt x="30489" y="14014"/>
                    <a:pt x="30344" y="14643"/>
                    <a:pt x="30402" y="15273"/>
                  </a:cubicBezTo>
                  <a:cubicBezTo>
                    <a:pt x="30001" y="15415"/>
                    <a:pt x="29630" y="15530"/>
                    <a:pt x="29401" y="15587"/>
                  </a:cubicBezTo>
                  <a:cubicBezTo>
                    <a:pt x="29371" y="15587"/>
                    <a:pt x="29314" y="15587"/>
                    <a:pt x="29286" y="15617"/>
                  </a:cubicBezTo>
                  <a:cubicBezTo>
                    <a:pt x="29199" y="15617"/>
                    <a:pt x="29000" y="15587"/>
                    <a:pt x="28856" y="15559"/>
                  </a:cubicBezTo>
                  <a:cubicBezTo>
                    <a:pt x="28577" y="15511"/>
                    <a:pt x="28210" y="15457"/>
                    <a:pt x="27793" y="15457"/>
                  </a:cubicBezTo>
                  <a:cubicBezTo>
                    <a:pt x="27227" y="15457"/>
                    <a:pt x="26568" y="15556"/>
                    <a:pt x="25908" y="15903"/>
                  </a:cubicBezTo>
                  <a:cubicBezTo>
                    <a:pt x="25221" y="16274"/>
                    <a:pt x="24734" y="16704"/>
                    <a:pt x="24333" y="17075"/>
                  </a:cubicBezTo>
                  <a:cubicBezTo>
                    <a:pt x="24104" y="17277"/>
                    <a:pt x="23875" y="17476"/>
                    <a:pt x="23733" y="17563"/>
                  </a:cubicBezTo>
                  <a:cubicBezTo>
                    <a:pt x="23245" y="17820"/>
                    <a:pt x="22844" y="18106"/>
                    <a:pt x="22473" y="18365"/>
                  </a:cubicBezTo>
                  <a:cubicBezTo>
                    <a:pt x="22329" y="18479"/>
                    <a:pt x="22100" y="18651"/>
                    <a:pt x="21958" y="18736"/>
                  </a:cubicBezTo>
                  <a:cubicBezTo>
                    <a:pt x="21843" y="18708"/>
                    <a:pt x="21672" y="18679"/>
                    <a:pt x="21527" y="18651"/>
                  </a:cubicBezTo>
                  <a:cubicBezTo>
                    <a:pt x="21163" y="18588"/>
                    <a:pt x="20692" y="18502"/>
                    <a:pt x="20150" y="18502"/>
                  </a:cubicBezTo>
                  <a:cubicBezTo>
                    <a:pt x="19461" y="18502"/>
                    <a:pt x="18656" y="18640"/>
                    <a:pt x="17806" y="19137"/>
                  </a:cubicBezTo>
                  <a:cubicBezTo>
                    <a:pt x="16404" y="19938"/>
                    <a:pt x="15889" y="21170"/>
                    <a:pt x="15573" y="21885"/>
                  </a:cubicBezTo>
                  <a:cubicBezTo>
                    <a:pt x="15546" y="21972"/>
                    <a:pt x="15516" y="22086"/>
                    <a:pt x="15459" y="22171"/>
                  </a:cubicBezTo>
                  <a:cubicBezTo>
                    <a:pt x="15145" y="22286"/>
                    <a:pt x="14714" y="22457"/>
                    <a:pt x="14256" y="22773"/>
                  </a:cubicBezTo>
                  <a:cubicBezTo>
                    <a:pt x="13542" y="23316"/>
                    <a:pt x="13198" y="23946"/>
                    <a:pt x="12997" y="24461"/>
                  </a:cubicBezTo>
                  <a:cubicBezTo>
                    <a:pt x="12481" y="24262"/>
                    <a:pt x="12053" y="24147"/>
                    <a:pt x="11710" y="24090"/>
                  </a:cubicBezTo>
                  <a:cubicBezTo>
                    <a:pt x="10965" y="22457"/>
                    <a:pt x="10764" y="20682"/>
                    <a:pt x="11050" y="20167"/>
                  </a:cubicBezTo>
                  <a:lnTo>
                    <a:pt x="11080" y="20140"/>
                  </a:lnTo>
                  <a:cubicBezTo>
                    <a:pt x="11394" y="19995"/>
                    <a:pt x="11852" y="19766"/>
                    <a:pt x="12282" y="19338"/>
                  </a:cubicBezTo>
                  <a:cubicBezTo>
                    <a:pt x="12912" y="18736"/>
                    <a:pt x="13168" y="18163"/>
                    <a:pt x="13283" y="17648"/>
                  </a:cubicBezTo>
                  <a:cubicBezTo>
                    <a:pt x="13855" y="17419"/>
                    <a:pt x="14199" y="17048"/>
                    <a:pt x="14428" y="16704"/>
                  </a:cubicBezTo>
                  <a:cubicBezTo>
                    <a:pt x="14771" y="16217"/>
                    <a:pt x="15088" y="15358"/>
                    <a:pt x="14657" y="14128"/>
                  </a:cubicBezTo>
                  <a:cubicBezTo>
                    <a:pt x="14629" y="14071"/>
                    <a:pt x="14600" y="13984"/>
                    <a:pt x="14572" y="13899"/>
                  </a:cubicBezTo>
                  <a:cubicBezTo>
                    <a:pt x="14286" y="13327"/>
                    <a:pt x="13828" y="12697"/>
                    <a:pt x="12997" y="12353"/>
                  </a:cubicBezTo>
                  <a:cubicBezTo>
                    <a:pt x="13168" y="11407"/>
                    <a:pt x="13370" y="10235"/>
                    <a:pt x="12882" y="9117"/>
                  </a:cubicBezTo>
                  <a:cubicBezTo>
                    <a:pt x="12882" y="9090"/>
                    <a:pt x="12855" y="9060"/>
                    <a:pt x="12855" y="9003"/>
                  </a:cubicBezTo>
                  <a:cubicBezTo>
                    <a:pt x="12568" y="8460"/>
                    <a:pt x="12225" y="8029"/>
                    <a:pt x="11824" y="7743"/>
                  </a:cubicBezTo>
                  <a:cubicBezTo>
                    <a:pt x="11966" y="7629"/>
                    <a:pt x="12110" y="7544"/>
                    <a:pt x="12225" y="7457"/>
                  </a:cubicBezTo>
                  <a:cubicBezTo>
                    <a:pt x="12768" y="7056"/>
                    <a:pt x="13054" y="6857"/>
                    <a:pt x="13370" y="6800"/>
                  </a:cubicBezTo>
                  <a:lnTo>
                    <a:pt x="13427" y="6800"/>
                  </a:lnTo>
                  <a:cubicBezTo>
                    <a:pt x="13741" y="6742"/>
                    <a:pt x="14114" y="6742"/>
                    <a:pt x="14542" y="6713"/>
                  </a:cubicBezTo>
                  <a:cubicBezTo>
                    <a:pt x="15259" y="6713"/>
                    <a:pt x="16146" y="6685"/>
                    <a:pt x="17149" y="6369"/>
                  </a:cubicBezTo>
                  <a:cubicBezTo>
                    <a:pt x="17176" y="6369"/>
                    <a:pt x="17206" y="6342"/>
                    <a:pt x="17263" y="6342"/>
                  </a:cubicBezTo>
                  <a:cubicBezTo>
                    <a:pt x="17894" y="6112"/>
                    <a:pt x="18500" y="6048"/>
                    <a:pt x="19234" y="6048"/>
                  </a:cubicBezTo>
                  <a:cubicBezTo>
                    <a:pt x="19598" y="6048"/>
                    <a:pt x="19994" y="6064"/>
                    <a:pt x="20440" y="6083"/>
                  </a:cubicBezTo>
                  <a:lnTo>
                    <a:pt x="21042" y="6113"/>
                  </a:lnTo>
                  <a:lnTo>
                    <a:pt x="21156" y="6113"/>
                  </a:lnTo>
                  <a:cubicBezTo>
                    <a:pt x="22214" y="6113"/>
                    <a:pt x="23160" y="5968"/>
                    <a:pt x="24076" y="5854"/>
                  </a:cubicBezTo>
                  <a:cubicBezTo>
                    <a:pt x="24505" y="5769"/>
                    <a:pt x="24935" y="5712"/>
                    <a:pt x="25363" y="5655"/>
                  </a:cubicBezTo>
                  <a:cubicBezTo>
                    <a:pt x="25650" y="5625"/>
                    <a:pt x="25908" y="5568"/>
                    <a:pt x="26165" y="5453"/>
                  </a:cubicBezTo>
                  <a:cubicBezTo>
                    <a:pt x="27283" y="5139"/>
                    <a:pt x="28313" y="5025"/>
                    <a:pt x="29715" y="5025"/>
                  </a:cubicBezTo>
                  <a:cubicBezTo>
                    <a:pt x="30745" y="5025"/>
                    <a:pt x="31806" y="4968"/>
                    <a:pt x="32806" y="4938"/>
                  </a:cubicBezTo>
                  <a:cubicBezTo>
                    <a:pt x="33803" y="4898"/>
                    <a:pt x="34828" y="4845"/>
                    <a:pt x="35832" y="4845"/>
                  </a:cubicBezTo>
                  <a:close/>
                  <a:moveTo>
                    <a:pt x="35731" y="1"/>
                  </a:moveTo>
                  <a:cubicBezTo>
                    <a:pt x="34673" y="1"/>
                    <a:pt x="33619" y="44"/>
                    <a:pt x="32577" y="101"/>
                  </a:cubicBezTo>
                  <a:cubicBezTo>
                    <a:pt x="31577" y="158"/>
                    <a:pt x="30631" y="186"/>
                    <a:pt x="29715" y="186"/>
                  </a:cubicBezTo>
                  <a:cubicBezTo>
                    <a:pt x="27741" y="186"/>
                    <a:pt x="26252" y="387"/>
                    <a:pt x="24592" y="873"/>
                  </a:cubicBezTo>
                  <a:cubicBezTo>
                    <a:pt x="24562" y="873"/>
                    <a:pt x="24505" y="873"/>
                    <a:pt x="24477" y="903"/>
                  </a:cubicBezTo>
                  <a:cubicBezTo>
                    <a:pt x="24104" y="960"/>
                    <a:pt x="23733" y="987"/>
                    <a:pt x="23389" y="1045"/>
                  </a:cubicBezTo>
                  <a:cubicBezTo>
                    <a:pt x="22588" y="1159"/>
                    <a:pt x="21901" y="1274"/>
                    <a:pt x="21184" y="1274"/>
                  </a:cubicBezTo>
                  <a:lnTo>
                    <a:pt x="20669" y="1246"/>
                  </a:lnTo>
                  <a:cubicBezTo>
                    <a:pt x="20177" y="1228"/>
                    <a:pt x="19682" y="1207"/>
                    <a:pt x="19178" y="1207"/>
                  </a:cubicBezTo>
                  <a:cubicBezTo>
                    <a:pt x="18071" y="1207"/>
                    <a:pt x="16919" y="1308"/>
                    <a:pt x="15660" y="1761"/>
                  </a:cubicBezTo>
                  <a:cubicBezTo>
                    <a:pt x="15317" y="1846"/>
                    <a:pt x="14916" y="1876"/>
                    <a:pt x="14400" y="1876"/>
                  </a:cubicBezTo>
                  <a:cubicBezTo>
                    <a:pt x="13855" y="1903"/>
                    <a:pt x="13255" y="1903"/>
                    <a:pt x="12596" y="2048"/>
                  </a:cubicBezTo>
                  <a:cubicBezTo>
                    <a:pt x="11137" y="2277"/>
                    <a:pt x="10134" y="2991"/>
                    <a:pt x="9419" y="3506"/>
                  </a:cubicBezTo>
                  <a:cubicBezTo>
                    <a:pt x="9190" y="3678"/>
                    <a:pt x="8961" y="3822"/>
                    <a:pt x="8790" y="3937"/>
                  </a:cubicBezTo>
                  <a:cubicBezTo>
                    <a:pt x="8446" y="3994"/>
                    <a:pt x="7672" y="4052"/>
                    <a:pt x="7129" y="4052"/>
                  </a:cubicBezTo>
                  <a:cubicBezTo>
                    <a:pt x="4695" y="4193"/>
                    <a:pt x="2176" y="4308"/>
                    <a:pt x="831" y="6026"/>
                  </a:cubicBezTo>
                  <a:cubicBezTo>
                    <a:pt x="229" y="6800"/>
                    <a:pt x="0" y="7800"/>
                    <a:pt x="202" y="8774"/>
                  </a:cubicBezTo>
                  <a:cubicBezTo>
                    <a:pt x="730" y="11555"/>
                    <a:pt x="2948" y="12126"/>
                    <a:pt x="4901" y="12126"/>
                  </a:cubicBezTo>
                  <a:cubicBezTo>
                    <a:pt x="5802" y="12126"/>
                    <a:pt x="6647" y="12004"/>
                    <a:pt x="7244" y="11923"/>
                  </a:cubicBezTo>
                  <a:cubicBezTo>
                    <a:pt x="7500" y="11865"/>
                    <a:pt x="7844" y="11838"/>
                    <a:pt x="8160" y="11781"/>
                  </a:cubicBezTo>
                  <a:lnTo>
                    <a:pt x="8160" y="11781"/>
                  </a:lnTo>
                  <a:cubicBezTo>
                    <a:pt x="8073" y="12381"/>
                    <a:pt x="7988" y="13010"/>
                    <a:pt x="8045" y="13640"/>
                  </a:cubicBezTo>
                  <a:cubicBezTo>
                    <a:pt x="7931" y="14300"/>
                    <a:pt x="8016" y="15101"/>
                    <a:pt x="8732" y="15846"/>
                  </a:cubicBezTo>
                  <a:cubicBezTo>
                    <a:pt x="8703" y="15873"/>
                    <a:pt x="8703" y="15903"/>
                    <a:pt x="8675" y="15930"/>
                  </a:cubicBezTo>
                  <a:cubicBezTo>
                    <a:pt x="8274" y="16132"/>
                    <a:pt x="7729" y="16475"/>
                    <a:pt x="7301" y="17075"/>
                  </a:cubicBezTo>
                  <a:cubicBezTo>
                    <a:pt x="5068" y="19881"/>
                    <a:pt x="6412" y="24376"/>
                    <a:pt x="7558" y="26637"/>
                  </a:cubicBezTo>
                  <a:cubicBezTo>
                    <a:pt x="8531" y="28441"/>
                    <a:pt x="9935" y="28698"/>
                    <a:pt x="10679" y="28812"/>
                  </a:cubicBezTo>
                  <a:cubicBezTo>
                    <a:pt x="10851" y="28842"/>
                    <a:pt x="10935" y="28870"/>
                    <a:pt x="11050" y="28899"/>
                  </a:cubicBezTo>
                  <a:cubicBezTo>
                    <a:pt x="11394" y="29243"/>
                    <a:pt x="12138" y="29873"/>
                    <a:pt x="13340" y="29873"/>
                  </a:cubicBezTo>
                  <a:cubicBezTo>
                    <a:pt x="13626" y="29873"/>
                    <a:pt x="13913" y="29815"/>
                    <a:pt x="14229" y="29758"/>
                  </a:cubicBezTo>
                  <a:cubicBezTo>
                    <a:pt x="15832" y="29385"/>
                    <a:pt x="16546" y="28125"/>
                    <a:pt x="17004" y="27354"/>
                  </a:cubicBezTo>
                  <a:lnTo>
                    <a:pt x="17062" y="27239"/>
                  </a:lnTo>
                  <a:cubicBezTo>
                    <a:pt x="17119" y="27152"/>
                    <a:pt x="17176" y="27038"/>
                    <a:pt x="17233" y="26923"/>
                  </a:cubicBezTo>
                  <a:lnTo>
                    <a:pt x="17320" y="26667"/>
                  </a:lnTo>
                  <a:cubicBezTo>
                    <a:pt x="17749" y="26522"/>
                    <a:pt x="18351" y="26266"/>
                    <a:pt x="18924" y="25636"/>
                  </a:cubicBezTo>
                  <a:cubicBezTo>
                    <a:pt x="18951" y="25636"/>
                    <a:pt x="18981" y="25606"/>
                    <a:pt x="19008" y="25579"/>
                  </a:cubicBezTo>
                  <a:cubicBezTo>
                    <a:pt x="19553" y="24919"/>
                    <a:pt x="19840" y="24262"/>
                    <a:pt x="20039" y="23774"/>
                  </a:cubicBezTo>
                  <a:cubicBezTo>
                    <a:pt x="20096" y="23632"/>
                    <a:pt x="20183" y="23460"/>
                    <a:pt x="20240" y="23346"/>
                  </a:cubicBezTo>
                  <a:cubicBezTo>
                    <a:pt x="20355" y="23373"/>
                    <a:pt x="20527" y="23403"/>
                    <a:pt x="20669" y="23403"/>
                  </a:cubicBezTo>
                  <a:cubicBezTo>
                    <a:pt x="21069" y="23488"/>
                    <a:pt x="21585" y="23575"/>
                    <a:pt x="22187" y="23575"/>
                  </a:cubicBezTo>
                  <a:lnTo>
                    <a:pt x="22359" y="23575"/>
                  </a:lnTo>
                  <a:cubicBezTo>
                    <a:pt x="23703" y="23488"/>
                    <a:pt x="24649" y="22773"/>
                    <a:pt x="25336" y="22258"/>
                  </a:cubicBezTo>
                  <a:cubicBezTo>
                    <a:pt x="25565" y="22114"/>
                    <a:pt x="25794" y="21942"/>
                    <a:pt x="25908" y="21885"/>
                  </a:cubicBezTo>
                  <a:cubicBezTo>
                    <a:pt x="25936" y="21885"/>
                    <a:pt x="25966" y="21857"/>
                    <a:pt x="25993" y="21857"/>
                  </a:cubicBezTo>
                  <a:cubicBezTo>
                    <a:pt x="26653" y="21484"/>
                    <a:pt x="27168" y="21026"/>
                    <a:pt x="27569" y="20682"/>
                  </a:cubicBezTo>
                  <a:cubicBezTo>
                    <a:pt x="27711" y="20540"/>
                    <a:pt x="27855" y="20426"/>
                    <a:pt x="27970" y="20311"/>
                  </a:cubicBezTo>
                  <a:cubicBezTo>
                    <a:pt x="28054" y="20311"/>
                    <a:pt x="28112" y="20339"/>
                    <a:pt x="28169" y="20339"/>
                  </a:cubicBezTo>
                  <a:cubicBezTo>
                    <a:pt x="28466" y="20389"/>
                    <a:pt x="28829" y="20438"/>
                    <a:pt x="29243" y="20438"/>
                  </a:cubicBezTo>
                  <a:cubicBezTo>
                    <a:pt x="29547" y="20438"/>
                    <a:pt x="29879" y="20412"/>
                    <a:pt x="30230" y="20339"/>
                  </a:cubicBezTo>
                  <a:cubicBezTo>
                    <a:pt x="31004" y="20224"/>
                    <a:pt x="31748" y="19938"/>
                    <a:pt x="32406" y="19682"/>
                  </a:cubicBezTo>
                  <a:cubicBezTo>
                    <a:pt x="32749" y="19567"/>
                    <a:pt x="33065" y="19423"/>
                    <a:pt x="33379" y="19338"/>
                  </a:cubicBezTo>
                  <a:lnTo>
                    <a:pt x="33551" y="19281"/>
                  </a:lnTo>
                  <a:cubicBezTo>
                    <a:pt x="34153" y="19109"/>
                    <a:pt x="35268" y="18766"/>
                    <a:pt x="36013" y="17735"/>
                  </a:cubicBezTo>
                  <a:cubicBezTo>
                    <a:pt x="36558" y="17591"/>
                    <a:pt x="37302" y="17190"/>
                    <a:pt x="37817" y="16189"/>
                  </a:cubicBezTo>
                  <a:cubicBezTo>
                    <a:pt x="38074" y="15701"/>
                    <a:pt x="38275" y="15072"/>
                    <a:pt x="38188" y="14357"/>
                  </a:cubicBezTo>
                  <a:cubicBezTo>
                    <a:pt x="38360" y="14300"/>
                    <a:pt x="38561" y="14185"/>
                    <a:pt x="38733" y="14098"/>
                  </a:cubicBezTo>
                  <a:cubicBezTo>
                    <a:pt x="39620" y="13556"/>
                    <a:pt x="40192" y="12697"/>
                    <a:pt x="40623" y="12067"/>
                  </a:cubicBezTo>
                  <a:lnTo>
                    <a:pt x="40707" y="11923"/>
                  </a:lnTo>
                  <a:cubicBezTo>
                    <a:pt x="40737" y="11895"/>
                    <a:pt x="40737" y="11865"/>
                    <a:pt x="40765" y="11808"/>
                  </a:cubicBezTo>
                  <a:cubicBezTo>
                    <a:pt x="41081" y="11293"/>
                    <a:pt x="41223" y="10807"/>
                    <a:pt x="41310" y="10434"/>
                  </a:cubicBezTo>
                  <a:cubicBezTo>
                    <a:pt x="41710" y="10178"/>
                    <a:pt x="42196" y="9747"/>
                    <a:pt x="42482" y="9090"/>
                  </a:cubicBezTo>
                  <a:cubicBezTo>
                    <a:pt x="42654" y="8716"/>
                    <a:pt x="42741" y="8373"/>
                    <a:pt x="42741" y="8059"/>
                  </a:cubicBezTo>
                  <a:cubicBezTo>
                    <a:pt x="43112" y="7945"/>
                    <a:pt x="43513" y="7887"/>
                    <a:pt x="43829" y="7800"/>
                  </a:cubicBezTo>
                  <a:cubicBezTo>
                    <a:pt x="45688" y="7400"/>
                    <a:pt x="48008" y="6914"/>
                    <a:pt x="48295" y="4624"/>
                  </a:cubicBezTo>
                  <a:lnTo>
                    <a:pt x="48295" y="4452"/>
                  </a:lnTo>
                  <a:cubicBezTo>
                    <a:pt x="48352" y="3536"/>
                    <a:pt x="48008" y="2705"/>
                    <a:pt x="47321" y="2075"/>
                  </a:cubicBezTo>
                  <a:cubicBezTo>
                    <a:pt x="46519" y="1326"/>
                    <a:pt x="45441" y="1097"/>
                    <a:pt x="44236" y="1097"/>
                  </a:cubicBezTo>
                  <a:cubicBezTo>
                    <a:pt x="43462" y="1097"/>
                    <a:pt x="42635" y="1191"/>
                    <a:pt x="41795" y="1303"/>
                  </a:cubicBezTo>
                  <a:cubicBezTo>
                    <a:pt x="41623" y="1303"/>
                    <a:pt x="41481" y="1331"/>
                    <a:pt x="41367" y="1331"/>
                  </a:cubicBezTo>
                  <a:cubicBezTo>
                    <a:pt x="41108" y="1303"/>
                    <a:pt x="40822" y="1159"/>
                    <a:pt x="40336" y="930"/>
                  </a:cubicBezTo>
                  <a:cubicBezTo>
                    <a:pt x="39620" y="587"/>
                    <a:pt x="38733" y="158"/>
                    <a:pt x="37531" y="44"/>
                  </a:cubicBezTo>
                  <a:lnTo>
                    <a:pt x="37444" y="44"/>
                  </a:lnTo>
                  <a:cubicBezTo>
                    <a:pt x="36873" y="13"/>
                    <a:pt x="36301" y="1"/>
                    <a:pt x="3573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7152566" y="725976"/>
              <a:ext cx="631745" cy="270158"/>
            </a:xfrm>
            <a:custGeom>
              <a:avLst/>
              <a:gdLst/>
              <a:ahLst/>
              <a:cxnLst/>
              <a:rect l="l" t="t" r="r" b="b"/>
              <a:pathLst>
                <a:path w="31232" h="13356" extrusionOk="0">
                  <a:moveTo>
                    <a:pt x="27276" y="1"/>
                  </a:moveTo>
                  <a:cubicBezTo>
                    <a:pt x="26864" y="1"/>
                    <a:pt x="26484" y="41"/>
                    <a:pt x="26165" y="73"/>
                  </a:cubicBezTo>
                  <a:cubicBezTo>
                    <a:pt x="25994" y="103"/>
                    <a:pt x="25792" y="130"/>
                    <a:pt x="25707" y="130"/>
                  </a:cubicBezTo>
                  <a:cubicBezTo>
                    <a:pt x="25364" y="130"/>
                    <a:pt x="25078" y="187"/>
                    <a:pt x="24791" y="302"/>
                  </a:cubicBezTo>
                  <a:cubicBezTo>
                    <a:pt x="24276" y="389"/>
                    <a:pt x="23818" y="503"/>
                    <a:pt x="23417" y="588"/>
                  </a:cubicBezTo>
                  <a:cubicBezTo>
                    <a:pt x="22714" y="754"/>
                    <a:pt x="22144" y="875"/>
                    <a:pt x="21591" y="875"/>
                  </a:cubicBezTo>
                  <a:cubicBezTo>
                    <a:pt x="21379" y="875"/>
                    <a:pt x="21169" y="857"/>
                    <a:pt x="20955" y="817"/>
                  </a:cubicBezTo>
                  <a:lnTo>
                    <a:pt x="20868" y="817"/>
                  </a:lnTo>
                  <a:cubicBezTo>
                    <a:pt x="20525" y="760"/>
                    <a:pt x="20211" y="703"/>
                    <a:pt x="19895" y="645"/>
                  </a:cubicBezTo>
                  <a:cubicBezTo>
                    <a:pt x="18926" y="472"/>
                    <a:pt x="17874" y="278"/>
                    <a:pt x="16744" y="278"/>
                  </a:cubicBezTo>
                  <a:cubicBezTo>
                    <a:pt x="16005" y="278"/>
                    <a:pt x="15232" y="362"/>
                    <a:pt x="14428" y="588"/>
                  </a:cubicBezTo>
                  <a:cubicBezTo>
                    <a:pt x="14257" y="618"/>
                    <a:pt x="13741" y="618"/>
                    <a:pt x="13398" y="618"/>
                  </a:cubicBezTo>
                  <a:cubicBezTo>
                    <a:pt x="12425" y="618"/>
                    <a:pt x="11307" y="618"/>
                    <a:pt x="10276" y="1161"/>
                  </a:cubicBezTo>
                  <a:cubicBezTo>
                    <a:pt x="8474" y="2134"/>
                    <a:pt x="8273" y="3393"/>
                    <a:pt x="8444" y="4282"/>
                  </a:cubicBezTo>
                  <a:cubicBezTo>
                    <a:pt x="8444" y="4367"/>
                    <a:pt x="8474" y="4454"/>
                    <a:pt x="8502" y="4539"/>
                  </a:cubicBezTo>
                  <a:cubicBezTo>
                    <a:pt x="7501" y="4653"/>
                    <a:pt x="6241" y="4997"/>
                    <a:pt x="5295" y="6229"/>
                  </a:cubicBezTo>
                  <a:cubicBezTo>
                    <a:pt x="4855" y="6031"/>
                    <a:pt x="4261" y="5844"/>
                    <a:pt x="3618" y="5844"/>
                  </a:cubicBezTo>
                  <a:cubicBezTo>
                    <a:pt x="2672" y="5844"/>
                    <a:pt x="1620" y="6250"/>
                    <a:pt x="802" y="7630"/>
                  </a:cubicBezTo>
                  <a:cubicBezTo>
                    <a:pt x="802" y="7630"/>
                    <a:pt x="772" y="7660"/>
                    <a:pt x="772" y="7687"/>
                  </a:cubicBezTo>
                  <a:cubicBezTo>
                    <a:pt x="1" y="9062"/>
                    <a:pt x="230" y="10149"/>
                    <a:pt x="543" y="10809"/>
                  </a:cubicBezTo>
                  <a:cubicBezTo>
                    <a:pt x="1260" y="12325"/>
                    <a:pt x="2863" y="12611"/>
                    <a:pt x="3607" y="12756"/>
                  </a:cubicBezTo>
                  <a:lnTo>
                    <a:pt x="3722" y="12756"/>
                  </a:lnTo>
                  <a:cubicBezTo>
                    <a:pt x="4008" y="12813"/>
                    <a:pt x="4295" y="12898"/>
                    <a:pt x="4581" y="12985"/>
                  </a:cubicBezTo>
                  <a:cubicBezTo>
                    <a:pt x="5153" y="13156"/>
                    <a:pt x="5840" y="13356"/>
                    <a:pt x="6699" y="13356"/>
                  </a:cubicBezTo>
                  <a:cubicBezTo>
                    <a:pt x="7043" y="13356"/>
                    <a:pt x="7386" y="13328"/>
                    <a:pt x="7787" y="13271"/>
                  </a:cubicBezTo>
                  <a:cubicBezTo>
                    <a:pt x="7872" y="13241"/>
                    <a:pt x="8101" y="13241"/>
                    <a:pt x="8273" y="13214"/>
                  </a:cubicBezTo>
                  <a:cubicBezTo>
                    <a:pt x="9447" y="13127"/>
                    <a:pt x="11421" y="13012"/>
                    <a:pt x="12452" y="11409"/>
                  </a:cubicBezTo>
                  <a:cubicBezTo>
                    <a:pt x="12624" y="11123"/>
                    <a:pt x="12768" y="10836"/>
                    <a:pt x="12883" y="10580"/>
                  </a:cubicBezTo>
                  <a:cubicBezTo>
                    <a:pt x="13139" y="10580"/>
                    <a:pt x="13425" y="10523"/>
                    <a:pt x="13684" y="10465"/>
                  </a:cubicBezTo>
                  <a:cubicBezTo>
                    <a:pt x="14600" y="10207"/>
                    <a:pt x="15344" y="9721"/>
                    <a:pt x="16002" y="9320"/>
                  </a:cubicBezTo>
                  <a:cubicBezTo>
                    <a:pt x="16375" y="9091"/>
                    <a:pt x="16719" y="8862"/>
                    <a:pt x="16975" y="8748"/>
                  </a:cubicBezTo>
                  <a:cubicBezTo>
                    <a:pt x="18063" y="8290"/>
                    <a:pt x="19208" y="8145"/>
                    <a:pt x="20525" y="7946"/>
                  </a:cubicBezTo>
                  <a:cubicBezTo>
                    <a:pt x="21242" y="7859"/>
                    <a:pt x="21986" y="7745"/>
                    <a:pt x="22758" y="7603"/>
                  </a:cubicBezTo>
                  <a:cubicBezTo>
                    <a:pt x="22787" y="7603"/>
                    <a:pt x="22787" y="7603"/>
                    <a:pt x="22815" y="7573"/>
                  </a:cubicBezTo>
                  <a:cubicBezTo>
                    <a:pt x="23445" y="7431"/>
                    <a:pt x="23990" y="7229"/>
                    <a:pt x="24505" y="7030"/>
                  </a:cubicBezTo>
                  <a:cubicBezTo>
                    <a:pt x="24906" y="6886"/>
                    <a:pt x="25307" y="6714"/>
                    <a:pt x="25650" y="6657"/>
                  </a:cubicBezTo>
                  <a:cubicBezTo>
                    <a:pt x="25678" y="6657"/>
                    <a:pt x="25707" y="6629"/>
                    <a:pt x="25707" y="6629"/>
                  </a:cubicBezTo>
                  <a:cubicBezTo>
                    <a:pt x="25849" y="6600"/>
                    <a:pt x="26165" y="6600"/>
                    <a:pt x="26422" y="6572"/>
                  </a:cubicBezTo>
                  <a:cubicBezTo>
                    <a:pt x="27081" y="6572"/>
                    <a:pt x="27940" y="6542"/>
                    <a:pt x="28827" y="6171"/>
                  </a:cubicBezTo>
                  <a:cubicBezTo>
                    <a:pt x="31174" y="5283"/>
                    <a:pt x="31231" y="3538"/>
                    <a:pt x="31204" y="2993"/>
                  </a:cubicBezTo>
                  <a:cubicBezTo>
                    <a:pt x="31174" y="2477"/>
                    <a:pt x="30860" y="703"/>
                    <a:pt x="28368" y="130"/>
                  </a:cubicBezTo>
                  <a:cubicBezTo>
                    <a:pt x="28368" y="103"/>
                    <a:pt x="28341" y="103"/>
                    <a:pt x="28311" y="103"/>
                  </a:cubicBezTo>
                  <a:cubicBezTo>
                    <a:pt x="27955" y="26"/>
                    <a:pt x="27605" y="1"/>
                    <a:pt x="2727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7103914" y="911075"/>
              <a:ext cx="480646" cy="367655"/>
            </a:xfrm>
            <a:custGeom>
              <a:avLst/>
              <a:gdLst/>
              <a:ahLst/>
              <a:cxnLst/>
              <a:rect l="l" t="t" r="r" b="b"/>
              <a:pathLst>
                <a:path w="23762" h="18176" extrusionOk="0">
                  <a:moveTo>
                    <a:pt x="15001" y="6239"/>
                  </a:moveTo>
                  <a:cubicBezTo>
                    <a:pt x="15230" y="6267"/>
                    <a:pt x="15517" y="6324"/>
                    <a:pt x="15773" y="6411"/>
                  </a:cubicBezTo>
                  <a:cubicBezTo>
                    <a:pt x="15659" y="6782"/>
                    <a:pt x="15601" y="7270"/>
                    <a:pt x="15688" y="7785"/>
                  </a:cubicBezTo>
                  <a:cubicBezTo>
                    <a:pt x="15631" y="7813"/>
                    <a:pt x="15544" y="7813"/>
                    <a:pt x="15459" y="7842"/>
                  </a:cubicBezTo>
                  <a:cubicBezTo>
                    <a:pt x="15059" y="7957"/>
                    <a:pt x="14715" y="8156"/>
                    <a:pt x="14399" y="8385"/>
                  </a:cubicBezTo>
                  <a:cubicBezTo>
                    <a:pt x="14372" y="7728"/>
                    <a:pt x="14142" y="7098"/>
                    <a:pt x="13769" y="6468"/>
                  </a:cubicBezTo>
                  <a:lnTo>
                    <a:pt x="13941" y="6468"/>
                  </a:lnTo>
                  <a:cubicBezTo>
                    <a:pt x="14314" y="6468"/>
                    <a:pt x="14685" y="6411"/>
                    <a:pt x="15001" y="6239"/>
                  </a:cubicBezTo>
                  <a:close/>
                  <a:moveTo>
                    <a:pt x="5380" y="1"/>
                  </a:moveTo>
                  <a:cubicBezTo>
                    <a:pt x="4073" y="1"/>
                    <a:pt x="3114" y="765"/>
                    <a:pt x="2605" y="1201"/>
                  </a:cubicBezTo>
                  <a:cubicBezTo>
                    <a:pt x="1574" y="1945"/>
                    <a:pt x="1" y="3434"/>
                    <a:pt x="1" y="5351"/>
                  </a:cubicBezTo>
                  <a:lnTo>
                    <a:pt x="1" y="5465"/>
                  </a:lnTo>
                  <a:cubicBezTo>
                    <a:pt x="28" y="6525"/>
                    <a:pt x="486" y="7442"/>
                    <a:pt x="1260" y="8042"/>
                  </a:cubicBezTo>
                  <a:cubicBezTo>
                    <a:pt x="1977" y="8583"/>
                    <a:pt x="2783" y="8751"/>
                    <a:pt x="3538" y="8751"/>
                  </a:cubicBezTo>
                  <a:cubicBezTo>
                    <a:pt x="4261" y="8751"/>
                    <a:pt x="4936" y="8597"/>
                    <a:pt x="5440" y="8472"/>
                  </a:cubicBezTo>
                  <a:cubicBezTo>
                    <a:pt x="5582" y="8442"/>
                    <a:pt x="5726" y="8415"/>
                    <a:pt x="5841" y="8385"/>
                  </a:cubicBezTo>
                  <a:cubicBezTo>
                    <a:pt x="6665" y="8277"/>
                    <a:pt x="7342" y="8220"/>
                    <a:pt x="7864" y="8220"/>
                  </a:cubicBezTo>
                  <a:cubicBezTo>
                    <a:pt x="8447" y="8220"/>
                    <a:pt x="8836" y="8291"/>
                    <a:pt x="9017" y="8442"/>
                  </a:cubicBezTo>
                  <a:cubicBezTo>
                    <a:pt x="9189" y="8557"/>
                    <a:pt x="9333" y="8671"/>
                    <a:pt x="9418" y="8758"/>
                  </a:cubicBezTo>
                  <a:cubicBezTo>
                    <a:pt x="9361" y="8873"/>
                    <a:pt x="9276" y="9015"/>
                    <a:pt x="9219" y="9129"/>
                  </a:cubicBezTo>
                  <a:cubicBezTo>
                    <a:pt x="9161" y="9102"/>
                    <a:pt x="9132" y="9102"/>
                    <a:pt x="9104" y="9102"/>
                  </a:cubicBezTo>
                  <a:cubicBezTo>
                    <a:pt x="8626" y="8997"/>
                    <a:pt x="8023" y="8861"/>
                    <a:pt x="7361" y="8861"/>
                  </a:cubicBezTo>
                  <a:cubicBezTo>
                    <a:pt x="6754" y="8861"/>
                    <a:pt x="6097" y="8975"/>
                    <a:pt x="5440" y="9331"/>
                  </a:cubicBezTo>
                  <a:cubicBezTo>
                    <a:pt x="3436" y="10503"/>
                    <a:pt x="3722" y="12164"/>
                    <a:pt x="3837" y="12652"/>
                  </a:cubicBezTo>
                  <a:cubicBezTo>
                    <a:pt x="3979" y="13224"/>
                    <a:pt x="4753" y="15056"/>
                    <a:pt x="8158" y="15084"/>
                  </a:cubicBezTo>
                  <a:cubicBezTo>
                    <a:pt x="8445" y="15113"/>
                    <a:pt x="8616" y="15113"/>
                    <a:pt x="8703" y="15141"/>
                  </a:cubicBezTo>
                  <a:cubicBezTo>
                    <a:pt x="8731" y="15198"/>
                    <a:pt x="8788" y="15285"/>
                    <a:pt x="8875" y="15427"/>
                  </a:cubicBezTo>
                  <a:cubicBezTo>
                    <a:pt x="8903" y="15484"/>
                    <a:pt x="8932" y="15571"/>
                    <a:pt x="8960" y="15599"/>
                  </a:cubicBezTo>
                  <a:cubicBezTo>
                    <a:pt x="9303" y="16545"/>
                    <a:pt x="9848" y="17461"/>
                    <a:pt x="11509" y="17946"/>
                  </a:cubicBezTo>
                  <a:cubicBezTo>
                    <a:pt x="11536" y="17976"/>
                    <a:pt x="11566" y="17976"/>
                    <a:pt x="11594" y="17976"/>
                  </a:cubicBezTo>
                  <a:cubicBezTo>
                    <a:pt x="11967" y="18091"/>
                    <a:pt x="12482" y="18175"/>
                    <a:pt x="13025" y="18175"/>
                  </a:cubicBezTo>
                  <a:cubicBezTo>
                    <a:pt x="13742" y="18175"/>
                    <a:pt x="14543" y="18004"/>
                    <a:pt x="15173" y="17404"/>
                  </a:cubicBezTo>
                  <a:cubicBezTo>
                    <a:pt x="15430" y="17175"/>
                    <a:pt x="15631" y="16916"/>
                    <a:pt x="15773" y="16659"/>
                  </a:cubicBezTo>
                  <a:cubicBezTo>
                    <a:pt x="15841" y="16664"/>
                    <a:pt x="15910" y="16667"/>
                    <a:pt x="15979" y="16667"/>
                  </a:cubicBezTo>
                  <a:cubicBezTo>
                    <a:pt x="16698" y="16667"/>
                    <a:pt x="17481" y="16387"/>
                    <a:pt x="18265" y="15656"/>
                  </a:cubicBezTo>
                  <a:cubicBezTo>
                    <a:pt x="18808" y="15141"/>
                    <a:pt x="19124" y="14626"/>
                    <a:pt x="19266" y="14140"/>
                  </a:cubicBezTo>
                  <a:cubicBezTo>
                    <a:pt x="19925" y="14110"/>
                    <a:pt x="20612" y="13854"/>
                    <a:pt x="21327" y="13366"/>
                  </a:cubicBezTo>
                  <a:cubicBezTo>
                    <a:pt x="22586" y="12507"/>
                    <a:pt x="23761" y="10618"/>
                    <a:pt x="23418" y="8786"/>
                  </a:cubicBezTo>
                  <a:cubicBezTo>
                    <a:pt x="23418" y="8729"/>
                    <a:pt x="23418" y="8671"/>
                    <a:pt x="23388" y="8587"/>
                  </a:cubicBezTo>
                  <a:cubicBezTo>
                    <a:pt x="22960" y="6839"/>
                    <a:pt x="21700" y="6209"/>
                    <a:pt x="20811" y="5980"/>
                  </a:cubicBezTo>
                  <a:cubicBezTo>
                    <a:pt x="20869" y="5037"/>
                    <a:pt x="20640" y="3835"/>
                    <a:pt x="19380" y="2774"/>
                  </a:cubicBezTo>
                  <a:lnTo>
                    <a:pt x="19323" y="2717"/>
                  </a:lnTo>
                  <a:cubicBezTo>
                    <a:pt x="18527" y="2089"/>
                    <a:pt x="16384" y="1379"/>
                    <a:pt x="14720" y="1379"/>
                  </a:cubicBezTo>
                  <a:cubicBezTo>
                    <a:pt x="14412" y="1379"/>
                    <a:pt x="14120" y="1404"/>
                    <a:pt x="13856" y="1457"/>
                  </a:cubicBezTo>
                  <a:cubicBezTo>
                    <a:pt x="13627" y="1515"/>
                    <a:pt x="13426" y="1572"/>
                    <a:pt x="13226" y="1659"/>
                  </a:cubicBezTo>
                  <a:cubicBezTo>
                    <a:pt x="13139" y="1659"/>
                    <a:pt x="13025" y="1686"/>
                    <a:pt x="12910" y="1686"/>
                  </a:cubicBezTo>
                  <a:cubicBezTo>
                    <a:pt x="12739" y="1686"/>
                    <a:pt x="12452" y="1716"/>
                    <a:pt x="12253" y="1716"/>
                  </a:cubicBezTo>
                  <a:cubicBezTo>
                    <a:pt x="12081" y="1515"/>
                    <a:pt x="11795" y="1258"/>
                    <a:pt x="11394" y="1029"/>
                  </a:cubicBezTo>
                  <a:cubicBezTo>
                    <a:pt x="10585" y="541"/>
                    <a:pt x="9832" y="361"/>
                    <a:pt x="9158" y="361"/>
                  </a:cubicBezTo>
                  <a:cubicBezTo>
                    <a:pt x="8569" y="361"/>
                    <a:pt x="8040" y="499"/>
                    <a:pt x="7586" y="686"/>
                  </a:cubicBezTo>
                  <a:cubicBezTo>
                    <a:pt x="7128" y="370"/>
                    <a:pt x="6613" y="170"/>
                    <a:pt x="6127" y="83"/>
                  </a:cubicBezTo>
                  <a:cubicBezTo>
                    <a:pt x="5867" y="26"/>
                    <a:pt x="5618" y="1"/>
                    <a:pt x="538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186713" y="755875"/>
              <a:ext cx="241496" cy="145294"/>
            </a:xfrm>
            <a:custGeom>
              <a:avLst/>
              <a:gdLst/>
              <a:ahLst/>
              <a:cxnLst/>
              <a:rect l="l" t="t" r="r" b="b"/>
              <a:pathLst>
                <a:path w="11939" h="7183" extrusionOk="0">
                  <a:moveTo>
                    <a:pt x="7188" y="0"/>
                  </a:moveTo>
                  <a:cubicBezTo>
                    <a:pt x="6800" y="0"/>
                    <a:pt x="6444" y="73"/>
                    <a:pt x="6126" y="198"/>
                  </a:cubicBezTo>
                  <a:cubicBezTo>
                    <a:pt x="5355" y="399"/>
                    <a:pt x="4839" y="743"/>
                    <a:pt x="4496" y="942"/>
                  </a:cubicBezTo>
                  <a:lnTo>
                    <a:pt x="4496" y="972"/>
                  </a:lnTo>
                  <a:cubicBezTo>
                    <a:pt x="4351" y="964"/>
                    <a:pt x="4184" y="953"/>
                    <a:pt x="4000" y="953"/>
                  </a:cubicBezTo>
                  <a:cubicBezTo>
                    <a:pt x="3530" y="953"/>
                    <a:pt x="2954" y="1022"/>
                    <a:pt x="2378" y="1373"/>
                  </a:cubicBezTo>
                  <a:cubicBezTo>
                    <a:pt x="0" y="2690"/>
                    <a:pt x="545" y="4636"/>
                    <a:pt x="687" y="5007"/>
                  </a:cubicBezTo>
                  <a:cubicBezTo>
                    <a:pt x="1374" y="6897"/>
                    <a:pt x="3752" y="7183"/>
                    <a:pt x="5096" y="7183"/>
                  </a:cubicBezTo>
                  <a:cubicBezTo>
                    <a:pt x="5412" y="7183"/>
                    <a:pt x="5668" y="7183"/>
                    <a:pt x="5813" y="7155"/>
                  </a:cubicBezTo>
                  <a:lnTo>
                    <a:pt x="5813" y="7183"/>
                  </a:lnTo>
                  <a:cubicBezTo>
                    <a:pt x="5955" y="7155"/>
                    <a:pt x="6184" y="7155"/>
                    <a:pt x="6413" y="7155"/>
                  </a:cubicBezTo>
                  <a:cubicBezTo>
                    <a:pt x="6625" y="7158"/>
                    <a:pt x="6841" y="7161"/>
                    <a:pt x="7057" y="7161"/>
                  </a:cubicBezTo>
                  <a:cubicBezTo>
                    <a:pt x="8798" y="7161"/>
                    <a:pt x="10606" y="6986"/>
                    <a:pt x="11394" y="5408"/>
                  </a:cubicBezTo>
                  <a:cubicBezTo>
                    <a:pt x="11939" y="4293"/>
                    <a:pt x="11824" y="2575"/>
                    <a:pt x="9820" y="1029"/>
                  </a:cubicBezTo>
                  <a:cubicBezTo>
                    <a:pt x="8850" y="287"/>
                    <a:pt x="7956" y="0"/>
                    <a:pt x="7188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7018223" y="1086848"/>
              <a:ext cx="189329" cy="157147"/>
            </a:xfrm>
            <a:custGeom>
              <a:avLst/>
              <a:gdLst/>
              <a:ahLst/>
              <a:cxnLst/>
              <a:rect l="l" t="t" r="r" b="b"/>
              <a:pathLst>
                <a:path w="9360" h="7769" extrusionOk="0">
                  <a:moveTo>
                    <a:pt x="5098" y="1"/>
                  </a:moveTo>
                  <a:cubicBezTo>
                    <a:pt x="4653" y="1"/>
                    <a:pt x="4215" y="94"/>
                    <a:pt x="3806" y="269"/>
                  </a:cubicBezTo>
                  <a:cubicBezTo>
                    <a:pt x="2948" y="470"/>
                    <a:pt x="2260" y="1013"/>
                    <a:pt x="1775" y="1872"/>
                  </a:cubicBezTo>
                  <a:cubicBezTo>
                    <a:pt x="1718" y="1929"/>
                    <a:pt x="1631" y="2016"/>
                    <a:pt x="1603" y="2101"/>
                  </a:cubicBezTo>
                  <a:cubicBezTo>
                    <a:pt x="1516" y="2188"/>
                    <a:pt x="1431" y="2330"/>
                    <a:pt x="1317" y="2444"/>
                  </a:cubicBezTo>
                  <a:cubicBezTo>
                    <a:pt x="829" y="3017"/>
                    <a:pt x="486" y="3475"/>
                    <a:pt x="371" y="4105"/>
                  </a:cubicBezTo>
                  <a:cubicBezTo>
                    <a:pt x="0" y="5708"/>
                    <a:pt x="687" y="6653"/>
                    <a:pt x="1145" y="7082"/>
                  </a:cubicBezTo>
                  <a:cubicBezTo>
                    <a:pt x="1745" y="7627"/>
                    <a:pt x="2405" y="7769"/>
                    <a:pt x="3005" y="7769"/>
                  </a:cubicBezTo>
                  <a:cubicBezTo>
                    <a:pt x="3749" y="7769"/>
                    <a:pt x="4409" y="7540"/>
                    <a:pt x="4809" y="7398"/>
                  </a:cubicBezTo>
                  <a:lnTo>
                    <a:pt x="4837" y="7398"/>
                  </a:lnTo>
                  <a:cubicBezTo>
                    <a:pt x="5161" y="7475"/>
                    <a:pt x="5642" y="7588"/>
                    <a:pt x="6180" y="7588"/>
                  </a:cubicBezTo>
                  <a:cubicBezTo>
                    <a:pt x="6834" y="7588"/>
                    <a:pt x="7572" y="7422"/>
                    <a:pt x="8215" y="6825"/>
                  </a:cubicBezTo>
                  <a:cubicBezTo>
                    <a:pt x="8760" y="6337"/>
                    <a:pt x="9360" y="5451"/>
                    <a:pt x="9188" y="3905"/>
                  </a:cubicBezTo>
                  <a:cubicBezTo>
                    <a:pt x="9188" y="3876"/>
                    <a:pt x="9161" y="3818"/>
                    <a:pt x="9161" y="3791"/>
                  </a:cubicBezTo>
                  <a:cubicBezTo>
                    <a:pt x="8932" y="2359"/>
                    <a:pt x="7729" y="841"/>
                    <a:pt x="6383" y="269"/>
                  </a:cubicBezTo>
                  <a:cubicBezTo>
                    <a:pt x="5962" y="87"/>
                    <a:pt x="5527" y="1"/>
                    <a:pt x="50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6765133" y="844338"/>
              <a:ext cx="294775" cy="147782"/>
            </a:xfrm>
            <a:custGeom>
              <a:avLst/>
              <a:gdLst/>
              <a:ahLst/>
              <a:cxnLst/>
              <a:rect l="l" t="t" r="r" b="b"/>
              <a:pathLst>
                <a:path w="14573" h="7306" extrusionOk="0">
                  <a:moveTo>
                    <a:pt x="5705" y="0"/>
                  </a:moveTo>
                  <a:cubicBezTo>
                    <a:pt x="4245" y="0"/>
                    <a:pt x="2786" y="599"/>
                    <a:pt x="2004" y="1065"/>
                  </a:cubicBezTo>
                  <a:cubicBezTo>
                    <a:pt x="172" y="2180"/>
                    <a:pt x="0" y="3554"/>
                    <a:pt x="87" y="4298"/>
                  </a:cubicBezTo>
                  <a:cubicBezTo>
                    <a:pt x="144" y="4843"/>
                    <a:pt x="488" y="6217"/>
                    <a:pt x="2347" y="6905"/>
                  </a:cubicBezTo>
                  <a:cubicBezTo>
                    <a:pt x="2884" y="7066"/>
                    <a:pt x="3402" y="7119"/>
                    <a:pt x="3892" y="7119"/>
                  </a:cubicBezTo>
                  <a:cubicBezTo>
                    <a:pt x="4448" y="7119"/>
                    <a:pt x="4968" y="7050"/>
                    <a:pt x="5439" y="6989"/>
                  </a:cubicBezTo>
                  <a:cubicBezTo>
                    <a:pt x="5718" y="6943"/>
                    <a:pt x="6054" y="6896"/>
                    <a:pt x="6277" y="6896"/>
                  </a:cubicBezTo>
                  <a:cubicBezTo>
                    <a:pt x="6329" y="6896"/>
                    <a:pt x="6375" y="6899"/>
                    <a:pt x="6412" y="6905"/>
                  </a:cubicBezTo>
                  <a:cubicBezTo>
                    <a:pt x="6557" y="6932"/>
                    <a:pt x="6671" y="6962"/>
                    <a:pt x="6756" y="6989"/>
                  </a:cubicBezTo>
                  <a:cubicBezTo>
                    <a:pt x="7244" y="7134"/>
                    <a:pt x="7816" y="7305"/>
                    <a:pt x="8588" y="7305"/>
                  </a:cubicBezTo>
                  <a:cubicBezTo>
                    <a:pt x="8904" y="7305"/>
                    <a:pt x="9275" y="7276"/>
                    <a:pt x="9676" y="7191"/>
                  </a:cubicBezTo>
                  <a:cubicBezTo>
                    <a:pt x="9733" y="7191"/>
                    <a:pt x="9848" y="7161"/>
                    <a:pt x="9962" y="7161"/>
                  </a:cubicBezTo>
                  <a:cubicBezTo>
                    <a:pt x="11623" y="6932"/>
                    <a:pt x="12683" y="6760"/>
                    <a:pt x="13455" y="5959"/>
                  </a:cubicBezTo>
                  <a:cubicBezTo>
                    <a:pt x="14343" y="5015"/>
                    <a:pt x="14572" y="3813"/>
                    <a:pt x="14114" y="2695"/>
                  </a:cubicBezTo>
                  <a:cubicBezTo>
                    <a:pt x="13542" y="1408"/>
                    <a:pt x="12252" y="863"/>
                    <a:pt x="11252" y="721"/>
                  </a:cubicBezTo>
                  <a:cubicBezTo>
                    <a:pt x="10882" y="629"/>
                    <a:pt x="10543" y="590"/>
                    <a:pt x="10232" y="590"/>
                  </a:cubicBezTo>
                  <a:cubicBezTo>
                    <a:pt x="9482" y="590"/>
                    <a:pt x="8899" y="813"/>
                    <a:pt x="8474" y="1035"/>
                  </a:cubicBezTo>
                  <a:cubicBezTo>
                    <a:pt x="8332" y="893"/>
                    <a:pt x="8160" y="749"/>
                    <a:pt x="7958" y="634"/>
                  </a:cubicBezTo>
                  <a:cubicBezTo>
                    <a:pt x="7277" y="173"/>
                    <a:pt x="6491" y="0"/>
                    <a:pt x="570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7003718" y="841546"/>
              <a:ext cx="172581" cy="138983"/>
            </a:xfrm>
            <a:custGeom>
              <a:avLst/>
              <a:gdLst/>
              <a:ahLst/>
              <a:cxnLst/>
              <a:rect l="l" t="t" r="r" b="b"/>
              <a:pathLst>
                <a:path w="8532" h="6871" extrusionOk="0">
                  <a:moveTo>
                    <a:pt x="5297" y="0"/>
                  </a:moveTo>
                  <a:cubicBezTo>
                    <a:pt x="4954" y="0"/>
                    <a:pt x="4581" y="85"/>
                    <a:pt x="4267" y="229"/>
                  </a:cubicBezTo>
                  <a:cubicBezTo>
                    <a:pt x="3580" y="344"/>
                    <a:pt x="3122" y="573"/>
                    <a:pt x="2405" y="1058"/>
                  </a:cubicBezTo>
                  <a:lnTo>
                    <a:pt x="2263" y="1145"/>
                  </a:lnTo>
                  <a:cubicBezTo>
                    <a:pt x="2176" y="1173"/>
                    <a:pt x="2119" y="1230"/>
                    <a:pt x="2034" y="1260"/>
                  </a:cubicBezTo>
                  <a:cubicBezTo>
                    <a:pt x="1489" y="1546"/>
                    <a:pt x="0" y="2291"/>
                    <a:pt x="87" y="4008"/>
                  </a:cubicBezTo>
                  <a:cubicBezTo>
                    <a:pt x="115" y="4810"/>
                    <a:pt x="516" y="5925"/>
                    <a:pt x="2206" y="6612"/>
                  </a:cubicBezTo>
                  <a:cubicBezTo>
                    <a:pt x="2263" y="6642"/>
                    <a:pt x="2348" y="6669"/>
                    <a:pt x="2405" y="6669"/>
                  </a:cubicBezTo>
                  <a:cubicBezTo>
                    <a:pt x="2806" y="6814"/>
                    <a:pt x="3321" y="6871"/>
                    <a:pt x="3923" y="6871"/>
                  </a:cubicBezTo>
                  <a:cubicBezTo>
                    <a:pt x="4782" y="6871"/>
                    <a:pt x="5755" y="6726"/>
                    <a:pt x="6385" y="6413"/>
                  </a:cubicBezTo>
                  <a:cubicBezTo>
                    <a:pt x="6527" y="6355"/>
                    <a:pt x="6642" y="6298"/>
                    <a:pt x="6756" y="6211"/>
                  </a:cubicBezTo>
                  <a:cubicBezTo>
                    <a:pt x="7214" y="5897"/>
                    <a:pt x="7530" y="5439"/>
                    <a:pt x="7672" y="4952"/>
                  </a:cubicBezTo>
                  <a:cubicBezTo>
                    <a:pt x="7702" y="4952"/>
                    <a:pt x="7702" y="4924"/>
                    <a:pt x="7702" y="4924"/>
                  </a:cubicBezTo>
                  <a:cubicBezTo>
                    <a:pt x="7931" y="4665"/>
                    <a:pt x="8130" y="4352"/>
                    <a:pt x="8245" y="4008"/>
                  </a:cubicBezTo>
                  <a:lnTo>
                    <a:pt x="8332" y="3578"/>
                  </a:lnTo>
                  <a:cubicBezTo>
                    <a:pt x="8389" y="3092"/>
                    <a:pt x="8531" y="1947"/>
                    <a:pt x="7672" y="974"/>
                  </a:cubicBezTo>
                  <a:cubicBezTo>
                    <a:pt x="7272" y="543"/>
                    <a:pt x="6527" y="0"/>
                    <a:pt x="5297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6920920" y="899443"/>
              <a:ext cx="200374" cy="162710"/>
            </a:xfrm>
            <a:custGeom>
              <a:avLst/>
              <a:gdLst/>
              <a:ahLst/>
              <a:cxnLst/>
              <a:rect l="l" t="t" r="r" b="b"/>
              <a:pathLst>
                <a:path w="9906" h="8044" extrusionOk="0">
                  <a:moveTo>
                    <a:pt x="5834" y="0"/>
                  </a:moveTo>
                  <a:cubicBezTo>
                    <a:pt x="4453" y="0"/>
                    <a:pt x="3578" y="709"/>
                    <a:pt x="3093" y="1089"/>
                  </a:cubicBezTo>
                  <a:lnTo>
                    <a:pt x="2978" y="1203"/>
                  </a:lnTo>
                  <a:cubicBezTo>
                    <a:pt x="1002" y="1318"/>
                    <a:pt x="372" y="2834"/>
                    <a:pt x="200" y="3493"/>
                  </a:cubicBezTo>
                  <a:cubicBezTo>
                    <a:pt x="200" y="3551"/>
                    <a:pt x="173" y="3578"/>
                    <a:pt x="173" y="3635"/>
                  </a:cubicBezTo>
                  <a:cubicBezTo>
                    <a:pt x="1" y="4437"/>
                    <a:pt x="1" y="6013"/>
                    <a:pt x="1890" y="7128"/>
                  </a:cubicBezTo>
                  <a:cubicBezTo>
                    <a:pt x="1918" y="7128"/>
                    <a:pt x="1947" y="7158"/>
                    <a:pt x="1947" y="7158"/>
                  </a:cubicBezTo>
                  <a:cubicBezTo>
                    <a:pt x="2834" y="7815"/>
                    <a:pt x="3608" y="8044"/>
                    <a:pt x="4265" y="8044"/>
                  </a:cubicBezTo>
                  <a:cubicBezTo>
                    <a:pt x="5467" y="8044"/>
                    <a:pt x="6269" y="7329"/>
                    <a:pt x="6612" y="7013"/>
                  </a:cubicBezTo>
                  <a:cubicBezTo>
                    <a:pt x="6699" y="6956"/>
                    <a:pt x="6757" y="6899"/>
                    <a:pt x="6814" y="6842"/>
                  </a:cubicBezTo>
                  <a:cubicBezTo>
                    <a:pt x="7272" y="6757"/>
                    <a:pt x="8074" y="6585"/>
                    <a:pt x="8761" y="5841"/>
                  </a:cubicBezTo>
                  <a:cubicBezTo>
                    <a:pt x="9562" y="4982"/>
                    <a:pt x="9906" y="3750"/>
                    <a:pt x="9647" y="2635"/>
                  </a:cubicBezTo>
                  <a:cubicBezTo>
                    <a:pt x="9448" y="1776"/>
                    <a:pt x="8875" y="1059"/>
                    <a:pt x="8074" y="631"/>
                  </a:cubicBezTo>
                  <a:cubicBezTo>
                    <a:pt x="7902" y="516"/>
                    <a:pt x="7700" y="402"/>
                    <a:pt x="7501" y="315"/>
                  </a:cubicBezTo>
                  <a:cubicBezTo>
                    <a:pt x="6878" y="90"/>
                    <a:pt x="6324" y="0"/>
                    <a:pt x="5834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7047717" y="788404"/>
              <a:ext cx="167403" cy="133623"/>
            </a:xfrm>
            <a:custGeom>
              <a:avLst/>
              <a:gdLst/>
              <a:ahLst/>
              <a:cxnLst/>
              <a:rect l="l" t="t" r="r" b="b"/>
              <a:pathLst>
                <a:path w="8276" h="6606" extrusionOk="0">
                  <a:moveTo>
                    <a:pt x="3172" y="1"/>
                  </a:moveTo>
                  <a:cubicBezTo>
                    <a:pt x="2434" y="1"/>
                    <a:pt x="1699" y="152"/>
                    <a:pt x="1089" y="708"/>
                  </a:cubicBezTo>
                  <a:cubicBezTo>
                    <a:pt x="344" y="1368"/>
                    <a:pt x="1" y="2369"/>
                    <a:pt x="173" y="3372"/>
                  </a:cubicBezTo>
                  <a:cubicBezTo>
                    <a:pt x="402" y="4688"/>
                    <a:pt x="1490" y="5861"/>
                    <a:pt x="2493" y="6292"/>
                  </a:cubicBezTo>
                  <a:cubicBezTo>
                    <a:pt x="2951" y="6521"/>
                    <a:pt x="3466" y="6605"/>
                    <a:pt x="4038" y="6605"/>
                  </a:cubicBezTo>
                  <a:cubicBezTo>
                    <a:pt x="5154" y="6605"/>
                    <a:pt x="6329" y="6205"/>
                    <a:pt x="7016" y="5460"/>
                  </a:cubicBezTo>
                  <a:cubicBezTo>
                    <a:pt x="7959" y="4459"/>
                    <a:pt x="8275" y="3056"/>
                    <a:pt x="7760" y="1883"/>
                  </a:cubicBezTo>
                  <a:cubicBezTo>
                    <a:pt x="7272" y="766"/>
                    <a:pt x="6184" y="78"/>
                    <a:pt x="4925" y="78"/>
                  </a:cubicBezTo>
                  <a:cubicBezTo>
                    <a:pt x="4753" y="78"/>
                    <a:pt x="4638" y="108"/>
                    <a:pt x="4496" y="108"/>
                  </a:cubicBezTo>
                  <a:lnTo>
                    <a:pt x="4467" y="108"/>
                  </a:lnTo>
                  <a:cubicBezTo>
                    <a:pt x="4051" y="54"/>
                    <a:pt x="3611" y="1"/>
                    <a:pt x="3172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033274" y="900009"/>
              <a:ext cx="181238" cy="143069"/>
            </a:xfrm>
            <a:custGeom>
              <a:avLst/>
              <a:gdLst/>
              <a:ahLst/>
              <a:cxnLst/>
              <a:rect l="l" t="t" r="r" b="b"/>
              <a:pathLst>
                <a:path w="8960" h="7073" extrusionOk="0">
                  <a:moveTo>
                    <a:pt x="5753" y="1"/>
                  </a:moveTo>
                  <a:cubicBezTo>
                    <a:pt x="4207" y="1"/>
                    <a:pt x="3378" y="172"/>
                    <a:pt x="2089" y="1317"/>
                  </a:cubicBezTo>
                  <a:cubicBezTo>
                    <a:pt x="1489" y="1691"/>
                    <a:pt x="0" y="2749"/>
                    <a:pt x="200" y="4524"/>
                  </a:cubicBezTo>
                  <a:cubicBezTo>
                    <a:pt x="257" y="5039"/>
                    <a:pt x="600" y="6328"/>
                    <a:pt x="2291" y="6958"/>
                  </a:cubicBezTo>
                  <a:cubicBezTo>
                    <a:pt x="2520" y="7043"/>
                    <a:pt x="2806" y="7072"/>
                    <a:pt x="3120" y="7072"/>
                  </a:cubicBezTo>
                  <a:cubicBezTo>
                    <a:pt x="4665" y="7072"/>
                    <a:pt x="6727" y="6099"/>
                    <a:pt x="6756" y="6069"/>
                  </a:cubicBezTo>
                  <a:cubicBezTo>
                    <a:pt x="7901" y="5469"/>
                    <a:pt x="8959" y="4066"/>
                    <a:pt x="8760" y="2520"/>
                  </a:cubicBezTo>
                  <a:cubicBezTo>
                    <a:pt x="8646" y="1661"/>
                    <a:pt x="8130" y="917"/>
                    <a:pt x="7414" y="459"/>
                  </a:cubicBezTo>
                  <a:cubicBezTo>
                    <a:pt x="6985" y="172"/>
                    <a:pt x="6440" y="1"/>
                    <a:pt x="58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297348" y="902558"/>
              <a:ext cx="143615" cy="124864"/>
            </a:xfrm>
            <a:custGeom>
              <a:avLst/>
              <a:gdLst/>
              <a:ahLst/>
              <a:cxnLst/>
              <a:rect l="l" t="t" r="r" b="b"/>
              <a:pathLst>
                <a:path w="7100" h="6173" extrusionOk="0">
                  <a:moveTo>
                    <a:pt x="3668" y="1"/>
                  </a:moveTo>
                  <a:cubicBezTo>
                    <a:pt x="3424" y="1"/>
                    <a:pt x="3174" y="25"/>
                    <a:pt x="2920" y="76"/>
                  </a:cubicBezTo>
                  <a:cubicBezTo>
                    <a:pt x="2776" y="104"/>
                    <a:pt x="2634" y="133"/>
                    <a:pt x="2490" y="191"/>
                  </a:cubicBezTo>
                  <a:cubicBezTo>
                    <a:pt x="1287" y="562"/>
                    <a:pt x="428" y="1450"/>
                    <a:pt x="199" y="2565"/>
                  </a:cubicBezTo>
                  <a:cubicBezTo>
                    <a:pt x="0" y="3653"/>
                    <a:pt x="428" y="4771"/>
                    <a:pt x="1317" y="5485"/>
                  </a:cubicBezTo>
                  <a:cubicBezTo>
                    <a:pt x="1890" y="5943"/>
                    <a:pt x="2604" y="6172"/>
                    <a:pt x="3321" y="6172"/>
                  </a:cubicBezTo>
                  <a:cubicBezTo>
                    <a:pt x="3779" y="6172"/>
                    <a:pt x="4237" y="6088"/>
                    <a:pt x="4665" y="5916"/>
                  </a:cubicBezTo>
                  <a:cubicBezTo>
                    <a:pt x="6241" y="5286"/>
                    <a:pt x="7100" y="3683"/>
                    <a:pt x="6669" y="2137"/>
                  </a:cubicBezTo>
                  <a:cubicBezTo>
                    <a:pt x="6279" y="819"/>
                    <a:pt x="5078" y="1"/>
                    <a:pt x="366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7135189" y="800703"/>
              <a:ext cx="149421" cy="125390"/>
            </a:xfrm>
            <a:custGeom>
              <a:avLst/>
              <a:gdLst/>
              <a:ahLst/>
              <a:cxnLst/>
              <a:rect l="l" t="t" r="r" b="b"/>
              <a:pathLst>
                <a:path w="7387" h="6199" extrusionOk="0">
                  <a:moveTo>
                    <a:pt x="3891" y="1"/>
                  </a:moveTo>
                  <a:cubicBezTo>
                    <a:pt x="3524" y="1"/>
                    <a:pt x="3148" y="61"/>
                    <a:pt x="2776" y="187"/>
                  </a:cubicBezTo>
                  <a:lnTo>
                    <a:pt x="2719" y="187"/>
                  </a:lnTo>
                  <a:cubicBezTo>
                    <a:pt x="1375" y="444"/>
                    <a:pt x="658" y="1360"/>
                    <a:pt x="372" y="2191"/>
                  </a:cubicBezTo>
                  <a:cubicBezTo>
                    <a:pt x="1" y="3393"/>
                    <a:pt x="459" y="4681"/>
                    <a:pt x="1517" y="5512"/>
                  </a:cubicBezTo>
                  <a:cubicBezTo>
                    <a:pt x="2147" y="5970"/>
                    <a:pt x="2863" y="6199"/>
                    <a:pt x="3578" y="6199"/>
                  </a:cubicBezTo>
                  <a:cubicBezTo>
                    <a:pt x="4180" y="6199"/>
                    <a:pt x="4810" y="6027"/>
                    <a:pt x="5353" y="5684"/>
                  </a:cubicBezTo>
                  <a:cubicBezTo>
                    <a:pt x="6814" y="4795"/>
                    <a:pt x="7386" y="3192"/>
                    <a:pt x="6727" y="1761"/>
                  </a:cubicBezTo>
                  <a:cubicBezTo>
                    <a:pt x="6222" y="661"/>
                    <a:pt x="5108" y="1"/>
                    <a:pt x="389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7117225" y="837662"/>
              <a:ext cx="122781" cy="122033"/>
            </a:xfrm>
            <a:custGeom>
              <a:avLst/>
              <a:gdLst/>
              <a:ahLst/>
              <a:cxnLst/>
              <a:rect l="l" t="t" r="r" b="b"/>
              <a:pathLst>
                <a:path w="6070" h="6033" extrusionOk="0">
                  <a:moveTo>
                    <a:pt x="3018" y="1"/>
                  </a:moveTo>
                  <a:cubicBezTo>
                    <a:pt x="2786" y="1"/>
                    <a:pt x="2552" y="26"/>
                    <a:pt x="2320" y="78"/>
                  </a:cubicBezTo>
                  <a:cubicBezTo>
                    <a:pt x="2034" y="105"/>
                    <a:pt x="1748" y="220"/>
                    <a:pt x="1519" y="364"/>
                  </a:cubicBezTo>
                  <a:cubicBezTo>
                    <a:pt x="1461" y="392"/>
                    <a:pt x="1404" y="421"/>
                    <a:pt x="1374" y="449"/>
                  </a:cubicBezTo>
                  <a:cubicBezTo>
                    <a:pt x="602" y="879"/>
                    <a:pt x="172" y="1681"/>
                    <a:pt x="144" y="2510"/>
                  </a:cubicBezTo>
                  <a:cubicBezTo>
                    <a:pt x="0" y="3456"/>
                    <a:pt x="202" y="4486"/>
                    <a:pt x="973" y="5231"/>
                  </a:cubicBezTo>
                  <a:cubicBezTo>
                    <a:pt x="1431" y="5716"/>
                    <a:pt x="2119" y="6032"/>
                    <a:pt x="2893" y="6032"/>
                  </a:cubicBezTo>
                  <a:cubicBezTo>
                    <a:pt x="3408" y="6032"/>
                    <a:pt x="3951" y="5888"/>
                    <a:pt x="4496" y="5544"/>
                  </a:cubicBezTo>
                  <a:cubicBezTo>
                    <a:pt x="5439" y="5002"/>
                    <a:pt x="6012" y="4086"/>
                    <a:pt x="6042" y="3055"/>
                  </a:cubicBezTo>
                  <a:cubicBezTo>
                    <a:pt x="6069" y="1995"/>
                    <a:pt x="5496" y="994"/>
                    <a:pt x="4553" y="421"/>
                  </a:cubicBezTo>
                  <a:cubicBezTo>
                    <a:pt x="4091" y="141"/>
                    <a:pt x="3560" y="1"/>
                    <a:pt x="301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080165" y="864345"/>
              <a:ext cx="135504" cy="119666"/>
            </a:xfrm>
            <a:custGeom>
              <a:avLst/>
              <a:gdLst/>
              <a:ahLst/>
              <a:cxnLst/>
              <a:rect l="l" t="t" r="r" b="b"/>
              <a:pathLst>
                <a:path w="6699" h="5916" extrusionOk="0">
                  <a:moveTo>
                    <a:pt x="3460" y="0"/>
                  </a:moveTo>
                  <a:cubicBezTo>
                    <a:pt x="3207" y="0"/>
                    <a:pt x="2949" y="34"/>
                    <a:pt x="2691" y="103"/>
                  </a:cubicBezTo>
                  <a:cubicBezTo>
                    <a:pt x="2347" y="190"/>
                    <a:pt x="2061" y="332"/>
                    <a:pt x="1805" y="561"/>
                  </a:cubicBezTo>
                  <a:cubicBezTo>
                    <a:pt x="1747" y="591"/>
                    <a:pt x="1690" y="618"/>
                    <a:pt x="1633" y="676"/>
                  </a:cubicBezTo>
                  <a:cubicBezTo>
                    <a:pt x="286" y="1706"/>
                    <a:pt x="0" y="3454"/>
                    <a:pt x="973" y="4741"/>
                  </a:cubicBezTo>
                  <a:cubicBezTo>
                    <a:pt x="1546" y="5515"/>
                    <a:pt x="2462" y="5916"/>
                    <a:pt x="3378" y="5916"/>
                  </a:cubicBezTo>
                  <a:cubicBezTo>
                    <a:pt x="4008" y="5916"/>
                    <a:pt x="4638" y="5714"/>
                    <a:pt x="5183" y="5313"/>
                  </a:cubicBezTo>
                  <a:cubicBezTo>
                    <a:pt x="6328" y="4454"/>
                    <a:pt x="6699" y="2938"/>
                    <a:pt x="6069" y="1649"/>
                  </a:cubicBezTo>
                  <a:cubicBezTo>
                    <a:pt x="5557" y="626"/>
                    <a:pt x="4555" y="0"/>
                    <a:pt x="3460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901236" y="807318"/>
              <a:ext cx="153446" cy="123974"/>
            </a:xfrm>
            <a:custGeom>
              <a:avLst/>
              <a:gdLst/>
              <a:ahLst/>
              <a:cxnLst/>
              <a:rect l="l" t="t" r="r" b="b"/>
              <a:pathLst>
                <a:path w="7586" h="6129" extrusionOk="0">
                  <a:moveTo>
                    <a:pt x="3867" y="1"/>
                  </a:moveTo>
                  <a:cubicBezTo>
                    <a:pt x="2089" y="1"/>
                    <a:pt x="569" y="1015"/>
                    <a:pt x="257" y="2551"/>
                  </a:cubicBezTo>
                  <a:cubicBezTo>
                    <a:pt x="1" y="3838"/>
                    <a:pt x="658" y="5414"/>
                    <a:pt x="2719" y="5986"/>
                  </a:cubicBezTo>
                  <a:cubicBezTo>
                    <a:pt x="3062" y="6101"/>
                    <a:pt x="3378" y="6128"/>
                    <a:pt x="3722" y="6128"/>
                  </a:cubicBezTo>
                  <a:cubicBezTo>
                    <a:pt x="4895" y="6128"/>
                    <a:pt x="5955" y="5556"/>
                    <a:pt x="6585" y="4869"/>
                  </a:cubicBezTo>
                  <a:cubicBezTo>
                    <a:pt x="7356" y="4040"/>
                    <a:pt x="7585" y="2922"/>
                    <a:pt x="7214" y="1949"/>
                  </a:cubicBezTo>
                  <a:cubicBezTo>
                    <a:pt x="7043" y="1491"/>
                    <a:pt x="6470" y="433"/>
                    <a:pt x="4924" y="147"/>
                  </a:cubicBezTo>
                  <a:cubicBezTo>
                    <a:pt x="4753" y="89"/>
                    <a:pt x="4608" y="60"/>
                    <a:pt x="4409" y="32"/>
                  </a:cubicBezTo>
                  <a:cubicBezTo>
                    <a:pt x="4227" y="11"/>
                    <a:pt x="4046" y="1"/>
                    <a:pt x="3867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6981709" y="838573"/>
              <a:ext cx="121628" cy="116490"/>
            </a:xfrm>
            <a:custGeom>
              <a:avLst/>
              <a:gdLst/>
              <a:ahLst/>
              <a:cxnLst/>
              <a:rect l="l" t="t" r="r" b="b"/>
              <a:pathLst>
                <a:path w="6013" h="5759" extrusionOk="0">
                  <a:moveTo>
                    <a:pt x="2936" y="1"/>
                  </a:moveTo>
                  <a:cubicBezTo>
                    <a:pt x="2391" y="1"/>
                    <a:pt x="1880" y="193"/>
                    <a:pt x="1462" y="518"/>
                  </a:cubicBezTo>
                  <a:cubicBezTo>
                    <a:pt x="1290" y="633"/>
                    <a:pt x="1146" y="747"/>
                    <a:pt x="1004" y="919"/>
                  </a:cubicBezTo>
                  <a:cubicBezTo>
                    <a:pt x="688" y="1235"/>
                    <a:pt x="0" y="1979"/>
                    <a:pt x="0" y="3296"/>
                  </a:cubicBezTo>
                  <a:cubicBezTo>
                    <a:pt x="0" y="4270"/>
                    <a:pt x="573" y="5128"/>
                    <a:pt x="1489" y="5499"/>
                  </a:cubicBezTo>
                  <a:cubicBezTo>
                    <a:pt x="1862" y="5671"/>
                    <a:pt x="2263" y="5758"/>
                    <a:pt x="2664" y="5758"/>
                  </a:cubicBezTo>
                  <a:cubicBezTo>
                    <a:pt x="3436" y="5758"/>
                    <a:pt x="4210" y="5472"/>
                    <a:pt x="4810" y="4927"/>
                  </a:cubicBezTo>
                  <a:cubicBezTo>
                    <a:pt x="5669" y="4155"/>
                    <a:pt x="6012" y="3038"/>
                    <a:pt x="5698" y="1979"/>
                  </a:cubicBezTo>
                  <a:cubicBezTo>
                    <a:pt x="5382" y="949"/>
                    <a:pt x="4496" y="205"/>
                    <a:pt x="3321" y="33"/>
                  </a:cubicBezTo>
                  <a:cubicBezTo>
                    <a:pt x="3191" y="11"/>
                    <a:pt x="3063" y="1"/>
                    <a:pt x="293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6717088" y="829834"/>
              <a:ext cx="162144" cy="122902"/>
            </a:xfrm>
            <a:custGeom>
              <a:avLst/>
              <a:gdLst/>
              <a:ahLst/>
              <a:cxnLst/>
              <a:rect l="l" t="t" r="r" b="b"/>
              <a:pathLst>
                <a:path w="8016" h="6076" extrusionOk="0">
                  <a:moveTo>
                    <a:pt x="4772" y="0"/>
                  </a:moveTo>
                  <a:cubicBezTo>
                    <a:pt x="4448" y="0"/>
                    <a:pt x="4113" y="49"/>
                    <a:pt x="3779" y="149"/>
                  </a:cubicBezTo>
                  <a:cubicBezTo>
                    <a:pt x="2577" y="293"/>
                    <a:pt x="1203" y="836"/>
                    <a:pt x="515" y="1953"/>
                  </a:cubicBezTo>
                  <a:cubicBezTo>
                    <a:pt x="0" y="2812"/>
                    <a:pt x="0" y="3843"/>
                    <a:pt x="486" y="4672"/>
                  </a:cubicBezTo>
                  <a:cubicBezTo>
                    <a:pt x="1031" y="5588"/>
                    <a:pt x="2004" y="6076"/>
                    <a:pt x="3378" y="6076"/>
                  </a:cubicBezTo>
                  <a:lnTo>
                    <a:pt x="3550" y="6076"/>
                  </a:lnTo>
                  <a:cubicBezTo>
                    <a:pt x="4523" y="6076"/>
                    <a:pt x="5611" y="5989"/>
                    <a:pt x="6470" y="5331"/>
                  </a:cubicBezTo>
                  <a:cubicBezTo>
                    <a:pt x="7672" y="4358"/>
                    <a:pt x="8016" y="2755"/>
                    <a:pt x="7329" y="1466"/>
                  </a:cubicBezTo>
                  <a:cubicBezTo>
                    <a:pt x="6802" y="523"/>
                    <a:pt x="5838" y="0"/>
                    <a:pt x="4772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619785" y="915808"/>
              <a:ext cx="362517" cy="206017"/>
            </a:xfrm>
            <a:custGeom>
              <a:avLst/>
              <a:gdLst/>
              <a:ahLst/>
              <a:cxnLst/>
              <a:rect l="l" t="t" r="r" b="b"/>
              <a:pathLst>
                <a:path w="17922" h="10185" extrusionOk="0">
                  <a:moveTo>
                    <a:pt x="7835" y="0"/>
                  </a:moveTo>
                  <a:cubicBezTo>
                    <a:pt x="6588" y="0"/>
                    <a:pt x="5710" y="644"/>
                    <a:pt x="5238" y="967"/>
                  </a:cubicBezTo>
                  <a:lnTo>
                    <a:pt x="5154" y="1052"/>
                  </a:lnTo>
                  <a:lnTo>
                    <a:pt x="5039" y="1052"/>
                  </a:lnTo>
                  <a:cubicBezTo>
                    <a:pt x="4899" y="1045"/>
                    <a:pt x="4742" y="1037"/>
                    <a:pt x="4571" y="1037"/>
                  </a:cubicBezTo>
                  <a:cubicBezTo>
                    <a:pt x="4080" y="1037"/>
                    <a:pt x="3479" y="1098"/>
                    <a:pt x="2864" y="1395"/>
                  </a:cubicBezTo>
                  <a:cubicBezTo>
                    <a:pt x="1689" y="1910"/>
                    <a:pt x="1002" y="2712"/>
                    <a:pt x="830" y="3743"/>
                  </a:cubicBezTo>
                  <a:cubicBezTo>
                    <a:pt x="773" y="4116"/>
                    <a:pt x="773" y="4459"/>
                    <a:pt x="830" y="4773"/>
                  </a:cubicBezTo>
                  <a:cubicBezTo>
                    <a:pt x="688" y="4975"/>
                    <a:pt x="573" y="5174"/>
                    <a:pt x="486" y="5433"/>
                  </a:cubicBezTo>
                  <a:cubicBezTo>
                    <a:pt x="200" y="6147"/>
                    <a:pt x="1" y="7551"/>
                    <a:pt x="1746" y="8982"/>
                  </a:cubicBezTo>
                  <a:cubicBezTo>
                    <a:pt x="2635" y="9669"/>
                    <a:pt x="4409" y="10185"/>
                    <a:pt x="5811" y="10185"/>
                  </a:cubicBezTo>
                  <a:cubicBezTo>
                    <a:pt x="6127" y="10185"/>
                    <a:pt x="6441" y="10155"/>
                    <a:pt x="6700" y="10098"/>
                  </a:cubicBezTo>
                  <a:cubicBezTo>
                    <a:pt x="6784" y="10070"/>
                    <a:pt x="6842" y="10070"/>
                    <a:pt x="6899" y="10040"/>
                  </a:cubicBezTo>
                  <a:cubicBezTo>
                    <a:pt x="7787" y="9754"/>
                    <a:pt x="8417" y="9269"/>
                    <a:pt x="8818" y="8953"/>
                  </a:cubicBezTo>
                  <a:cubicBezTo>
                    <a:pt x="8875" y="8895"/>
                    <a:pt x="8960" y="8838"/>
                    <a:pt x="9017" y="8811"/>
                  </a:cubicBezTo>
                  <a:cubicBezTo>
                    <a:pt x="9132" y="8838"/>
                    <a:pt x="9276" y="8925"/>
                    <a:pt x="9361" y="8982"/>
                  </a:cubicBezTo>
                  <a:cubicBezTo>
                    <a:pt x="9933" y="9269"/>
                    <a:pt x="10822" y="9697"/>
                    <a:pt x="11937" y="9697"/>
                  </a:cubicBezTo>
                  <a:cubicBezTo>
                    <a:pt x="11994" y="9697"/>
                    <a:pt x="15258" y="9612"/>
                    <a:pt x="16547" y="8495"/>
                  </a:cubicBezTo>
                  <a:cubicBezTo>
                    <a:pt x="17349" y="7750"/>
                    <a:pt x="17720" y="6921"/>
                    <a:pt x="17720" y="6005"/>
                  </a:cubicBezTo>
                  <a:cubicBezTo>
                    <a:pt x="17720" y="5547"/>
                    <a:pt x="17605" y="5146"/>
                    <a:pt x="17433" y="4830"/>
                  </a:cubicBezTo>
                  <a:cubicBezTo>
                    <a:pt x="17692" y="4459"/>
                    <a:pt x="17864" y="4001"/>
                    <a:pt x="17891" y="3429"/>
                  </a:cubicBezTo>
                  <a:cubicBezTo>
                    <a:pt x="17921" y="2826"/>
                    <a:pt x="17777" y="1910"/>
                    <a:pt x="16918" y="994"/>
                  </a:cubicBezTo>
                  <a:cubicBezTo>
                    <a:pt x="16490" y="536"/>
                    <a:pt x="15917" y="280"/>
                    <a:pt x="15345" y="250"/>
                  </a:cubicBezTo>
                  <a:cubicBezTo>
                    <a:pt x="14952" y="145"/>
                    <a:pt x="14596" y="102"/>
                    <a:pt x="14272" y="102"/>
                  </a:cubicBezTo>
                  <a:cubicBezTo>
                    <a:pt x="13275" y="102"/>
                    <a:pt x="12592" y="513"/>
                    <a:pt x="12139" y="795"/>
                  </a:cubicBezTo>
                  <a:lnTo>
                    <a:pt x="12024" y="852"/>
                  </a:lnTo>
                  <a:lnTo>
                    <a:pt x="11967" y="910"/>
                  </a:lnTo>
                  <a:cubicBezTo>
                    <a:pt x="11223" y="765"/>
                    <a:pt x="10593" y="823"/>
                    <a:pt x="10162" y="795"/>
                  </a:cubicBezTo>
                  <a:cubicBezTo>
                    <a:pt x="10135" y="795"/>
                    <a:pt x="10105" y="765"/>
                    <a:pt x="10048" y="738"/>
                  </a:cubicBezTo>
                  <a:cubicBezTo>
                    <a:pt x="9734" y="536"/>
                    <a:pt x="9276" y="250"/>
                    <a:pt x="8674" y="108"/>
                  </a:cubicBezTo>
                  <a:cubicBezTo>
                    <a:pt x="8589" y="78"/>
                    <a:pt x="8502" y="51"/>
                    <a:pt x="8445" y="51"/>
                  </a:cubicBezTo>
                  <a:cubicBezTo>
                    <a:pt x="8233" y="16"/>
                    <a:pt x="8029" y="0"/>
                    <a:pt x="783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898930" y="991527"/>
              <a:ext cx="145921" cy="128000"/>
            </a:xfrm>
            <a:custGeom>
              <a:avLst/>
              <a:gdLst/>
              <a:ahLst/>
              <a:cxnLst/>
              <a:rect l="l" t="t" r="r" b="b"/>
              <a:pathLst>
                <a:path w="7214" h="6328" extrusionOk="0">
                  <a:moveTo>
                    <a:pt x="3990" y="1"/>
                  </a:moveTo>
                  <a:cubicBezTo>
                    <a:pt x="3840" y="1"/>
                    <a:pt x="3684" y="10"/>
                    <a:pt x="3520" y="29"/>
                  </a:cubicBezTo>
                  <a:cubicBezTo>
                    <a:pt x="3405" y="29"/>
                    <a:pt x="3321" y="57"/>
                    <a:pt x="3206" y="57"/>
                  </a:cubicBezTo>
                  <a:cubicBezTo>
                    <a:pt x="1344" y="286"/>
                    <a:pt x="0" y="1804"/>
                    <a:pt x="85" y="3492"/>
                  </a:cubicBezTo>
                  <a:cubicBezTo>
                    <a:pt x="172" y="4896"/>
                    <a:pt x="1344" y="6327"/>
                    <a:pt x="3435" y="6327"/>
                  </a:cubicBezTo>
                  <a:cubicBezTo>
                    <a:pt x="4809" y="6327"/>
                    <a:pt x="6096" y="5553"/>
                    <a:pt x="6699" y="4323"/>
                  </a:cubicBezTo>
                  <a:cubicBezTo>
                    <a:pt x="7214" y="3263"/>
                    <a:pt x="7127" y="2061"/>
                    <a:pt x="6440" y="1174"/>
                  </a:cubicBezTo>
                  <a:cubicBezTo>
                    <a:pt x="6157" y="786"/>
                    <a:pt x="5382" y="1"/>
                    <a:pt x="399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534093" y="879820"/>
              <a:ext cx="298194" cy="167281"/>
            </a:xfrm>
            <a:custGeom>
              <a:avLst/>
              <a:gdLst/>
              <a:ahLst/>
              <a:cxnLst/>
              <a:rect l="l" t="t" r="r" b="b"/>
              <a:pathLst>
                <a:path w="14742" h="8270" extrusionOk="0">
                  <a:moveTo>
                    <a:pt x="8513" y="0"/>
                  </a:moveTo>
                  <a:cubicBezTo>
                    <a:pt x="7322" y="0"/>
                    <a:pt x="6541" y="294"/>
                    <a:pt x="5382" y="1113"/>
                  </a:cubicBezTo>
                  <a:cubicBezTo>
                    <a:pt x="5295" y="1170"/>
                    <a:pt x="4951" y="1200"/>
                    <a:pt x="4695" y="1228"/>
                  </a:cubicBezTo>
                  <a:cubicBezTo>
                    <a:pt x="3951" y="1315"/>
                    <a:pt x="2948" y="1457"/>
                    <a:pt x="1947" y="2144"/>
                  </a:cubicBezTo>
                  <a:cubicBezTo>
                    <a:pt x="142" y="3346"/>
                    <a:pt x="0" y="5036"/>
                    <a:pt x="401" y="6124"/>
                  </a:cubicBezTo>
                  <a:cubicBezTo>
                    <a:pt x="916" y="7441"/>
                    <a:pt x="2318" y="8270"/>
                    <a:pt x="3921" y="8270"/>
                  </a:cubicBezTo>
                  <a:cubicBezTo>
                    <a:pt x="4180" y="8270"/>
                    <a:pt x="4466" y="8242"/>
                    <a:pt x="4722" y="8185"/>
                  </a:cubicBezTo>
                  <a:cubicBezTo>
                    <a:pt x="5467" y="8070"/>
                    <a:pt x="6126" y="7784"/>
                    <a:pt x="6669" y="7555"/>
                  </a:cubicBezTo>
                  <a:cubicBezTo>
                    <a:pt x="6898" y="7441"/>
                    <a:pt x="7271" y="7269"/>
                    <a:pt x="7386" y="7269"/>
                  </a:cubicBezTo>
                  <a:cubicBezTo>
                    <a:pt x="8959" y="7010"/>
                    <a:pt x="10276" y="6667"/>
                    <a:pt x="11508" y="6323"/>
                  </a:cubicBezTo>
                  <a:cubicBezTo>
                    <a:pt x="11593" y="6296"/>
                    <a:pt x="11707" y="6266"/>
                    <a:pt x="11794" y="6266"/>
                  </a:cubicBezTo>
                  <a:cubicBezTo>
                    <a:pt x="12539" y="6094"/>
                    <a:pt x="14227" y="5723"/>
                    <a:pt x="14600" y="3918"/>
                  </a:cubicBezTo>
                  <a:cubicBezTo>
                    <a:pt x="14742" y="3261"/>
                    <a:pt x="14714" y="1972"/>
                    <a:pt x="13139" y="857"/>
                  </a:cubicBezTo>
                  <a:cubicBezTo>
                    <a:pt x="13081" y="827"/>
                    <a:pt x="12997" y="770"/>
                    <a:pt x="12939" y="742"/>
                  </a:cubicBezTo>
                  <a:cubicBezTo>
                    <a:pt x="12191" y="315"/>
                    <a:pt x="11476" y="238"/>
                    <a:pt x="10935" y="238"/>
                  </a:cubicBezTo>
                  <a:cubicBezTo>
                    <a:pt x="10751" y="238"/>
                    <a:pt x="10586" y="247"/>
                    <a:pt x="10448" y="254"/>
                  </a:cubicBezTo>
                  <a:lnTo>
                    <a:pt x="10391" y="254"/>
                  </a:lnTo>
                  <a:cubicBezTo>
                    <a:pt x="10134" y="112"/>
                    <a:pt x="9818" y="55"/>
                    <a:pt x="9532" y="55"/>
                  </a:cubicBezTo>
                  <a:cubicBezTo>
                    <a:pt x="9156" y="20"/>
                    <a:pt x="8820" y="0"/>
                    <a:pt x="851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599495" y="2209924"/>
              <a:ext cx="321981" cy="194042"/>
            </a:xfrm>
            <a:custGeom>
              <a:avLst/>
              <a:gdLst/>
              <a:ahLst/>
              <a:cxnLst/>
              <a:rect l="l" t="t" r="r" b="b"/>
              <a:pathLst>
                <a:path w="15918" h="9593" extrusionOk="0">
                  <a:moveTo>
                    <a:pt x="5470" y="1"/>
                  </a:moveTo>
                  <a:cubicBezTo>
                    <a:pt x="4496" y="1"/>
                    <a:pt x="3608" y="115"/>
                    <a:pt x="2864" y="374"/>
                  </a:cubicBezTo>
                  <a:cubicBezTo>
                    <a:pt x="1061" y="974"/>
                    <a:pt x="1" y="2348"/>
                    <a:pt x="230" y="3894"/>
                  </a:cubicBezTo>
                  <a:cubicBezTo>
                    <a:pt x="287" y="4267"/>
                    <a:pt x="688" y="6271"/>
                    <a:pt x="3436" y="6386"/>
                  </a:cubicBezTo>
                  <a:cubicBezTo>
                    <a:pt x="3752" y="6413"/>
                    <a:pt x="4038" y="6413"/>
                    <a:pt x="4295" y="6413"/>
                  </a:cubicBezTo>
                  <a:lnTo>
                    <a:pt x="4611" y="6413"/>
                  </a:lnTo>
                  <a:cubicBezTo>
                    <a:pt x="5012" y="6413"/>
                    <a:pt x="5126" y="6413"/>
                    <a:pt x="5612" y="6615"/>
                  </a:cubicBezTo>
                  <a:cubicBezTo>
                    <a:pt x="5641" y="6642"/>
                    <a:pt x="5669" y="6642"/>
                    <a:pt x="5699" y="6672"/>
                  </a:cubicBezTo>
                  <a:cubicBezTo>
                    <a:pt x="5928" y="6729"/>
                    <a:pt x="6099" y="6814"/>
                    <a:pt x="6299" y="6871"/>
                  </a:cubicBezTo>
                  <a:cubicBezTo>
                    <a:pt x="6558" y="6986"/>
                    <a:pt x="6901" y="7100"/>
                    <a:pt x="6958" y="7158"/>
                  </a:cubicBezTo>
                  <a:cubicBezTo>
                    <a:pt x="6958" y="7158"/>
                    <a:pt x="7043" y="7245"/>
                    <a:pt x="7272" y="7588"/>
                  </a:cubicBezTo>
                  <a:lnTo>
                    <a:pt x="7329" y="7645"/>
                  </a:lnTo>
                  <a:cubicBezTo>
                    <a:pt x="7616" y="8074"/>
                    <a:pt x="8504" y="9391"/>
                    <a:pt x="10306" y="9391"/>
                  </a:cubicBezTo>
                  <a:cubicBezTo>
                    <a:pt x="10478" y="9391"/>
                    <a:pt x="10650" y="9391"/>
                    <a:pt x="10822" y="9363"/>
                  </a:cubicBezTo>
                  <a:cubicBezTo>
                    <a:pt x="10880" y="9363"/>
                    <a:pt x="10950" y="9350"/>
                    <a:pt x="11032" y="9350"/>
                  </a:cubicBezTo>
                  <a:cubicBezTo>
                    <a:pt x="11074" y="9350"/>
                    <a:pt x="11118" y="9353"/>
                    <a:pt x="11165" y="9363"/>
                  </a:cubicBezTo>
                  <a:cubicBezTo>
                    <a:pt x="11195" y="9363"/>
                    <a:pt x="11223" y="9363"/>
                    <a:pt x="11280" y="9391"/>
                  </a:cubicBezTo>
                  <a:cubicBezTo>
                    <a:pt x="11653" y="9478"/>
                    <a:pt x="12196" y="9592"/>
                    <a:pt x="12768" y="9592"/>
                  </a:cubicBezTo>
                  <a:cubicBezTo>
                    <a:pt x="13799" y="9592"/>
                    <a:pt x="14687" y="9161"/>
                    <a:pt x="15230" y="8360"/>
                  </a:cubicBezTo>
                  <a:cubicBezTo>
                    <a:pt x="15517" y="7932"/>
                    <a:pt x="15917" y="7016"/>
                    <a:pt x="15489" y="5784"/>
                  </a:cubicBezTo>
                  <a:cubicBezTo>
                    <a:pt x="15345" y="5241"/>
                    <a:pt x="15031" y="4753"/>
                    <a:pt x="14543" y="4325"/>
                  </a:cubicBezTo>
                  <a:lnTo>
                    <a:pt x="14458" y="4238"/>
                  </a:lnTo>
                  <a:cubicBezTo>
                    <a:pt x="12654" y="2692"/>
                    <a:pt x="10222" y="603"/>
                    <a:pt x="7130" y="115"/>
                  </a:cubicBezTo>
                  <a:cubicBezTo>
                    <a:pt x="6615" y="58"/>
                    <a:pt x="6042" y="1"/>
                    <a:pt x="547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809132" y="2302170"/>
              <a:ext cx="234558" cy="150998"/>
            </a:xfrm>
            <a:custGeom>
              <a:avLst/>
              <a:gdLst/>
              <a:ahLst/>
              <a:cxnLst/>
              <a:rect l="l" t="t" r="r" b="b"/>
              <a:pathLst>
                <a:path w="11596" h="7465" extrusionOk="0">
                  <a:moveTo>
                    <a:pt x="4871" y="1"/>
                  </a:moveTo>
                  <a:cubicBezTo>
                    <a:pt x="4188" y="1"/>
                    <a:pt x="3399" y="168"/>
                    <a:pt x="2692" y="795"/>
                  </a:cubicBezTo>
                  <a:lnTo>
                    <a:pt x="2550" y="937"/>
                  </a:lnTo>
                  <a:cubicBezTo>
                    <a:pt x="2234" y="1253"/>
                    <a:pt x="2034" y="1624"/>
                    <a:pt x="1920" y="1940"/>
                  </a:cubicBezTo>
                  <a:cubicBezTo>
                    <a:pt x="1748" y="2055"/>
                    <a:pt x="1547" y="2197"/>
                    <a:pt x="1375" y="2398"/>
                  </a:cubicBezTo>
                  <a:cubicBezTo>
                    <a:pt x="1" y="3830"/>
                    <a:pt x="489" y="5261"/>
                    <a:pt x="688" y="5662"/>
                  </a:cubicBezTo>
                  <a:cubicBezTo>
                    <a:pt x="1375" y="7208"/>
                    <a:pt x="2978" y="7464"/>
                    <a:pt x="4439" y="7464"/>
                  </a:cubicBezTo>
                  <a:cubicBezTo>
                    <a:pt x="4810" y="7464"/>
                    <a:pt x="5183" y="7437"/>
                    <a:pt x="5527" y="7437"/>
                  </a:cubicBezTo>
                  <a:cubicBezTo>
                    <a:pt x="5699" y="7407"/>
                    <a:pt x="5841" y="7407"/>
                    <a:pt x="5955" y="7407"/>
                  </a:cubicBezTo>
                  <a:cubicBezTo>
                    <a:pt x="6557" y="7407"/>
                    <a:pt x="9592" y="7322"/>
                    <a:pt x="10879" y="5460"/>
                  </a:cubicBezTo>
                  <a:cubicBezTo>
                    <a:pt x="11481" y="4601"/>
                    <a:pt x="11596" y="3543"/>
                    <a:pt x="11252" y="2570"/>
                  </a:cubicBezTo>
                  <a:cubicBezTo>
                    <a:pt x="10478" y="452"/>
                    <a:pt x="8160" y="365"/>
                    <a:pt x="7157" y="337"/>
                  </a:cubicBezTo>
                  <a:lnTo>
                    <a:pt x="6844" y="337"/>
                  </a:lnTo>
                  <a:cubicBezTo>
                    <a:pt x="6699" y="280"/>
                    <a:pt x="6557" y="223"/>
                    <a:pt x="6386" y="223"/>
                  </a:cubicBezTo>
                  <a:cubicBezTo>
                    <a:pt x="6328" y="193"/>
                    <a:pt x="6271" y="193"/>
                    <a:pt x="6184" y="166"/>
                  </a:cubicBezTo>
                  <a:cubicBezTo>
                    <a:pt x="5871" y="102"/>
                    <a:pt x="5403" y="1"/>
                    <a:pt x="487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305440" y="1456965"/>
              <a:ext cx="244389" cy="213845"/>
            </a:xfrm>
            <a:custGeom>
              <a:avLst/>
              <a:gdLst/>
              <a:ahLst/>
              <a:cxnLst/>
              <a:rect l="l" t="t" r="r" b="b"/>
              <a:pathLst>
                <a:path w="12082" h="10572" extrusionOk="0">
                  <a:moveTo>
                    <a:pt x="7083" y="1"/>
                  </a:moveTo>
                  <a:cubicBezTo>
                    <a:pt x="6814" y="1"/>
                    <a:pt x="6528" y="56"/>
                    <a:pt x="6242" y="152"/>
                  </a:cubicBezTo>
                  <a:cubicBezTo>
                    <a:pt x="4952" y="667"/>
                    <a:pt x="4352" y="1640"/>
                    <a:pt x="4009" y="2240"/>
                  </a:cubicBezTo>
                  <a:cubicBezTo>
                    <a:pt x="3951" y="2355"/>
                    <a:pt x="3837" y="2499"/>
                    <a:pt x="3837" y="2526"/>
                  </a:cubicBezTo>
                  <a:cubicBezTo>
                    <a:pt x="3665" y="2728"/>
                    <a:pt x="3264" y="2957"/>
                    <a:pt x="2891" y="3214"/>
                  </a:cubicBezTo>
                  <a:cubicBezTo>
                    <a:pt x="2577" y="3415"/>
                    <a:pt x="2204" y="3644"/>
                    <a:pt x="1861" y="3930"/>
                  </a:cubicBezTo>
                  <a:cubicBezTo>
                    <a:pt x="1833" y="3930"/>
                    <a:pt x="1803" y="3958"/>
                    <a:pt x="1803" y="3988"/>
                  </a:cubicBezTo>
                  <a:cubicBezTo>
                    <a:pt x="1" y="5476"/>
                    <a:pt x="28" y="6850"/>
                    <a:pt x="402" y="7737"/>
                  </a:cubicBezTo>
                  <a:cubicBezTo>
                    <a:pt x="1010" y="9279"/>
                    <a:pt x="2441" y="9568"/>
                    <a:pt x="3896" y="9568"/>
                  </a:cubicBezTo>
                  <a:cubicBezTo>
                    <a:pt x="4360" y="9568"/>
                    <a:pt x="4826" y="9539"/>
                    <a:pt x="5268" y="9511"/>
                  </a:cubicBezTo>
                  <a:cubicBezTo>
                    <a:pt x="5497" y="9511"/>
                    <a:pt x="5784" y="9484"/>
                    <a:pt x="6013" y="9484"/>
                  </a:cubicBezTo>
                  <a:cubicBezTo>
                    <a:pt x="6413" y="9855"/>
                    <a:pt x="7272" y="10572"/>
                    <a:pt x="8502" y="10572"/>
                  </a:cubicBezTo>
                  <a:cubicBezTo>
                    <a:pt x="8704" y="10572"/>
                    <a:pt x="8903" y="10572"/>
                    <a:pt x="9104" y="10542"/>
                  </a:cubicBezTo>
                  <a:cubicBezTo>
                    <a:pt x="9132" y="10514"/>
                    <a:pt x="9189" y="10514"/>
                    <a:pt x="9219" y="10514"/>
                  </a:cubicBezTo>
                  <a:cubicBezTo>
                    <a:pt x="10391" y="10256"/>
                    <a:pt x="11193" y="9656"/>
                    <a:pt x="11594" y="8797"/>
                  </a:cubicBezTo>
                  <a:cubicBezTo>
                    <a:pt x="12081" y="7679"/>
                    <a:pt x="11708" y="6706"/>
                    <a:pt x="11452" y="6191"/>
                  </a:cubicBezTo>
                  <a:cubicBezTo>
                    <a:pt x="11795" y="5476"/>
                    <a:pt x="11795" y="4817"/>
                    <a:pt x="11681" y="4301"/>
                  </a:cubicBezTo>
                  <a:cubicBezTo>
                    <a:pt x="11422" y="3129"/>
                    <a:pt x="10765" y="2499"/>
                    <a:pt x="10249" y="2183"/>
                  </a:cubicBezTo>
                  <a:cubicBezTo>
                    <a:pt x="10220" y="2011"/>
                    <a:pt x="10135" y="1812"/>
                    <a:pt x="10020" y="1610"/>
                  </a:cubicBezTo>
                  <a:cubicBezTo>
                    <a:pt x="9791" y="1152"/>
                    <a:pt x="9189" y="323"/>
                    <a:pt x="7872" y="65"/>
                  </a:cubicBezTo>
                  <a:cubicBezTo>
                    <a:pt x="7673" y="7"/>
                    <a:pt x="7444" y="7"/>
                    <a:pt x="7242" y="7"/>
                  </a:cubicBezTo>
                  <a:cubicBezTo>
                    <a:pt x="7190" y="3"/>
                    <a:pt x="7137" y="1"/>
                    <a:pt x="7083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644121" y="1514599"/>
              <a:ext cx="335251" cy="302138"/>
            </a:xfrm>
            <a:custGeom>
              <a:avLst/>
              <a:gdLst/>
              <a:ahLst/>
              <a:cxnLst/>
              <a:rect l="l" t="t" r="r" b="b"/>
              <a:pathLst>
                <a:path w="16574" h="14937" extrusionOk="0">
                  <a:moveTo>
                    <a:pt x="8756" y="1"/>
                  </a:moveTo>
                  <a:cubicBezTo>
                    <a:pt x="7947" y="1"/>
                    <a:pt x="6983" y="240"/>
                    <a:pt x="5840" y="852"/>
                  </a:cubicBezTo>
                  <a:cubicBezTo>
                    <a:pt x="5840" y="852"/>
                    <a:pt x="5810" y="852"/>
                    <a:pt x="5810" y="880"/>
                  </a:cubicBezTo>
                  <a:cubicBezTo>
                    <a:pt x="5554" y="994"/>
                    <a:pt x="5238" y="1081"/>
                    <a:pt x="4810" y="1166"/>
                  </a:cubicBezTo>
                  <a:cubicBezTo>
                    <a:pt x="4264" y="1310"/>
                    <a:pt x="3550" y="1452"/>
                    <a:pt x="2833" y="1826"/>
                  </a:cubicBezTo>
                  <a:cubicBezTo>
                    <a:pt x="2776" y="1853"/>
                    <a:pt x="2748" y="1853"/>
                    <a:pt x="2719" y="1883"/>
                  </a:cubicBezTo>
                  <a:cubicBezTo>
                    <a:pt x="0" y="3399"/>
                    <a:pt x="229" y="5204"/>
                    <a:pt x="458" y="5891"/>
                  </a:cubicBezTo>
                  <a:cubicBezTo>
                    <a:pt x="829" y="7063"/>
                    <a:pt x="1745" y="7551"/>
                    <a:pt x="2634" y="7723"/>
                  </a:cubicBezTo>
                  <a:cubicBezTo>
                    <a:pt x="1947" y="8582"/>
                    <a:pt x="887" y="10127"/>
                    <a:pt x="1661" y="11930"/>
                  </a:cubicBezTo>
                  <a:cubicBezTo>
                    <a:pt x="2348" y="13677"/>
                    <a:pt x="3664" y="13963"/>
                    <a:pt x="4207" y="14021"/>
                  </a:cubicBezTo>
                  <a:cubicBezTo>
                    <a:pt x="4295" y="14028"/>
                    <a:pt x="4381" y="14032"/>
                    <a:pt x="4466" y="14032"/>
                  </a:cubicBezTo>
                  <a:cubicBezTo>
                    <a:pt x="5313" y="14032"/>
                    <a:pt x="5974" y="13658"/>
                    <a:pt x="6470" y="13189"/>
                  </a:cubicBezTo>
                  <a:cubicBezTo>
                    <a:pt x="6955" y="13963"/>
                    <a:pt x="7787" y="14563"/>
                    <a:pt x="9017" y="14850"/>
                  </a:cubicBezTo>
                  <a:cubicBezTo>
                    <a:pt x="9303" y="14907"/>
                    <a:pt x="9646" y="14937"/>
                    <a:pt x="9990" y="14937"/>
                  </a:cubicBezTo>
                  <a:cubicBezTo>
                    <a:pt x="11765" y="14937"/>
                    <a:pt x="14199" y="14135"/>
                    <a:pt x="15257" y="12502"/>
                  </a:cubicBezTo>
                  <a:cubicBezTo>
                    <a:pt x="16574" y="11101"/>
                    <a:pt x="16146" y="9811"/>
                    <a:pt x="15887" y="9269"/>
                  </a:cubicBezTo>
                  <a:cubicBezTo>
                    <a:pt x="15830" y="9182"/>
                    <a:pt x="15772" y="9067"/>
                    <a:pt x="15715" y="8982"/>
                  </a:cubicBezTo>
                  <a:cubicBezTo>
                    <a:pt x="15745" y="8953"/>
                    <a:pt x="15772" y="8895"/>
                    <a:pt x="15802" y="8838"/>
                  </a:cubicBezTo>
                  <a:cubicBezTo>
                    <a:pt x="16288" y="8123"/>
                    <a:pt x="16432" y="7207"/>
                    <a:pt x="16203" y="6147"/>
                  </a:cubicBezTo>
                  <a:cubicBezTo>
                    <a:pt x="15944" y="4975"/>
                    <a:pt x="15115" y="3543"/>
                    <a:pt x="12795" y="3486"/>
                  </a:cubicBezTo>
                  <a:cubicBezTo>
                    <a:pt x="12711" y="2941"/>
                    <a:pt x="12509" y="2341"/>
                    <a:pt x="11966" y="1768"/>
                  </a:cubicBezTo>
                  <a:cubicBezTo>
                    <a:pt x="11909" y="1711"/>
                    <a:pt x="11879" y="1654"/>
                    <a:pt x="11822" y="1624"/>
                  </a:cubicBezTo>
                  <a:cubicBezTo>
                    <a:pt x="11227" y="825"/>
                    <a:pt x="10257" y="1"/>
                    <a:pt x="875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5553090" y="1000853"/>
              <a:ext cx="2184186" cy="3379044"/>
            </a:xfrm>
            <a:custGeom>
              <a:avLst/>
              <a:gdLst/>
              <a:ahLst/>
              <a:cxnLst/>
              <a:rect l="l" t="t" r="r" b="b"/>
              <a:pathLst>
                <a:path w="107981" h="167052" extrusionOk="0">
                  <a:moveTo>
                    <a:pt x="75507" y="1"/>
                  </a:moveTo>
                  <a:cubicBezTo>
                    <a:pt x="75053" y="1"/>
                    <a:pt x="74488" y="549"/>
                    <a:pt x="74144" y="913"/>
                  </a:cubicBezTo>
                  <a:cubicBezTo>
                    <a:pt x="73999" y="1000"/>
                    <a:pt x="74057" y="1428"/>
                    <a:pt x="73942" y="1572"/>
                  </a:cubicBezTo>
                  <a:cubicBezTo>
                    <a:pt x="73815" y="1678"/>
                    <a:pt x="73689" y="1705"/>
                    <a:pt x="73562" y="1705"/>
                  </a:cubicBezTo>
                  <a:cubicBezTo>
                    <a:pt x="73422" y="1705"/>
                    <a:pt x="73283" y="1672"/>
                    <a:pt x="73143" y="1672"/>
                  </a:cubicBezTo>
                  <a:cubicBezTo>
                    <a:pt x="73066" y="1672"/>
                    <a:pt x="72989" y="1682"/>
                    <a:pt x="72912" y="1714"/>
                  </a:cubicBezTo>
                  <a:cubicBezTo>
                    <a:pt x="72282" y="2087"/>
                    <a:pt x="72426" y="2287"/>
                    <a:pt x="72140" y="2946"/>
                  </a:cubicBezTo>
                  <a:cubicBezTo>
                    <a:pt x="71538" y="4462"/>
                    <a:pt x="71109" y="3947"/>
                    <a:pt x="69763" y="4233"/>
                  </a:cubicBezTo>
                  <a:cubicBezTo>
                    <a:pt x="69076" y="4405"/>
                    <a:pt x="68991" y="4607"/>
                    <a:pt x="68189" y="4607"/>
                  </a:cubicBezTo>
                  <a:cubicBezTo>
                    <a:pt x="67491" y="4558"/>
                    <a:pt x="66754" y="4287"/>
                    <a:pt x="66043" y="4287"/>
                  </a:cubicBezTo>
                  <a:cubicBezTo>
                    <a:pt x="65908" y="4287"/>
                    <a:pt x="65773" y="4297"/>
                    <a:pt x="65640" y="4320"/>
                  </a:cubicBezTo>
                  <a:cubicBezTo>
                    <a:pt x="65122" y="4437"/>
                    <a:pt x="64896" y="4806"/>
                    <a:pt x="64417" y="4806"/>
                  </a:cubicBezTo>
                  <a:cubicBezTo>
                    <a:pt x="64314" y="4806"/>
                    <a:pt x="64199" y="4789"/>
                    <a:pt x="64067" y="4749"/>
                  </a:cubicBezTo>
                  <a:cubicBezTo>
                    <a:pt x="63666" y="4607"/>
                    <a:pt x="63323" y="4176"/>
                    <a:pt x="62835" y="3947"/>
                  </a:cubicBezTo>
                  <a:cubicBezTo>
                    <a:pt x="62525" y="3822"/>
                    <a:pt x="62211" y="3770"/>
                    <a:pt x="61895" y="3770"/>
                  </a:cubicBezTo>
                  <a:cubicBezTo>
                    <a:pt x="60277" y="3770"/>
                    <a:pt x="58590" y="5136"/>
                    <a:pt x="56877" y="5136"/>
                  </a:cubicBezTo>
                  <a:cubicBezTo>
                    <a:pt x="56394" y="5136"/>
                    <a:pt x="55908" y="5028"/>
                    <a:pt x="55422" y="4749"/>
                  </a:cubicBezTo>
                  <a:cubicBezTo>
                    <a:pt x="54533" y="4176"/>
                    <a:pt x="54533" y="3317"/>
                    <a:pt x="53388" y="2946"/>
                  </a:cubicBezTo>
                  <a:cubicBezTo>
                    <a:pt x="52816" y="2717"/>
                    <a:pt x="52129" y="2573"/>
                    <a:pt x="51529" y="2516"/>
                  </a:cubicBezTo>
                  <a:cubicBezTo>
                    <a:pt x="51329" y="2484"/>
                    <a:pt x="51112" y="2474"/>
                    <a:pt x="50886" y="2474"/>
                  </a:cubicBezTo>
                  <a:cubicBezTo>
                    <a:pt x="50478" y="2474"/>
                    <a:pt x="50041" y="2507"/>
                    <a:pt x="49625" y="2507"/>
                  </a:cubicBezTo>
                  <a:cubicBezTo>
                    <a:pt x="49247" y="2507"/>
                    <a:pt x="48886" y="2479"/>
                    <a:pt x="48579" y="2374"/>
                  </a:cubicBezTo>
                  <a:cubicBezTo>
                    <a:pt x="47750" y="2087"/>
                    <a:pt x="47693" y="1428"/>
                    <a:pt x="46605" y="1343"/>
                  </a:cubicBezTo>
                  <a:cubicBezTo>
                    <a:pt x="46304" y="1325"/>
                    <a:pt x="45992" y="1313"/>
                    <a:pt x="45679" y="1313"/>
                  </a:cubicBezTo>
                  <a:cubicBezTo>
                    <a:pt x="44978" y="1313"/>
                    <a:pt x="44269" y="1374"/>
                    <a:pt x="43655" y="1572"/>
                  </a:cubicBezTo>
                  <a:cubicBezTo>
                    <a:pt x="42338" y="2087"/>
                    <a:pt x="41795" y="2516"/>
                    <a:pt x="40421" y="2660"/>
                  </a:cubicBezTo>
                  <a:cubicBezTo>
                    <a:pt x="39541" y="2757"/>
                    <a:pt x="39062" y="2988"/>
                    <a:pt x="38455" y="2988"/>
                  </a:cubicBezTo>
                  <a:cubicBezTo>
                    <a:pt x="38172" y="2988"/>
                    <a:pt x="37862" y="2939"/>
                    <a:pt x="37472" y="2802"/>
                  </a:cubicBezTo>
                  <a:cubicBezTo>
                    <a:pt x="37128" y="2660"/>
                    <a:pt x="36185" y="2516"/>
                    <a:pt x="35841" y="2287"/>
                  </a:cubicBezTo>
                  <a:cubicBezTo>
                    <a:pt x="35411" y="1916"/>
                    <a:pt x="35841" y="1572"/>
                    <a:pt x="35154" y="1286"/>
                  </a:cubicBezTo>
                  <a:cubicBezTo>
                    <a:pt x="34896" y="1190"/>
                    <a:pt x="34559" y="1159"/>
                    <a:pt x="34195" y="1159"/>
                  </a:cubicBezTo>
                  <a:cubicBezTo>
                    <a:pt x="33467" y="1159"/>
                    <a:pt x="32634" y="1286"/>
                    <a:pt x="32120" y="1286"/>
                  </a:cubicBezTo>
                  <a:cubicBezTo>
                    <a:pt x="31812" y="1286"/>
                    <a:pt x="31500" y="1289"/>
                    <a:pt x="31188" y="1289"/>
                  </a:cubicBezTo>
                  <a:cubicBezTo>
                    <a:pt x="30251" y="1289"/>
                    <a:pt x="29307" y="1257"/>
                    <a:pt x="28426" y="1000"/>
                  </a:cubicBezTo>
                  <a:cubicBezTo>
                    <a:pt x="27574" y="663"/>
                    <a:pt x="26932" y="328"/>
                    <a:pt x="25993" y="328"/>
                  </a:cubicBezTo>
                  <a:cubicBezTo>
                    <a:pt x="25892" y="328"/>
                    <a:pt x="25787" y="332"/>
                    <a:pt x="25677" y="340"/>
                  </a:cubicBezTo>
                  <a:lnTo>
                    <a:pt x="25765" y="397"/>
                  </a:lnTo>
                  <a:cubicBezTo>
                    <a:pt x="24590" y="542"/>
                    <a:pt x="23646" y="913"/>
                    <a:pt x="22471" y="1000"/>
                  </a:cubicBezTo>
                  <a:cubicBezTo>
                    <a:pt x="21299" y="1000"/>
                    <a:pt x="20353" y="1000"/>
                    <a:pt x="19238" y="1428"/>
                  </a:cubicBezTo>
                  <a:cubicBezTo>
                    <a:pt x="18150" y="1858"/>
                    <a:pt x="16918" y="2287"/>
                    <a:pt x="15745" y="2660"/>
                  </a:cubicBezTo>
                  <a:cubicBezTo>
                    <a:pt x="15143" y="2859"/>
                    <a:pt x="12395" y="3004"/>
                    <a:pt x="12195" y="3462"/>
                  </a:cubicBezTo>
                  <a:cubicBezTo>
                    <a:pt x="11708" y="4320"/>
                    <a:pt x="13570" y="4749"/>
                    <a:pt x="13570" y="5408"/>
                  </a:cubicBezTo>
                  <a:cubicBezTo>
                    <a:pt x="13570" y="5935"/>
                    <a:pt x="11995" y="6655"/>
                    <a:pt x="11364" y="6655"/>
                  </a:cubicBezTo>
                  <a:cubicBezTo>
                    <a:pt x="11309" y="6655"/>
                    <a:pt x="11261" y="6650"/>
                    <a:pt x="11222" y="6638"/>
                  </a:cubicBezTo>
                  <a:cubicBezTo>
                    <a:pt x="10879" y="6553"/>
                    <a:pt x="10563" y="5981"/>
                    <a:pt x="9933" y="5836"/>
                  </a:cubicBezTo>
                  <a:cubicBezTo>
                    <a:pt x="9833" y="5828"/>
                    <a:pt x="9742" y="5824"/>
                    <a:pt x="9657" y="5824"/>
                  </a:cubicBezTo>
                  <a:cubicBezTo>
                    <a:pt x="9157" y="5824"/>
                    <a:pt x="8881" y="5965"/>
                    <a:pt x="8417" y="6210"/>
                  </a:cubicBezTo>
                  <a:cubicBezTo>
                    <a:pt x="7959" y="6409"/>
                    <a:pt x="6841" y="7153"/>
                    <a:pt x="6699" y="7726"/>
                  </a:cubicBezTo>
                  <a:cubicBezTo>
                    <a:pt x="7284" y="7970"/>
                    <a:pt x="7869" y="8011"/>
                    <a:pt x="8470" y="8011"/>
                  </a:cubicBezTo>
                  <a:cubicBezTo>
                    <a:pt x="8770" y="8011"/>
                    <a:pt x="9074" y="8001"/>
                    <a:pt x="9383" y="8001"/>
                  </a:cubicBezTo>
                  <a:cubicBezTo>
                    <a:pt x="9546" y="8001"/>
                    <a:pt x="9710" y="8004"/>
                    <a:pt x="9876" y="8012"/>
                  </a:cubicBezTo>
                  <a:cubicBezTo>
                    <a:pt x="12195" y="8241"/>
                    <a:pt x="9646" y="9043"/>
                    <a:pt x="8760" y="9386"/>
                  </a:cubicBezTo>
                  <a:cubicBezTo>
                    <a:pt x="6784" y="10188"/>
                    <a:pt x="2062" y="10275"/>
                    <a:pt x="1574" y="13222"/>
                  </a:cubicBezTo>
                  <a:cubicBezTo>
                    <a:pt x="1427" y="13968"/>
                    <a:pt x="1561" y="14186"/>
                    <a:pt x="1818" y="14186"/>
                  </a:cubicBezTo>
                  <a:cubicBezTo>
                    <a:pt x="2181" y="14186"/>
                    <a:pt x="2790" y="13750"/>
                    <a:pt x="3198" y="13750"/>
                  </a:cubicBezTo>
                  <a:cubicBezTo>
                    <a:pt x="3289" y="13750"/>
                    <a:pt x="3370" y="13772"/>
                    <a:pt x="3436" y="13824"/>
                  </a:cubicBezTo>
                  <a:cubicBezTo>
                    <a:pt x="4036" y="14310"/>
                    <a:pt x="1574" y="15198"/>
                    <a:pt x="3436" y="15684"/>
                  </a:cubicBezTo>
                  <a:cubicBezTo>
                    <a:pt x="3454" y="15687"/>
                    <a:pt x="3475" y="15689"/>
                    <a:pt x="3499" y="15689"/>
                  </a:cubicBezTo>
                  <a:cubicBezTo>
                    <a:pt x="3841" y="15689"/>
                    <a:pt x="4741" y="15357"/>
                    <a:pt x="5217" y="15357"/>
                  </a:cubicBezTo>
                  <a:cubicBezTo>
                    <a:pt x="5547" y="15357"/>
                    <a:pt x="5673" y="15517"/>
                    <a:pt x="5268" y="16057"/>
                  </a:cubicBezTo>
                  <a:cubicBezTo>
                    <a:pt x="4867" y="16715"/>
                    <a:pt x="3092" y="16859"/>
                    <a:pt x="2405" y="17230"/>
                  </a:cubicBezTo>
                  <a:cubicBezTo>
                    <a:pt x="2062" y="17374"/>
                    <a:pt x="0" y="18318"/>
                    <a:pt x="0" y="18805"/>
                  </a:cubicBezTo>
                  <a:cubicBezTo>
                    <a:pt x="0" y="19147"/>
                    <a:pt x="221" y="19272"/>
                    <a:pt x="550" y="19272"/>
                  </a:cubicBezTo>
                  <a:cubicBezTo>
                    <a:pt x="1406" y="19272"/>
                    <a:pt x="2998" y="18422"/>
                    <a:pt x="3349" y="18318"/>
                  </a:cubicBezTo>
                  <a:cubicBezTo>
                    <a:pt x="4867" y="17947"/>
                    <a:pt x="5611" y="17718"/>
                    <a:pt x="6841" y="16715"/>
                  </a:cubicBezTo>
                  <a:cubicBezTo>
                    <a:pt x="8016" y="15684"/>
                    <a:pt x="9532" y="15485"/>
                    <a:pt x="10677" y="14596"/>
                  </a:cubicBezTo>
                  <a:cubicBezTo>
                    <a:pt x="11708" y="13882"/>
                    <a:pt x="12482" y="13080"/>
                    <a:pt x="13627" y="12737"/>
                  </a:cubicBezTo>
                  <a:cubicBezTo>
                    <a:pt x="13949" y="12611"/>
                    <a:pt x="14198" y="12554"/>
                    <a:pt x="14371" y="12554"/>
                  </a:cubicBezTo>
                  <a:cubicBezTo>
                    <a:pt x="14828" y="12554"/>
                    <a:pt x="14757" y="12949"/>
                    <a:pt x="14112" y="13508"/>
                  </a:cubicBezTo>
                  <a:cubicBezTo>
                    <a:pt x="13570" y="13966"/>
                    <a:pt x="11909" y="14596"/>
                    <a:pt x="13139" y="15054"/>
                  </a:cubicBezTo>
                  <a:cubicBezTo>
                    <a:pt x="13229" y="15081"/>
                    <a:pt x="13322" y="15093"/>
                    <a:pt x="13416" y="15093"/>
                  </a:cubicBezTo>
                  <a:cubicBezTo>
                    <a:pt x="14336" y="15093"/>
                    <a:pt x="15408" y="13924"/>
                    <a:pt x="16031" y="13508"/>
                  </a:cubicBezTo>
                  <a:cubicBezTo>
                    <a:pt x="16809" y="13033"/>
                    <a:pt x="17390" y="12575"/>
                    <a:pt x="18157" y="12575"/>
                  </a:cubicBezTo>
                  <a:cubicBezTo>
                    <a:pt x="18407" y="12575"/>
                    <a:pt x="18677" y="12624"/>
                    <a:pt x="18979" y="12737"/>
                  </a:cubicBezTo>
                  <a:cubicBezTo>
                    <a:pt x="20067" y="13080"/>
                    <a:pt x="21184" y="13366"/>
                    <a:pt x="22272" y="13737"/>
                  </a:cubicBezTo>
                  <a:cubicBezTo>
                    <a:pt x="24448" y="14539"/>
                    <a:pt x="25677" y="17058"/>
                    <a:pt x="25421" y="19550"/>
                  </a:cubicBezTo>
                  <a:cubicBezTo>
                    <a:pt x="25277" y="20550"/>
                    <a:pt x="24532" y="21554"/>
                    <a:pt x="24590" y="22584"/>
                  </a:cubicBezTo>
                  <a:cubicBezTo>
                    <a:pt x="24734" y="23585"/>
                    <a:pt x="25765" y="24329"/>
                    <a:pt x="26250" y="25188"/>
                  </a:cubicBezTo>
                  <a:cubicBezTo>
                    <a:pt x="26509" y="25619"/>
                    <a:pt x="27395" y="28023"/>
                    <a:pt x="26795" y="28367"/>
                  </a:cubicBezTo>
                  <a:cubicBezTo>
                    <a:pt x="26740" y="28393"/>
                    <a:pt x="26688" y="28405"/>
                    <a:pt x="26638" y="28405"/>
                  </a:cubicBezTo>
                  <a:cubicBezTo>
                    <a:pt x="25992" y="28405"/>
                    <a:pt x="25793" y="26313"/>
                    <a:pt x="25421" y="26047"/>
                  </a:cubicBezTo>
                  <a:cubicBezTo>
                    <a:pt x="25224" y="25931"/>
                    <a:pt x="25045" y="25881"/>
                    <a:pt x="24887" y="25881"/>
                  </a:cubicBezTo>
                  <a:cubicBezTo>
                    <a:pt x="24267" y="25881"/>
                    <a:pt x="23990" y="26661"/>
                    <a:pt x="24333" y="27279"/>
                  </a:cubicBezTo>
                  <a:cubicBezTo>
                    <a:pt x="24791" y="28367"/>
                    <a:pt x="25563" y="28165"/>
                    <a:pt x="25020" y="29597"/>
                  </a:cubicBezTo>
                  <a:cubicBezTo>
                    <a:pt x="24590" y="30542"/>
                    <a:pt x="23990" y="31630"/>
                    <a:pt x="23445" y="32516"/>
                  </a:cubicBezTo>
                  <a:cubicBezTo>
                    <a:pt x="22758" y="33749"/>
                    <a:pt x="21642" y="34092"/>
                    <a:pt x="20841" y="35123"/>
                  </a:cubicBezTo>
                  <a:cubicBezTo>
                    <a:pt x="19925" y="36123"/>
                    <a:pt x="20696" y="37355"/>
                    <a:pt x="20154" y="38443"/>
                  </a:cubicBezTo>
                  <a:cubicBezTo>
                    <a:pt x="19810" y="39245"/>
                    <a:pt x="18578" y="39387"/>
                    <a:pt x="18436" y="40417"/>
                  </a:cubicBezTo>
                  <a:cubicBezTo>
                    <a:pt x="18349" y="41047"/>
                    <a:pt x="18979" y="42279"/>
                    <a:pt x="19180" y="43024"/>
                  </a:cubicBezTo>
                  <a:cubicBezTo>
                    <a:pt x="19322" y="43738"/>
                    <a:pt x="19380" y="44455"/>
                    <a:pt x="19380" y="45199"/>
                  </a:cubicBezTo>
                  <a:lnTo>
                    <a:pt x="19322" y="44913"/>
                  </a:lnTo>
                  <a:lnTo>
                    <a:pt x="19322" y="44913"/>
                  </a:lnTo>
                  <a:cubicBezTo>
                    <a:pt x="19380" y="45543"/>
                    <a:pt x="19123" y="47001"/>
                    <a:pt x="19524" y="47432"/>
                  </a:cubicBezTo>
                  <a:cubicBezTo>
                    <a:pt x="19810" y="47718"/>
                    <a:pt x="20410" y="47661"/>
                    <a:pt x="20696" y="47803"/>
                  </a:cubicBezTo>
                  <a:cubicBezTo>
                    <a:pt x="21299" y="48234"/>
                    <a:pt x="21241" y="48463"/>
                    <a:pt x="21498" y="49035"/>
                  </a:cubicBezTo>
                  <a:cubicBezTo>
                    <a:pt x="21841" y="50036"/>
                    <a:pt x="22414" y="50924"/>
                    <a:pt x="22272" y="52012"/>
                  </a:cubicBezTo>
                  <a:cubicBezTo>
                    <a:pt x="22185" y="52356"/>
                    <a:pt x="21929" y="52956"/>
                    <a:pt x="21986" y="53299"/>
                  </a:cubicBezTo>
                  <a:cubicBezTo>
                    <a:pt x="22128" y="54044"/>
                    <a:pt x="22529" y="53815"/>
                    <a:pt x="22758" y="54330"/>
                  </a:cubicBezTo>
                  <a:cubicBezTo>
                    <a:pt x="23303" y="55562"/>
                    <a:pt x="22272" y="56192"/>
                    <a:pt x="22329" y="57135"/>
                  </a:cubicBezTo>
                  <a:cubicBezTo>
                    <a:pt x="22471" y="58081"/>
                    <a:pt x="23445" y="57937"/>
                    <a:pt x="23903" y="58367"/>
                  </a:cubicBezTo>
                  <a:cubicBezTo>
                    <a:pt x="24448" y="58825"/>
                    <a:pt x="24390" y="59112"/>
                    <a:pt x="24590" y="59826"/>
                  </a:cubicBezTo>
                  <a:cubicBezTo>
                    <a:pt x="24734" y="60486"/>
                    <a:pt x="25277" y="62231"/>
                    <a:pt x="26250" y="62288"/>
                  </a:cubicBezTo>
                  <a:cubicBezTo>
                    <a:pt x="27539" y="62288"/>
                    <a:pt x="26250" y="60543"/>
                    <a:pt x="26021" y="59971"/>
                  </a:cubicBezTo>
                  <a:cubicBezTo>
                    <a:pt x="25677" y="59169"/>
                    <a:pt x="25765" y="58367"/>
                    <a:pt x="25563" y="57566"/>
                  </a:cubicBezTo>
                  <a:cubicBezTo>
                    <a:pt x="25277" y="56707"/>
                    <a:pt x="24590" y="56048"/>
                    <a:pt x="24390" y="55189"/>
                  </a:cubicBezTo>
                  <a:cubicBezTo>
                    <a:pt x="24333" y="54760"/>
                    <a:pt x="24448" y="54330"/>
                    <a:pt x="24390" y="53959"/>
                  </a:cubicBezTo>
                  <a:cubicBezTo>
                    <a:pt x="24189" y="53386"/>
                    <a:pt x="23761" y="53242"/>
                    <a:pt x="23559" y="52727"/>
                  </a:cubicBezTo>
                  <a:cubicBezTo>
                    <a:pt x="23303" y="52154"/>
                    <a:pt x="23216" y="51268"/>
                    <a:pt x="24047" y="51124"/>
                  </a:cubicBezTo>
                  <a:lnTo>
                    <a:pt x="24189" y="51066"/>
                  </a:lnTo>
                  <a:cubicBezTo>
                    <a:pt x="24306" y="51048"/>
                    <a:pt x="24415" y="51039"/>
                    <a:pt x="24516" y="51039"/>
                  </a:cubicBezTo>
                  <a:cubicBezTo>
                    <a:pt x="25643" y="51039"/>
                    <a:pt x="25765" y="52159"/>
                    <a:pt x="25765" y="53157"/>
                  </a:cubicBezTo>
                  <a:cubicBezTo>
                    <a:pt x="25765" y="54330"/>
                    <a:pt x="25906" y="54760"/>
                    <a:pt x="26509" y="55848"/>
                  </a:cubicBezTo>
                  <a:cubicBezTo>
                    <a:pt x="27139" y="56792"/>
                    <a:pt x="27196" y="57795"/>
                    <a:pt x="27624" y="58738"/>
                  </a:cubicBezTo>
                  <a:cubicBezTo>
                    <a:pt x="28169" y="59913"/>
                    <a:pt x="29200" y="60628"/>
                    <a:pt x="29800" y="61773"/>
                  </a:cubicBezTo>
                  <a:cubicBezTo>
                    <a:pt x="30201" y="62574"/>
                    <a:pt x="31117" y="63749"/>
                    <a:pt x="31174" y="64693"/>
                  </a:cubicBezTo>
                  <a:cubicBezTo>
                    <a:pt x="31231" y="65781"/>
                    <a:pt x="30288" y="66268"/>
                    <a:pt x="30688" y="67356"/>
                  </a:cubicBezTo>
                  <a:cubicBezTo>
                    <a:pt x="31117" y="68586"/>
                    <a:pt x="33150" y="69188"/>
                    <a:pt x="34124" y="70104"/>
                  </a:cubicBezTo>
                  <a:cubicBezTo>
                    <a:pt x="35211" y="71192"/>
                    <a:pt x="36384" y="71277"/>
                    <a:pt x="37758" y="71792"/>
                  </a:cubicBezTo>
                  <a:cubicBezTo>
                    <a:pt x="38567" y="72035"/>
                    <a:pt x="39074" y="72159"/>
                    <a:pt x="39595" y="72159"/>
                  </a:cubicBezTo>
                  <a:cubicBezTo>
                    <a:pt x="39996" y="72159"/>
                    <a:pt x="40404" y="72086"/>
                    <a:pt x="40964" y="71936"/>
                  </a:cubicBezTo>
                  <a:cubicBezTo>
                    <a:pt x="41291" y="71860"/>
                    <a:pt x="41629" y="71819"/>
                    <a:pt x="41960" y="71819"/>
                  </a:cubicBezTo>
                  <a:cubicBezTo>
                    <a:pt x="42878" y="71819"/>
                    <a:pt x="43753" y="72138"/>
                    <a:pt x="44257" y="72937"/>
                  </a:cubicBezTo>
                  <a:cubicBezTo>
                    <a:pt x="44457" y="73368"/>
                    <a:pt x="44200" y="73654"/>
                    <a:pt x="44601" y="74112"/>
                  </a:cubicBezTo>
                  <a:cubicBezTo>
                    <a:pt x="44887" y="74398"/>
                    <a:pt x="45487" y="74598"/>
                    <a:pt x="45918" y="74742"/>
                  </a:cubicBezTo>
                  <a:cubicBezTo>
                    <a:pt x="46948" y="75342"/>
                    <a:pt x="47892" y="75399"/>
                    <a:pt x="48922" y="75772"/>
                  </a:cubicBezTo>
                  <a:cubicBezTo>
                    <a:pt x="50010" y="76143"/>
                    <a:pt x="49525" y="76860"/>
                    <a:pt x="50354" y="77433"/>
                  </a:cubicBezTo>
                  <a:cubicBezTo>
                    <a:pt x="50448" y="77496"/>
                    <a:pt x="50557" y="77513"/>
                    <a:pt x="50674" y="77513"/>
                  </a:cubicBezTo>
                  <a:cubicBezTo>
                    <a:pt x="50820" y="77513"/>
                    <a:pt x="50976" y="77486"/>
                    <a:pt x="51127" y="77486"/>
                  </a:cubicBezTo>
                  <a:cubicBezTo>
                    <a:pt x="51294" y="77486"/>
                    <a:pt x="51455" y="77519"/>
                    <a:pt x="51586" y="77662"/>
                  </a:cubicBezTo>
                  <a:cubicBezTo>
                    <a:pt x="52216" y="78376"/>
                    <a:pt x="51384" y="78234"/>
                    <a:pt x="51242" y="78750"/>
                  </a:cubicBezTo>
                  <a:cubicBezTo>
                    <a:pt x="50899" y="80266"/>
                    <a:pt x="51929" y="80410"/>
                    <a:pt x="52903" y="81124"/>
                  </a:cubicBezTo>
                  <a:cubicBezTo>
                    <a:pt x="53704" y="81697"/>
                    <a:pt x="54334" y="82929"/>
                    <a:pt x="55422" y="83243"/>
                  </a:cubicBezTo>
                  <a:cubicBezTo>
                    <a:pt x="55492" y="83258"/>
                    <a:pt x="55562" y="83265"/>
                    <a:pt x="55631" y="83265"/>
                  </a:cubicBezTo>
                  <a:cubicBezTo>
                    <a:pt x="56700" y="83265"/>
                    <a:pt x="57574" y="81531"/>
                    <a:pt x="58285" y="81531"/>
                  </a:cubicBezTo>
                  <a:cubicBezTo>
                    <a:pt x="58383" y="81531"/>
                    <a:pt x="58479" y="81564"/>
                    <a:pt x="58571" y="81640"/>
                  </a:cubicBezTo>
                  <a:lnTo>
                    <a:pt x="58456" y="81498"/>
                  </a:lnTo>
                  <a:lnTo>
                    <a:pt x="58456" y="81498"/>
                  </a:lnTo>
                  <a:cubicBezTo>
                    <a:pt x="59143" y="82070"/>
                    <a:pt x="59487" y="83444"/>
                    <a:pt x="59743" y="84246"/>
                  </a:cubicBezTo>
                  <a:cubicBezTo>
                    <a:pt x="60087" y="85105"/>
                    <a:pt x="60087" y="85849"/>
                    <a:pt x="60030" y="86793"/>
                  </a:cubicBezTo>
                  <a:cubicBezTo>
                    <a:pt x="59945" y="88224"/>
                    <a:pt x="59801" y="89170"/>
                    <a:pt x="58800" y="90113"/>
                  </a:cubicBezTo>
                  <a:cubicBezTo>
                    <a:pt x="58312" y="90486"/>
                    <a:pt x="58026" y="90686"/>
                    <a:pt x="57769" y="91144"/>
                  </a:cubicBezTo>
                  <a:cubicBezTo>
                    <a:pt x="57682" y="91258"/>
                    <a:pt x="57884" y="91632"/>
                    <a:pt x="57769" y="91774"/>
                  </a:cubicBezTo>
                  <a:cubicBezTo>
                    <a:pt x="57568" y="92060"/>
                    <a:pt x="57224" y="92003"/>
                    <a:pt x="57082" y="92204"/>
                  </a:cubicBezTo>
                  <a:cubicBezTo>
                    <a:pt x="55965" y="93377"/>
                    <a:pt x="55163" y="95181"/>
                    <a:pt x="56052" y="96842"/>
                  </a:cubicBezTo>
                  <a:cubicBezTo>
                    <a:pt x="56109" y="97071"/>
                    <a:pt x="56739" y="97643"/>
                    <a:pt x="56739" y="97643"/>
                  </a:cubicBezTo>
                  <a:cubicBezTo>
                    <a:pt x="56881" y="98529"/>
                    <a:pt x="56594" y="98158"/>
                    <a:pt x="56109" y="98587"/>
                  </a:cubicBezTo>
                  <a:cubicBezTo>
                    <a:pt x="55422" y="99246"/>
                    <a:pt x="55422" y="98674"/>
                    <a:pt x="55365" y="99762"/>
                  </a:cubicBezTo>
                  <a:cubicBezTo>
                    <a:pt x="55307" y="100105"/>
                    <a:pt x="55422" y="100907"/>
                    <a:pt x="55507" y="101278"/>
                  </a:cubicBezTo>
                  <a:cubicBezTo>
                    <a:pt x="55708" y="102709"/>
                    <a:pt x="56594" y="102281"/>
                    <a:pt x="57281" y="103453"/>
                  </a:cubicBezTo>
                  <a:cubicBezTo>
                    <a:pt x="58170" y="104827"/>
                    <a:pt x="58227" y="106201"/>
                    <a:pt x="59400" y="107433"/>
                  </a:cubicBezTo>
                  <a:cubicBezTo>
                    <a:pt x="61319" y="109465"/>
                    <a:pt x="61461" y="113244"/>
                    <a:pt x="63923" y="114904"/>
                  </a:cubicBezTo>
                  <a:cubicBezTo>
                    <a:pt x="65155" y="115705"/>
                    <a:pt x="66327" y="115476"/>
                    <a:pt x="67415" y="116708"/>
                  </a:cubicBezTo>
                  <a:cubicBezTo>
                    <a:pt x="68045" y="117366"/>
                    <a:pt x="69277" y="118083"/>
                    <a:pt x="69534" y="118884"/>
                  </a:cubicBezTo>
                  <a:cubicBezTo>
                    <a:pt x="69763" y="119599"/>
                    <a:pt x="69621" y="120831"/>
                    <a:pt x="69678" y="121575"/>
                  </a:cubicBezTo>
                  <a:cubicBezTo>
                    <a:pt x="69678" y="122519"/>
                    <a:pt x="69763" y="123435"/>
                    <a:pt x="69763" y="124380"/>
                  </a:cubicBezTo>
                  <a:lnTo>
                    <a:pt x="69763" y="125324"/>
                  </a:lnTo>
                  <a:lnTo>
                    <a:pt x="69621" y="125411"/>
                  </a:lnTo>
                  <a:cubicBezTo>
                    <a:pt x="69534" y="127300"/>
                    <a:pt x="70221" y="128961"/>
                    <a:pt x="70450" y="130763"/>
                  </a:cubicBezTo>
                  <a:cubicBezTo>
                    <a:pt x="70651" y="132710"/>
                    <a:pt x="70221" y="134828"/>
                    <a:pt x="70507" y="136862"/>
                  </a:cubicBezTo>
                  <a:cubicBezTo>
                    <a:pt x="70709" y="138149"/>
                    <a:pt x="70766" y="139466"/>
                    <a:pt x="70766" y="140840"/>
                  </a:cubicBezTo>
                  <a:cubicBezTo>
                    <a:pt x="70766" y="142072"/>
                    <a:pt x="70163" y="143072"/>
                    <a:pt x="70308" y="144160"/>
                  </a:cubicBezTo>
                  <a:cubicBezTo>
                    <a:pt x="70365" y="145248"/>
                    <a:pt x="71109" y="146194"/>
                    <a:pt x="71251" y="147282"/>
                  </a:cubicBezTo>
                  <a:cubicBezTo>
                    <a:pt x="71338" y="147939"/>
                    <a:pt x="71338" y="148885"/>
                    <a:pt x="71682" y="149457"/>
                  </a:cubicBezTo>
                  <a:cubicBezTo>
                    <a:pt x="72025" y="150115"/>
                    <a:pt x="72083" y="149828"/>
                    <a:pt x="72568" y="150172"/>
                  </a:cubicBezTo>
                  <a:cubicBezTo>
                    <a:pt x="74487" y="151718"/>
                    <a:pt x="74201" y="155469"/>
                    <a:pt x="75232" y="157645"/>
                  </a:cubicBezTo>
                  <a:cubicBezTo>
                    <a:pt x="75632" y="158675"/>
                    <a:pt x="75717" y="159477"/>
                    <a:pt x="75976" y="160393"/>
                  </a:cubicBezTo>
                  <a:cubicBezTo>
                    <a:pt x="76319" y="161565"/>
                    <a:pt x="77492" y="162710"/>
                    <a:pt x="78179" y="163798"/>
                  </a:cubicBezTo>
                  <a:cubicBezTo>
                    <a:pt x="78696" y="164616"/>
                    <a:pt x="79164" y="165160"/>
                    <a:pt x="79901" y="165160"/>
                  </a:cubicBezTo>
                  <a:cubicBezTo>
                    <a:pt x="80144" y="165160"/>
                    <a:pt x="80416" y="165101"/>
                    <a:pt x="80728" y="164973"/>
                  </a:cubicBezTo>
                  <a:cubicBezTo>
                    <a:pt x="81083" y="164861"/>
                    <a:pt x="81213" y="164407"/>
                    <a:pt x="81600" y="164407"/>
                  </a:cubicBezTo>
                  <a:cubicBezTo>
                    <a:pt x="81713" y="164407"/>
                    <a:pt x="81847" y="164446"/>
                    <a:pt x="82015" y="164542"/>
                  </a:cubicBezTo>
                  <a:cubicBezTo>
                    <a:pt x="82503" y="164829"/>
                    <a:pt x="82560" y="165630"/>
                    <a:pt x="82904" y="166061"/>
                  </a:cubicBezTo>
                  <a:cubicBezTo>
                    <a:pt x="83379" y="166813"/>
                    <a:pt x="83921" y="167015"/>
                    <a:pt x="84685" y="167015"/>
                  </a:cubicBezTo>
                  <a:cubicBezTo>
                    <a:pt x="84793" y="167015"/>
                    <a:pt x="84905" y="167011"/>
                    <a:pt x="85022" y="167004"/>
                  </a:cubicBezTo>
                  <a:cubicBezTo>
                    <a:pt x="85229" y="167004"/>
                    <a:pt x="85443" y="167051"/>
                    <a:pt x="85635" y="167051"/>
                  </a:cubicBezTo>
                  <a:cubicBezTo>
                    <a:pt x="85840" y="167051"/>
                    <a:pt x="86019" y="166998"/>
                    <a:pt x="86137" y="166775"/>
                  </a:cubicBezTo>
                  <a:cubicBezTo>
                    <a:pt x="86481" y="165917"/>
                    <a:pt x="85565" y="166118"/>
                    <a:pt x="85164" y="165917"/>
                  </a:cubicBezTo>
                  <a:cubicBezTo>
                    <a:pt x="84278" y="165488"/>
                    <a:pt x="83533" y="165030"/>
                    <a:pt x="82988" y="164114"/>
                  </a:cubicBezTo>
                  <a:cubicBezTo>
                    <a:pt x="82702" y="163599"/>
                    <a:pt x="82645" y="163084"/>
                    <a:pt x="82301" y="162653"/>
                  </a:cubicBezTo>
                  <a:cubicBezTo>
                    <a:pt x="81816" y="161939"/>
                    <a:pt x="81529" y="161996"/>
                    <a:pt x="81529" y="160993"/>
                  </a:cubicBezTo>
                  <a:cubicBezTo>
                    <a:pt x="81614" y="158675"/>
                    <a:pt x="84278" y="157787"/>
                    <a:pt x="81729" y="156271"/>
                  </a:cubicBezTo>
                  <a:cubicBezTo>
                    <a:pt x="80842" y="155698"/>
                    <a:pt x="80155" y="155267"/>
                    <a:pt x="80984" y="154180"/>
                  </a:cubicBezTo>
                  <a:cubicBezTo>
                    <a:pt x="81271" y="153751"/>
                    <a:pt x="81816" y="153751"/>
                    <a:pt x="82015" y="153236"/>
                  </a:cubicBezTo>
                  <a:cubicBezTo>
                    <a:pt x="82159" y="152863"/>
                    <a:pt x="81873" y="152290"/>
                    <a:pt x="82015" y="151862"/>
                  </a:cubicBezTo>
                  <a:cubicBezTo>
                    <a:pt x="82358" y="150630"/>
                    <a:pt x="83247" y="150774"/>
                    <a:pt x="81958" y="149886"/>
                  </a:cubicBezTo>
                  <a:cubicBezTo>
                    <a:pt x="81058" y="149356"/>
                    <a:pt x="80403" y="148582"/>
                    <a:pt x="81621" y="148582"/>
                  </a:cubicBezTo>
                  <a:cubicBezTo>
                    <a:pt x="81720" y="148582"/>
                    <a:pt x="81832" y="148588"/>
                    <a:pt x="81958" y="148599"/>
                  </a:cubicBezTo>
                  <a:cubicBezTo>
                    <a:pt x="82364" y="148621"/>
                    <a:pt x="82650" y="148706"/>
                    <a:pt x="82851" y="148706"/>
                  </a:cubicBezTo>
                  <a:cubicBezTo>
                    <a:pt x="83161" y="148706"/>
                    <a:pt x="83270" y="148505"/>
                    <a:pt x="83304" y="147568"/>
                  </a:cubicBezTo>
                  <a:cubicBezTo>
                    <a:pt x="83304" y="146423"/>
                    <a:pt x="82560" y="145392"/>
                    <a:pt x="84220" y="145335"/>
                  </a:cubicBezTo>
                  <a:cubicBezTo>
                    <a:pt x="84292" y="145329"/>
                    <a:pt x="84364" y="145327"/>
                    <a:pt x="84436" y="145327"/>
                  </a:cubicBezTo>
                  <a:cubicBezTo>
                    <a:pt x="84891" y="145327"/>
                    <a:pt x="85335" y="145428"/>
                    <a:pt x="85761" y="145428"/>
                  </a:cubicBezTo>
                  <a:cubicBezTo>
                    <a:pt x="86279" y="145428"/>
                    <a:pt x="86771" y="145279"/>
                    <a:pt x="87225" y="144618"/>
                  </a:cubicBezTo>
                  <a:cubicBezTo>
                    <a:pt x="87770" y="143874"/>
                    <a:pt x="87569" y="142587"/>
                    <a:pt x="87225" y="141785"/>
                  </a:cubicBezTo>
                  <a:cubicBezTo>
                    <a:pt x="86789" y="140809"/>
                    <a:pt x="85637" y="139946"/>
                    <a:pt x="86794" y="139946"/>
                  </a:cubicBezTo>
                  <a:cubicBezTo>
                    <a:pt x="86925" y="139946"/>
                    <a:pt x="87087" y="139957"/>
                    <a:pt x="87282" y="139981"/>
                  </a:cubicBezTo>
                  <a:cubicBezTo>
                    <a:pt x="87817" y="140018"/>
                    <a:pt x="88209" y="140186"/>
                    <a:pt x="88673" y="140186"/>
                  </a:cubicBezTo>
                  <a:cubicBezTo>
                    <a:pt x="88930" y="140186"/>
                    <a:pt x="89208" y="140134"/>
                    <a:pt x="89545" y="139981"/>
                  </a:cubicBezTo>
                  <a:cubicBezTo>
                    <a:pt x="90660" y="139610"/>
                    <a:pt x="90232" y="139610"/>
                    <a:pt x="90518" y="138751"/>
                  </a:cubicBezTo>
                  <a:cubicBezTo>
                    <a:pt x="90660" y="138378"/>
                    <a:pt x="90717" y="138091"/>
                    <a:pt x="90862" y="137720"/>
                  </a:cubicBezTo>
                  <a:cubicBezTo>
                    <a:pt x="91004" y="137434"/>
                    <a:pt x="91347" y="137148"/>
                    <a:pt x="91462" y="136575"/>
                  </a:cubicBezTo>
                  <a:cubicBezTo>
                    <a:pt x="91748" y="135259"/>
                    <a:pt x="91950" y="134457"/>
                    <a:pt x="92836" y="133454"/>
                  </a:cubicBezTo>
                  <a:cubicBezTo>
                    <a:pt x="94210" y="132080"/>
                    <a:pt x="94840" y="131278"/>
                    <a:pt x="94553" y="129160"/>
                  </a:cubicBezTo>
                  <a:cubicBezTo>
                    <a:pt x="94354" y="127300"/>
                    <a:pt x="94354" y="127213"/>
                    <a:pt x="95641" y="125984"/>
                  </a:cubicBezTo>
                  <a:lnTo>
                    <a:pt x="95641" y="125984"/>
                  </a:lnTo>
                  <a:lnTo>
                    <a:pt x="95298" y="126213"/>
                  </a:lnTo>
                  <a:cubicBezTo>
                    <a:pt x="96901" y="124094"/>
                    <a:pt x="100107" y="125697"/>
                    <a:pt x="101538" y="123606"/>
                  </a:cubicBezTo>
                  <a:cubicBezTo>
                    <a:pt x="102168" y="122663"/>
                    <a:pt x="102427" y="121346"/>
                    <a:pt x="102855" y="120343"/>
                  </a:cubicBezTo>
                  <a:cubicBezTo>
                    <a:pt x="103343" y="119255"/>
                    <a:pt x="104087" y="118025"/>
                    <a:pt x="104145" y="116793"/>
                  </a:cubicBezTo>
                  <a:cubicBezTo>
                    <a:pt x="104145" y="115048"/>
                    <a:pt x="102855" y="112442"/>
                    <a:pt x="103744" y="110839"/>
                  </a:cubicBezTo>
                  <a:cubicBezTo>
                    <a:pt x="104000" y="110324"/>
                    <a:pt x="104488" y="110124"/>
                    <a:pt x="104889" y="109751"/>
                  </a:cubicBezTo>
                  <a:cubicBezTo>
                    <a:pt x="105603" y="109037"/>
                    <a:pt x="105461" y="108579"/>
                    <a:pt x="105805" y="107720"/>
                  </a:cubicBezTo>
                  <a:cubicBezTo>
                    <a:pt x="106263" y="106430"/>
                    <a:pt x="107637" y="106059"/>
                    <a:pt x="107866" y="104598"/>
                  </a:cubicBezTo>
                  <a:cubicBezTo>
                    <a:pt x="107981" y="103739"/>
                    <a:pt x="107923" y="102510"/>
                    <a:pt x="107779" y="101621"/>
                  </a:cubicBezTo>
                  <a:cubicBezTo>
                    <a:pt x="107722" y="101193"/>
                    <a:pt x="107580" y="100563"/>
                    <a:pt x="107294" y="100190"/>
                  </a:cubicBezTo>
                  <a:cubicBezTo>
                    <a:pt x="107002" y="99808"/>
                    <a:pt x="106866" y="99728"/>
                    <a:pt x="106689" y="99728"/>
                  </a:cubicBezTo>
                  <a:cubicBezTo>
                    <a:pt x="106563" y="99728"/>
                    <a:pt x="106416" y="99768"/>
                    <a:pt x="106177" y="99768"/>
                  </a:cubicBezTo>
                  <a:cubicBezTo>
                    <a:pt x="106124" y="99768"/>
                    <a:pt x="106067" y="99766"/>
                    <a:pt x="106004" y="99762"/>
                  </a:cubicBezTo>
                  <a:cubicBezTo>
                    <a:pt x="104832" y="99617"/>
                    <a:pt x="104488" y="98960"/>
                    <a:pt x="103542" y="98243"/>
                  </a:cubicBezTo>
                  <a:cubicBezTo>
                    <a:pt x="102370" y="97442"/>
                    <a:pt x="101538" y="97155"/>
                    <a:pt x="100164" y="97013"/>
                  </a:cubicBezTo>
                  <a:cubicBezTo>
                    <a:pt x="99764" y="96926"/>
                    <a:pt x="99363" y="96842"/>
                    <a:pt x="98934" y="96784"/>
                  </a:cubicBezTo>
                  <a:cubicBezTo>
                    <a:pt x="98772" y="96755"/>
                    <a:pt x="98629" y="96746"/>
                    <a:pt x="98494" y="96746"/>
                  </a:cubicBezTo>
                  <a:cubicBezTo>
                    <a:pt x="98225" y="96746"/>
                    <a:pt x="97989" y="96784"/>
                    <a:pt x="97702" y="96784"/>
                  </a:cubicBezTo>
                  <a:cubicBezTo>
                    <a:pt x="96615" y="96640"/>
                    <a:pt x="96958" y="96354"/>
                    <a:pt x="96328" y="95697"/>
                  </a:cubicBezTo>
                  <a:cubicBezTo>
                    <a:pt x="95870" y="95181"/>
                    <a:pt x="94897" y="94666"/>
                    <a:pt x="94267" y="94551"/>
                  </a:cubicBezTo>
                  <a:cubicBezTo>
                    <a:pt x="94134" y="94527"/>
                    <a:pt x="94018" y="94517"/>
                    <a:pt x="93916" y="94517"/>
                  </a:cubicBezTo>
                  <a:cubicBezTo>
                    <a:pt x="93293" y="94517"/>
                    <a:pt x="93157" y="94907"/>
                    <a:pt x="92492" y="94980"/>
                  </a:cubicBezTo>
                  <a:cubicBezTo>
                    <a:pt x="92435" y="94551"/>
                    <a:pt x="92435" y="94036"/>
                    <a:pt x="92149" y="93663"/>
                  </a:cubicBezTo>
                  <a:lnTo>
                    <a:pt x="92092" y="93434"/>
                  </a:lnTo>
                  <a:cubicBezTo>
                    <a:pt x="91405" y="92662"/>
                    <a:pt x="90919" y="93090"/>
                    <a:pt x="90660" y="91861"/>
                  </a:cubicBezTo>
                  <a:cubicBezTo>
                    <a:pt x="90575" y="91487"/>
                    <a:pt x="90717" y="91059"/>
                    <a:pt x="90660" y="90773"/>
                  </a:cubicBezTo>
                  <a:cubicBezTo>
                    <a:pt x="90431" y="90342"/>
                    <a:pt x="89973" y="90342"/>
                    <a:pt x="89831" y="89884"/>
                  </a:cubicBezTo>
                  <a:cubicBezTo>
                    <a:pt x="89545" y="89170"/>
                    <a:pt x="89973" y="88368"/>
                    <a:pt x="89545" y="87594"/>
                  </a:cubicBezTo>
                  <a:cubicBezTo>
                    <a:pt x="89201" y="86937"/>
                    <a:pt x="88256" y="86193"/>
                    <a:pt x="87626" y="85849"/>
                  </a:cubicBezTo>
                  <a:cubicBezTo>
                    <a:pt x="85450" y="84475"/>
                    <a:pt x="82988" y="86135"/>
                    <a:pt x="81472" y="83815"/>
                  </a:cubicBezTo>
                  <a:cubicBezTo>
                    <a:pt x="80785" y="82785"/>
                    <a:pt x="80499" y="82441"/>
                    <a:pt x="79553" y="81841"/>
                  </a:cubicBezTo>
                  <a:cubicBezTo>
                    <a:pt x="78866" y="81411"/>
                    <a:pt x="78236" y="80609"/>
                    <a:pt x="77636" y="80037"/>
                  </a:cubicBezTo>
                  <a:cubicBezTo>
                    <a:pt x="76910" y="79333"/>
                    <a:pt x="76726" y="78963"/>
                    <a:pt x="76144" y="78963"/>
                  </a:cubicBezTo>
                  <a:cubicBezTo>
                    <a:pt x="75946" y="78963"/>
                    <a:pt x="75701" y="79006"/>
                    <a:pt x="75374" y="79093"/>
                  </a:cubicBezTo>
                  <a:cubicBezTo>
                    <a:pt x="74830" y="79279"/>
                    <a:pt x="74350" y="79371"/>
                    <a:pt x="73853" y="79371"/>
                  </a:cubicBezTo>
                  <a:cubicBezTo>
                    <a:pt x="73356" y="79371"/>
                    <a:pt x="72841" y="79279"/>
                    <a:pt x="72225" y="79093"/>
                  </a:cubicBezTo>
                  <a:cubicBezTo>
                    <a:pt x="71682" y="78949"/>
                    <a:pt x="71109" y="78892"/>
                    <a:pt x="70651" y="78663"/>
                  </a:cubicBezTo>
                  <a:cubicBezTo>
                    <a:pt x="70163" y="78434"/>
                    <a:pt x="69621" y="77861"/>
                    <a:pt x="69076" y="77719"/>
                  </a:cubicBezTo>
                  <a:cubicBezTo>
                    <a:pt x="69021" y="77711"/>
                    <a:pt x="68969" y="77707"/>
                    <a:pt x="68917" y="77707"/>
                  </a:cubicBezTo>
                  <a:cubicBezTo>
                    <a:pt x="68169" y="77707"/>
                    <a:pt x="67707" y="78504"/>
                    <a:pt x="67025" y="78504"/>
                  </a:cubicBezTo>
                  <a:cubicBezTo>
                    <a:pt x="66914" y="78504"/>
                    <a:pt x="66796" y="78483"/>
                    <a:pt x="66671" y="78434"/>
                  </a:cubicBezTo>
                  <a:cubicBezTo>
                    <a:pt x="66728" y="78147"/>
                    <a:pt x="67502" y="77433"/>
                    <a:pt x="67159" y="77059"/>
                  </a:cubicBezTo>
                  <a:cubicBezTo>
                    <a:pt x="67114" y="77003"/>
                    <a:pt x="67043" y="76980"/>
                    <a:pt x="66957" y="76980"/>
                  </a:cubicBezTo>
                  <a:cubicBezTo>
                    <a:pt x="66606" y="76980"/>
                    <a:pt x="66002" y="77363"/>
                    <a:pt x="65842" y="77433"/>
                  </a:cubicBezTo>
                  <a:cubicBezTo>
                    <a:pt x="64896" y="77948"/>
                    <a:pt x="63437" y="78090"/>
                    <a:pt x="62693" y="78663"/>
                  </a:cubicBezTo>
                  <a:cubicBezTo>
                    <a:pt x="61747" y="79379"/>
                    <a:pt x="62063" y="81411"/>
                    <a:pt x="61060" y="81697"/>
                  </a:cubicBezTo>
                  <a:cubicBezTo>
                    <a:pt x="60918" y="81743"/>
                    <a:pt x="60800" y="81764"/>
                    <a:pt x="60702" y="81764"/>
                  </a:cubicBezTo>
                  <a:cubicBezTo>
                    <a:pt x="60133" y="81764"/>
                    <a:pt x="60230" y="81070"/>
                    <a:pt x="59888" y="80753"/>
                  </a:cubicBezTo>
                  <a:cubicBezTo>
                    <a:pt x="59591" y="80544"/>
                    <a:pt x="59326" y="80463"/>
                    <a:pt x="59009" y="80463"/>
                  </a:cubicBezTo>
                  <a:cubicBezTo>
                    <a:pt x="58806" y="80463"/>
                    <a:pt x="58581" y="80496"/>
                    <a:pt x="58312" y="80552"/>
                  </a:cubicBezTo>
                  <a:lnTo>
                    <a:pt x="58312" y="80696"/>
                  </a:lnTo>
                  <a:cubicBezTo>
                    <a:pt x="58170" y="80627"/>
                    <a:pt x="58033" y="80599"/>
                    <a:pt x="57899" y="80599"/>
                  </a:cubicBezTo>
                  <a:cubicBezTo>
                    <a:pt x="57266" y="80599"/>
                    <a:pt x="56702" y="81235"/>
                    <a:pt x="55997" y="81235"/>
                  </a:cubicBezTo>
                  <a:cubicBezTo>
                    <a:pt x="55922" y="81235"/>
                    <a:pt x="55844" y="81228"/>
                    <a:pt x="55765" y="81211"/>
                  </a:cubicBezTo>
                  <a:cubicBezTo>
                    <a:pt x="55021" y="80982"/>
                    <a:pt x="55078" y="80696"/>
                    <a:pt x="54533" y="80124"/>
                  </a:cubicBezTo>
                  <a:cubicBezTo>
                    <a:pt x="54277" y="79750"/>
                    <a:pt x="53704" y="79464"/>
                    <a:pt x="53445" y="79036"/>
                  </a:cubicBezTo>
                  <a:cubicBezTo>
                    <a:pt x="52960" y="78147"/>
                    <a:pt x="53303" y="77002"/>
                    <a:pt x="53647" y="76143"/>
                  </a:cubicBezTo>
                  <a:cubicBezTo>
                    <a:pt x="54132" y="74827"/>
                    <a:pt x="54391" y="74311"/>
                    <a:pt x="53933" y="72937"/>
                  </a:cubicBezTo>
                  <a:cubicBezTo>
                    <a:pt x="53647" y="72280"/>
                    <a:pt x="53933" y="72223"/>
                    <a:pt x="53102" y="71849"/>
                  </a:cubicBezTo>
                  <a:cubicBezTo>
                    <a:pt x="52839" y="71741"/>
                    <a:pt x="52516" y="71692"/>
                    <a:pt x="52189" y="71692"/>
                  </a:cubicBezTo>
                  <a:cubicBezTo>
                    <a:pt x="51913" y="71692"/>
                    <a:pt x="51634" y="71727"/>
                    <a:pt x="51384" y="71792"/>
                  </a:cubicBezTo>
                  <a:cubicBezTo>
                    <a:pt x="50982" y="71831"/>
                    <a:pt x="50079" y="72268"/>
                    <a:pt x="49379" y="72268"/>
                  </a:cubicBezTo>
                  <a:cubicBezTo>
                    <a:pt x="49035" y="72268"/>
                    <a:pt x="48740" y="72162"/>
                    <a:pt x="48579" y="71849"/>
                  </a:cubicBezTo>
                  <a:cubicBezTo>
                    <a:pt x="48093" y="70906"/>
                    <a:pt x="49868" y="68242"/>
                    <a:pt x="50154" y="67299"/>
                  </a:cubicBezTo>
                  <a:cubicBezTo>
                    <a:pt x="50354" y="66697"/>
                    <a:pt x="51327" y="65265"/>
                    <a:pt x="50984" y="64693"/>
                  </a:cubicBezTo>
                  <a:cubicBezTo>
                    <a:pt x="50842" y="64423"/>
                    <a:pt x="50411" y="64326"/>
                    <a:pt x="49918" y="64326"/>
                  </a:cubicBezTo>
                  <a:cubicBezTo>
                    <a:pt x="49212" y="64326"/>
                    <a:pt x="48379" y="64524"/>
                    <a:pt x="48093" y="64693"/>
                  </a:cubicBezTo>
                  <a:cubicBezTo>
                    <a:pt x="47006" y="65265"/>
                    <a:pt x="47349" y="66268"/>
                    <a:pt x="46861" y="67212"/>
                  </a:cubicBezTo>
                  <a:cubicBezTo>
                    <a:pt x="46461" y="68013"/>
                    <a:pt x="45288" y="68586"/>
                    <a:pt x="44544" y="68815"/>
                  </a:cubicBezTo>
                  <a:cubicBezTo>
                    <a:pt x="44350" y="68887"/>
                    <a:pt x="44111" y="68917"/>
                    <a:pt x="43850" y="68917"/>
                  </a:cubicBezTo>
                  <a:cubicBezTo>
                    <a:pt x="43069" y="68917"/>
                    <a:pt x="42088" y="68644"/>
                    <a:pt x="41509" y="68387"/>
                  </a:cubicBezTo>
                  <a:cubicBezTo>
                    <a:pt x="40364" y="67642"/>
                    <a:pt x="40708" y="66555"/>
                    <a:pt x="40364" y="65410"/>
                  </a:cubicBezTo>
                  <a:cubicBezTo>
                    <a:pt x="40021" y="64093"/>
                    <a:pt x="39247" y="63319"/>
                    <a:pt x="39590" y="61860"/>
                  </a:cubicBezTo>
                  <a:cubicBezTo>
                    <a:pt x="39876" y="60772"/>
                    <a:pt x="40708" y="59971"/>
                    <a:pt x="40907" y="58825"/>
                  </a:cubicBezTo>
                  <a:cubicBezTo>
                    <a:pt x="41108" y="57566"/>
                    <a:pt x="41051" y="56849"/>
                    <a:pt x="41995" y="55990"/>
                  </a:cubicBezTo>
                  <a:cubicBezTo>
                    <a:pt x="42739" y="55246"/>
                    <a:pt x="43712" y="54673"/>
                    <a:pt x="44544" y="54158"/>
                  </a:cubicBezTo>
                  <a:cubicBezTo>
                    <a:pt x="45125" y="53771"/>
                    <a:pt x="45583" y="53650"/>
                    <a:pt x="46031" y="53650"/>
                  </a:cubicBezTo>
                  <a:cubicBezTo>
                    <a:pt x="46642" y="53650"/>
                    <a:pt x="47234" y="53876"/>
                    <a:pt x="48093" y="53959"/>
                  </a:cubicBezTo>
                  <a:cubicBezTo>
                    <a:pt x="48380" y="53994"/>
                    <a:pt x="48716" y="54035"/>
                    <a:pt x="49055" y="54035"/>
                  </a:cubicBezTo>
                  <a:cubicBezTo>
                    <a:pt x="49527" y="54035"/>
                    <a:pt x="50004" y="53956"/>
                    <a:pt x="50354" y="53673"/>
                  </a:cubicBezTo>
                  <a:cubicBezTo>
                    <a:pt x="50784" y="53299"/>
                    <a:pt x="50555" y="52956"/>
                    <a:pt x="51128" y="52642"/>
                  </a:cubicBezTo>
                  <a:cubicBezTo>
                    <a:pt x="51380" y="52485"/>
                    <a:pt x="52175" y="52397"/>
                    <a:pt x="52946" y="52397"/>
                  </a:cubicBezTo>
                  <a:cubicBezTo>
                    <a:pt x="53578" y="52397"/>
                    <a:pt x="54192" y="52456"/>
                    <a:pt x="54476" y="52585"/>
                  </a:cubicBezTo>
                  <a:cubicBezTo>
                    <a:pt x="55021" y="52784"/>
                    <a:pt x="55220" y="53299"/>
                    <a:pt x="55708" y="53444"/>
                  </a:cubicBezTo>
                  <a:cubicBezTo>
                    <a:pt x="55784" y="53466"/>
                    <a:pt x="55852" y="53474"/>
                    <a:pt x="55913" y="53474"/>
                  </a:cubicBezTo>
                  <a:cubicBezTo>
                    <a:pt x="56084" y="53474"/>
                    <a:pt x="56208" y="53410"/>
                    <a:pt x="56356" y="53410"/>
                  </a:cubicBezTo>
                  <a:cubicBezTo>
                    <a:pt x="56493" y="53410"/>
                    <a:pt x="56649" y="53464"/>
                    <a:pt x="56881" y="53673"/>
                  </a:cubicBezTo>
                  <a:cubicBezTo>
                    <a:pt x="58113" y="54760"/>
                    <a:pt x="56395" y="59112"/>
                    <a:pt x="58713" y="59254"/>
                  </a:cubicBezTo>
                  <a:cubicBezTo>
                    <a:pt x="58748" y="59256"/>
                    <a:pt x="58782" y="59257"/>
                    <a:pt x="58815" y="59257"/>
                  </a:cubicBezTo>
                  <a:cubicBezTo>
                    <a:pt x="60890" y="59257"/>
                    <a:pt x="60025" y="54885"/>
                    <a:pt x="59743" y="53815"/>
                  </a:cubicBezTo>
                  <a:cubicBezTo>
                    <a:pt x="58914" y="50608"/>
                    <a:pt x="60774" y="49177"/>
                    <a:pt x="63437" y="48089"/>
                  </a:cubicBezTo>
                  <a:cubicBezTo>
                    <a:pt x="64610" y="47574"/>
                    <a:pt x="65842" y="47001"/>
                    <a:pt x="66586" y="45914"/>
                  </a:cubicBezTo>
                  <a:cubicBezTo>
                    <a:pt x="67502" y="44597"/>
                    <a:pt x="67273" y="43882"/>
                    <a:pt x="67560" y="42508"/>
                  </a:cubicBezTo>
                  <a:cubicBezTo>
                    <a:pt x="67718" y="41809"/>
                    <a:pt x="67949" y="41693"/>
                    <a:pt x="68244" y="41693"/>
                  </a:cubicBezTo>
                  <a:cubicBezTo>
                    <a:pt x="68391" y="41693"/>
                    <a:pt x="68554" y="41722"/>
                    <a:pt x="68732" y="41722"/>
                  </a:cubicBezTo>
                  <a:cubicBezTo>
                    <a:pt x="68973" y="41722"/>
                    <a:pt x="69241" y="41669"/>
                    <a:pt x="69534" y="41420"/>
                  </a:cubicBezTo>
                  <a:cubicBezTo>
                    <a:pt x="70507" y="40619"/>
                    <a:pt x="71194" y="39330"/>
                    <a:pt x="71938" y="38386"/>
                  </a:cubicBezTo>
                  <a:lnTo>
                    <a:pt x="72025" y="38242"/>
                  </a:lnTo>
                  <a:cubicBezTo>
                    <a:pt x="72352" y="37853"/>
                    <a:pt x="72667" y="37761"/>
                    <a:pt x="72997" y="37761"/>
                  </a:cubicBezTo>
                  <a:cubicBezTo>
                    <a:pt x="73295" y="37761"/>
                    <a:pt x="73604" y="37836"/>
                    <a:pt x="73945" y="37836"/>
                  </a:cubicBezTo>
                  <a:cubicBezTo>
                    <a:pt x="74091" y="37836"/>
                    <a:pt x="74242" y="37822"/>
                    <a:pt x="74400" y="37784"/>
                  </a:cubicBezTo>
                  <a:cubicBezTo>
                    <a:pt x="75575" y="37440"/>
                    <a:pt x="75174" y="36410"/>
                    <a:pt x="75632" y="35409"/>
                  </a:cubicBezTo>
                  <a:cubicBezTo>
                    <a:pt x="76262" y="34177"/>
                    <a:pt x="77148" y="34234"/>
                    <a:pt x="78236" y="33890"/>
                  </a:cubicBezTo>
                  <a:cubicBezTo>
                    <a:pt x="79210" y="33519"/>
                    <a:pt x="79954" y="32860"/>
                    <a:pt x="80984" y="32574"/>
                  </a:cubicBezTo>
                  <a:cubicBezTo>
                    <a:pt x="81185" y="32474"/>
                    <a:pt x="81822" y="32295"/>
                    <a:pt x="82269" y="32295"/>
                  </a:cubicBezTo>
                  <a:cubicBezTo>
                    <a:pt x="82717" y="32295"/>
                    <a:pt x="82975" y="32474"/>
                    <a:pt x="82416" y="33089"/>
                  </a:cubicBezTo>
                  <a:cubicBezTo>
                    <a:pt x="82159" y="33462"/>
                    <a:pt x="79553" y="33749"/>
                    <a:pt x="81271" y="34607"/>
                  </a:cubicBezTo>
                  <a:cubicBezTo>
                    <a:pt x="81397" y="34660"/>
                    <a:pt x="81521" y="34683"/>
                    <a:pt x="81644" y="34683"/>
                  </a:cubicBezTo>
                  <a:cubicBezTo>
                    <a:pt x="82519" y="34683"/>
                    <a:pt x="83298" y="33491"/>
                    <a:pt x="84076" y="33290"/>
                  </a:cubicBezTo>
                  <a:cubicBezTo>
                    <a:pt x="84678" y="33089"/>
                    <a:pt x="86481" y="33089"/>
                    <a:pt x="85995" y="31859"/>
                  </a:cubicBezTo>
                  <a:cubicBezTo>
                    <a:pt x="85652" y="31000"/>
                    <a:pt x="84076" y="31715"/>
                    <a:pt x="83591" y="30829"/>
                  </a:cubicBezTo>
                  <a:cubicBezTo>
                    <a:pt x="82904" y="29597"/>
                    <a:pt x="84763" y="29253"/>
                    <a:pt x="85022" y="28509"/>
                  </a:cubicBezTo>
                  <a:cubicBezTo>
                    <a:pt x="85301" y="27869"/>
                    <a:pt x="84987" y="27645"/>
                    <a:pt x="84389" y="27645"/>
                  </a:cubicBezTo>
                  <a:cubicBezTo>
                    <a:pt x="83004" y="27645"/>
                    <a:pt x="80094" y="28845"/>
                    <a:pt x="79502" y="28845"/>
                  </a:cubicBezTo>
                  <a:cubicBezTo>
                    <a:pt x="79459" y="28845"/>
                    <a:pt x="79428" y="28839"/>
                    <a:pt x="79411" y="28825"/>
                  </a:cubicBezTo>
                  <a:cubicBezTo>
                    <a:pt x="78580" y="28080"/>
                    <a:pt x="80641" y="26791"/>
                    <a:pt x="81186" y="26562"/>
                  </a:cubicBezTo>
                  <a:cubicBezTo>
                    <a:pt x="81502" y="26469"/>
                    <a:pt x="81825" y="26446"/>
                    <a:pt x="82151" y="26446"/>
                  </a:cubicBezTo>
                  <a:cubicBezTo>
                    <a:pt x="82481" y="26446"/>
                    <a:pt x="82814" y="26469"/>
                    <a:pt x="83149" y="26469"/>
                  </a:cubicBezTo>
                  <a:cubicBezTo>
                    <a:pt x="83505" y="26469"/>
                    <a:pt x="83863" y="26443"/>
                    <a:pt x="84220" y="26333"/>
                  </a:cubicBezTo>
                  <a:cubicBezTo>
                    <a:pt x="85182" y="26080"/>
                    <a:pt x="85875" y="25895"/>
                    <a:pt x="86872" y="25895"/>
                  </a:cubicBezTo>
                  <a:cubicBezTo>
                    <a:pt x="87003" y="25895"/>
                    <a:pt x="87140" y="25898"/>
                    <a:pt x="87282" y="25905"/>
                  </a:cubicBezTo>
                  <a:cubicBezTo>
                    <a:pt x="88002" y="26009"/>
                    <a:pt x="88483" y="26126"/>
                    <a:pt x="88937" y="26126"/>
                  </a:cubicBezTo>
                  <a:cubicBezTo>
                    <a:pt x="89477" y="26126"/>
                    <a:pt x="89980" y="25962"/>
                    <a:pt x="90804" y="25417"/>
                  </a:cubicBezTo>
                  <a:cubicBezTo>
                    <a:pt x="92092" y="24531"/>
                    <a:pt x="95041" y="24760"/>
                    <a:pt x="94954" y="22298"/>
                  </a:cubicBezTo>
                  <a:cubicBezTo>
                    <a:pt x="94954" y="21352"/>
                    <a:pt x="93953" y="20321"/>
                    <a:pt x="93266" y="19749"/>
                  </a:cubicBezTo>
                  <a:cubicBezTo>
                    <a:pt x="92149" y="18890"/>
                    <a:pt x="91892" y="18947"/>
                    <a:pt x="91892" y="17374"/>
                  </a:cubicBezTo>
                  <a:cubicBezTo>
                    <a:pt x="91892" y="16344"/>
                    <a:pt x="92149" y="15054"/>
                    <a:pt x="91462" y="14397"/>
                  </a:cubicBezTo>
                  <a:cubicBezTo>
                    <a:pt x="91136" y="14124"/>
                    <a:pt x="90823" y="14021"/>
                    <a:pt x="90519" y="14021"/>
                  </a:cubicBezTo>
                  <a:cubicBezTo>
                    <a:pt x="89677" y="14021"/>
                    <a:pt x="88898" y="14806"/>
                    <a:pt x="88056" y="14912"/>
                  </a:cubicBezTo>
                  <a:cubicBezTo>
                    <a:pt x="87946" y="14934"/>
                    <a:pt x="87775" y="14948"/>
                    <a:pt x="87593" y="14948"/>
                  </a:cubicBezTo>
                  <a:cubicBezTo>
                    <a:pt x="87303" y="14948"/>
                    <a:pt x="86983" y="14914"/>
                    <a:pt x="86824" y="14825"/>
                  </a:cubicBezTo>
                  <a:cubicBezTo>
                    <a:pt x="85908" y="14111"/>
                    <a:pt x="86881" y="14253"/>
                    <a:pt x="86939" y="13451"/>
                  </a:cubicBezTo>
                  <a:cubicBezTo>
                    <a:pt x="86939" y="12879"/>
                    <a:pt x="85995" y="11191"/>
                    <a:pt x="85565" y="10904"/>
                  </a:cubicBezTo>
                  <a:cubicBezTo>
                    <a:pt x="85357" y="10715"/>
                    <a:pt x="83662" y="10501"/>
                    <a:pt x="82338" y="10501"/>
                  </a:cubicBezTo>
                  <a:cubicBezTo>
                    <a:pt x="81658" y="10501"/>
                    <a:pt x="81075" y="10558"/>
                    <a:pt x="80842" y="10703"/>
                  </a:cubicBezTo>
                  <a:cubicBezTo>
                    <a:pt x="79610" y="11420"/>
                    <a:pt x="80584" y="13080"/>
                    <a:pt x="79697" y="13882"/>
                  </a:cubicBezTo>
                  <a:cubicBezTo>
                    <a:pt x="79068" y="14539"/>
                    <a:pt x="77206" y="13680"/>
                    <a:pt x="77893" y="15684"/>
                  </a:cubicBezTo>
                  <a:cubicBezTo>
                    <a:pt x="78179" y="16630"/>
                    <a:pt x="79210" y="17287"/>
                    <a:pt x="78236" y="18375"/>
                  </a:cubicBezTo>
                  <a:cubicBezTo>
                    <a:pt x="76606" y="20179"/>
                    <a:pt x="74201" y="18462"/>
                    <a:pt x="73656" y="21409"/>
                  </a:cubicBezTo>
                  <a:cubicBezTo>
                    <a:pt x="73514" y="22298"/>
                    <a:pt x="73457" y="23729"/>
                    <a:pt x="72625" y="24244"/>
                  </a:cubicBezTo>
                  <a:cubicBezTo>
                    <a:pt x="72448" y="24355"/>
                    <a:pt x="72231" y="24405"/>
                    <a:pt x="72000" y="24405"/>
                  </a:cubicBezTo>
                  <a:cubicBezTo>
                    <a:pt x="71337" y="24405"/>
                    <a:pt x="70563" y="23995"/>
                    <a:pt x="70308" y="23443"/>
                  </a:cubicBezTo>
                  <a:cubicBezTo>
                    <a:pt x="69534" y="21725"/>
                    <a:pt x="71538" y="21725"/>
                    <a:pt x="71739" y="20638"/>
                  </a:cubicBezTo>
                  <a:cubicBezTo>
                    <a:pt x="71900" y="19815"/>
                    <a:pt x="71362" y="19664"/>
                    <a:pt x="70723" y="19664"/>
                  </a:cubicBezTo>
                  <a:cubicBezTo>
                    <a:pt x="70356" y="19664"/>
                    <a:pt x="69955" y="19714"/>
                    <a:pt x="69635" y="19714"/>
                  </a:cubicBezTo>
                  <a:cubicBezTo>
                    <a:pt x="69523" y="19714"/>
                    <a:pt x="69422" y="19708"/>
                    <a:pt x="69334" y="19692"/>
                  </a:cubicBezTo>
                  <a:cubicBezTo>
                    <a:pt x="68503" y="19463"/>
                    <a:pt x="67273" y="18604"/>
                    <a:pt x="66671" y="18004"/>
                  </a:cubicBezTo>
                  <a:cubicBezTo>
                    <a:pt x="66185" y="17573"/>
                    <a:pt x="66270" y="16916"/>
                    <a:pt x="65498" y="16859"/>
                  </a:cubicBezTo>
                  <a:cubicBezTo>
                    <a:pt x="65036" y="16859"/>
                    <a:pt x="64575" y="17436"/>
                    <a:pt x="63991" y="17436"/>
                  </a:cubicBezTo>
                  <a:cubicBezTo>
                    <a:pt x="63887" y="17436"/>
                    <a:pt x="63779" y="17417"/>
                    <a:pt x="63666" y="17374"/>
                  </a:cubicBezTo>
                  <a:cubicBezTo>
                    <a:pt x="63666" y="16199"/>
                    <a:pt x="64667" y="15398"/>
                    <a:pt x="63094" y="15054"/>
                  </a:cubicBezTo>
                  <a:cubicBezTo>
                    <a:pt x="63179" y="14825"/>
                    <a:pt x="63236" y="14683"/>
                    <a:pt x="63380" y="14454"/>
                  </a:cubicBezTo>
                  <a:lnTo>
                    <a:pt x="63380" y="14454"/>
                  </a:lnTo>
                  <a:lnTo>
                    <a:pt x="63179" y="14596"/>
                  </a:lnTo>
                  <a:cubicBezTo>
                    <a:pt x="63522" y="13882"/>
                    <a:pt x="63236" y="13222"/>
                    <a:pt x="63866" y="12737"/>
                  </a:cubicBezTo>
                  <a:cubicBezTo>
                    <a:pt x="64266" y="12363"/>
                    <a:pt x="64754" y="12650"/>
                    <a:pt x="65240" y="12421"/>
                  </a:cubicBezTo>
                  <a:cubicBezTo>
                    <a:pt x="66270" y="11935"/>
                    <a:pt x="66671" y="10989"/>
                    <a:pt x="67960" y="10760"/>
                  </a:cubicBezTo>
                  <a:cubicBezTo>
                    <a:pt x="69190" y="10561"/>
                    <a:pt x="69964" y="10046"/>
                    <a:pt x="71109" y="9329"/>
                  </a:cubicBezTo>
                  <a:cubicBezTo>
                    <a:pt x="72140" y="8672"/>
                    <a:pt x="73170" y="8527"/>
                    <a:pt x="74286" y="7955"/>
                  </a:cubicBezTo>
                  <a:cubicBezTo>
                    <a:pt x="75087" y="7439"/>
                    <a:pt x="75774" y="6267"/>
                    <a:pt x="76606" y="5981"/>
                  </a:cubicBezTo>
                  <a:cubicBezTo>
                    <a:pt x="76784" y="5916"/>
                    <a:pt x="76970" y="5891"/>
                    <a:pt x="77162" y="5891"/>
                  </a:cubicBezTo>
                  <a:cubicBezTo>
                    <a:pt x="77822" y="5891"/>
                    <a:pt x="78550" y="6188"/>
                    <a:pt x="79243" y="6188"/>
                  </a:cubicBezTo>
                  <a:cubicBezTo>
                    <a:pt x="79416" y="6188"/>
                    <a:pt x="79587" y="6169"/>
                    <a:pt x="79755" y="6123"/>
                  </a:cubicBezTo>
                  <a:cubicBezTo>
                    <a:pt x="80499" y="5923"/>
                    <a:pt x="82358" y="4405"/>
                    <a:pt x="82759" y="3748"/>
                  </a:cubicBezTo>
                  <a:cubicBezTo>
                    <a:pt x="83293" y="2868"/>
                    <a:pt x="82974" y="2643"/>
                    <a:pt x="82431" y="2643"/>
                  </a:cubicBezTo>
                  <a:cubicBezTo>
                    <a:pt x="81984" y="2643"/>
                    <a:pt x="81385" y="2795"/>
                    <a:pt x="80984" y="2859"/>
                  </a:cubicBezTo>
                  <a:cubicBezTo>
                    <a:pt x="79812" y="3088"/>
                    <a:pt x="79610" y="3375"/>
                    <a:pt x="78667" y="4034"/>
                  </a:cubicBezTo>
                  <a:cubicBezTo>
                    <a:pt x="78224" y="4356"/>
                    <a:pt x="77948" y="4486"/>
                    <a:pt x="77767" y="4486"/>
                  </a:cubicBezTo>
                  <a:cubicBezTo>
                    <a:pt x="77305" y="4486"/>
                    <a:pt x="77459" y="3640"/>
                    <a:pt x="77006" y="3004"/>
                  </a:cubicBezTo>
                  <a:cubicBezTo>
                    <a:pt x="76606" y="2431"/>
                    <a:pt x="76061" y="2717"/>
                    <a:pt x="75861" y="2000"/>
                  </a:cubicBezTo>
                  <a:cubicBezTo>
                    <a:pt x="75774" y="1572"/>
                    <a:pt x="76262" y="1142"/>
                    <a:pt x="76118" y="684"/>
                  </a:cubicBezTo>
                  <a:cubicBezTo>
                    <a:pt x="75992" y="182"/>
                    <a:pt x="75768" y="1"/>
                    <a:pt x="7550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5545545" y="993833"/>
              <a:ext cx="2199235" cy="3393224"/>
            </a:xfrm>
            <a:custGeom>
              <a:avLst/>
              <a:gdLst/>
              <a:ahLst/>
              <a:cxnLst/>
              <a:rect l="l" t="t" r="r" b="b"/>
              <a:pathLst>
                <a:path w="108725" h="167753" extrusionOk="0">
                  <a:moveTo>
                    <a:pt x="75903" y="717"/>
                  </a:moveTo>
                  <a:cubicBezTo>
                    <a:pt x="75909" y="717"/>
                    <a:pt x="75914" y="717"/>
                    <a:pt x="75918" y="717"/>
                  </a:cubicBezTo>
                  <a:cubicBezTo>
                    <a:pt x="76005" y="744"/>
                    <a:pt x="76090" y="889"/>
                    <a:pt x="76147" y="1145"/>
                  </a:cubicBezTo>
                  <a:cubicBezTo>
                    <a:pt x="76177" y="1260"/>
                    <a:pt x="76120" y="1404"/>
                    <a:pt x="76033" y="1603"/>
                  </a:cubicBezTo>
                  <a:cubicBezTo>
                    <a:pt x="75918" y="1832"/>
                    <a:pt x="75804" y="2091"/>
                    <a:pt x="75861" y="2434"/>
                  </a:cubicBezTo>
                  <a:cubicBezTo>
                    <a:pt x="76033" y="3007"/>
                    <a:pt x="76406" y="3179"/>
                    <a:pt x="76663" y="3263"/>
                  </a:cubicBezTo>
                  <a:cubicBezTo>
                    <a:pt x="76834" y="3351"/>
                    <a:pt x="76979" y="3408"/>
                    <a:pt x="77093" y="3580"/>
                  </a:cubicBezTo>
                  <a:cubicBezTo>
                    <a:pt x="77235" y="3779"/>
                    <a:pt x="77322" y="4065"/>
                    <a:pt x="77379" y="4324"/>
                  </a:cubicBezTo>
                  <a:cubicBezTo>
                    <a:pt x="77464" y="4667"/>
                    <a:pt x="77551" y="5038"/>
                    <a:pt x="77895" y="5153"/>
                  </a:cubicBezTo>
                  <a:cubicBezTo>
                    <a:pt x="77977" y="5182"/>
                    <a:pt x="78060" y="5196"/>
                    <a:pt x="78145" y="5196"/>
                  </a:cubicBezTo>
                  <a:cubicBezTo>
                    <a:pt x="78474" y="5196"/>
                    <a:pt x="78829" y="4986"/>
                    <a:pt x="79239" y="4667"/>
                  </a:cubicBezTo>
                  <a:cubicBezTo>
                    <a:pt x="79411" y="4553"/>
                    <a:pt x="79583" y="4438"/>
                    <a:pt x="79727" y="4351"/>
                  </a:cubicBezTo>
                  <a:cubicBezTo>
                    <a:pt x="80299" y="3923"/>
                    <a:pt x="80556" y="3722"/>
                    <a:pt x="81415" y="3580"/>
                  </a:cubicBezTo>
                  <a:cubicBezTo>
                    <a:pt x="81529" y="3550"/>
                    <a:pt x="81673" y="3522"/>
                    <a:pt x="81815" y="3492"/>
                  </a:cubicBezTo>
                  <a:cubicBezTo>
                    <a:pt x="82083" y="3448"/>
                    <a:pt x="82595" y="3352"/>
                    <a:pt x="82876" y="3352"/>
                  </a:cubicBezTo>
                  <a:cubicBezTo>
                    <a:pt x="82955" y="3352"/>
                    <a:pt x="83016" y="3359"/>
                    <a:pt x="83047" y="3378"/>
                  </a:cubicBezTo>
                  <a:cubicBezTo>
                    <a:pt x="83047" y="3378"/>
                    <a:pt x="83075" y="3492"/>
                    <a:pt x="82846" y="3893"/>
                  </a:cubicBezTo>
                  <a:cubicBezTo>
                    <a:pt x="82475" y="4466"/>
                    <a:pt x="80700" y="5927"/>
                    <a:pt x="80041" y="6126"/>
                  </a:cubicBezTo>
                  <a:cubicBezTo>
                    <a:pt x="79897" y="6165"/>
                    <a:pt x="79750" y="6181"/>
                    <a:pt x="79599" y="6181"/>
                  </a:cubicBezTo>
                  <a:cubicBezTo>
                    <a:pt x="79299" y="6181"/>
                    <a:pt x="78982" y="6118"/>
                    <a:pt x="78639" y="6041"/>
                  </a:cubicBezTo>
                  <a:cubicBezTo>
                    <a:pt x="78288" y="5953"/>
                    <a:pt x="77915" y="5876"/>
                    <a:pt x="77547" y="5876"/>
                  </a:cubicBezTo>
                  <a:cubicBezTo>
                    <a:pt x="77315" y="5876"/>
                    <a:pt x="77085" y="5906"/>
                    <a:pt x="76864" y="5984"/>
                  </a:cubicBezTo>
                  <a:cubicBezTo>
                    <a:pt x="76319" y="6183"/>
                    <a:pt x="75861" y="6671"/>
                    <a:pt x="75403" y="7129"/>
                  </a:cubicBezTo>
                  <a:cubicBezTo>
                    <a:pt x="75117" y="7443"/>
                    <a:pt x="74773" y="7786"/>
                    <a:pt x="74487" y="7958"/>
                  </a:cubicBezTo>
                  <a:cubicBezTo>
                    <a:pt x="74001" y="8217"/>
                    <a:pt x="73543" y="8389"/>
                    <a:pt x="73085" y="8561"/>
                  </a:cubicBezTo>
                  <a:cubicBezTo>
                    <a:pt x="72513" y="8760"/>
                    <a:pt x="71911" y="8989"/>
                    <a:pt x="71311" y="9362"/>
                  </a:cubicBezTo>
                  <a:lnTo>
                    <a:pt x="71109" y="9477"/>
                  </a:lnTo>
                  <a:cubicBezTo>
                    <a:pt x="70051" y="10134"/>
                    <a:pt x="69364" y="10564"/>
                    <a:pt x="68276" y="10764"/>
                  </a:cubicBezTo>
                  <a:cubicBezTo>
                    <a:pt x="67388" y="10908"/>
                    <a:pt x="66872" y="11336"/>
                    <a:pt x="66387" y="11767"/>
                  </a:cubicBezTo>
                  <a:cubicBezTo>
                    <a:pt x="66071" y="12023"/>
                    <a:pt x="65814" y="12282"/>
                    <a:pt x="65441" y="12454"/>
                  </a:cubicBezTo>
                  <a:cubicBezTo>
                    <a:pt x="65326" y="12511"/>
                    <a:pt x="65155" y="12511"/>
                    <a:pt x="64983" y="12511"/>
                  </a:cubicBezTo>
                  <a:cubicBezTo>
                    <a:pt x="64697" y="12511"/>
                    <a:pt x="64326" y="12511"/>
                    <a:pt x="64010" y="12797"/>
                  </a:cubicBezTo>
                  <a:cubicBezTo>
                    <a:pt x="63524" y="13198"/>
                    <a:pt x="63467" y="13656"/>
                    <a:pt x="63410" y="14084"/>
                  </a:cubicBezTo>
                  <a:cubicBezTo>
                    <a:pt x="63352" y="14313"/>
                    <a:pt x="63323" y="14572"/>
                    <a:pt x="63208" y="14801"/>
                  </a:cubicBezTo>
                  <a:cubicBezTo>
                    <a:pt x="63181" y="14886"/>
                    <a:pt x="63181" y="15000"/>
                    <a:pt x="63208" y="15087"/>
                  </a:cubicBezTo>
                  <a:cubicBezTo>
                    <a:pt x="63181" y="15145"/>
                    <a:pt x="63151" y="15202"/>
                    <a:pt x="63123" y="15287"/>
                  </a:cubicBezTo>
                  <a:cubicBezTo>
                    <a:pt x="63094" y="15374"/>
                    <a:pt x="63123" y="15488"/>
                    <a:pt x="63151" y="15573"/>
                  </a:cubicBezTo>
                  <a:cubicBezTo>
                    <a:pt x="63208" y="15660"/>
                    <a:pt x="63295" y="15717"/>
                    <a:pt x="63410" y="15745"/>
                  </a:cubicBezTo>
                  <a:cubicBezTo>
                    <a:pt x="63838" y="15859"/>
                    <a:pt x="63952" y="15974"/>
                    <a:pt x="63982" y="16003"/>
                  </a:cubicBezTo>
                  <a:cubicBezTo>
                    <a:pt x="64039" y="16118"/>
                    <a:pt x="63952" y="16374"/>
                    <a:pt x="63868" y="16603"/>
                  </a:cubicBezTo>
                  <a:cubicBezTo>
                    <a:pt x="63781" y="16920"/>
                    <a:pt x="63666" y="17291"/>
                    <a:pt x="63666" y="17721"/>
                  </a:cubicBezTo>
                  <a:cubicBezTo>
                    <a:pt x="63666" y="17863"/>
                    <a:pt x="63753" y="18007"/>
                    <a:pt x="63895" y="18035"/>
                  </a:cubicBezTo>
                  <a:cubicBezTo>
                    <a:pt x="64064" y="18104"/>
                    <a:pt x="64223" y="18132"/>
                    <a:pt x="64372" y="18132"/>
                  </a:cubicBezTo>
                  <a:cubicBezTo>
                    <a:pt x="64778" y="18132"/>
                    <a:pt x="65112" y="17924"/>
                    <a:pt x="65384" y="17778"/>
                  </a:cubicBezTo>
                  <a:cubicBezTo>
                    <a:pt x="65555" y="17664"/>
                    <a:pt x="65757" y="17577"/>
                    <a:pt x="65842" y="17577"/>
                  </a:cubicBezTo>
                  <a:cubicBezTo>
                    <a:pt x="66100" y="17577"/>
                    <a:pt x="66185" y="17691"/>
                    <a:pt x="66357" y="18007"/>
                  </a:cubicBezTo>
                  <a:cubicBezTo>
                    <a:pt x="66444" y="18207"/>
                    <a:pt x="66586" y="18436"/>
                    <a:pt x="66787" y="18637"/>
                  </a:cubicBezTo>
                  <a:cubicBezTo>
                    <a:pt x="67417" y="19210"/>
                    <a:pt x="68704" y="20126"/>
                    <a:pt x="69650" y="20382"/>
                  </a:cubicBezTo>
                  <a:cubicBezTo>
                    <a:pt x="69759" y="20407"/>
                    <a:pt x="69874" y="20416"/>
                    <a:pt x="69996" y="20416"/>
                  </a:cubicBezTo>
                  <a:cubicBezTo>
                    <a:pt x="70161" y="20416"/>
                    <a:pt x="70339" y="20399"/>
                    <a:pt x="70536" y="20382"/>
                  </a:cubicBezTo>
                  <a:cubicBezTo>
                    <a:pt x="70688" y="20372"/>
                    <a:pt x="70873" y="20361"/>
                    <a:pt x="71051" y="20361"/>
                  </a:cubicBezTo>
                  <a:cubicBezTo>
                    <a:pt x="71345" y="20361"/>
                    <a:pt x="71622" y="20390"/>
                    <a:pt x="71711" y="20497"/>
                  </a:cubicBezTo>
                  <a:cubicBezTo>
                    <a:pt x="71796" y="20584"/>
                    <a:pt x="71769" y="20783"/>
                    <a:pt x="71769" y="20897"/>
                  </a:cubicBezTo>
                  <a:cubicBezTo>
                    <a:pt x="71711" y="21184"/>
                    <a:pt x="71425" y="21385"/>
                    <a:pt x="71109" y="21614"/>
                  </a:cubicBezTo>
                  <a:cubicBezTo>
                    <a:pt x="70536" y="22043"/>
                    <a:pt x="69765" y="22615"/>
                    <a:pt x="70337" y="23962"/>
                  </a:cubicBezTo>
                  <a:cubicBezTo>
                    <a:pt x="70566" y="24420"/>
                    <a:pt x="71109" y="24848"/>
                    <a:pt x="71739" y="25020"/>
                  </a:cubicBezTo>
                  <a:cubicBezTo>
                    <a:pt x="71965" y="25087"/>
                    <a:pt x="72182" y="25120"/>
                    <a:pt x="72384" y="25120"/>
                  </a:cubicBezTo>
                  <a:cubicBezTo>
                    <a:pt x="72696" y="25120"/>
                    <a:pt x="72974" y="25044"/>
                    <a:pt x="73200" y="24905"/>
                  </a:cubicBezTo>
                  <a:cubicBezTo>
                    <a:pt x="74059" y="24362"/>
                    <a:pt x="74201" y="23130"/>
                    <a:pt x="74345" y="22214"/>
                  </a:cubicBezTo>
                  <a:cubicBezTo>
                    <a:pt x="74345" y="22072"/>
                    <a:pt x="74372" y="21958"/>
                    <a:pt x="74372" y="21843"/>
                  </a:cubicBezTo>
                  <a:cubicBezTo>
                    <a:pt x="74659" y="20382"/>
                    <a:pt x="75346" y="20268"/>
                    <a:pt x="76376" y="20096"/>
                  </a:cubicBezTo>
                  <a:cubicBezTo>
                    <a:pt x="77178" y="19981"/>
                    <a:pt x="78094" y="19839"/>
                    <a:pt x="78895" y="18951"/>
                  </a:cubicBezTo>
                  <a:cubicBezTo>
                    <a:pt x="79754" y="18007"/>
                    <a:pt x="79296" y="17233"/>
                    <a:pt x="78953" y="16633"/>
                  </a:cubicBezTo>
                  <a:cubicBezTo>
                    <a:pt x="78811" y="16404"/>
                    <a:pt x="78696" y="16175"/>
                    <a:pt x="78609" y="15916"/>
                  </a:cubicBezTo>
                  <a:cubicBezTo>
                    <a:pt x="78437" y="15374"/>
                    <a:pt x="78495" y="15172"/>
                    <a:pt x="78524" y="15115"/>
                  </a:cubicBezTo>
                  <a:cubicBezTo>
                    <a:pt x="78609" y="14973"/>
                    <a:pt x="78895" y="14943"/>
                    <a:pt x="79182" y="14916"/>
                  </a:cubicBezTo>
                  <a:cubicBezTo>
                    <a:pt x="79583" y="14858"/>
                    <a:pt x="80013" y="14801"/>
                    <a:pt x="80299" y="14515"/>
                  </a:cubicBezTo>
                  <a:cubicBezTo>
                    <a:pt x="80815" y="14027"/>
                    <a:pt x="80842" y="13370"/>
                    <a:pt x="80872" y="12768"/>
                  </a:cubicBezTo>
                  <a:cubicBezTo>
                    <a:pt x="80899" y="12080"/>
                    <a:pt x="80929" y="11622"/>
                    <a:pt x="81415" y="11336"/>
                  </a:cubicBezTo>
                  <a:cubicBezTo>
                    <a:pt x="81576" y="11238"/>
                    <a:pt x="82014" y="11199"/>
                    <a:pt x="82555" y="11199"/>
                  </a:cubicBezTo>
                  <a:cubicBezTo>
                    <a:pt x="83743" y="11199"/>
                    <a:pt x="85424" y="11389"/>
                    <a:pt x="85738" y="11565"/>
                  </a:cubicBezTo>
                  <a:cubicBezTo>
                    <a:pt x="86082" y="11794"/>
                    <a:pt x="86968" y="13340"/>
                    <a:pt x="86968" y="13771"/>
                  </a:cubicBezTo>
                  <a:cubicBezTo>
                    <a:pt x="86941" y="13942"/>
                    <a:pt x="86854" y="14057"/>
                    <a:pt x="86739" y="14171"/>
                  </a:cubicBezTo>
                  <a:cubicBezTo>
                    <a:pt x="86597" y="14286"/>
                    <a:pt x="86425" y="14458"/>
                    <a:pt x="86453" y="14714"/>
                  </a:cubicBezTo>
                  <a:cubicBezTo>
                    <a:pt x="86453" y="15000"/>
                    <a:pt x="86712" y="15259"/>
                    <a:pt x="86968" y="15458"/>
                  </a:cubicBezTo>
                  <a:cubicBezTo>
                    <a:pt x="86968" y="15458"/>
                    <a:pt x="86998" y="15488"/>
                    <a:pt x="87025" y="15488"/>
                  </a:cubicBezTo>
                  <a:cubicBezTo>
                    <a:pt x="87251" y="15609"/>
                    <a:pt x="87623" y="15656"/>
                    <a:pt x="87952" y="15656"/>
                  </a:cubicBezTo>
                  <a:cubicBezTo>
                    <a:pt x="88166" y="15656"/>
                    <a:pt x="88362" y="15636"/>
                    <a:pt x="88487" y="15603"/>
                  </a:cubicBezTo>
                  <a:cubicBezTo>
                    <a:pt x="88945" y="15545"/>
                    <a:pt x="89345" y="15344"/>
                    <a:pt x="89746" y="15145"/>
                  </a:cubicBezTo>
                  <a:cubicBezTo>
                    <a:pt x="90226" y="14905"/>
                    <a:pt x="90583" y="14726"/>
                    <a:pt x="90922" y="14726"/>
                  </a:cubicBezTo>
                  <a:cubicBezTo>
                    <a:pt x="91148" y="14726"/>
                    <a:pt x="91365" y="14806"/>
                    <a:pt x="91606" y="15000"/>
                  </a:cubicBezTo>
                  <a:cubicBezTo>
                    <a:pt x="92007" y="15401"/>
                    <a:pt x="91979" y="16203"/>
                    <a:pt x="91922" y="17004"/>
                  </a:cubicBezTo>
                  <a:cubicBezTo>
                    <a:pt x="91922" y="17233"/>
                    <a:pt x="91892" y="17492"/>
                    <a:pt x="91892" y="17721"/>
                  </a:cubicBezTo>
                  <a:cubicBezTo>
                    <a:pt x="91892" y="19180"/>
                    <a:pt x="92151" y="19439"/>
                    <a:pt x="92980" y="20068"/>
                  </a:cubicBezTo>
                  <a:cubicBezTo>
                    <a:pt x="93094" y="20153"/>
                    <a:pt x="93239" y="20268"/>
                    <a:pt x="93381" y="20382"/>
                  </a:cubicBezTo>
                  <a:cubicBezTo>
                    <a:pt x="94411" y="21241"/>
                    <a:pt x="94984" y="22043"/>
                    <a:pt x="94984" y="22645"/>
                  </a:cubicBezTo>
                  <a:cubicBezTo>
                    <a:pt x="95013" y="23989"/>
                    <a:pt x="94097" y="24362"/>
                    <a:pt x="92579" y="24791"/>
                  </a:cubicBezTo>
                  <a:cubicBezTo>
                    <a:pt x="91979" y="24992"/>
                    <a:pt x="91407" y="25164"/>
                    <a:pt x="90948" y="25450"/>
                  </a:cubicBezTo>
                  <a:cubicBezTo>
                    <a:pt x="90211" y="25948"/>
                    <a:pt x="89782" y="26101"/>
                    <a:pt x="89294" y="26101"/>
                  </a:cubicBezTo>
                  <a:cubicBezTo>
                    <a:pt x="89025" y="26101"/>
                    <a:pt x="88739" y="26054"/>
                    <a:pt x="88372" y="25993"/>
                  </a:cubicBezTo>
                  <a:cubicBezTo>
                    <a:pt x="88171" y="25966"/>
                    <a:pt x="87942" y="25936"/>
                    <a:pt x="87685" y="25908"/>
                  </a:cubicBezTo>
                  <a:cubicBezTo>
                    <a:pt x="87503" y="25895"/>
                    <a:pt x="87331" y="25889"/>
                    <a:pt x="87166" y="25889"/>
                  </a:cubicBezTo>
                  <a:cubicBezTo>
                    <a:pt x="86211" y="25889"/>
                    <a:pt x="85499" y="26088"/>
                    <a:pt x="84621" y="26309"/>
                  </a:cubicBezTo>
                  <a:lnTo>
                    <a:pt x="84479" y="26337"/>
                  </a:lnTo>
                  <a:cubicBezTo>
                    <a:pt x="84155" y="26439"/>
                    <a:pt x="83830" y="26454"/>
                    <a:pt x="83496" y="26454"/>
                  </a:cubicBezTo>
                  <a:cubicBezTo>
                    <a:pt x="83357" y="26454"/>
                    <a:pt x="83217" y="26451"/>
                    <a:pt x="83075" y="26451"/>
                  </a:cubicBezTo>
                  <a:cubicBezTo>
                    <a:pt x="82869" y="26441"/>
                    <a:pt x="82664" y="26430"/>
                    <a:pt x="82458" y="26430"/>
                  </a:cubicBezTo>
                  <a:cubicBezTo>
                    <a:pt x="82120" y="26430"/>
                    <a:pt x="81782" y="26459"/>
                    <a:pt x="81444" y="26566"/>
                  </a:cubicBezTo>
                  <a:cubicBezTo>
                    <a:pt x="81014" y="26737"/>
                    <a:pt x="79411" y="27653"/>
                    <a:pt x="79239" y="28599"/>
                  </a:cubicBezTo>
                  <a:cubicBezTo>
                    <a:pt x="79182" y="28913"/>
                    <a:pt x="79296" y="29199"/>
                    <a:pt x="79555" y="29428"/>
                  </a:cubicBezTo>
                  <a:cubicBezTo>
                    <a:pt x="79642" y="29506"/>
                    <a:pt x="79735" y="29544"/>
                    <a:pt x="79876" y="29544"/>
                  </a:cubicBezTo>
                  <a:cubicBezTo>
                    <a:pt x="80150" y="29544"/>
                    <a:pt x="80602" y="29398"/>
                    <a:pt x="81529" y="29114"/>
                  </a:cubicBezTo>
                  <a:cubicBezTo>
                    <a:pt x="82213" y="28901"/>
                    <a:pt x="84021" y="28341"/>
                    <a:pt x="84799" y="28341"/>
                  </a:cubicBezTo>
                  <a:cubicBezTo>
                    <a:pt x="84966" y="28341"/>
                    <a:pt x="85085" y="28367"/>
                    <a:pt x="85136" y="28427"/>
                  </a:cubicBezTo>
                  <a:cubicBezTo>
                    <a:pt x="85136" y="28427"/>
                    <a:pt x="85166" y="28512"/>
                    <a:pt x="85079" y="28741"/>
                  </a:cubicBezTo>
                  <a:cubicBezTo>
                    <a:pt x="85022" y="28885"/>
                    <a:pt x="84735" y="29085"/>
                    <a:pt x="84479" y="29256"/>
                  </a:cubicBezTo>
                  <a:cubicBezTo>
                    <a:pt x="83964" y="29657"/>
                    <a:pt x="83047" y="30287"/>
                    <a:pt x="83648" y="31375"/>
                  </a:cubicBezTo>
                  <a:cubicBezTo>
                    <a:pt x="83991" y="31977"/>
                    <a:pt x="84651" y="32005"/>
                    <a:pt x="85193" y="32062"/>
                  </a:cubicBezTo>
                  <a:cubicBezTo>
                    <a:pt x="85709" y="32092"/>
                    <a:pt x="85938" y="32119"/>
                    <a:pt x="86025" y="32321"/>
                  </a:cubicBezTo>
                  <a:cubicBezTo>
                    <a:pt x="86082" y="32492"/>
                    <a:pt x="86109" y="32634"/>
                    <a:pt x="86052" y="32721"/>
                  </a:cubicBezTo>
                  <a:cubicBezTo>
                    <a:pt x="85910" y="32978"/>
                    <a:pt x="85280" y="33092"/>
                    <a:pt x="84880" y="33179"/>
                  </a:cubicBezTo>
                  <a:cubicBezTo>
                    <a:pt x="84678" y="33207"/>
                    <a:pt x="84479" y="33264"/>
                    <a:pt x="84364" y="33294"/>
                  </a:cubicBezTo>
                  <a:cubicBezTo>
                    <a:pt x="83934" y="33408"/>
                    <a:pt x="83563" y="33722"/>
                    <a:pt x="83189" y="34008"/>
                  </a:cubicBezTo>
                  <a:cubicBezTo>
                    <a:pt x="82695" y="34411"/>
                    <a:pt x="82336" y="34676"/>
                    <a:pt x="82000" y="34676"/>
                  </a:cubicBezTo>
                  <a:cubicBezTo>
                    <a:pt x="81929" y="34676"/>
                    <a:pt x="81858" y="34664"/>
                    <a:pt x="81788" y="34638"/>
                  </a:cubicBezTo>
                  <a:cubicBezTo>
                    <a:pt x="81616" y="34554"/>
                    <a:pt x="81529" y="34467"/>
                    <a:pt x="81472" y="34409"/>
                  </a:cubicBezTo>
                  <a:cubicBezTo>
                    <a:pt x="81616" y="34325"/>
                    <a:pt x="82017" y="34180"/>
                    <a:pt x="82246" y="34096"/>
                  </a:cubicBezTo>
                  <a:cubicBezTo>
                    <a:pt x="82674" y="33951"/>
                    <a:pt x="82960" y="33837"/>
                    <a:pt x="83075" y="33665"/>
                  </a:cubicBezTo>
                  <a:cubicBezTo>
                    <a:pt x="83476" y="33207"/>
                    <a:pt x="83590" y="32836"/>
                    <a:pt x="83361" y="32550"/>
                  </a:cubicBezTo>
                  <a:cubicBezTo>
                    <a:pt x="83209" y="32346"/>
                    <a:pt x="82932" y="32276"/>
                    <a:pt x="82627" y="32276"/>
                  </a:cubicBezTo>
                  <a:cubicBezTo>
                    <a:pt x="82074" y="32276"/>
                    <a:pt x="81427" y="32503"/>
                    <a:pt x="81243" y="32577"/>
                  </a:cubicBezTo>
                  <a:cubicBezTo>
                    <a:pt x="80643" y="32749"/>
                    <a:pt x="80128" y="33035"/>
                    <a:pt x="79640" y="33321"/>
                  </a:cubicBezTo>
                  <a:cubicBezTo>
                    <a:pt x="79239" y="33550"/>
                    <a:pt x="78895" y="33752"/>
                    <a:pt x="78495" y="33894"/>
                  </a:cubicBezTo>
                  <a:cubicBezTo>
                    <a:pt x="78266" y="33951"/>
                    <a:pt x="78066" y="34008"/>
                    <a:pt x="77837" y="34066"/>
                  </a:cubicBezTo>
                  <a:cubicBezTo>
                    <a:pt x="77036" y="34295"/>
                    <a:pt x="76262" y="34467"/>
                    <a:pt x="75689" y="35612"/>
                  </a:cubicBezTo>
                  <a:cubicBezTo>
                    <a:pt x="75490" y="35985"/>
                    <a:pt x="75433" y="36386"/>
                    <a:pt x="75376" y="36729"/>
                  </a:cubicBezTo>
                  <a:cubicBezTo>
                    <a:pt x="75261" y="37359"/>
                    <a:pt x="75204" y="37645"/>
                    <a:pt x="74716" y="37787"/>
                  </a:cubicBezTo>
                  <a:cubicBezTo>
                    <a:pt x="74582" y="37812"/>
                    <a:pt x="74459" y="37821"/>
                    <a:pt x="74338" y="37821"/>
                  </a:cubicBezTo>
                  <a:cubicBezTo>
                    <a:pt x="74177" y="37821"/>
                    <a:pt x="74021" y="37804"/>
                    <a:pt x="73857" y="37787"/>
                  </a:cubicBezTo>
                  <a:cubicBezTo>
                    <a:pt x="73692" y="37770"/>
                    <a:pt x="73521" y="37750"/>
                    <a:pt x="73347" y="37750"/>
                  </a:cubicBezTo>
                  <a:cubicBezTo>
                    <a:pt x="72948" y="37750"/>
                    <a:pt x="72530" y="37854"/>
                    <a:pt x="72112" y="38332"/>
                  </a:cubicBezTo>
                  <a:cubicBezTo>
                    <a:pt x="72082" y="38360"/>
                    <a:pt x="72082" y="38390"/>
                    <a:pt x="72055" y="38417"/>
                  </a:cubicBezTo>
                  <a:lnTo>
                    <a:pt x="71998" y="38531"/>
                  </a:lnTo>
                  <a:cubicBezTo>
                    <a:pt x="71769" y="38848"/>
                    <a:pt x="71510" y="39191"/>
                    <a:pt x="71281" y="39562"/>
                  </a:cubicBezTo>
                  <a:cubicBezTo>
                    <a:pt x="70795" y="40249"/>
                    <a:pt x="70280" y="40993"/>
                    <a:pt x="69678" y="41481"/>
                  </a:cubicBezTo>
                  <a:cubicBezTo>
                    <a:pt x="69482" y="41656"/>
                    <a:pt x="69301" y="41699"/>
                    <a:pt x="69123" y="41699"/>
                  </a:cubicBezTo>
                  <a:cubicBezTo>
                    <a:pt x="69040" y="41699"/>
                    <a:pt x="68958" y="41690"/>
                    <a:pt x="68876" y="41680"/>
                  </a:cubicBezTo>
                  <a:cubicBezTo>
                    <a:pt x="68811" y="41677"/>
                    <a:pt x="68747" y="41675"/>
                    <a:pt x="68683" y="41675"/>
                  </a:cubicBezTo>
                  <a:cubicBezTo>
                    <a:pt x="68214" y="41675"/>
                    <a:pt x="67791" y="41810"/>
                    <a:pt x="67589" y="42768"/>
                  </a:cubicBezTo>
                  <a:cubicBezTo>
                    <a:pt x="67502" y="43199"/>
                    <a:pt x="67445" y="43542"/>
                    <a:pt x="67417" y="43856"/>
                  </a:cubicBezTo>
                  <a:cubicBezTo>
                    <a:pt x="67330" y="44630"/>
                    <a:pt x="67273" y="45203"/>
                    <a:pt x="66673" y="46061"/>
                  </a:cubicBezTo>
                  <a:cubicBezTo>
                    <a:pt x="65986" y="47035"/>
                    <a:pt x="64868" y="47578"/>
                    <a:pt x="63696" y="48093"/>
                  </a:cubicBezTo>
                  <a:cubicBezTo>
                    <a:pt x="61234" y="49096"/>
                    <a:pt x="58829" y="50612"/>
                    <a:pt x="59773" y="54249"/>
                  </a:cubicBezTo>
                  <a:cubicBezTo>
                    <a:pt x="60146" y="55707"/>
                    <a:pt x="60432" y="58169"/>
                    <a:pt x="59773" y="58971"/>
                  </a:cubicBezTo>
                  <a:cubicBezTo>
                    <a:pt x="59622" y="59148"/>
                    <a:pt x="59450" y="59235"/>
                    <a:pt x="59217" y="59235"/>
                  </a:cubicBezTo>
                  <a:cubicBezTo>
                    <a:pt x="59184" y="59235"/>
                    <a:pt x="59150" y="59233"/>
                    <a:pt x="59116" y="59230"/>
                  </a:cubicBezTo>
                  <a:cubicBezTo>
                    <a:pt x="58170" y="59172"/>
                    <a:pt x="58112" y="58199"/>
                    <a:pt x="58112" y="56566"/>
                  </a:cubicBezTo>
                  <a:cubicBezTo>
                    <a:pt x="58112" y="55394"/>
                    <a:pt x="58112" y="54306"/>
                    <a:pt x="57483" y="53761"/>
                  </a:cubicBezTo>
                  <a:cubicBezTo>
                    <a:pt x="57201" y="53479"/>
                    <a:pt x="56968" y="53395"/>
                    <a:pt x="56759" y="53395"/>
                  </a:cubicBezTo>
                  <a:cubicBezTo>
                    <a:pt x="56651" y="53395"/>
                    <a:pt x="56550" y="53417"/>
                    <a:pt x="56452" y="53447"/>
                  </a:cubicBezTo>
                  <a:cubicBezTo>
                    <a:pt x="56395" y="53461"/>
                    <a:pt x="56352" y="53468"/>
                    <a:pt x="56309" y="53468"/>
                  </a:cubicBezTo>
                  <a:cubicBezTo>
                    <a:pt x="56266" y="53468"/>
                    <a:pt x="56223" y="53461"/>
                    <a:pt x="56166" y="53447"/>
                  </a:cubicBezTo>
                  <a:cubicBezTo>
                    <a:pt x="56024" y="53390"/>
                    <a:pt x="55909" y="53275"/>
                    <a:pt x="55738" y="53131"/>
                  </a:cubicBezTo>
                  <a:cubicBezTo>
                    <a:pt x="55536" y="52932"/>
                    <a:pt x="55307" y="52730"/>
                    <a:pt x="54993" y="52588"/>
                  </a:cubicBezTo>
                  <a:cubicBezTo>
                    <a:pt x="54673" y="52447"/>
                    <a:pt x="54022" y="52380"/>
                    <a:pt x="53349" y="52380"/>
                  </a:cubicBezTo>
                  <a:cubicBezTo>
                    <a:pt x="52515" y="52380"/>
                    <a:pt x="51646" y="52483"/>
                    <a:pt x="51329" y="52673"/>
                  </a:cubicBezTo>
                  <a:cubicBezTo>
                    <a:pt x="50899" y="52902"/>
                    <a:pt x="50784" y="53188"/>
                    <a:pt x="50699" y="53417"/>
                  </a:cubicBezTo>
                  <a:cubicBezTo>
                    <a:pt x="50642" y="53562"/>
                    <a:pt x="50612" y="53646"/>
                    <a:pt x="50498" y="53733"/>
                  </a:cubicBezTo>
                  <a:cubicBezTo>
                    <a:pt x="50226" y="53954"/>
                    <a:pt x="49843" y="54013"/>
                    <a:pt x="49444" y="54013"/>
                  </a:cubicBezTo>
                  <a:cubicBezTo>
                    <a:pt x="49173" y="54013"/>
                    <a:pt x="48894" y="53986"/>
                    <a:pt x="48638" y="53962"/>
                  </a:cubicBezTo>
                  <a:lnTo>
                    <a:pt x="48494" y="53933"/>
                  </a:lnTo>
                  <a:cubicBezTo>
                    <a:pt x="48123" y="53905"/>
                    <a:pt x="47807" y="53848"/>
                    <a:pt x="47493" y="53791"/>
                  </a:cubicBezTo>
                  <a:cubicBezTo>
                    <a:pt x="47119" y="53706"/>
                    <a:pt x="46766" y="53632"/>
                    <a:pt x="46398" y="53632"/>
                  </a:cubicBezTo>
                  <a:cubicBezTo>
                    <a:pt x="45893" y="53632"/>
                    <a:pt x="45362" y="53772"/>
                    <a:pt x="44715" y="54219"/>
                  </a:cubicBezTo>
                  <a:lnTo>
                    <a:pt x="44601" y="54276"/>
                  </a:lnTo>
                  <a:cubicBezTo>
                    <a:pt x="43799" y="54791"/>
                    <a:pt x="42856" y="55364"/>
                    <a:pt x="42139" y="56051"/>
                  </a:cubicBezTo>
                  <a:cubicBezTo>
                    <a:pt x="41223" y="56882"/>
                    <a:pt x="41138" y="57597"/>
                    <a:pt x="40994" y="58513"/>
                  </a:cubicBezTo>
                  <a:cubicBezTo>
                    <a:pt x="40966" y="58714"/>
                    <a:pt x="40966" y="58886"/>
                    <a:pt x="40909" y="59085"/>
                  </a:cubicBezTo>
                  <a:cubicBezTo>
                    <a:pt x="40822" y="59658"/>
                    <a:pt x="40565" y="60146"/>
                    <a:pt x="40279" y="60631"/>
                  </a:cubicBezTo>
                  <a:cubicBezTo>
                    <a:pt x="40020" y="61089"/>
                    <a:pt x="39764" y="61577"/>
                    <a:pt x="39620" y="62120"/>
                  </a:cubicBezTo>
                  <a:cubicBezTo>
                    <a:pt x="39363" y="63237"/>
                    <a:pt x="39677" y="64009"/>
                    <a:pt x="39993" y="64783"/>
                  </a:cubicBezTo>
                  <a:cubicBezTo>
                    <a:pt x="40135" y="65127"/>
                    <a:pt x="40279" y="65470"/>
                    <a:pt x="40394" y="65871"/>
                  </a:cubicBezTo>
                  <a:cubicBezTo>
                    <a:pt x="40478" y="66185"/>
                    <a:pt x="40508" y="66501"/>
                    <a:pt x="40565" y="66815"/>
                  </a:cubicBezTo>
                  <a:cubicBezTo>
                    <a:pt x="40650" y="67616"/>
                    <a:pt x="40737" y="68447"/>
                    <a:pt x="41738" y="69047"/>
                  </a:cubicBezTo>
                  <a:cubicBezTo>
                    <a:pt x="42326" y="69342"/>
                    <a:pt x="43346" y="69636"/>
                    <a:pt x="44186" y="69636"/>
                  </a:cubicBezTo>
                  <a:cubicBezTo>
                    <a:pt x="44491" y="69636"/>
                    <a:pt x="44773" y="69597"/>
                    <a:pt x="45001" y="69506"/>
                  </a:cubicBezTo>
                  <a:cubicBezTo>
                    <a:pt x="45718" y="69306"/>
                    <a:pt x="47063" y="68676"/>
                    <a:pt x="47550" y="67731"/>
                  </a:cubicBezTo>
                  <a:cubicBezTo>
                    <a:pt x="47750" y="67360"/>
                    <a:pt x="47837" y="66959"/>
                    <a:pt x="47894" y="66615"/>
                  </a:cubicBezTo>
                  <a:cubicBezTo>
                    <a:pt x="48008" y="66043"/>
                    <a:pt x="48093" y="65642"/>
                    <a:pt x="48666" y="65326"/>
                  </a:cubicBezTo>
                  <a:cubicBezTo>
                    <a:pt x="48880" y="65197"/>
                    <a:pt x="49643" y="65036"/>
                    <a:pt x="50264" y="65036"/>
                  </a:cubicBezTo>
                  <a:cubicBezTo>
                    <a:pt x="50472" y="65036"/>
                    <a:pt x="50663" y="65054"/>
                    <a:pt x="50814" y="65097"/>
                  </a:cubicBezTo>
                  <a:cubicBezTo>
                    <a:pt x="50956" y="65127"/>
                    <a:pt x="51013" y="65154"/>
                    <a:pt x="51043" y="65212"/>
                  </a:cubicBezTo>
                  <a:cubicBezTo>
                    <a:pt x="51185" y="65470"/>
                    <a:pt x="50699" y="66444"/>
                    <a:pt x="50498" y="66844"/>
                  </a:cubicBezTo>
                  <a:cubicBezTo>
                    <a:pt x="50356" y="67101"/>
                    <a:pt x="50241" y="67330"/>
                    <a:pt x="50184" y="67531"/>
                  </a:cubicBezTo>
                  <a:cubicBezTo>
                    <a:pt x="50097" y="67788"/>
                    <a:pt x="49868" y="68276"/>
                    <a:pt x="49611" y="68761"/>
                  </a:cubicBezTo>
                  <a:cubicBezTo>
                    <a:pt x="48810" y="70337"/>
                    <a:pt x="48237" y="71624"/>
                    <a:pt x="48638" y="72368"/>
                  </a:cubicBezTo>
                  <a:cubicBezTo>
                    <a:pt x="48870" y="72833"/>
                    <a:pt x="49279" y="72985"/>
                    <a:pt x="49733" y="72985"/>
                  </a:cubicBezTo>
                  <a:cubicBezTo>
                    <a:pt x="50230" y="72985"/>
                    <a:pt x="50780" y="72804"/>
                    <a:pt x="51215" y="72654"/>
                  </a:cubicBezTo>
                  <a:cubicBezTo>
                    <a:pt x="51471" y="72570"/>
                    <a:pt x="51673" y="72512"/>
                    <a:pt x="51815" y="72483"/>
                  </a:cubicBezTo>
                  <a:lnTo>
                    <a:pt x="51844" y="72483"/>
                  </a:lnTo>
                  <a:cubicBezTo>
                    <a:pt x="52067" y="72421"/>
                    <a:pt x="52306" y="72392"/>
                    <a:pt x="52536" y="72392"/>
                  </a:cubicBezTo>
                  <a:cubicBezTo>
                    <a:pt x="52837" y="72392"/>
                    <a:pt x="53121" y="72443"/>
                    <a:pt x="53333" y="72540"/>
                  </a:cubicBezTo>
                  <a:cubicBezTo>
                    <a:pt x="53761" y="72712"/>
                    <a:pt x="53761" y="72741"/>
                    <a:pt x="53818" y="72941"/>
                  </a:cubicBezTo>
                  <a:cubicBezTo>
                    <a:pt x="53848" y="73055"/>
                    <a:pt x="53876" y="73227"/>
                    <a:pt x="53963" y="73399"/>
                  </a:cubicBezTo>
                  <a:cubicBezTo>
                    <a:pt x="54363" y="74544"/>
                    <a:pt x="54192" y="75002"/>
                    <a:pt x="53791" y="76062"/>
                  </a:cubicBezTo>
                  <a:lnTo>
                    <a:pt x="53676" y="76348"/>
                  </a:lnTo>
                  <a:cubicBezTo>
                    <a:pt x="53333" y="77235"/>
                    <a:pt x="52932" y="78524"/>
                    <a:pt x="53505" y="79582"/>
                  </a:cubicBezTo>
                  <a:cubicBezTo>
                    <a:pt x="53704" y="79868"/>
                    <a:pt x="53963" y="80097"/>
                    <a:pt x="54192" y="80269"/>
                  </a:cubicBezTo>
                  <a:cubicBezTo>
                    <a:pt x="54363" y="80413"/>
                    <a:pt x="54535" y="80555"/>
                    <a:pt x="54650" y="80700"/>
                  </a:cubicBezTo>
                  <a:cubicBezTo>
                    <a:pt x="54822" y="80871"/>
                    <a:pt x="54906" y="81013"/>
                    <a:pt x="54993" y="81158"/>
                  </a:cubicBezTo>
                  <a:cubicBezTo>
                    <a:pt x="55222" y="81444"/>
                    <a:pt x="55422" y="81700"/>
                    <a:pt x="56081" y="81902"/>
                  </a:cubicBezTo>
                  <a:cubicBezTo>
                    <a:pt x="56195" y="81930"/>
                    <a:pt x="56305" y="81943"/>
                    <a:pt x="56411" y="81943"/>
                  </a:cubicBezTo>
                  <a:cubicBezTo>
                    <a:pt x="56835" y="81943"/>
                    <a:pt x="57197" y="81742"/>
                    <a:pt x="57540" y="81558"/>
                  </a:cubicBezTo>
                  <a:cubicBezTo>
                    <a:pt x="57849" y="81414"/>
                    <a:pt x="58069" y="81300"/>
                    <a:pt x="58274" y="81300"/>
                  </a:cubicBezTo>
                  <a:cubicBezTo>
                    <a:pt x="58355" y="81300"/>
                    <a:pt x="58433" y="81317"/>
                    <a:pt x="58513" y="81357"/>
                  </a:cubicBezTo>
                  <a:cubicBezTo>
                    <a:pt x="58570" y="81386"/>
                    <a:pt x="58635" y="81400"/>
                    <a:pt x="58700" y="81400"/>
                  </a:cubicBezTo>
                  <a:cubicBezTo>
                    <a:pt x="58765" y="81400"/>
                    <a:pt x="58829" y="81386"/>
                    <a:pt x="58887" y="81357"/>
                  </a:cubicBezTo>
                  <a:cubicBezTo>
                    <a:pt x="58944" y="81300"/>
                    <a:pt x="58971" y="81272"/>
                    <a:pt x="59001" y="81215"/>
                  </a:cubicBezTo>
                  <a:cubicBezTo>
                    <a:pt x="59147" y="81189"/>
                    <a:pt x="59273" y="81176"/>
                    <a:pt x="59385" y="81176"/>
                  </a:cubicBezTo>
                  <a:cubicBezTo>
                    <a:pt x="59645" y="81176"/>
                    <a:pt x="59832" y="81246"/>
                    <a:pt x="60032" y="81387"/>
                  </a:cubicBezTo>
                  <a:cubicBezTo>
                    <a:pt x="60089" y="81444"/>
                    <a:pt x="60146" y="81586"/>
                    <a:pt x="60203" y="81730"/>
                  </a:cubicBezTo>
                  <a:cubicBezTo>
                    <a:pt x="60298" y="82013"/>
                    <a:pt x="60488" y="82490"/>
                    <a:pt x="61080" y="82490"/>
                  </a:cubicBezTo>
                  <a:cubicBezTo>
                    <a:pt x="61207" y="82490"/>
                    <a:pt x="61353" y="82468"/>
                    <a:pt x="61520" y="82417"/>
                  </a:cubicBezTo>
                  <a:cubicBezTo>
                    <a:pt x="62264" y="82188"/>
                    <a:pt x="62464" y="81387"/>
                    <a:pt x="62635" y="80700"/>
                  </a:cubicBezTo>
                  <a:cubicBezTo>
                    <a:pt x="62780" y="80127"/>
                    <a:pt x="62922" y="79582"/>
                    <a:pt x="63295" y="79296"/>
                  </a:cubicBezTo>
                  <a:cubicBezTo>
                    <a:pt x="63666" y="79010"/>
                    <a:pt x="64239" y="78838"/>
                    <a:pt x="64868" y="78666"/>
                  </a:cubicBezTo>
                  <a:cubicBezTo>
                    <a:pt x="65384" y="78494"/>
                    <a:pt x="65929" y="78352"/>
                    <a:pt x="66357" y="78123"/>
                  </a:cubicBezTo>
                  <a:cubicBezTo>
                    <a:pt x="66444" y="78094"/>
                    <a:pt x="66529" y="78036"/>
                    <a:pt x="66616" y="77979"/>
                  </a:cubicBezTo>
                  <a:cubicBezTo>
                    <a:pt x="66730" y="77922"/>
                    <a:pt x="67044" y="77750"/>
                    <a:pt x="67246" y="77722"/>
                  </a:cubicBezTo>
                  <a:lnTo>
                    <a:pt x="67246" y="77722"/>
                  </a:lnTo>
                  <a:cubicBezTo>
                    <a:pt x="67188" y="77864"/>
                    <a:pt x="67044" y="78094"/>
                    <a:pt x="66959" y="78208"/>
                  </a:cubicBezTo>
                  <a:cubicBezTo>
                    <a:pt x="66815" y="78410"/>
                    <a:pt x="66730" y="78552"/>
                    <a:pt x="66700" y="78723"/>
                  </a:cubicBezTo>
                  <a:cubicBezTo>
                    <a:pt x="66643" y="78895"/>
                    <a:pt x="66730" y="79067"/>
                    <a:pt x="66902" y="79124"/>
                  </a:cubicBezTo>
                  <a:cubicBezTo>
                    <a:pt x="67074" y="79189"/>
                    <a:pt x="67236" y="79216"/>
                    <a:pt x="67387" y="79216"/>
                  </a:cubicBezTo>
                  <a:cubicBezTo>
                    <a:pt x="67840" y="79216"/>
                    <a:pt x="68205" y="78974"/>
                    <a:pt x="68505" y="78781"/>
                  </a:cubicBezTo>
                  <a:cubicBezTo>
                    <a:pt x="68795" y="78569"/>
                    <a:pt x="69038" y="78406"/>
                    <a:pt x="69276" y="78406"/>
                  </a:cubicBezTo>
                  <a:cubicBezTo>
                    <a:pt x="69295" y="78406"/>
                    <a:pt x="69315" y="78407"/>
                    <a:pt x="69334" y="78410"/>
                  </a:cubicBezTo>
                  <a:cubicBezTo>
                    <a:pt x="69593" y="78494"/>
                    <a:pt x="69879" y="78696"/>
                    <a:pt x="70165" y="78895"/>
                  </a:cubicBezTo>
                  <a:cubicBezTo>
                    <a:pt x="70394" y="79067"/>
                    <a:pt x="70623" y="79239"/>
                    <a:pt x="70880" y="79353"/>
                  </a:cubicBezTo>
                  <a:cubicBezTo>
                    <a:pt x="71224" y="79497"/>
                    <a:pt x="71624" y="79582"/>
                    <a:pt x="71998" y="79669"/>
                  </a:cubicBezTo>
                  <a:cubicBezTo>
                    <a:pt x="72169" y="79726"/>
                    <a:pt x="72341" y="79754"/>
                    <a:pt x="72483" y="79811"/>
                  </a:cubicBezTo>
                  <a:cubicBezTo>
                    <a:pt x="73141" y="79998"/>
                    <a:pt x="73693" y="80091"/>
                    <a:pt x="74223" y="80091"/>
                  </a:cubicBezTo>
                  <a:cubicBezTo>
                    <a:pt x="74753" y="80091"/>
                    <a:pt x="75261" y="79998"/>
                    <a:pt x="75834" y="79811"/>
                  </a:cubicBezTo>
                  <a:cubicBezTo>
                    <a:pt x="76143" y="79721"/>
                    <a:pt x="76352" y="79673"/>
                    <a:pt x="76515" y="79673"/>
                  </a:cubicBezTo>
                  <a:cubicBezTo>
                    <a:pt x="76819" y="79673"/>
                    <a:pt x="76968" y="79839"/>
                    <a:pt x="77322" y="80212"/>
                  </a:cubicBezTo>
                  <a:lnTo>
                    <a:pt x="77750" y="80642"/>
                  </a:lnTo>
                  <a:cubicBezTo>
                    <a:pt x="77952" y="80842"/>
                    <a:pt x="78151" y="81071"/>
                    <a:pt x="78380" y="81272"/>
                  </a:cubicBezTo>
                  <a:cubicBezTo>
                    <a:pt x="78811" y="81730"/>
                    <a:pt x="79239" y="82188"/>
                    <a:pt x="79727" y="82502"/>
                  </a:cubicBezTo>
                  <a:cubicBezTo>
                    <a:pt x="80643" y="83047"/>
                    <a:pt x="80872" y="83361"/>
                    <a:pt x="81529" y="84364"/>
                  </a:cubicBezTo>
                  <a:cubicBezTo>
                    <a:pt x="82502" y="85823"/>
                    <a:pt x="83819" y="85880"/>
                    <a:pt x="85109" y="85910"/>
                  </a:cubicBezTo>
                  <a:cubicBezTo>
                    <a:pt x="86025" y="85937"/>
                    <a:pt x="86941" y="85937"/>
                    <a:pt x="87827" y="86510"/>
                  </a:cubicBezTo>
                  <a:cubicBezTo>
                    <a:pt x="88514" y="86911"/>
                    <a:pt x="89345" y="87570"/>
                    <a:pt x="89602" y="88085"/>
                  </a:cubicBezTo>
                  <a:cubicBezTo>
                    <a:pt x="89774" y="88429"/>
                    <a:pt x="89774" y="88800"/>
                    <a:pt x="89746" y="89201"/>
                  </a:cubicBezTo>
                  <a:cubicBezTo>
                    <a:pt x="89716" y="89574"/>
                    <a:pt x="89716" y="89975"/>
                    <a:pt x="89861" y="90346"/>
                  </a:cubicBezTo>
                  <a:cubicBezTo>
                    <a:pt x="89975" y="90689"/>
                    <a:pt x="90232" y="90861"/>
                    <a:pt x="90403" y="91005"/>
                  </a:cubicBezTo>
                  <a:cubicBezTo>
                    <a:pt x="90548" y="91090"/>
                    <a:pt x="90632" y="91147"/>
                    <a:pt x="90690" y="91234"/>
                  </a:cubicBezTo>
                  <a:cubicBezTo>
                    <a:pt x="90690" y="91319"/>
                    <a:pt x="90662" y="91463"/>
                    <a:pt x="90662" y="91578"/>
                  </a:cubicBezTo>
                  <a:cubicBezTo>
                    <a:pt x="90632" y="91807"/>
                    <a:pt x="90632" y="92036"/>
                    <a:pt x="90662" y="92292"/>
                  </a:cubicBezTo>
                  <a:cubicBezTo>
                    <a:pt x="90861" y="93124"/>
                    <a:pt x="91177" y="93353"/>
                    <a:pt x="91578" y="93582"/>
                  </a:cubicBezTo>
                  <a:cubicBezTo>
                    <a:pt x="91778" y="93666"/>
                    <a:pt x="91949" y="93753"/>
                    <a:pt x="92151" y="93982"/>
                  </a:cubicBezTo>
                  <a:lnTo>
                    <a:pt x="92178" y="94124"/>
                  </a:lnTo>
                  <a:cubicBezTo>
                    <a:pt x="92208" y="94154"/>
                    <a:pt x="92208" y="94211"/>
                    <a:pt x="92236" y="94239"/>
                  </a:cubicBezTo>
                  <a:cubicBezTo>
                    <a:pt x="92407" y="94440"/>
                    <a:pt x="92437" y="94754"/>
                    <a:pt x="92465" y="95070"/>
                  </a:cubicBezTo>
                  <a:cubicBezTo>
                    <a:pt x="92494" y="95185"/>
                    <a:pt x="92494" y="95269"/>
                    <a:pt x="92522" y="95384"/>
                  </a:cubicBezTo>
                  <a:cubicBezTo>
                    <a:pt x="92549" y="95540"/>
                    <a:pt x="92694" y="95674"/>
                    <a:pt x="92849" y="95674"/>
                  </a:cubicBezTo>
                  <a:cubicBezTo>
                    <a:pt x="92865" y="95674"/>
                    <a:pt x="92880" y="95673"/>
                    <a:pt x="92895" y="95670"/>
                  </a:cubicBezTo>
                  <a:cubicBezTo>
                    <a:pt x="93296" y="95643"/>
                    <a:pt x="93552" y="95498"/>
                    <a:pt x="93754" y="95414"/>
                  </a:cubicBezTo>
                  <a:cubicBezTo>
                    <a:pt x="93934" y="95301"/>
                    <a:pt x="94078" y="95224"/>
                    <a:pt x="94339" y="95224"/>
                  </a:cubicBezTo>
                  <a:cubicBezTo>
                    <a:pt x="94411" y="95224"/>
                    <a:pt x="94491" y="95230"/>
                    <a:pt x="94583" y="95242"/>
                  </a:cubicBezTo>
                  <a:cubicBezTo>
                    <a:pt x="95098" y="95357"/>
                    <a:pt x="96014" y="95815"/>
                    <a:pt x="96445" y="96300"/>
                  </a:cubicBezTo>
                  <a:cubicBezTo>
                    <a:pt x="96617" y="96472"/>
                    <a:pt x="96701" y="96616"/>
                    <a:pt x="96788" y="96758"/>
                  </a:cubicBezTo>
                  <a:cubicBezTo>
                    <a:pt x="97017" y="97159"/>
                    <a:pt x="97217" y="97388"/>
                    <a:pt x="98075" y="97502"/>
                  </a:cubicBezTo>
                  <a:cubicBezTo>
                    <a:pt x="98220" y="97502"/>
                    <a:pt x="98362" y="97475"/>
                    <a:pt x="98506" y="97475"/>
                  </a:cubicBezTo>
                  <a:cubicBezTo>
                    <a:pt x="98659" y="97475"/>
                    <a:pt x="98824" y="97462"/>
                    <a:pt x="98993" y="97462"/>
                  </a:cubicBezTo>
                  <a:cubicBezTo>
                    <a:pt x="99078" y="97462"/>
                    <a:pt x="99164" y="97465"/>
                    <a:pt x="99250" y="97475"/>
                  </a:cubicBezTo>
                  <a:cubicBezTo>
                    <a:pt x="99651" y="97560"/>
                    <a:pt x="100079" y="97617"/>
                    <a:pt x="100510" y="97704"/>
                  </a:cubicBezTo>
                  <a:cubicBezTo>
                    <a:pt x="101827" y="97846"/>
                    <a:pt x="102598" y="98132"/>
                    <a:pt x="103686" y="98876"/>
                  </a:cubicBezTo>
                  <a:cubicBezTo>
                    <a:pt x="103945" y="99048"/>
                    <a:pt x="104144" y="99250"/>
                    <a:pt x="104346" y="99421"/>
                  </a:cubicBezTo>
                  <a:cubicBezTo>
                    <a:pt x="104889" y="99907"/>
                    <a:pt x="105376" y="100338"/>
                    <a:pt x="106350" y="100452"/>
                  </a:cubicBezTo>
                  <a:cubicBezTo>
                    <a:pt x="106435" y="100461"/>
                    <a:pt x="106515" y="100464"/>
                    <a:pt x="106588" y="100464"/>
                  </a:cubicBezTo>
                  <a:cubicBezTo>
                    <a:pt x="106734" y="100464"/>
                    <a:pt x="106855" y="100452"/>
                    <a:pt x="106950" y="100452"/>
                  </a:cubicBezTo>
                  <a:cubicBezTo>
                    <a:pt x="106989" y="100445"/>
                    <a:pt x="107019" y="100440"/>
                    <a:pt x="107045" y="100440"/>
                  </a:cubicBezTo>
                  <a:cubicBezTo>
                    <a:pt x="107135" y="100440"/>
                    <a:pt x="107180" y="100500"/>
                    <a:pt x="107380" y="100766"/>
                  </a:cubicBezTo>
                  <a:cubicBezTo>
                    <a:pt x="107495" y="100910"/>
                    <a:pt x="107667" y="101254"/>
                    <a:pt x="107781" y="102025"/>
                  </a:cubicBezTo>
                  <a:cubicBezTo>
                    <a:pt x="107923" y="102857"/>
                    <a:pt x="108010" y="104059"/>
                    <a:pt x="107866" y="104888"/>
                  </a:cubicBezTo>
                  <a:cubicBezTo>
                    <a:pt x="107781" y="105575"/>
                    <a:pt x="107380" y="105976"/>
                    <a:pt x="106922" y="106434"/>
                  </a:cubicBezTo>
                  <a:cubicBezTo>
                    <a:pt x="106521" y="106835"/>
                    <a:pt x="106063" y="107293"/>
                    <a:pt x="105834" y="107952"/>
                  </a:cubicBezTo>
                  <a:cubicBezTo>
                    <a:pt x="105720" y="108238"/>
                    <a:pt x="105633" y="108495"/>
                    <a:pt x="105576" y="108724"/>
                  </a:cubicBezTo>
                  <a:cubicBezTo>
                    <a:pt x="105491" y="109155"/>
                    <a:pt x="105404" y="109441"/>
                    <a:pt x="105033" y="109812"/>
                  </a:cubicBezTo>
                  <a:cubicBezTo>
                    <a:pt x="104918" y="109926"/>
                    <a:pt x="104804" y="110013"/>
                    <a:pt x="104660" y="110098"/>
                  </a:cubicBezTo>
                  <a:cubicBezTo>
                    <a:pt x="104346" y="110357"/>
                    <a:pt x="104030" y="110586"/>
                    <a:pt x="103801" y="111014"/>
                  </a:cubicBezTo>
                  <a:cubicBezTo>
                    <a:pt x="103143" y="112159"/>
                    <a:pt x="103487" y="113648"/>
                    <a:pt x="103831" y="115079"/>
                  </a:cubicBezTo>
                  <a:cubicBezTo>
                    <a:pt x="104002" y="115823"/>
                    <a:pt x="104174" y="116540"/>
                    <a:pt x="104174" y="117113"/>
                  </a:cubicBezTo>
                  <a:cubicBezTo>
                    <a:pt x="104117" y="117999"/>
                    <a:pt x="103686" y="118888"/>
                    <a:pt x="103258" y="119746"/>
                  </a:cubicBezTo>
                  <a:cubicBezTo>
                    <a:pt x="103114" y="120033"/>
                    <a:pt x="102999" y="120289"/>
                    <a:pt x="102885" y="120548"/>
                  </a:cubicBezTo>
                  <a:cubicBezTo>
                    <a:pt x="102743" y="120891"/>
                    <a:pt x="102628" y="121262"/>
                    <a:pt x="102484" y="121663"/>
                  </a:cubicBezTo>
                  <a:cubicBezTo>
                    <a:pt x="102255" y="122380"/>
                    <a:pt x="101998" y="123152"/>
                    <a:pt x="101625" y="123724"/>
                  </a:cubicBezTo>
                  <a:cubicBezTo>
                    <a:pt x="100995" y="124640"/>
                    <a:pt x="99937" y="124755"/>
                    <a:pt x="98820" y="124869"/>
                  </a:cubicBezTo>
                  <a:cubicBezTo>
                    <a:pt x="97617" y="125014"/>
                    <a:pt x="96273" y="125156"/>
                    <a:pt x="95384" y="126331"/>
                  </a:cubicBezTo>
                  <a:cubicBezTo>
                    <a:pt x="95357" y="126388"/>
                    <a:pt x="95327" y="126445"/>
                    <a:pt x="95327" y="126502"/>
                  </a:cubicBezTo>
                  <a:cubicBezTo>
                    <a:pt x="94384" y="127476"/>
                    <a:pt x="94384" y="127819"/>
                    <a:pt x="94555" y="129564"/>
                  </a:cubicBezTo>
                  <a:cubicBezTo>
                    <a:pt x="94812" y="131454"/>
                    <a:pt x="94326" y="132170"/>
                    <a:pt x="92952" y="133544"/>
                  </a:cubicBezTo>
                  <a:cubicBezTo>
                    <a:pt x="91979" y="134632"/>
                    <a:pt x="91778" y="135519"/>
                    <a:pt x="91491" y="136835"/>
                  </a:cubicBezTo>
                  <a:cubicBezTo>
                    <a:pt x="91407" y="137151"/>
                    <a:pt x="91262" y="137351"/>
                    <a:pt x="91120" y="137552"/>
                  </a:cubicBezTo>
                  <a:cubicBezTo>
                    <a:pt x="91033" y="137667"/>
                    <a:pt x="90948" y="137781"/>
                    <a:pt x="90891" y="137953"/>
                  </a:cubicBezTo>
                  <a:cubicBezTo>
                    <a:pt x="90804" y="138125"/>
                    <a:pt x="90747" y="138296"/>
                    <a:pt x="90719" y="138496"/>
                  </a:cubicBezTo>
                  <a:cubicBezTo>
                    <a:pt x="90662" y="138640"/>
                    <a:pt x="90605" y="138782"/>
                    <a:pt x="90548" y="138984"/>
                  </a:cubicBezTo>
                  <a:cubicBezTo>
                    <a:pt x="90461" y="139240"/>
                    <a:pt x="90433" y="139442"/>
                    <a:pt x="90403" y="139584"/>
                  </a:cubicBezTo>
                  <a:lnTo>
                    <a:pt x="90403" y="139728"/>
                  </a:lnTo>
                  <a:cubicBezTo>
                    <a:pt x="90346" y="139785"/>
                    <a:pt x="90147" y="139870"/>
                    <a:pt x="89774" y="139984"/>
                  </a:cubicBezTo>
                  <a:cubicBezTo>
                    <a:pt x="89476" y="140119"/>
                    <a:pt x="89240" y="140168"/>
                    <a:pt x="89014" y="140168"/>
                  </a:cubicBezTo>
                  <a:cubicBezTo>
                    <a:pt x="88805" y="140168"/>
                    <a:pt x="88605" y="140126"/>
                    <a:pt x="88372" y="140071"/>
                  </a:cubicBezTo>
                  <a:cubicBezTo>
                    <a:pt x="88171" y="140014"/>
                    <a:pt x="87971" y="139984"/>
                    <a:pt x="87713" y="139957"/>
                  </a:cubicBezTo>
                  <a:cubicBezTo>
                    <a:pt x="87517" y="139931"/>
                    <a:pt x="87339" y="139915"/>
                    <a:pt x="87180" y="139915"/>
                  </a:cubicBezTo>
                  <a:cubicBezTo>
                    <a:pt x="86805" y="139915"/>
                    <a:pt x="86537" y="140002"/>
                    <a:pt x="86396" y="140243"/>
                  </a:cubicBezTo>
                  <a:cubicBezTo>
                    <a:pt x="86167" y="140614"/>
                    <a:pt x="86453" y="141015"/>
                    <a:pt x="86769" y="141473"/>
                  </a:cubicBezTo>
                  <a:cubicBezTo>
                    <a:pt x="86941" y="141702"/>
                    <a:pt x="87140" y="141988"/>
                    <a:pt x="87254" y="142274"/>
                  </a:cubicBezTo>
                  <a:cubicBezTo>
                    <a:pt x="87598" y="143048"/>
                    <a:pt x="87742" y="144164"/>
                    <a:pt x="87312" y="144736"/>
                  </a:cubicBezTo>
                  <a:cubicBezTo>
                    <a:pt x="86929" y="145282"/>
                    <a:pt x="86560" y="145415"/>
                    <a:pt x="86114" y="145415"/>
                  </a:cubicBezTo>
                  <a:cubicBezTo>
                    <a:pt x="85928" y="145415"/>
                    <a:pt x="85729" y="145392"/>
                    <a:pt x="85509" y="145366"/>
                  </a:cubicBezTo>
                  <a:cubicBezTo>
                    <a:pt x="85252" y="145344"/>
                    <a:pt x="84996" y="145302"/>
                    <a:pt x="84739" y="145302"/>
                  </a:cubicBezTo>
                  <a:cubicBezTo>
                    <a:pt x="84681" y="145302"/>
                    <a:pt x="84622" y="145304"/>
                    <a:pt x="84564" y="145309"/>
                  </a:cubicBezTo>
                  <a:cubicBezTo>
                    <a:pt x="83964" y="145339"/>
                    <a:pt x="83590" y="145481"/>
                    <a:pt x="83361" y="145767"/>
                  </a:cubicBezTo>
                  <a:cubicBezTo>
                    <a:pt x="83075" y="146140"/>
                    <a:pt x="83162" y="146626"/>
                    <a:pt x="83247" y="147141"/>
                  </a:cubicBezTo>
                  <a:cubicBezTo>
                    <a:pt x="83277" y="147400"/>
                    <a:pt x="83334" y="147656"/>
                    <a:pt x="83334" y="147915"/>
                  </a:cubicBezTo>
                  <a:cubicBezTo>
                    <a:pt x="83304" y="148545"/>
                    <a:pt x="83247" y="148687"/>
                    <a:pt x="83247" y="148687"/>
                  </a:cubicBezTo>
                  <a:cubicBezTo>
                    <a:pt x="83189" y="148687"/>
                    <a:pt x="83047" y="148659"/>
                    <a:pt x="82903" y="148659"/>
                  </a:cubicBezTo>
                  <a:cubicBezTo>
                    <a:pt x="82761" y="148630"/>
                    <a:pt x="82560" y="148602"/>
                    <a:pt x="82360" y="148572"/>
                  </a:cubicBezTo>
                  <a:cubicBezTo>
                    <a:pt x="82278" y="148565"/>
                    <a:pt x="82158" y="148556"/>
                    <a:pt x="82023" y="148556"/>
                  </a:cubicBezTo>
                  <a:cubicBezTo>
                    <a:pt x="81640" y="148556"/>
                    <a:pt x="81134" y="148629"/>
                    <a:pt x="80986" y="149030"/>
                  </a:cubicBezTo>
                  <a:cubicBezTo>
                    <a:pt x="80785" y="149660"/>
                    <a:pt x="81731" y="150320"/>
                    <a:pt x="82131" y="150549"/>
                  </a:cubicBezTo>
                  <a:cubicBezTo>
                    <a:pt x="82475" y="150778"/>
                    <a:pt x="82589" y="150892"/>
                    <a:pt x="82647" y="150949"/>
                  </a:cubicBezTo>
                  <a:cubicBezTo>
                    <a:pt x="82617" y="151007"/>
                    <a:pt x="82560" y="151064"/>
                    <a:pt x="82532" y="151121"/>
                  </a:cubicBezTo>
                  <a:cubicBezTo>
                    <a:pt x="82388" y="151320"/>
                    <a:pt x="82159" y="151636"/>
                    <a:pt x="82044" y="152095"/>
                  </a:cubicBezTo>
                  <a:cubicBezTo>
                    <a:pt x="81960" y="152381"/>
                    <a:pt x="81987" y="152695"/>
                    <a:pt x="82044" y="152981"/>
                  </a:cubicBezTo>
                  <a:cubicBezTo>
                    <a:pt x="82044" y="153153"/>
                    <a:pt x="82074" y="153354"/>
                    <a:pt x="82044" y="153439"/>
                  </a:cubicBezTo>
                  <a:cubicBezTo>
                    <a:pt x="81987" y="153583"/>
                    <a:pt x="81873" y="153668"/>
                    <a:pt x="81673" y="153782"/>
                  </a:cubicBezTo>
                  <a:cubicBezTo>
                    <a:pt x="81472" y="153897"/>
                    <a:pt x="81215" y="154041"/>
                    <a:pt x="81071" y="154298"/>
                  </a:cubicBezTo>
                  <a:cubicBezTo>
                    <a:pt x="80728" y="154756"/>
                    <a:pt x="80586" y="155186"/>
                    <a:pt x="80643" y="155557"/>
                  </a:cubicBezTo>
                  <a:cubicBezTo>
                    <a:pt x="80757" y="156159"/>
                    <a:pt x="81300" y="156530"/>
                    <a:pt x="81930" y="156931"/>
                  </a:cubicBezTo>
                  <a:cubicBezTo>
                    <a:pt x="82445" y="157247"/>
                    <a:pt x="82761" y="157534"/>
                    <a:pt x="82818" y="157820"/>
                  </a:cubicBezTo>
                  <a:cubicBezTo>
                    <a:pt x="82903" y="158134"/>
                    <a:pt x="82674" y="158507"/>
                    <a:pt x="82388" y="158992"/>
                  </a:cubicBezTo>
                  <a:cubicBezTo>
                    <a:pt x="82017" y="159595"/>
                    <a:pt x="81586" y="160339"/>
                    <a:pt x="81559" y="161340"/>
                  </a:cubicBezTo>
                  <a:cubicBezTo>
                    <a:pt x="81559" y="162141"/>
                    <a:pt x="81731" y="162400"/>
                    <a:pt x="82044" y="162771"/>
                  </a:cubicBezTo>
                  <a:cubicBezTo>
                    <a:pt x="82131" y="162886"/>
                    <a:pt x="82246" y="163000"/>
                    <a:pt x="82388" y="163229"/>
                  </a:cubicBezTo>
                  <a:cubicBezTo>
                    <a:pt x="82560" y="163431"/>
                    <a:pt x="82647" y="163687"/>
                    <a:pt x="82731" y="163973"/>
                  </a:cubicBezTo>
                  <a:cubicBezTo>
                    <a:pt x="82818" y="164175"/>
                    <a:pt x="82903" y="164404"/>
                    <a:pt x="83047" y="164633"/>
                  </a:cubicBezTo>
                  <a:cubicBezTo>
                    <a:pt x="83648" y="165664"/>
                    <a:pt x="84506" y="166149"/>
                    <a:pt x="85365" y="166580"/>
                  </a:cubicBezTo>
                  <a:cubicBezTo>
                    <a:pt x="85537" y="166664"/>
                    <a:pt x="85738" y="166694"/>
                    <a:pt x="85910" y="166722"/>
                  </a:cubicBezTo>
                  <a:cubicBezTo>
                    <a:pt x="86025" y="166751"/>
                    <a:pt x="86196" y="166779"/>
                    <a:pt x="86224" y="166779"/>
                  </a:cubicBezTo>
                  <a:cubicBezTo>
                    <a:pt x="86224" y="166779"/>
                    <a:pt x="86224" y="166836"/>
                    <a:pt x="86167" y="166980"/>
                  </a:cubicBezTo>
                  <a:cubicBezTo>
                    <a:pt x="86150" y="167015"/>
                    <a:pt x="86143" y="167039"/>
                    <a:pt x="86054" y="167039"/>
                  </a:cubicBezTo>
                  <a:cubicBezTo>
                    <a:pt x="85999" y="167039"/>
                    <a:pt x="85910" y="167030"/>
                    <a:pt x="85766" y="167008"/>
                  </a:cubicBezTo>
                  <a:cubicBezTo>
                    <a:pt x="85651" y="167008"/>
                    <a:pt x="85537" y="166980"/>
                    <a:pt x="85395" y="166980"/>
                  </a:cubicBezTo>
                  <a:lnTo>
                    <a:pt x="85365" y="166980"/>
                  </a:lnTo>
                  <a:cubicBezTo>
                    <a:pt x="85237" y="166989"/>
                    <a:pt x="85118" y="166995"/>
                    <a:pt x="85005" y="166995"/>
                  </a:cubicBezTo>
                  <a:cubicBezTo>
                    <a:pt x="84386" y="166995"/>
                    <a:pt x="83974" y="166832"/>
                    <a:pt x="83563" y="166179"/>
                  </a:cubicBezTo>
                  <a:cubicBezTo>
                    <a:pt x="83448" y="166035"/>
                    <a:pt x="83391" y="165835"/>
                    <a:pt x="83304" y="165634"/>
                  </a:cubicBezTo>
                  <a:cubicBezTo>
                    <a:pt x="83132" y="165233"/>
                    <a:pt x="82960" y="164805"/>
                    <a:pt x="82560" y="164576"/>
                  </a:cubicBezTo>
                  <a:cubicBezTo>
                    <a:pt x="82330" y="164437"/>
                    <a:pt x="82133" y="164385"/>
                    <a:pt x="81964" y="164385"/>
                  </a:cubicBezTo>
                  <a:cubicBezTo>
                    <a:pt x="81605" y="164385"/>
                    <a:pt x="81371" y="164619"/>
                    <a:pt x="81215" y="164775"/>
                  </a:cubicBezTo>
                  <a:cubicBezTo>
                    <a:pt x="81128" y="164862"/>
                    <a:pt x="81071" y="164947"/>
                    <a:pt x="80957" y="164976"/>
                  </a:cubicBezTo>
                  <a:cubicBezTo>
                    <a:pt x="80702" y="165083"/>
                    <a:pt x="80480" y="165140"/>
                    <a:pt x="80276" y="165140"/>
                  </a:cubicBezTo>
                  <a:cubicBezTo>
                    <a:pt x="79771" y="165140"/>
                    <a:pt x="79377" y="164789"/>
                    <a:pt x="78868" y="163973"/>
                  </a:cubicBezTo>
                  <a:cubicBezTo>
                    <a:pt x="78609" y="163573"/>
                    <a:pt x="78323" y="163172"/>
                    <a:pt x="78037" y="162801"/>
                  </a:cubicBezTo>
                  <a:cubicBezTo>
                    <a:pt x="77494" y="162084"/>
                    <a:pt x="76921" y="161340"/>
                    <a:pt x="76720" y="160653"/>
                  </a:cubicBezTo>
                  <a:cubicBezTo>
                    <a:pt x="76605" y="160309"/>
                    <a:pt x="76548" y="159995"/>
                    <a:pt x="76463" y="159652"/>
                  </a:cubicBezTo>
                  <a:cubicBezTo>
                    <a:pt x="76349" y="159107"/>
                    <a:pt x="76205" y="158534"/>
                    <a:pt x="75948" y="157847"/>
                  </a:cubicBezTo>
                  <a:cubicBezTo>
                    <a:pt x="75575" y="157046"/>
                    <a:pt x="75376" y="156045"/>
                    <a:pt x="75174" y="154985"/>
                  </a:cubicBezTo>
                  <a:cubicBezTo>
                    <a:pt x="74803" y="153153"/>
                    <a:pt x="74459" y="151263"/>
                    <a:pt x="73143" y="150233"/>
                  </a:cubicBezTo>
                  <a:cubicBezTo>
                    <a:pt x="72941" y="150061"/>
                    <a:pt x="72769" y="150004"/>
                    <a:pt x="72655" y="149976"/>
                  </a:cubicBezTo>
                  <a:cubicBezTo>
                    <a:pt x="72540" y="149946"/>
                    <a:pt x="72513" y="149919"/>
                    <a:pt x="72369" y="149633"/>
                  </a:cubicBezTo>
                  <a:cubicBezTo>
                    <a:pt x="72112" y="149232"/>
                    <a:pt x="72082" y="148545"/>
                    <a:pt x="72025" y="148030"/>
                  </a:cubicBezTo>
                  <a:cubicBezTo>
                    <a:pt x="72025" y="147858"/>
                    <a:pt x="71998" y="147713"/>
                    <a:pt x="71998" y="147599"/>
                  </a:cubicBezTo>
                  <a:cubicBezTo>
                    <a:pt x="71911" y="147026"/>
                    <a:pt x="71711" y="146511"/>
                    <a:pt x="71482" y="146026"/>
                  </a:cubicBezTo>
                  <a:cubicBezTo>
                    <a:pt x="71281" y="145481"/>
                    <a:pt x="71082" y="144995"/>
                    <a:pt x="71024" y="144480"/>
                  </a:cubicBezTo>
                  <a:cubicBezTo>
                    <a:pt x="70967" y="143965"/>
                    <a:pt x="71109" y="143449"/>
                    <a:pt x="71253" y="142877"/>
                  </a:cubicBezTo>
                  <a:cubicBezTo>
                    <a:pt x="71368" y="142361"/>
                    <a:pt x="71510" y="141816"/>
                    <a:pt x="71510" y="141187"/>
                  </a:cubicBezTo>
                  <a:cubicBezTo>
                    <a:pt x="71510" y="139641"/>
                    <a:pt x="71425" y="138354"/>
                    <a:pt x="71224" y="137151"/>
                  </a:cubicBezTo>
                  <a:cubicBezTo>
                    <a:pt x="71109" y="136121"/>
                    <a:pt x="71139" y="135033"/>
                    <a:pt x="71196" y="133973"/>
                  </a:cubicBezTo>
                  <a:cubicBezTo>
                    <a:pt x="71224" y="133029"/>
                    <a:pt x="71281" y="132026"/>
                    <a:pt x="71166" y="131083"/>
                  </a:cubicBezTo>
                  <a:cubicBezTo>
                    <a:pt x="71082" y="130338"/>
                    <a:pt x="70937" y="129651"/>
                    <a:pt x="70765" y="128964"/>
                  </a:cubicBezTo>
                  <a:cubicBezTo>
                    <a:pt x="70566" y="127961"/>
                    <a:pt x="70337" y="126988"/>
                    <a:pt x="70337" y="125957"/>
                  </a:cubicBezTo>
                  <a:cubicBezTo>
                    <a:pt x="70422" y="125900"/>
                    <a:pt x="70479" y="125785"/>
                    <a:pt x="70479" y="125671"/>
                  </a:cubicBezTo>
                  <a:lnTo>
                    <a:pt x="70479" y="124727"/>
                  </a:lnTo>
                  <a:cubicBezTo>
                    <a:pt x="70479" y="124269"/>
                    <a:pt x="70479" y="123782"/>
                    <a:pt x="70452" y="123324"/>
                  </a:cubicBezTo>
                  <a:cubicBezTo>
                    <a:pt x="70422" y="122838"/>
                    <a:pt x="70422" y="122380"/>
                    <a:pt x="70422" y="121865"/>
                  </a:cubicBezTo>
                  <a:cubicBezTo>
                    <a:pt x="70394" y="121636"/>
                    <a:pt x="70394" y="121292"/>
                    <a:pt x="70394" y="120949"/>
                  </a:cubicBezTo>
                  <a:cubicBezTo>
                    <a:pt x="70394" y="120289"/>
                    <a:pt x="70422" y="119632"/>
                    <a:pt x="70250" y="119117"/>
                  </a:cubicBezTo>
                  <a:cubicBezTo>
                    <a:pt x="70051" y="118487"/>
                    <a:pt x="69421" y="117972"/>
                    <a:pt x="68791" y="117456"/>
                  </a:cubicBezTo>
                  <a:cubicBezTo>
                    <a:pt x="68505" y="117227"/>
                    <a:pt x="68246" y="116998"/>
                    <a:pt x="68075" y="116826"/>
                  </a:cubicBezTo>
                  <a:cubicBezTo>
                    <a:pt x="67360" y="115995"/>
                    <a:pt x="66586" y="115766"/>
                    <a:pt x="65871" y="115537"/>
                  </a:cubicBezTo>
                  <a:cubicBezTo>
                    <a:pt x="65413" y="115365"/>
                    <a:pt x="64955" y="115223"/>
                    <a:pt x="64497" y="114937"/>
                  </a:cubicBezTo>
                  <a:cubicBezTo>
                    <a:pt x="63208" y="114078"/>
                    <a:pt x="62608" y="112590"/>
                    <a:pt x="61948" y="110987"/>
                  </a:cubicBezTo>
                  <a:cubicBezTo>
                    <a:pt x="61463" y="109755"/>
                    <a:pt x="60918" y="108468"/>
                    <a:pt x="60032" y="107522"/>
                  </a:cubicBezTo>
                  <a:cubicBezTo>
                    <a:pt x="59402" y="106864"/>
                    <a:pt x="59116" y="106148"/>
                    <a:pt x="58799" y="105376"/>
                  </a:cubicBezTo>
                  <a:cubicBezTo>
                    <a:pt x="58570" y="104803"/>
                    <a:pt x="58341" y="104201"/>
                    <a:pt x="57970" y="103601"/>
                  </a:cubicBezTo>
                  <a:cubicBezTo>
                    <a:pt x="57627" y="103028"/>
                    <a:pt x="57226" y="102799"/>
                    <a:pt x="56910" y="102598"/>
                  </a:cubicBezTo>
                  <a:cubicBezTo>
                    <a:pt x="56539" y="102369"/>
                    <a:pt x="56338" y="102227"/>
                    <a:pt x="56223" y="101540"/>
                  </a:cubicBezTo>
                  <a:cubicBezTo>
                    <a:pt x="56051" y="100594"/>
                    <a:pt x="56081" y="100251"/>
                    <a:pt x="56109" y="100109"/>
                  </a:cubicBezTo>
                  <a:cubicBezTo>
                    <a:pt x="56109" y="99964"/>
                    <a:pt x="56109" y="99735"/>
                    <a:pt x="56138" y="99621"/>
                  </a:cubicBezTo>
                  <a:cubicBezTo>
                    <a:pt x="56253" y="99563"/>
                    <a:pt x="56452" y="99479"/>
                    <a:pt x="56738" y="99220"/>
                  </a:cubicBezTo>
                  <a:cubicBezTo>
                    <a:pt x="56853" y="99105"/>
                    <a:pt x="56940" y="99078"/>
                    <a:pt x="57025" y="99021"/>
                  </a:cubicBezTo>
                  <a:cubicBezTo>
                    <a:pt x="57512" y="98849"/>
                    <a:pt x="57570" y="98533"/>
                    <a:pt x="57455" y="97933"/>
                  </a:cubicBezTo>
                  <a:cubicBezTo>
                    <a:pt x="57455" y="97876"/>
                    <a:pt x="57425" y="97789"/>
                    <a:pt x="57368" y="97731"/>
                  </a:cubicBezTo>
                  <a:cubicBezTo>
                    <a:pt x="57082" y="97475"/>
                    <a:pt x="56796" y="97159"/>
                    <a:pt x="56768" y="97102"/>
                  </a:cubicBezTo>
                  <a:cubicBezTo>
                    <a:pt x="56768" y="97074"/>
                    <a:pt x="56738" y="97044"/>
                    <a:pt x="56738" y="97017"/>
                  </a:cubicBezTo>
                  <a:cubicBezTo>
                    <a:pt x="55937" y="95528"/>
                    <a:pt x="56711" y="93868"/>
                    <a:pt x="57712" y="92808"/>
                  </a:cubicBezTo>
                  <a:cubicBezTo>
                    <a:pt x="57741" y="92808"/>
                    <a:pt x="57741" y="92780"/>
                    <a:pt x="57741" y="92780"/>
                  </a:cubicBezTo>
                  <a:cubicBezTo>
                    <a:pt x="57769" y="92750"/>
                    <a:pt x="57826" y="92750"/>
                    <a:pt x="57856" y="92723"/>
                  </a:cubicBezTo>
                  <a:cubicBezTo>
                    <a:pt x="58028" y="92666"/>
                    <a:pt x="58257" y="92579"/>
                    <a:pt x="58399" y="92379"/>
                  </a:cubicBezTo>
                  <a:cubicBezTo>
                    <a:pt x="58600" y="92150"/>
                    <a:pt x="58543" y="91864"/>
                    <a:pt x="58513" y="91663"/>
                  </a:cubicBezTo>
                  <a:cubicBezTo>
                    <a:pt x="58486" y="91663"/>
                    <a:pt x="58486" y="91635"/>
                    <a:pt x="58486" y="91605"/>
                  </a:cubicBezTo>
                  <a:cubicBezTo>
                    <a:pt x="58715" y="91262"/>
                    <a:pt x="58944" y="91090"/>
                    <a:pt x="59402" y="90719"/>
                  </a:cubicBezTo>
                  <a:cubicBezTo>
                    <a:pt x="60547" y="89688"/>
                    <a:pt x="60689" y="88571"/>
                    <a:pt x="60746" y="87169"/>
                  </a:cubicBezTo>
                  <a:cubicBezTo>
                    <a:pt x="60833" y="86253"/>
                    <a:pt x="60833" y="85422"/>
                    <a:pt x="60460" y="84478"/>
                  </a:cubicBezTo>
                  <a:cubicBezTo>
                    <a:pt x="60432" y="84334"/>
                    <a:pt x="60375" y="84192"/>
                    <a:pt x="60318" y="84048"/>
                  </a:cubicBezTo>
                  <a:cubicBezTo>
                    <a:pt x="60059" y="83189"/>
                    <a:pt x="59716" y="82101"/>
                    <a:pt x="59058" y="81558"/>
                  </a:cubicBezTo>
                  <a:cubicBezTo>
                    <a:pt x="58985" y="81502"/>
                    <a:pt x="58899" y="81471"/>
                    <a:pt x="58809" y="81471"/>
                  </a:cubicBezTo>
                  <a:cubicBezTo>
                    <a:pt x="58759" y="81471"/>
                    <a:pt x="58708" y="81481"/>
                    <a:pt x="58658" y="81501"/>
                  </a:cubicBezTo>
                  <a:cubicBezTo>
                    <a:pt x="58199" y="81501"/>
                    <a:pt x="57712" y="81959"/>
                    <a:pt x="57341" y="82360"/>
                  </a:cubicBezTo>
                  <a:cubicBezTo>
                    <a:pt x="56927" y="82774"/>
                    <a:pt x="56466" y="83235"/>
                    <a:pt x="56043" y="83235"/>
                  </a:cubicBezTo>
                  <a:cubicBezTo>
                    <a:pt x="55998" y="83235"/>
                    <a:pt x="55953" y="83230"/>
                    <a:pt x="55909" y="83219"/>
                  </a:cubicBezTo>
                  <a:cubicBezTo>
                    <a:pt x="55307" y="83075"/>
                    <a:pt x="54849" y="82559"/>
                    <a:pt x="54421" y="82074"/>
                  </a:cubicBezTo>
                  <a:cubicBezTo>
                    <a:pt x="54105" y="81758"/>
                    <a:pt x="53818" y="81414"/>
                    <a:pt x="53475" y="81185"/>
                  </a:cubicBezTo>
                  <a:cubicBezTo>
                    <a:pt x="53276" y="81013"/>
                    <a:pt x="53047" y="80871"/>
                    <a:pt x="52845" y="80757"/>
                  </a:cubicBezTo>
                  <a:cubicBezTo>
                    <a:pt x="52131" y="80326"/>
                    <a:pt x="51757" y="80097"/>
                    <a:pt x="51986" y="79181"/>
                  </a:cubicBezTo>
                  <a:cubicBezTo>
                    <a:pt x="51986" y="79124"/>
                    <a:pt x="52044" y="79097"/>
                    <a:pt x="52158" y="79010"/>
                  </a:cubicBezTo>
                  <a:cubicBezTo>
                    <a:pt x="52302" y="78925"/>
                    <a:pt x="52502" y="78781"/>
                    <a:pt x="52559" y="78494"/>
                  </a:cubicBezTo>
                  <a:cubicBezTo>
                    <a:pt x="52589" y="78208"/>
                    <a:pt x="52417" y="77952"/>
                    <a:pt x="52245" y="77750"/>
                  </a:cubicBezTo>
                  <a:cubicBezTo>
                    <a:pt x="52021" y="77527"/>
                    <a:pt x="51740" y="77476"/>
                    <a:pt x="51503" y="77476"/>
                  </a:cubicBezTo>
                  <a:cubicBezTo>
                    <a:pt x="51406" y="77476"/>
                    <a:pt x="51317" y="77485"/>
                    <a:pt x="51242" y="77493"/>
                  </a:cubicBezTo>
                  <a:lnTo>
                    <a:pt x="50956" y="77493"/>
                  </a:lnTo>
                  <a:cubicBezTo>
                    <a:pt x="50669" y="77292"/>
                    <a:pt x="50585" y="77093"/>
                    <a:pt x="50498" y="76834"/>
                  </a:cubicBezTo>
                  <a:cubicBezTo>
                    <a:pt x="50356" y="76490"/>
                    <a:pt x="50184" y="76032"/>
                    <a:pt x="49410" y="75776"/>
                  </a:cubicBezTo>
                  <a:cubicBezTo>
                    <a:pt x="49039" y="75632"/>
                    <a:pt x="48666" y="75547"/>
                    <a:pt x="48295" y="75460"/>
                  </a:cubicBezTo>
                  <a:cubicBezTo>
                    <a:pt x="47665" y="75288"/>
                    <a:pt x="47092" y="75146"/>
                    <a:pt x="46463" y="74773"/>
                  </a:cubicBezTo>
                  <a:cubicBezTo>
                    <a:pt x="46433" y="74773"/>
                    <a:pt x="46433" y="74773"/>
                    <a:pt x="46405" y="74745"/>
                  </a:cubicBezTo>
                  <a:cubicBezTo>
                    <a:pt x="46119" y="74658"/>
                    <a:pt x="45459" y="74429"/>
                    <a:pt x="45230" y="74200"/>
                  </a:cubicBezTo>
                  <a:cubicBezTo>
                    <a:pt x="45088" y="74029"/>
                    <a:pt x="45088" y="73944"/>
                    <a:pt x="45088" y="73772"/>
                  </a:cubicBezTo>
                  <a:cubicBezTo>
                    <a:pt x="45088" y="73600"/>
                    <a:pt x="45088" y="73371"/>
                    <a:pt x="44944" y="73085"/>
                  </a:cubicBezTo>
                  <a:cubicBezTo>
                    <a:pt x="44333" y="72134"/>
                    <a:pt x="43301" y="71791"/>
                    <a:pt x="42296" y="71791"/>
                  </a:cubicBezTo>
                  <a:cubicBezTo>
                    <a:pt x="41938" y="71791"/>
                    <a:pt x="41583" y="71835"/>
                    <a:pt x="41252" y="71910"/>
                  </a:cubicBezTo>
                  <a:cubicBezTo>
                    <a:pt x="40720" y="72062"/>
                    <a:pt x="40339" y="72136"/>
                    <a:pt x="39961" y="72136"/>
                  </a:cubicBezTo>
                  <a:cubicBezTo>
                    <a:pt x="39484" y="72136"/>
                    <a:pt x="39011" y="72019"/>
                    <a:pt x="38245" y="71796"/>
                  </a:cubicBezTo>
                  <a:cubicBezTo>
                    <a:pt x="37874" y="71654"/>
                    <a:pt x="37531" y="71539"/>
                    <a:pt x="37187" y="71452"/>
                  </a:cubicBezTo>
                  <a:cubicBezTo>
                    <a:pt x="36271" y="71166"/>
                    <a:pt x="35497" y="70937"/>
                    <a:pt x="34753" y="70193"/>
                  </a:cubicBezTo>
                  <a:cubicBezTo>
                    <a:pt x="34352" y="69822"/>
                    <a:pt x="33780" y="69478"/>
                    <a:pt x="33237" y="69162"/>
                  </a:cubicBezTo>
                  <a:cubicBezTo>
                    <a:pt x="32435" y="68704"/>
                    <a:pt x="31634" y="68218"/>
                    <a:pt x="31405" y="67589"/>
                  </a:cubicBezTo>
                  <a:cubicBezTo>
                    <a:pt x="31233" y="67131"/>
                    <a:pt x="31375" y="66815"/>
                    <a:pt x="31577" y="66386"/>
                  </a:cubicBezTo>
                  <a:cubicBezTo>
                    <a:pt x="31748" y="66013"/>
                    <a:pt x="31948" y="65585"/>
                    <a:pt x="31920" y="65012"/>
                  </a:cubicBezTo>
                  <a:cubicBezTo>
                    <a:pt x="31863" y="64238"/>
                    <a:pt x="31348" y="63409"/>
                    <a:pt x="30917" y="62665"/>
                  </a:cubicBezTo>
                  <a:cubicBezTo>
                    <a:pt x="30745" y="62406"/>
                    <a:pt x="30603" y="62177"/>
                    <a:pt x="30489" y="61948"/>
                  </a:cubicBezTo>
                  <a:cubicBezTo>
                    <a:pt x="30173" y="61376"/>
                    <a:pt x="29772" y="60890"/>
                    <a:pt x="29371" y="60432"/>
                  </a:cubicBezTo>
                  <a:cubicBezTo>
                    <a:pt x="28970" y="59944"/>
                    <a:pt x="28570" y="59486"/>
                    <a:pt x="28313" y="58943"/>
                  </a:cubicBezTo>
                  <a:cubicBezTo>
                    <a:pt x="28169" y="58600"/>
                    <a:pt x="28054" y="58227"/>
                    <a:pt x="27970" y="57856"/>
                  </a:cubicBezTo>
                  <a:cubicBezTo>
                    <a:pt x="27768" y="57253"/>
                    <a:pt x="27596" y="56596"/>
                    <a:pt x="27196" y="55994"/>
                  </a:cubicBezTo>
                  <a:cubicBezTo>
                    <a:pt x="26596" y="54936"/>
                    <a:pt x="26509" y="54562"/>
                    <a:pt x="26509" y="53504"/>
                  </a:cubicBezTo>
                  <a:cubicBezTo>
                    <a:pt x="26509" y="52703"/>
                    <a:pt x="26424" y="51844"/>
                    <a:pt x="25851" y="51356"/>
                  </a:cubicBezTo>
                  <a:cubicBezTo>
                    <a:pt x="25605" y="51133"/>
                    <a:pt x="25271" y="51014"/>
                    <a:pt x="24865" y="51014"/>
                  </a:cubicBezTo>
                  <a:cubicBezTo>
                    <a:pt x="24750" y="51014"/>
                    <a:pt x="24630" y="51023"/>
                    <a:pt x="24505" y="51042"/>
                  </a:cubicBezTo>
                  <a:cubicBezTo>
                    <a:pt x="24447" y="51042"/>
                    <a:pt x="24420" y="51070"/>
                    <a:pt x="24390" y="51100"/>
                  </a:cubicBezTo>
                  <a:lnTo>
                    <a:pt x="24305" y="51127"/>
                  </a:lnTo>
                  <a:cubicBezTo>
                    <a:pt x="23847" y="51242"/>
                    <a:pt x="23646" y="51501"/>
                    <a:pt x="23531" y="51700"/>
                  </a:cubicBezTo>
                  <a:cubicBezTo>
                    <a:pt x="23218" y="52302"/>
                    <a:pt x="23504" y="53017"/>
                    <a:pt x="23589" y="53218"/>
                  </a:cubicBezTo>
                  <a:cubicBezTo>
                    <a:pt x="23733" y="53504"/>
                    <a:pt x="23905" y="53704"/>
                    <a:pt x="24047" y="53875"/>
                  </a:cubicBezTo>
                  <a:cubicBezTo>
                    <a:pt x="24191" y="54047"/>
                    <a:pt x="24333" y="54162"/>
                    <a:pt x="24420" y="54391"/>
                  </a:cubicBezTo>
                  <a:cubicBezTo>
                    <a:pt x="24420" y="54535"/>
                    <a:pt x="24420" y="54677"/>
                    <a:pt x="24390" y="54849"/>
                  </a:cubicBezTo>
                  <a:cubicBezTo>
                    <a:pt x="24390" y="55078"/>
                    <a:pt x="24363" y="55336"/>
                    <a:pt x="24420" y="55623"/>
                  </a:cubicBezTo>
                  <a:cubicBezTo>
                    <a:pt x="24534" y="56138"/>
                    <a:pt x="24791" y="56566"/>
                    <a:pt x="25050" y="56997"/>
                  </a:cubicBezTo>
                  <a:cubicBezTo>
                    <a:pt x="25279" y="57340"/>
                    <a:pt x="25478" y="57654"/>
                    <a:pt x="25565" y="58027"/>
                  </a:cubicBezTo>
                  <a:cubicBezTo>
                    <a:pt x="25650" y="58314"/>
                    <a:pt x="25679" y="58600"/>
                    <a:pt x="25737" y="58914"/>
                  </a:cubicBezTo>
                  <a:cubicBezTo>
                    <a:pt x="25794" y="59429"/>
                    <a:pt x="25851" y="59944"/>
                    <a:pt x="26080" y="60432"/>
                  </a:cubicBezTo>
                  <a:cubicBezTo>
                    <a:pt x="26108" y="60604"/>
                    <a:pt x="26222" y="60776"/>
                    <a:pt x="26337" y="61005"/>
                  </a:cubicBezTo>
                  <a:cubicBezTo>
                    <a:pt x="26481" y="61261"/>
                    <a:pt x="26909" y="62063"/>
                    <a:pt x="26825" y="62234"/>
                  </a:cubicBezTo>
                  <a:cubicBezTo>
                    <a:pt x="26825" y="62234"/>
                    <a:pt x="26767" y="62264"/>
                    <a:pt x="26653" y="62264"/>
                  </a:cubicBezTo>
                  <a:cubicBezTo>
                    <a:pt x="26050" y="62234"/>
                    <a:pt x="25508" y="60947"/>
                    <a:pt x="25306" y="60059"/>
                  </a:cubicBezTo>
                  <a:cubicBezTo>
                    <a:pt x="25279" y="59917"/>
                    <a:pt x="25249" y="59772"/>
                    <a:pt x="25221" y="59658"/>
                  </a:cubicBezTo>
                  <a:cubicBezTo>
                    <a:pt x="25107" y="59200"/>
                    <a:pt x="25020" y="58856"/>
                    <a:pt x="24534" y="58456"/>
                  </a:cubicBezTo>
                  <a:cubicBezTo>
                    <a:pt x="24305" y="58256"/>
                    <a:pt x="24019" y="58142"/>
                    <a:pt x="23790" y="58055"/>
                  </a:cubicBezTo>
                  <a:cubicBezTo>
                    <a:pt x="23332" y="57913"/>
                    <a:pt x="23131" y="57826"/>
                    <a:pt x="23073" y="57455"/>
                  </a:cubicBezTo>
                  <a:cubicBezTo>
                    <a:pt x="23046" y="57169"/>
                    <a:pt x="23160" y="56910"/>
                    <a:pt x="23302" y="56596"/>
                  </a:cubicBezTo>
                  <a:cubicBezTo>
                    <a:pt x="23561" y="56051"/>
                    <a:pt x="23847" y="55394"/>
                    <a:pt x="23447" y="54535"/>
                  </a:cubicBezTo>
                  <a:cubicBezTo>
                    <a:pt x="23332" y="54191"/>
                    <a:pt x="23131" y="54077"/>
                    <a:pt x="22959" y="53962"/>
                  </a:cubicBezTo>
                  <a:cubicBezTo>
                    <a:pt x="22844" y="53875"/>
                    <a:pt x="22760" y="53848"/>
                    <a:pt x="22730" y="53589"/>
                  </a:cubicBezTo>
                  <a:cubicBezTo>
                    <a:pt x="22702" y="53417"/>
                    <a:pt x="22787" y="53104"/>
                    <a:pt x="22874" y="52875"/>
                  </a:cubicBezTo>
                  <a:cubicBezTo>
                    <a:pt x="22931" y="52703"/>
                    <a:pt x="22959" y="52531"/>
                    <a:pt x="22989" y="52387"/>
                  </a:cubicBezTo>
                  <a:cubicBezTo>
                    <a:pt x="23103" y="51501"/>
                    <a:pt x="22817" y="50726"/>
                    <a:pt x="22501" y="50012"/>
                  </a:cubicBezTo>
                  <a:cubicBezTo>
                    <a:pt x="22416" y="49753"/>
                    <a:pt x="22302" y="49524"/>
                    <a:pt x="22214" y="49210"/>
                  </a:cubicBezTo>
                  <a:cubicBezTo>
                    <a:pt x="22157" y="49096"/>
                    <a:pt x="22100" y="48981"/>
                    <a:pt x="22073" y="48867"/>
                  </a:cubicBezTo>
                  <a:cubicBezTo>
                    <a:pt x="21901" y="48466"/>
                    <a:pt x="21786" y="48207"/>
                    <a:pt x="21241" y="47836"/>
                  </a:cubicBezTo>
                  <a:cubicBezTo>
                    <a:pt x="21069" y="47749"/>
                    <a:pt x="20870" y="47722"/>
                    <a:pt x="20669" y="47692"/>
                  </a:cubicBezTo>
                  <a:cubicBezTo>
                    <a:pt x="20469" y="47665"/>
                    <a:pt x="20240" y="47607"/>
                    <a:pt x="20153" y="47520"/>
                  </a:cubicBezTo>
                  <a:cubicBezTo>
                    <a:pt x="19982" y="47348"/>
                    <a:pt x="20039" y="46547"/>
                    <a:pt x="20039" y="46089"/>
                  </a:cubicBezTo>
                  <a:cubicBezTo>
                    <a:pt x="20069" y="45974"/>
                    <a:pt x="20069" y="45860"/>
                    <a:pt x="20069" y="45745"/>
                  </a:cubicBezTo>
                  <a:cubicBezTo>
                    <a:pt x="20096" y="45688"/>
                    <a:pt x="20126" y="45603"/>
                    <a:pt x="20126" y="45546"/>
                  </a:cubicBezTo>
                  <a:cubicBezTo>
                    <a:pt x="20126" y="44802"/>
                    <a:pt x="20039" y="44028"/>
                    <a:pt x="19897" y="43256"/>
                  </a:cubicBezTo>
                  <a:cubicBezTo>
                    <a:pt x="19840" y="43027"/>
                    <a:pt x="19725" y="42741"/>
                    <a:pt x="19611" y="42425"/>
                  </a:cubicBezTo>
                  <a:cubicBezTo>
                    <a:pt x="19382" y="41852"/>
                    <a:pt x="19123" y="41138"/>
                    <a:pt x="19153" y="40794"/>
                  </a:cubicBezTo>
                  <a:cubicBezTo>
                    <a:pt x="19210" y="40393"/>
                    <a:pt x="19553" y="40164"/>
                    <a:pt x="19924" y="39906"/>
                  </a:cubicBezTo>
                  <a:cubicBezTo>
                    <a:pt x="20268" y="39649"/>
                    <a:pt x="20669" y="39390"/>
                    <a:pt x="20840" y="38962"/>
                  </a:cubicBezTo>
                  <a:cubicBezTo>
                    <a:pt x="21127" y="38390"/>
                    <a:pt x="21099" y="37817"/>
                    <a:pt x="21099" y="37302"/>
                  </a:cubicBezTo>
                  <a:cubicBezTo>
                    <a:pt x="21069" y="36699"/>
                    <a:pt x="21069" y="36157"/>
                    <a:pt x="21470" y="35699"/>
                  </a:cubicBezTo>
                  <a:cubicBezTo>
                    <a:pt x="21814" y="35298"/>
                    <a:pt x="22157" y="35012"/>
                    <a:pt x="22558" y="34696"/>
                  </a:cubicBezTo>
                  <a:cubicBezTo>
                    <a:pt x="23103" y="34267"/>
                    <a:pt x="23676" y="33809"/>
                    <a:pt x="24104" y="33035"/>
                  </a:cubicBezTo>
                  <a:cubicBezTo>
                    <a:pt x="24763" y="32034"/>
                    <a:pt x="25336" y="30947"/>
                    <a:pt x="25707" y="30088"/>
                  </a:cubicBezTo>
                  <a:cubicBezTo>
                    <a:pt x="26138" y="29000"/>
                    <a:pt x="25908" y="28627"/>
                    <a:pt x="25478" y="28169"/>
                  </a:cubicBezTo>
                  <a:cubicBezTo>
                    <a:pt x="25336" y="27997"/>
                    <a:pt x="25164" y="27798"/>
                    <a:pt x="25020" y="27482"/>
                  </a:cubicBezTo>
                  <a:cubicBezTo>
                    <a:pt x="24848" y="27138"/>
                    <a:pt x="24905" y="26824"/>
                    <a:pt x="25077" y="26680"/>
                  </a:cubicBezTo>
                  <a:cubicBezTo>
                    <a:pt x="25136" y="26623"/>
                    <a:pt x="25208" y="26602"/>
                    <a:pt x="25281" y="26602"/>
                  </a:cubicBezTo>
                  <a:cubicBezTo>
                    <a:pt x="25388" y="26602"/>
                    <a:pt x="25497" y="26646"/>
                    <a:pt x="25565" y="26680"/>
                  </a:cubicBezTo>
                  <a:cubicBezTo>
                    <a:pt x="25650" y="26767"/>
                    <a:pt x="25764" y="27195"/>
                    <a:pt x="25851" y="27482"/>
                  </a:cubicBezTo>
                  <a:cubicBezTo>
                    <a:pt x="26080" y="28198"/>
                    <a:pt x="26279" y="28856"/>
                    <a:pt x="26738" y="29057"/>
                  </a:cubicBezTo>
                  <a:cubicBezTo>
                    <a:pt x="26831" y="29096"/>
                    <a:pt x="26923" y="29117"/>
                    <a:pt x="27016" y="29117"/>
                  </a:cubicBezTo>
                  <a:cubicBezTo>
                    <a:pt x="27124" y="29117"/>
                    <a:pt x="27231" y="29089"/>
                    <a:pt x="27340" y="29027"/>
                  </a:cubicBezTo>
                  <a:cubicBezTo>
                    <a:pt x="27454" y="28970"/>
                    <a:pt x="27626" y="28828"/>
                    <a:pt x="27683" y="28512"/>
                  </a:cubicBezTo>
                  <a:cubicBezTo>
                    <a:pt x="27912" y="27626"/>
                    <a:pt x="27168" y="25707"/>
                    <a:pt x="26939" y="25363"/>
                  </a:cubicBezTo>
                  <a:cubicBezTo>
                    <a:pt x="26738" y="25020"/>
                    <a:pt x="26481" y="24676"/>
                    <a:pt x="26195" y="24362"/>
                  </a:cubicBezTo>
                  <a:cubicBezTo>
                    <a:pt x="25794" y="23875"/>
                    <a:pt x="25393" y="23417"/>
                    <a:pt x="25336" y="22901"/>
                  </a:cubicBezTo>
                  <a:cubicBezTo>
                    <a:pt x="25306" y="22416"/>
                    <a:pt x="25508" y="21871"/>
                    <a:pt x="25737" y="21328"/>
                  </a:cubicBezTo>
                  <a:cubicBezTo>
                    <a:pt x="25908" y="20870"/>
                    <a:pt x="26080" y="20412"/>
                    <a:pt x="26138" y="19924"/>
                  </a:cubicBezTo>
                  <a:cubicBezTo>
                    <a:pt x="26451" y="17176"/>
                    <a:pt x="25020" y="14572"/>
                    <a:pt x="22760" y="13741"/>
                  </a:cubicBezTo>
                  <a:cubicBezTo>
                    <a:pt x="22187" y="13569"/>
                    <a:pt x="21642" y="13397"/>
                    <a:pt x="21099" y="13226"/>
                  </a:cubicBezTo>
                  <a:cubicBezTo>
                    <a:pt x="20554" y="13054"/>
                    <a:pt x="20011" y="12912"/>
                    <a:pt x="19466" y="12740"/>
                  </a:cubicBezTo>
                  <a:cubicBezTo>
                    <a:pt x="19120" y="12617"/>
                    <a:pt x="18810" y="12564"/>
                    <a:pt x="18525" y="12564"/>
                  </a:cubicBezTo>
                  <a:cubicBezTo>
                    <a:pt x="17752" y="12564"/>
                    <a:pt x="17158" y="12952"/>
                    <a:pt x="16489" y="13370"/>
                  </a:cubicBezTo>
                  <a:lnTo>
                    <a:pt x="16203" y="13569"/>
                  </a:lnTo>
                  <a:cubicBezTo>
                    <a:pt x="16004" y="13684"/>
                    <a:pt x="15802" y="13855"/>
                    <a:pt x="15546" y="14057"/>
                  </a:cubicBezTo>
                  <a:cubicBezTo>
                    <a:pt x="15028" y="14496"/>
                    <a:pt x="14322" y="15078"/>
                    <a:pt x="13811" y="15078"/>
                  </a:cubicBezTo>
                  <a:cubicBezTo>
                    <a:pt x="13757" y="15078"/>
                    <a:pt x="13705" y="15071"/>
                    <a:pt x="13656" y="15058"/>
                  </a:cubicBezTo>
                  <a:cubicBezTo>
                    <a:pt x="13569" y="15030"/>
                    <a:pt x="13512" y="15000"/>
                    <a:pt x="13484" y="14973"/>
                  </a:cubicBezTo>
                  <a:cubicBezTo>
                    <a:pt x="13626" y="14829"/>
                    <a:pt x="13970" y="14629"/>
                    <a:pt x="14172" y="14515"/>
                  </a:cubicBezTo>
                  <a:cubicBezTo>
                    <a:pt x="14371" y="14371"/>
                    <a:pt x="14572" y="14256"/>
                    <a:pt x="14714" y="14142"/>
                  </a:cubicBezTo>
                  <a:cubicBezTo>
                    <a:pt x="15317" y="13599"/>
                    <a:pt x="15516" y="13168"/>
                    <a:pt x="15317" y="12825"/>
                  </a:cubicBezTo>
                  <a:cubicBezTo>
                    <a:pt x="15195" y="12605"/>
                    <a:pt x="14969" y="12537"/>
                    <a:pt x="14728" y="12537"/>
                  </a:cubicBezTo>
                  <a:cubicBezTo>
                    <a:pt x="14403" y="12537"/>
                    <a:pt x="14050" y="12662"/>
                    <a:pt x="13885" y="12710"/>
                  </a:cubicBezTo>
                  <a:cubicBezTo>
                    <a:pt x="12997" y="12997"/>
                    <a:pt x="12339" y="13512"/>
                    <a:pt x="11652" y="14057"/>
                  </a:cubicBezTo>
                  <a:cubicBezTo>
                    <a:pt x="11394" y="14256"/>
                    <a:pt x="11137" y="14458"/>
                    <a:pt x="10851" y="14657"/>
                  </a:cubicBezTo>
                  <a:cubicBezTo>
                    <a:pt x="10336" y="15030"/>
                    <a:pt x="9763" y="15287"/>
                    <a:pt x="9161" y="15545"/>
                  </a:cubicBezTo>
                  <a:cubicBezTo>
                    <a:pt x="8416" y="15859"/>
                    <a:pt x="7645" y="16203"/>
                    <a:pt x="6985" y="16775"/>
                  </a:cubicBezTo>
                  <a:cubicBezTo>
                    <a:pt x="5813" y="17749"/>
                    <a:pt x="5125" y="17950"/>
                    <a:pt x="3637" y="18294"/>
                  </a:cubicBezTo>
                  <a:cubicBezTo>
                    <a:pt x="3493" y="18351"/>
                    <a:pt x="3321" y="18436"/>
                    <a:pt x="3064" y="18550"/>
                  </a:cubicBezTo>
                  <a:cubicBezTo>
                    <a:pt x="1765" y="19137"/>
                    <a:pt x="1171" y="19279"/>
                    <a:pt x="912" y="19279"/>
                  </a:cubicBezTo>
                  <a:cubicBezTo>
                    <a:pt x="818" y="19279"/>
                    <a:pt x="768" y="19260"/>
                    <a:pt x="744" y="19237"/>
                  </a:cubicBezTo>
                  <a:cubicBezTo>
                    <a:pt x="744" y="19237"/>
                    <a:pt x="744" y="19210"/>
                    <a:pt x="717" y="19210"/>
                  </a:cubicBezTo>
                  <a:cubicBezTo>
                    <a:pt x="831" y="18951"/>
                    <a:pt x="2004" y="18294"/>
                    <a:pt x="2950" y="17893"/>
                  </a:cubicBezTo>
                  <a:cubicBezTo>
                    <a:pt x="3149" y="17778"/>
                    <a:pt x="3522" y="17664"/>
                    <a:pt x="3923" y="17577"/>
                  </a:cubicBezTo>
                  <a:cubicBezTo>
                    <a:pt x="4752" y="17348"/>
                    <a:pt x="5611" y="17119"/>
                    <a:pt x="5927" y="16633"/>
                  </a:cubicBezTo>
                  <a:cubicBezTo>
                    <a:pt x="6069" y="16432"/>
                    <a:pt x="6413" y="15974"/>
                    <a:pt x="6184" y="15603"/>
                  </a:cubicBezTo>
                  <a:cubicBezTo>
                    <a:pt x="6053" y="15406"/>
                    <a:pt x="5845" y="15335"/>
                    <a:pt x="5587" y="15335"/>
                  </a:cubicBezTo>
                  <a:cubicBezTo>
                    <a:pt x="5279" y="15335"/>
                    <a:pt x="4900" y="15436"/>
                    <a:pt x="4496" y="15545"/>
                  </a:cubicBezTo>
                  <a:cubicBezTo>
                    <a:pt x="4267" y="15603"/>
                    <a:pt x="3951" y="15687"/>
                    <a:pt x="3893" y="15687"/>
                  </a:cubicBezTo>
                  <a:cubicBezTo>
                    <a:pt x="3637" y="15630"/>
                    <a:pt x="3522" y="15545"/>
                    <a:pt x="3465" y="15516"/>
                  </a:cubicBezTo>
                  <a:cubicBezTo>
                    <a:pt x="3522" y="15431"/>
                    <a:pt x="3694" y="15259"/>
                    <a:pt x="3779" y="15172"/>
                  </a:cubicBezTo>
                  <a:cubicBezTo>
                    <a:pt x="4008" y="14916"/>
                    <a:pt x="4267" y="14657"/>
                    <a:pt x="4267" y="14313"/>
                  </a:cubicBezTo>
                  <a:cubicBezTo>
                    <a:pt x="4267" y="14199"/>
                    <a:pt x="4209" y="14027"/>
                    <a:pt x="4008" y="13885"/>
                  </a:cubicBezTo>
                  <a:cubicBezTo>
                    <a:pt x="3876" y="13772"/>
                    <a:pt x="3728" y="13729"/>
                    <a:pt x="3573" y="13729"/>
                  </a:cubicBezTo>
                  <a:cubicBezTo>
                    <a:pt x="3293" y="13729"/>
                    <a:pt x="2986" y="13870"/>
                    <a:pt x="2691" y="14000"/>
                  </a:cubicBezTo>
                  <a:cubicBezTo>
                    <a:pt x="2577" y="14057"/>
                    <a:pt x="2377" y="14142"/>
                    <a:pt x="2263" y="14171"/>
                  </a:cubicBezTo>
                  <a:cubicBezTo>
                    <a:pt x="2233" y="14084"/>
                    <a:pt x="2233" y="13942"/>
                    <a:pt x="2290" y="13626"/>
                  </a:cubicBezTo>
                  <a:cubicBezTo>
                    <a:pt x="2634" y="11680"/>
                    <a:pt x="5183" y="11107"/>
                    <a:pt x="7244" y="10622"/>
                  </a:cubicBezTo>
                  <a:cubicBezTo>
                    <a:pt x="8016" y="10450"/>
                    <a:pt x="8732" y="10306"/>
                    <a:pt x="9275" y="10077"/>
                  </a:cubicBezTo>
                  <a:cubicBezTo>
                    <a:pt x="9390" y="10019"/>
                    <a:pt x="9534" y="9962"/>
                    <a:pt x="9676" y="9905"/>
                  </a:cubicBezTo>
                  <a:cubicBezTo>
                    <a:pt x="10878" y="9447"/>
                    <a:pt x="11623" y="9161"/>
                    <a:pt x="11565" y="8618"/>
                  </a:cubicBezTo>
                  <a:cubicBezTo>
                    <a:pt x="11481" y="8160"/>
                    <a:pt x="10851" y="8045"/>
                    <a:pt x="10249" y="7988"/>
                  </a:cubicBezTo>
                  <a:lnTo>
                    <a:pt x="9218" y="7988"/>
                  </a:lnTo>
                  <a:cubicBezTo>
                    <a:pt x="9066" y="7988"/>
                    <a:pt x="8915" y="7990"/>
                    <a:pt x="8764" y="7990"/>
                  </a:cubicBezTo>
                  <a:cubicBezTo>
                    <a:pt x="8373" y="7990"/>
                    <a:pt x="7986" y="7976"/>
                    <a:pt x="7615" y="7874"/>
                  </a:cubicBezTo>
                  <a:cubicBezTo>
                    <a:pt x="7901" y="7500"/>
                    <a:pt x="8531" y="7072"/>
                    <a:pt x="8961" y="6870"/>
                  </a:cubicBezTo>
                  <a:cubicBezTo>
                    <a:pt x="9441" y="6618"/>
                    <a:pt x="9654" y="6522"/>
                    <a:pt x="10052" y="6522"/>
                  </a:cubicBezTo>
                  <a:cubicBezTo>
                    <a:pt x="10105" y="6522"/>
                    <a:pt x="10161" y="6524"/>
                    <a:pt x="10221" y="6527"/>
                  </a:cubicBezTo>
                  <a:cubicBezTo>
                    <a:pt x="10478" y="6614"/>
                    <a:pt x="10707" y="6786"/>
                    <a:pt x="10908" y="6957"/>
                  </a:cubicBezTo>
                  <a:cubicBezTo>
                    <a:pt x="11107" y="7129"/>
                    <a:pt x="11279" y="7301"/>
                    <a:pt x="11508" y="7328"/>
                  </a:cubicBezTo>
                  <a:cubicBezTo>
                    <a:pt x="11585" y="7353"/>
                    <a:pt x="11674" y="7364"/>
                    <a:pt x="11772" y="7364"/>
                  </a:cubicBezTo>
                  <a:cubicBezTo>
                    <a:pt x="12365" y="7364"/>
                    <a:pt x="13275" y="6954"/>
                    <a:pt x="13741" y="6584"/>
                  </a:cubicBezTo>
                  <a:cubicBezTo>
                    <a:pt x="14114" y="6328"/>
                    <a:pt x="14286" y="6041"/>
                    <a:pt x="14286" y="5755"/>
                  </a:cubicBezTo>
                  <a:cubicBezTo>
                    <a:pt x="14286" y="5297"/>
                    <a:pt x="13885" y="4981"/>
                    <a:pt x="13484" y="4695"/>
                  </a:cubicBezTo>
                  <a:cubicBezTo>
                    <a:pt x="12939" y="4324"/>
                    <a:pt x="12797" y="4180"/>
                    <a:pt x="12882" y="3980"/>
                  </a:cubicBezTo>
                  <a:cubicBezTo>
                    <a:pt x="13111" y="3836"/>
                    <a:pt x="14256" y="3664"/>
                    <a:pt x="14886" y="3580"/>
                  </a:cubicBezTo>
                  <a:cubicBezTo>
                    <a:pt x="15516" y="3492"/>
                    <a:pt x="16004" y="3435"/>
                    <a:pt x="16233" y="3351"/>
                  </a:cubicBezTo>
                  <a:cubicBezTo>
                    <a:pt x="17405" y="2977"/>
                    <a:pt x="18665" y="2549"/>
                    <a:pt x="19753" y="2118"/>
                  </a:cubicBezTo>
                  <a:cubicBezTo>
                    <a:pt x="20783" y="1690"/>
                    <a:pt x="21699" y="1690"/>
                    <a:pt x="22874" y="1690"/>
                  </a:cubicBezTo>
                  <a:cubicBezTo>
                    <a:pt x="23561" y="1660"/>
                    <a:pt x="24161" y="1518"/>
                    <a:pt x="24763" y="1374"/>
                  </a:cubicBezTo>
                  <a:cubicBezTo>
                    <a:pt x="25221" y="1289"/>
                    <a:pt x="25679" y="1175"/>
                    <a:pt x="26165" y="1118"/>
                  </a:cubicBezTo>
                  <a:cubicBezTo>
                    <a:pt x="26252" y="1118"/>
                    <a:pt x="26309" y="1088"/>
                    <a:pt x="26367" y="1031"/>
                  </a:cubicBezTo>
                  <a:cubicBezTo>
                    <a:pt x="27054" y="1031"/>
                    <a:pt x="27596" y="1260"/>
                    <a:pt x="28256" y="1518"/>
                  </a:cubicBezTo>
                  <a:cubicBezTo>
                    <a:pt x="28398" y="1546"/>
                    <a:pt x="28542" y="1603"/>
                    <a:pt x="28714" y="1690"/>
                  </a:cubicBezTo>
                  <a:cubicBezTo>
                    <a:pt x="29509" y="1932"/>
                    <a:pt x="30373" y="1988"/>
                    <a:pt x="31225" y="1988"/>
                  </a:cubicBezTo>
                  <a:cubicBezTo>
                    <a:pt x="31478" y="1988"/>
                    <a:pt x="31729" y="1983"/>
                    <a:pt x="31977" y="1976"/>
                  </a:cubicBezTo>
                  <a:lnTo>
                    <a:pt x="32493" y="1976"/>
                  </a:lnTo>
                  <a:cubicBezTo>
                    <a:pt x="32749" y="1976"/>
                    <a:pt x="33065" y="1947"/>
                    <a:pt x="33379" y="1919"/>
                  </a:cubicBezTo>
                  <a:cubicBezTo>
                    <a:pt x="33764" y="1887"/>
                    <a:pt x="34212" y="1846"/>
                    <a:pt x="34607" y="1846"/>
                  </a:cubicBezTo>
                  <a:cubicBezTo>
                    <a:pt x="34917" y="1846"/>
                    <a:pt x="35195" y="1871"/>
                    <a:pt x="35383" y="1947"/>
                  </a:cubicBezTo>
                  <a:cubicBezTo>
                    <a:pt x="35584" y="2034"/>
                    <a:pt x="35584" y="2091"/>
                    <a:pt x="35612" y="2233"/>
                  </a:cubicBezTo>
                  <a:cubicBezTo>
                    <a:pt x="35642" y="2405"/>
                    <a:pt x="35699" y="2663"/>
                    <a:pt x="35955" y="2920"/>
                  </a:cubicBezTo>
                  <a:cubicBezTo>
                    <a:pt x="35985" y="2920"/>
                    <a:pt x="35985" y="2920"/>
                    <a:pt x="36013" y="2950"/>
                  </a:cubicBezTo>
                  <a:cubicBezTo>
                    <a:pt x="36271" y="3092"/>
                    <a:pt x="36700" y="3206"/>
                    <a:pt x="37130" y="3321"/>
                  </a:cubicBezTo>
                  <a:cubicBezTo>
                    <a:pt x="37359" y="3378"/>
                    <a:pt x="37588" y="3435"/>
                    <a:pt x="37730" y="3492"/>
                  </a:cubicBezTo>
                  <a:cubicBezTo>
                    <a:pt x="38174" y="3641"/>
                    <a:pt x="38530" y="3694"/>
                    <a:pt x="38847" y="3694"/>
                  </a:cubicBezTo>
                  <a:cubicBezTo>
                    <a:pt x="39205" y="3694"/>
                    <a:pt x="39515" y="3626"/>
                    <a:pt x="39849" y="3550"/>
                  </a:cubicBezTo>
                  <a:cubicBezTo>
                    <a:pt x="40135" y="3465"/>
                    <a:pt x="40451" y="3408"/>
                    <a:pt x="40822" y="3351"/>
                  </a:cubicBezTo>
                  <a:cubicBezTo>
                    <a:pt x="41882" y="3263"/>
                    <a:pt x="42482" y="2977"/>
                    <a:pt x="43199" y="2663"/>
                  </a:cubicBezTo>
                  <a:cubicBezTo>
                    <a:pt x="43485" y="2519"/>
                    <a:pt x="43772" y="2405"/>
                    <a:pt x="44143" y="2263"/>
                  </a:cubicBezTo>
                  <a:cubicBezTo>
                    <a:pt x="44631" y="2100"/>
                    <a:pt x="45234" y="2024"/>
                    <a:pt x="45974" y="2024"/>
                  </a:cubicBezTo>
                  <a:cubicBezTo>
                    <a:pt x="46276" y="2024"/>
                    <a:pt x="46600" y="2037"/>
                    <a:pt x="46948" y="2061"/>
                  </a:cubicBezTo>
                  <a:cubicBezTo>
                    <a:pt x="47463" y="2091"/>
                    <a:pt x="47692" y="2290"/>
                    <a:pt x="47979" y="2519"/>
                  </a:cubicBezTo>
                  <a:cubicBezTo>
                    <a:pt x="48180" y="2691"/>
                    <a:pt x="48437" y="2920"/>
                    <a:pt x="48837" y="3064"/>
                  </a:cubicBezTo>
                  <a:cubicBezTo>
                    <a:pt x="49158" y="3171"/>
                    <a:pt x="49533" y="3200"/>
                    <a:pt x="49923" y="3200"/>
                  </a:cubicBezTo>
                  <a:cubicBezTo>
                    <a:pt x="50161" y="3200"/>
                    <a:pt x="50404" y="3189"/>
                    <a:pt x="50642" y="3179"/>
                  </a:cubicBezTo>
                  <a:cubicBezTo>
                    <a:pt x="50860" y="3179"/>
                    <a:pt x="51079" y="3171"/>
                    <a:pt x="51287" y="3171"/>
                  </a:cubicBezTo>
                  <a:cubicBezTo>
                    <a:pt x="51487" y="3171"/>
                    <a:pt x="51676" y="3178"/>
                    <a:pt x="51844" y="3206"/>
                  </a:cubicBezTo>
                  <a:cubicBezTo>
                    <a:pt x="52531" y="3293"/>
                    <a:pt x="53131" y="3435"/>
                    <a:pt x="53647" y="3637"/>
                  </a:cubicBezTo>
                  <a:cubicBezTo>
                    <a:pt x="54192" y="3809"/>
                    <a:pt x="54421" y="4122"/>
                    <a:pt x="54707" y="4496"/>
                  </a:cubicBezTo>
                  <a:cubicBezTo>
                    <a:pt x="54936" y="4782"/>
                    <a:pt x="55193" y="5125"/>
                    <a:pt x="55623" y="5412"/>
                  </a:cubicBezTo>
                  <a:cubicBezTo>
                    <a:pt x="56172" y="5723"/>
                    <a:pt x="56717" y="5842"/>
                    <a:pt x="57254" y="5842"/>
                  </a:cubicBezTo>
                  <a:cubicBezTo>
                    <a:pt x="58199" y="5842"/>
                    <a:pt x="59115" y="5472"/>
                    <a:pt x="59974" y="5125"/>
                  </a:cubicBezTo>
                  <a:cubicBezTo>
                    <a:pt x="60762" y="4794"/>
                    <a:pt x="61535" y="4492"/>
                    <a:pt x="62261" y="4492"/>
                  </a:cubicBezTo>
                  <a:cubicBezTo>
                    <a:pt x="62536" y="4492"/>
                    <a:pt x="62805" y="4535"/>
                    <a:pt x="63066" y="4638"/>
                  </a:cubicBezTo>
                  <a:cubicBezTo>
                    <a:pt x="63238" y="4725"/>
                    <a:pt x="63410" y="4867"/>
                    <a:pt x="63609" y="5011"/>
                  </a:cubicBezTo>
                  <a:cubicBezTo>
                    <a:pt x="63810" y="5183"/>
                    <a:pt x="64039" y="5354"/>
                    <a:pt x="64326" y="5439"/>
                  </a:cubicBezTo>
                  <a:cubicBezTo>
                    <a:pt x="64501" y="5495"/>
                    <a:pt x="64655" y="5518"/>
                    <a:pt x="64795" y="5518"/>
                  </a:cubicBezTo>
                  <a:cubicBezTo>
                    <a:pt x="65157" y="5518"/>
                    <a:pt x="65414" y="5364"/>
                    <a:pt x="65642" y="5240"/>
                  </a:cubicBezTo>
                  <a:cubicBezTo>
                    <a:pt x="65784" y="5153"/>
                    <a:pt x="65929" y="5068"/>
                    <a:pt x="66071" y="5011"/>
                  </a:cubicBezTo>
                  <a:cubicBezTo>
                    <a:pt x="66172" y="4998"/>
                    <a:pt x="66276" y="4992"/>
                    <a:pt x="66382" y="4992"/>
                  </a:cubicBezTo>
                  <a:cubicBezTo>
                    <a:pt x="66756" y="4992"/>
                    <a:pt x="67158" y="5064"/>
                    <a:pt x="67559" y="5153"/>
                  </a:cubicBezTo>
                  <a:cubicBezTo>
                    <a:pt x="67875" y="5210"/>
                    <a:pt x="68189" y="5297"/>
                    <a:pt x="68562" y="5325"/>
                  </a:cubicBezTo>
                  <a:cubicBezTo>
                    <a:pt x="69135" y="5325"/>
                    <a:pt x="69391" y="5210"/>
                    <a:pt x="69678" y="5125"/>
                  </a:cubicBezTo>
                  <a:cubicBezTo>
                    <a:pt x="69822" y="5068"/>
                    <a:pt x="69964" y="5011"/>
                    <a:pt x="70193" y="4954"/>
                  </a:cubicBezTo>
                  <a:cubicBezTo>
                    <a:pt x="70536" y="4867"/>
                    <a:pt x="70823" y="4867"/>
                    <a:pt x="71052" y="4839"/>
                  </a:cubicBezTo>
                  <a:cubicBezTo>
                    <a:pt x="71853" y="4782"/>
                    <a:pt x="72341" y="4695"/>
                    <a:pt x="72856" y="3435"/>
                  </a:cubicBezTo>
                  <a:cubicBezTo>
                    <a:pt x="72941" y="3236"/>
                    <a:pt x="72998" y="3064"/>
                    <a:pt x="73028" y="2920"/>
                  </a:cubicBezTo>
                  <a:cubicBezTo>
                    <a:pt x="73113" y="2634"/>
                    <a:pt x="73143" y="2549"/>
                    <a:pt x="73429" y="2405"/>
                  </a:cubicBezTo>
                  <a:cubicBezTo>
                    <a:pt x="73458" y="2391"/>
                    <a:pt x="73486" y="2384"/>
                    <a:pt x="73525" y="2384"/>
                  </a:cubicBezTo>
                  <a:cubicBezTo>
                    <a:pt x="73565" y="2384"/>
                    <a:pt x="73614" y="2391"/>
                    <a:pt x="73685" y="2405"/>
                  </a:cubicBezTo>
                  <a:cubicBezTo>
                    <a:pt x="73743" y="2405"/>
                    <a:pt x="73812" y="2409"/>
                    <a:pt x="73890" y="2409"/>
                  </a:cubicBezTo>
                  <a:cubicBezTo>
                    <a:pt x="74083" y="2409"/>
                    <a:pt x="74329" y="2380"/>
                    <a:pt x="74574" y="2176"/>
                  </a:cubicBezTo>
                  <a:cubicBezTo>
                    <a:pt x="74716" y="2004"/>
                    <a:pt x="74746" y="1775"/>
                    <a:pt x="74773" y="1603"/>
                  </a:cubicBezTo>
                  <a:lnTo>
                    <a:pt x="74773" y="1489"/>
                  </a:lnTo>
                  <a:cubicBezTo>
                    <a:pt x="75494" y="743"/>
                    <a:pt x="75815" y="717"/>
                    <a:pt x="75903" y="717"/>
                  </a:cubicBezTo>
                  <a:close/>
                  <a:moveTo>
                    <a:pt x="75870" y="1"/>
                  </a:moveTo>
                  <a:cubicBezTo>
                    <a:pt x="75299" y="1"/>
                    <a:pt x="74693" y="544"/>
                    <a:pt x="74288" y="973"/>
                  </a:cubicBezTo>
                  <a:cubicBezTo>
                    <a:pt x="74086" y="1118"/>
                    <a:pt x="74059" y="1347"/>
                    <a:pt x="74059" y="1518"/>
                  </a:cubicBezTo>
                  <a:cubicBezTo>
                    <a:pt x="74029" y="1576"/>
                    <a:pt x="74029" y="1633"/>
                    <a:pt x="74029" y="1660"/>
                  </a:cubicBezTo>
                  <a:cubicBezTo>
                    <a:pt x="74000" y="1675"/>
                    <a:pt x="73972" y="1683"/>
                    <a:pt x="73932" y="1683"/>
                  </a:cubicBezTo>
                  <a:cubicBezTo>
                    <a:pt x="73893" y="1683"/>
                    <a:pt x="73843" y="1675"/>
                    <a:pt x="73772" y="1660"/>
                  </a:cubicBezTo>
                  <a:cubicBezTo>
                    <a:pt x="73717" y="1660"/>
                    <a:pt x="73655" y="1657"/>
                    <a:pt x="73587" y="1657"/>
                  </a:cubicBezTo>
                  <a:cubicBezTo>
                    <a:pt x="73446" y="1657"/>
                    <a:pt x="73279" y="1670"/>
                    <a:pt x="73085" y="1747"/>
                  </a:cubicBezTo>
                  <a:cubicBezTo>
                    <a:pt x="72570" y="2061"/>
                    <a:pt x="72456" y="2320"/>
                    <a:pt x="72341" y="2721"/>
                  </a:cubicBezTo>
                  <a:cubicBezTo>
                    <a:pt x="72311" y="2835"/>
                    <a:pt x="72254" y="2977"/>
                    <a:pt x="72197" y="3149"/>
                  </a:cubicBezTo>
                  <a:cubicBezTo>
                    <a:pt x="71826" y="4065"/>
                    <a:pt x="71654" y="4065"/>
                    <a:pt x="71024" y="4122"/>
                  </a:cubicBezTo>
                  <a:cubicBezTo>
                    <a:pt x="70765" y="4122"/>
                    <a:pt x="70452" y="4152"/>
                    <a:pt x="70051" y="4237"/>
                  </a:cubicBezTo>
                  <a:cubicBezTo>
                    <a:pt x="69765" y="4294"/>
                    <a:pt x="69563" y="4381"/>
                    <a:pt x="69421" y="4438"/>
                  </a:cubicBezTo>
                  <a:cubicBezTo>
                    <a:pt x="69162" y="4523"/>
                    <a:pt x="68991" y="4580"/>
                    <a:pt x="68590" y="4580"/>
                  </a:cubicBezTo>
                  <a:cubicBezTo>
                    <a:pt x="68304" y="4580"/>
                    <a:pt x="68017" y="4523"/>
                    <a:pt x="67731" y="4438"/>
                  </a:cubicBezTo>
                  <a:cubicBezTo>
                    <a:pt x="67307" y="4357"/>
                    <a:pt x="66896" y="4276"/>
                    <a:pt x="66469" y="4276"/>
                  </a:cubicBezTo>
                  <a:cubicBezTo>
                    <a:pt x="66293" y="4276"/>
                    <a:pt x="66113" y="4290"/>
                    <a:pt x="65929" y="4324"/>
                  </a:cubicBezTo>
                  <a:cubicBezTo>
                    <a:pt x="65642" y="4381"/>
                    <a:pt x="65441" y="4496"/>
                    <a:pt x="65269" y="4610"/>
                  </a:cubicBezTo>
                  <a:cubicBezTo>
                    <a:pt x="65083" y="4713"/>
                    <a:pt x="64957" y="4787"/>
                    <a:pt x="64782" y="4787"/>
                  </a:cubicBezTo>
                  <a:cubicBezTo>
                    <a:pt x="64715" y="4787"/>
                    <a:pt x="64641" y="4776"/>
                    <a:pt x="64555" y="4752"/>
                  </a:cubicBezTo>
                  <a:cubicBezTo>
                    <a:pt x="64410" y="4695"/>
                    <a:pt x="64239" y="4580"/>
                    <a:pt x="64067" y="4438"/>
                  </a:cubicBezTo>
                  <a:cubicBezTo>
                    <a:pt x="63868" y="4267"/>
                    <a:pt x="63639" y="4095"/>
                    <a:pt x="63352" y="3980"/>
                  </a:cubicBezTo>
                  <a:cubicBezTo>
                    <a:pt x="62989" y="3828"/>
                    <a:pt x="62626" y="3766"/>
                    <a:pt x="62264" y="3766"/>
                  </a:cubicBezTo>
                  <a:cubicBezTo>
                    <a:pt x="61398" y="3766"/>
                    <a:pt x="60536" y="4123"/>
                    <a:pt x="59688" y="4466"/>
                  </a:cubicBezTo>
                  <a:cubicBezTo>
                    <a:pt x="58845" y="4803"/>
                    <a:pt x="58038" y="5128"/>
                    <a:pt x="57245" y="5128"/>
                  </a:cubicBezTo>
                  <a:cubicBezTo>
                    <a:pt x="56826" y="5128"/>
                    <a:pt x="56410" y="5037"/>
                    <a:pt x="55994" y="4809"/>
                  </a:cubicBezTo>
                  <a:cubicBezTo>
                    <a:pt x="55680" y="4580"/>
                    <a:pt x="55509" y="4324"/>
                    <a:pt x="55307" y="4065"/>
                  </a:cubicBezTo>
                  <a:cubicBezTo>
                    <a:pt x="54993" y="3664"/>
                    <a:pt x="54650" y="3179"/>
                    <a:pt x="53876" y="2950"/>
                  </a:cubicBezTo>
                  <a:cubicBezTo>
                    <a:pt x="53360" y="2748"/>
                    <a:pt x="52673" y="2576"/>
                    <a:pt x="51959" y="2492"/>
                  </a:cubicBezTo>
                  <a:cubicBezTo>
                    <a:pt x="51705" y="2458"/>
                    <a:pt x="51441" y="2444"/>
                    <a:pt x="51173" y="2444"/>
                  </a:cubicBezTo>
                  <a:cubicBezTo>
                    <a:pt x="50987" y="2444"/>
                    <a:pt x="50800" y="2451"/>
                    <a:pt x="50612" y="2462"/>
                  </a:cubicBezTo>
                  <a:cubicBezTo>
                    <a:pt x="50378" y="2474"/>
                    <a:pt x="50144" y="2486"/>
                    <a:pt x="49922" y="2486"/>
                  </a:cubicBezTo>
                  <a:cubicBezTo>
                    <a:pt x="49601" y="2486"/>
                    <a:pt x="49303" y="2461"/>
                    <a:pt x="49066" y="2377"/>
                  </a:cubicBezTo>
                  <a:cubicBezTo>
                    <a:pt x="48810" y="2263"/>
                    <a:pt x="48638" y="2118"/>
                    <a:pt x="48437" y="1976"/>
                  </a:cubicBezTo>
                  <a:cubicBezTo>
                    <a:pt x="48123" y="1690"/>
                    <a:pt x="47750" y="1374"/>
                    <a:pt x="46978" y="1347"/>
                  </a:cubicBezTo>
                  <a:cubicBezTo>
                    <a:pt x="46600" y="1313"/>
                    <a:pt x="46248" y="1297"/>
                    <a:pt x="45917" y="1297"/>
                  </a:cubicBezTo>
                  <a:cubicBezTo>
                    <a:pt x="45119" y="1297"/>
                    <a:pt x="44453" y="1393"/>
                    <a:pt x="43886" y="1576"/>
                  </a:cubicBezTo>
                  <a:cubicBezTo>
                    <a:pt x="43513" y="1718"/>
                    <a:pt x="43199" y="1862"/>
                    <a:pt x="42883" y="2004"/>
                  </a:cubicBezTo>
                  <a:cubicBezTo>
                    <a:pt x="42196" y="2320"/>
                    <a:pt x="41681" y="2549"/>
                    <a:pt x="40765" y="2634"/>
                  </a:cubicBezTo>
                  <a:cubicBezTo>
                    <a:pt x="40307" y="2691"/>
                    <a:pt x="39993" y="2778"/>
                    <a:pt x="39677" y="2835"/>
                  </a:cubicBezTo>
                  <a:cubicBezTo>
                    <a:pt x="39356" y="2911"/>
                    <a:pt x="39100" y="2971"/>
                    <a:pt x="38822" y="2971"/>
                  </a:cubicBezTo>
                  <a:cubicBezTo>
                    <a:pt x="38580" y="2971"/>
                    <a:pt x="38321" y="2926"/>
                    <a:pt x="37989" y="2805"/>
                  </a:cubicBezTo>
                  <a:cubicBezTo>
                    <a:pt x="37817" y="2748"/>
                    <a:pt x="37588" y="2691"/>
                    <a:pt x="37302" y="2606"/>
                  </a:cubicBezTo>
                  <a:cubicBezTo>
                    <a:pt x="37016" y="2549"/>
                    <a:pt x="36585" y="2434"/>
                    <a:pt x="36413" y="2347"/>
                  </a:cubicBezTo>
                  <a:cubicBezTo>
                    <a:pt x="36356" y="2290"/>
                    <a:pt x="36356" y="2233"/>
                    <a:pt x="36329" y="2118"/>
                  </a:cubicBezTo>
                  <a:cubicBezTo>
                    <a:pt x="36299" y="1832"/>
                    <a:pt x="36184" y="1518"/>
                    <a:pt x="35642" y="1289"/>
                  </a:cubicBezTo>
                  <a:cubicBezTo>
                    <a:pt x="35339" y="1174"/>
                    <a:pt x="34958" y="1139"/>
                    <a:pt x="34551" y="1139"/>
                  </a:cubicBezTo>
                  <a:cubicBezTo>
                    <a:pt x="34148" y="1139"/>
                    <a:pt x="33721" y="1174"/>
                    <a:pt x="33322" y="1202"/>
                  </a:cubicBezTo>
                  <a:cubicBezTo>
                    <a:pt x="33008" y="1232"/>
                    <a:pt x="32722" y="1260"/>
                    <a:pt x="32493" y="1260"/>
                  </a:cubicBezTo>
                  <a:lnTo>
                    <a:pt x="31977" y="1260"/>
                  </a:lnTo>
                  <a:cubicBezTo>
                    <a:pt x="31800" y="1260"/>
                    <a:pt x="31621" y="1260"/>
                    <a:pt x="31441" y="1260"/>
                  </a:cubicBezTo>
                  <a:cubicBezTo>
                    <a:pt x="30577" y="1260"/>
                    <a:pt x="29701" y="1240"/>
                    <a:pt x="28943" y="1003"/>
                  </a:cubicBezTo>
                  <a:lnTo>
                    <a:pt x="28512" y="831"/>
                  </a:lnTo>
                  <a:cubicBezTo>
                    <a:pt x="27814" y="545"/>
                    <a:pt x="27185" y="308"/>
                    <a:pt x="26328" y="308"/>
                  </a:cubicBezTo>
                  <a:cubicBezTo>
                    <a:pt x="26238" y="308"/>
                    <a:pt x="26146" y="311"/>
                    <a:pt x="26050" y="316"/>
                  </a:cubicBezTo>
                  <a:cubicBezTo>
                    <a:pt x="25936" y="316"/>
                    <a:pt x="25851" y="373"/>
                    <a:pt x="25794" y="431"/>
                  </a:cubicBezTo>
                  <a:cubicBezTo>
                    <a:pt x="25393" y="488"/>
                    <a:pt x="24992" y="602"/>
                    <a:pt x="24592" y="687"/>
                  </a:cubicBezTo>
                  <a:cubicBezTo>
                    <a:pt x="24019" y="802"/>
                    <a:pt x="23447" y="946"/>
                    <a:pt x="22844" y="973"/>
                  </a:cubicBezTo>
                  <a:cubicBezTo>
                    <a:pt x="21672" y="973"/>
                    <a:pt x="20641" y="973"/>
                    <a:pt x="19496" y="1431"/>
                  </a:cubicBezTo>
                  <a:cubicBezTo>
                    <a:pt x="18408" y="1862"/>
                    <a:pt x="17176" y="2290"/>
                    <a:pt x="16004" y="2663"/>
                  </a:cubicBezTo>
                  <a:cubicBezTo>
                    <a:pt x="15832" y="2721"/>
                    <a:pt x="15287" y="2805"/>
                    <a:pt x="14801" y="2863"/>
                  </a:cubicBezTo>
                  <a:cubicBezTo>
                    <a:pt x="13168" y="3092"/>
                    <a:pt x="12424" y="3236"/>
                    <a:pt x="12252" y="3637"/>
                  </a:cubicBezTo>
                  <a:cubicBezTo>
                    <a:pt x="11824" y="4409"/>
                    <a:pt x="12568" y="4924"/>
                    <a:pt x="13054" y="5297"/>
                  </a:cubicBezTo>
                  <a:cubicBezTo>
                    <a:pt x="13226" y="5412"/>
                    <a:pt x="13569" y="5641"/>
                    <a:pt x="13569" y="5725"/>
                  </a:cubicBezTo>
                  <a:cubicBezTo>
                    <a:pt x="13490" y="6048"/>
                    <a:pt x="12223" y="6649"/>
                    <a:pt x="11759" y="6649"/>
                  </a:cubicBezTo>
                  <a:cubicBezTo>
                    <a:pt x="11729" y="6649"/>
                    <a:pt x="11703" y="6647"/>
                    <a:pt x="11680" y="6641"/>
                  </a:cubicBezTo>
                  <a:cubicBezTo>
                    <a:pt x="11623" y="6614"/>
                    <a:pt x="11481" y="6499"/>
                    <a:pt x="11366" y="6412"/>
                  </a:cubicBezTo>
                  <a:cubicBezTo>
                    <a:pt x="11137" y="6213"/>
                    <a:pt x="10821" y="5927"/>
                    <a:pt x="10336" y="5840"/>
                  </a:cubicBezTo>
                  <a:cubicBezTo>
                    <a:pt x="10201" y="5825"/>
                    <a:pt x="10080" y="5818"/>
                    <a:pt x="9968" y="5818"/>
                  </a:cubicBezTo>
                  <a:cubicBezTo>
                    <a:pt x="9435" y="5818"/>
                    <a:pt x="9119" y="5977"/>
                    <a:pt x="8645" y="6213"/>
                  </a:cubicBezTo>
                  <a:cubicBezTo>
                    <a:pt x="8302" y="6385"/>
                    <a:pt x="6928" y="7157"/>
                    <a:pt x="6729" y="7988"/>
                  </a:cubicBezTo>
                  <a:cubicBezTo>
                    <a:pt x="6699" y="8160"/>
                    <a:pt x="6786" y="8332"/>
                    <a:pt x="6958" y="8416"/>
                  </a:cubicBezTo>
                  <a:cubicBezTo>
                    <a:pt x="7548" y="8658"/>
                    <a:pt x="8140" y="8715"/>
                    <a:pt x="8719" y="8715"/>
                  </a:cubicBezTo>
                  <a:cubicBezTo>
                    <a:pt x="8896" y="8715"/>
                    <a:pt x="9073" y="8710"/>
                    <a:pt x="9248" y="8703"/>
                  </a:cubicBezTo>
                  <a:cubicBezTo>
                    <a:pt x="9561" y="8703"/>
                    <a:pt x="9878" y="8703"/>
                    <a:pt x="10191" y="8732"/>
                  </a:cubicBezTo>
                  <a:cubicBezTo>
                    <a:pt x="10363" y="8732"/>
                    <a:pt x="10478" y="8760"/>
                    <a:pt x="10565" y="8760"/>
                  </a:cubicBezTo>
                  <a:cubicBezTo>
                    <a:pt x="10221" y="8932"/>
                    <a:pt x="9706" y="9133"/>
                    <a:pt x="9419" y="9248"/>
                  </a:cubicBezTo>
                  <a:cubicBezTo>
                    <a:pt x="9275" y="9305"/>
                    <a:pt x="9133" y="9362"/>
                    <a:pt x="9019" y="9390"/>
                  </a:cubicBezTo>
                  <a:cubicBezTo>
                    <a:pt x="8531" y="9591"/>
                    <a:pt x="7816" y="9763"/>
                    <a:pt x="7100" y="9935"/>
                  </a:cubicBezTo>
                  <a:cubicBezTo>
                    <a:pt x="4809" y="10450"/>
                    <a:pt x="1977" y="11080"/>
                    <a:pt x="1603" y="13512"/>
                  </a:cubicBezTo>
                  <a:cubicBezTo>
                    <a:pt x="1489" y="13942"/>
                    <a:pt x="1431" y="14485"/>
                    <a:pt x="1775" y="14771"/>
                  </a:cubicBezTo>
                  <a:cubicBezTo>
                    <a:pt x="1893" y="14870"/>
                    <a:pt x="2024" y="14907"/>
                    <a:pt x="2163" y="14907"/>
                  </a:cubicBezTo>
                  <a:cubicBezTo>
                    <a:pt x="2430" y="14907"/>
                    <a:pt x="2724" y="14770"/>
                    <a:pt x="3007" y="14657"/>
                  </a:cubicBezTo>
                  <a:cubicBezTo>
                    <a:pt x="3122" y="14600"/>
                    <a:pt x="3293" y="14515"/>
                    <a:pt x="3435" y="14485"/>
                  </a:cubicBezTo>
                  <a:lnTo>
                    <a:pt x="3435" y="14485"/>
                  </a:lnTo>
                  <a:cubicBezTo>
                    <a:pt x="3378" y="14542"/>
                    <a:pt x="3293" y="14600"/>
                    <a:pt x="3264" y="14657"/>
                  </a:cubicBezTo>
                  <a:cubicBezTo>
                    <a:pt x="2977" y="14943"/>
                    <a:pt x="2634" y="15287"/>
                    <a:pt x="2748" y="15717"/>
                  </a:cubicBezTo>
                  <a:cubicBezTo>
                    <a:pt x="2863" y="16118"/>
                    <a:pt x="3351" y="16290"/>
                    <a:pt x="3751" y="16404"/>
                  </a:cubicBezTo>
                  <a:cubicBezTo>
                    <a:pt x="3785" y="16409"/>
                    <a:pt x="3819" y="16411"/>
                    <a:pt x="3857" y="16411"/>
                  </a:cubicBezTo>
                  <a:cubicBezTo>
                    <a:pt x="4042" y="16411"/>
                    <a:pt x="4286" y="16355"/>
                    <a:pt x="4667" y="16260"/>
                  </a:cubicBezTo>
                  <a:cubicBezTo>
                    <a:pt x="4867" y="16203"/>
                    <a:pt x="5210" y="16118"/>
                    <a:pt x="5439" y="16088"/>
                  </a:cubicBezTo>
                  <a:lnTo>
                    <a:pt x="5439" y="16088"/>
                  </a:lnTo>
                  <a:cubicBezTo>
                    <a:pt x="5412" y="16118"/>
                    <a:pt x="5382" y="16175"/>
                    <a:pt x="5325" y="16203"/>
                  </a:cubicBezTo>
                  <a:cubicBezTo>
                    <a:pt x="5153" y="16489"/>
                    <a:pt x="4351" y="16718"/>
                    <a:pt x="3751" y="16862"/>
                  </a:cubicBezTo>
                  <a:cubicBezTo>
                    <a:pt x="3321" y="16977"/>
                    <a:pt x="2893" y="17091"/>
                    <a:pt x="2634" y="17233"/>
                  </a:cubicBezTo>
                  <a:cubicBezTo>
                    <a:pt x="1832" y="17577"/>
                    <a:pt x="0" y="18408"/>
                    <a:pt x="0" y="19152"/>
                  </a:cubicBezTo>
                  <a:cubicBezTo>
                    <a:pt x="0" y="19466"/>
                    <a:pt x="115" y="19695"/>
                    <a:pt x="344" y="19839"/>
                  </a:cubicBezTo>
                  <a:cubicBezTo>
                    <a:pt x="498" y="19942"/>
                    <a:pt x="690" y="19987"/>
                    <a:pt x="911" y="19987"/>
                  </a:cubicBezTo>
                  <a:cubicBezTo>
                    <a:pt x="1553" y="19987"/>
                    <a:pt x="2441" y="19613"/>
                    <a:pt x="3378" y="19210"/>
                  </a:cubicBezTo>
                  <a:cubicBezTo>
                    <a:pt x="3580" y="19095"/>
                    <a:pt x="3751" y="19008"/>
                    <a:pt x="3809" y="19008"/>
                  </a:cubicBezTo>
                  <a:cubicBezTo>
                    <a:pt x="5325" y="18637"/>
                    <a:pt x="6156" y="18408"/>
                    <a:pt x="7473" y="17320"/>
                  </a:cubicBezTo>
                  <a:cubicBezTo>
                    <a:pt x="8045" y="16833"/>
                    <a:pt x="8732" y="16519"/>
                    <a:pt x="9447" y="16203"/>
                  </a:cubicBezTo>
                  <a:cubicBezTo>
                    <a:pt x="10077" y="15946"/>
                    <a:pt x="10707" y="15660"/>
                    <a:pt x="11279" y="15259"/>
                  </a:cubicBezTo>
                  <a:cubicBezTo>
                    <a:pt x="11565" y="15058"/>
                    <a:pt x="11824" y="14829"/>
                    <a:pt x="12081" y="14629"/>
                  </a:cubicBezTo>
                  <a:cubicBezTo>
                    <a:pt x="12768" y="14114"/>
                    <a:pt x="13340" y="13656"/>
                    <a:pt x="14142" y="13397"/>
                  </a:cubicBezTo>
                  <a:cubicBezTo>
                    <a:pt x="14314" y="13340"/>
                    <a:pt x="14458" y="13313"/>
                    <a:pt x="14543" y="13283"/>
                  </a:cubicBezTo>
                  <a:lnTo>
                    <a:pt x="14543" y="13283"/>
                  </a:lnTo>
                  <a:cubicBezTo>
                    <a:pt x="14485" y="13370"/>
                    <a:pt x="14401" y="13455"/>
                    <a:pt x="14256" y="13599"/>
                  </a:cubicBezTo>
                  <a:cubicBezTo>
                    <a:pt x="14142" y="13656"/>
                    <a:pt x="13970" y="13771"/>
                    <a:pt x="13798" y="13885"/>
                  </a:cubicBezTo>
                  <a:cubicBezTo>
                    <a:pt x="13255" y="14229"/>
                    <a:pt x="12653" y="14572"/>
                    <a:pt x="12710" y="15087"/>
                  </a:cubicBezTo>
                  <a:cubicBezTo>
                    <a:pt x="12768" y="15516"/>
                    <a:pt x="13255" y="15687"/>
                    <a:pt x="13427" y="15745"/>
                  </a:cubicBezTo>
                  <a:cubicBezTo>
                    <a:pt x="13548" y="15780"/>
                    <a:pt x="13670" y="15796"/>
                    <a:pt x="13792" y="15796"/>
                  </a:cubicBezTo>
                  <a:cubicBezTo>
                    <a:pt x="14568" y="15796"/>
                    <a:pt x="15364" y="15148"/>
                    <a:pt x="16031" y="14629"/>
                  </a:cubicBezTo>
                  <a:cubicBezTo>
                    <a:pt x="16233" y="14458"/>
                    <a:pt x="16432" y="14286"/>
                    <a:pt x="16604" y="14171"/>
                  </a:cubicBezTo>
                  <a:lnTo>
                    <a:pt x="16890" y="13970"/>
                  </a:lnTo>
                  <a:cubicBezTo>
                    <a:pt x="17491" y="13578"/>
                    <a:pt x="17956" y="13289"/>
                    <a:pt x="18525" y="13289"/>
                  </a:cubicBezTo>
                  <a:cubicBezTo>
                    <a:pt x="18743" y="13289"/>
                    <a:pt x="18976" y="13332"/>
                    <a:pt x="19237" y="13427"/>
                  </a:cubicBezTo>
                  <a:cubicBezTo>
                    <a:pt x="19782" y="13599"/>
                    <a:pt x="20325" y="13771"/>
                    <a:pt x="20870" y="13913"/>
                  </a:cubicBezTo>
                  <a:cubicBezTo>
                    <a:pt x="21413" y="14084"/>
                    <a:pt x="21985" y="14256"/>
                    <a:pt x="22501" y="14428"/>
                  </a:cubicBezTo>
                  <a:cubicBezTo>
                    <a:pt x="24477" y="15145"/>
                    <a:pt x="25707" y="17405"/>
                    <a:pt x="25421" y="19839"/>
                  </a:cubicBezTo>
                  <a:cubicBezTo>
                    <a:pt x="25393" y="20240"/>
                    <a:pt x="25221" y="20641"/>
                    <a:pt x="25050" y="21042"/>
                  </a:cubicBezTo>
                  <a:cubicBezTo>
                    <a:pt x="24821" y="21672"/>
                    <a:pt x="24562" y="22301"/>
                    <a:pt x="24619" y="22988"/>
                  </a:cubicBezTo>
                  <a:cubicBezTo>
                    <a:pt x="24706" y="23733"/>
                    <a:pt x="25192" y="24305"/>
                    <a:pt x="25650" y="24848"/>
                  </a:cubicBezTo>
                  <a:cubicBezTo>
                    <a:pt x="25908" y="25134"/>
                    <a:pt x="26138" y="25420"/>
                    <a:pt x="26309" y="25737"/>
                  </a:cubicBezTo>
                  <a:cubicBezTo>
                    <a:pt x="26623" y="26222"/>
                    <a:pt x="27168" y="27969"/>
                    <a:pt x="26996" y="28370"/>
                  </a:cubicBezTo>
                  <a:cubicBezTo>
                    <a:pt x="26852" y="28198"/>
                    <a:pt x="26653" y="27596"/>
                    <a:pt x="26566" y="27282"/>
                  </a:cubicBezTo>
                  <a:cubicBezTo>
                    <a:pt x="26367" y="26653"/>
                    <a:pt x="26252" y="26279"/>
                    <a:pt x="25966" y="26108"/>
                  </a:cubicBezTo>
                  <a:cubicBezTo>
                    <a:pt x="25714" y="25954"/>
                    <a:pt x="25462" y="25876"/>
                    <a:pt x="25227" y="25876"/>
                  </a:cubicBezTo>
                  <a:cubicBezTo>
                    <a:pt x="24981" y="25876"/>
                    <a:pt x="24753" y="25962"/>
                    <a:pt x="24562" y="26137"/>
                  </a:cubicBezTo>
                  <a:cubicBezTo>
                    <a:pt x="24161" y="26538"/>
                    <a:pt x="24076" y="27225"/>
                    <a:pt x="24363" y="27798"/>
                  </a:cubicBezTo>
                  <a:cubicBezTo>
                    <a:pt x="24562" y="28198"/>
                    <a:pt x="24763" y="28455"/>
                    <a:pt x="24935" y="28656"/>
                  </a:cubicBezTo>
                  <a:cubicBezTo>
                    <a:pt x="25221" y="28970"/>
                    <a:pt x="25336" y="29085"/>
                    <a:pt x="25050" y="29802"/>
                  </a:cubicBezTo>
                  <a:cubicBezTo>
                    <a:pt x="24706" y="30631"/>
                    <a:pt x="24134" y="31661"/>
                    <a:pt x="23474" y="32664"/>
                  </a:cubicBezTo>
                  <a:cubicBezTo>
                    <a:pt x="23131" y="33321"/>
                    <a:pt x="22645" y="33722"/>
                    <a:pt x="22100" y="34123"/>
                  </a:cubicBezTo>
                  <a:cubicBezTo>
                    <a:pt x="21699" y="34439"/>
                    <a:pt x="21298" y="34783"/>
                    <a:pt x="20927" y="35211"/>
                  </a:cubicBezTo>
                  <a:cubicBezTo>
                    <a:pt x="20325" y="35898"/>
                    <a:pt x="20355" y="36642"/>
                    <a:pt x="20382" y="37302"/>
                  </a:cubicBezTo>
                  <a:cubicBezTo>
                    <a:pt x="20382" y="37787"/>
                    <a:pt x="20382" y="38245"/>
                    <a:pt x="20183" y="38646"/>
                  </a:cubicBezTo>
                  <a:cubicBezTo>
                    <a:pt x="20069" y="38905"/>
                    <a:pt x="19810" y="39104"/>
                    <a:pt x="19524" y="39306"/>
                  </a:cubicBezTo>
                  <a:cubicBezTo>
                    <a:pt x="19066" y="39592"/>
                    <a:pt x="18550" y="39993"/>
                    <a:pt x="18436" y="40707"/>
                  </a:cubicBezTo>
                  <a:cubicBezTo>
                    <a:pt x="18379" y="41252"/>
                    <a:pt x="18665" y="41967"/>
                    <a:pt x="18924" y="42683"/>
                  </a:cubicBezTo>
                  <a:cubicBezTo>
                    <a:pt x="19038" y="42970"/>
                    <a:pt x="19153" y="43256"/>
                    <a:pt x="19210" y="43428"/>
                  </a:cubicBezTo>
                  <a:cubicBezTo>
                    <a:pt x="19295" y="43971"/>
                    <a:pt x="19352" y="44516"/>
                    <a:pt x="19382" y="45058"/>
                  </a:cubicBezTo>
                  <a:cubicBezTo>
                    <a:pt x="19352" y="45116"/>
                    <a:pt x="19324" y="45203"/>
                    <a:pt x="19324" y="45287"/>
                  </a:cubicBezTo>
                  <a:cubicBezTo>
                    <a:pt x="19352" y="45459"/>
                    <a:pt x="19324" y="45745"/>
                    <a:pt x="19324" y="46061"/>
                  </a:cubicBezTo>
                  <a:cubicBezTo>
                    <a:pt x="19295" y="46833"/>
                    <a:pt x="19237" y="47635"/>
                    <a:pt x="19638" y="48036"/>
                  </a:cubicBezTo>
                  <a:cubicBezTo>
                    <a:pt x="19897" y="48294"/>
                    <a:pt x="20268" y="48352"/>
                    <a:pt x="20554" y="48409"/>
                  </a:cubicBezTo>
                  <a:cubicBezTo>
                    <a:pt x="20669" y="48409"/>
                    <a:pt x="20840" y="48436"/>
                    <a:pt x="20840" y="48436"/>
                  </a:cubicBezTo>
                  <a:cubicBezTo>
                    <a:pt x="21214" y="48695"/>
                    <a:pt x="21271" y="48837"/>
                    <a:pt x="21385" y="49123"/>
                  </a:cubicBezTo>
                  <a:cubicBezTo>
                    <a:pt x="21443" y="49238"/>
                    <a:pt x="21470" y="49382"/>
                    <a:pt x="21527" y="49497"/>
                  </a:cubicBezTo>
                  <a:cubicBezTo>
                    <a:pt x="21642" y="49753"/>
                    <a:pt x="21729" y="50012"/>
                    <a:pt x="21843" y="50268"/>
                  </a:cubicBezTo>
                  <a:cubicBezTo>
                    <a:pt x="22130" y="50985"/>
                    <a:pt x="22359" y="51585"/>
                    <a:pt x="22272" y="52272"/>
                  </a:cubicBezTo>
                  <a:cubicBezTo>
                    <a:pt x="22272" y="52387"/>
                    <a:pt x="22214" y="52531"/>
                    <a:pt x="22187" y="52646"/>
                  </a:cubicBezTo>
                  <a:cubicBezTo>
                    <a:pt x="22073" y="52989"/>
                    <a:pt x="21958" y="53390"/>
                    <a:pt x="22015" y="53733"/>
                  </a:cubicBezTo>
                  <a:cubicBezTo>
                    <a:pt x="22100" y="54249"/>
                    <a:pt x="22329" y="54420"/>
                    <a:pt x="22588" y="54592"/>
                  </a:cubicBezTo>
                  <a:cubicBezTo>
                    <a:pt x="22673" y="54649"/>
                    <a:pt x="22730" y="54677"/>
                    <a:pt x="22787" y="54821"/>
                  </a:cubicBezTo>
                  <a:cubicBezTo>
                    <a:pt x="23046" y="55394"/>
                    <a:pt x="22874" y="55822"/>
                    <a:pt x="22645" y="56310"/>
                  </a:cubicBezTo>
                  <a:cubicBezTo>
                    <a:pt x="22473" y="56653"/>
                    <a:pt x="22302" y="57054"/>
                    <a:pt x="22359" y="57540"/>
                  </a:cubicBezTo>
                  <a:cubicBezTo>
                    <a:pt x="22473" y="58371"/>
                    <a:pt x="23073" y="58600"/>
                    <a:pt x="23531" y="58742"/>
                  </a:cubicBezTo>
                  <a:cubicBezTo>
                    <a:pt x="23733" y="58829"/>
                    <a:pt x="23932" y="58886"/>
                    <a:pt x="24047" y="59001"/>
                  </a:cubicBezTo>
                  <a:cubicBezTo>
                    <a:pt x="24390" y="59257"/>
                    <a:pt x="24420" y="59401"/>
                    <a:pt x="24505" y="59802"/>
                  </a:cubicBezTo>
                  <a:cubicBezTo>
                    <a:pt x="24534" y="59944"/>
                    <a:pt x="24562" y="60088"/>
                    <a:pt x="24619" y="60260"/>
                  </a:cubicBezTo>
                  <a:cubicBezTo>
                    <a:pt x="24676" y="60517"/>
                    <a:pt x="25192" y="62894"/>
                    <a:pt x="26623" y="63008"/>
                  </a:cubicBezTo>
                  <a:cubicBezTo>
                    <a:pt x="27111" y="63008"/>
                    <a:pt x="27340" y="62779"/>
                    <a:pt x="27425" y="62608"/>
                  </a:cubicBezTo>
                  <a:cubicBezTo>
                    <a:pt x="27741" y="62092"/>
                    <a:pt x="27340" y="61348"/>
                    <a:pt x="26996" y="60661"/>
                  </a:cubicBezTo>
                  <a:cubicBezTo>
                    <a:pt x="26882" y="60489"/>
                    <a:pt x="26795" y="60288"/>
                    <a:pt x="26738" y="60173"/>
                  </a:cubicBezTo>
                  <a:cubicBezTo>
                    <a:pt x="26566" y="59745"/>
                    <a:pt x="26509" y="59314"/>
                    <a:pt x="26451" y="58829"/>
                  </a:cubicBezTo>
                  <a:cubicBezTo>
                    <a:pt x="26394" y="58513"/>
                    <a:pt x="26367" y="58169"/>
                    <a:pt x="26279" y="57826"/>
                  </a:cubicBezTo>
                  <a:cubicBezTo>
                    <a:pt x="26138" y="57368"/>
                    <a:pt x="25908" y="56967"/>
                    <a:pt x="25679" y="56596"/>
                  </a:cubicBezTo>
                  <a:cubicBezTo>
                    <a:pt x="25421" y="56223"/>
                    <a:pt x="25221" y="55852"/>
                    <a:pt x="25134" y="55478"/>
                  </a:cubicBezTo>
                  <a:cubicBezTo>
                    <a:pt x="25107" y="55307"/>
                    <a:pt x="25107" y="55107"/>
                    <a:pt x="25134" y="54906"/>
                  </a:cubicBezTo>
                  <a:cubicBezTo>
                    <a:pt x="25134" y="54677"/>
                    <a:pt x="25164" y="54448"/>
                    <a:pt x="25107" y="54249"/>
                  </a:cubicBezTo>
                  <a:lnTo>
                    <a:pt x="25107" y="54191"/>
                  </a:lnTo>
                  <a:cubicBezTo>
                    <a:pt x="24963" y="53818"/>
                    <a:pt x="24763" y="53589"/>
                    <a:pt x="24592" y="53390"/>
                  </a:cubicBezTo>
                  <a:cubicBezTo>
                    <a:pt x="24477" y="53246"/>
                    <a:pt x="24363" y="53104"/>
                    <a:pt x="24276" y="52902"/>
                  </a:cubicBezTo>
                  <a:cubicBezTo>
                    <a:pt x="24104" y="52588"/>
                    <a:pt x="24076" y="52215"/>
                    <a:pt x="24161" y="52016"/>
                  </a:cubicBezTo>
                  <a:cubicBezTo>
                    <a:pt x="24218" y="51959"/>
                    <a:pt x="24276" y="51872"/>
                    <a:pt x="24477" y="51844"/>
                  </a:cubicBezTo>
                  <a:cubicBezTo>
                    <a:pt x="24534" y="51844"/>
                    <a:pt x="24562" y="51814"/>
                    <a:pt x="24592" y="51787"/>
                  </a:cubicBezTo>
                  <a:lnTo>
                    <a:pt x="24676" y="51757"/>
                  </a:lnTo>
                  <a:cubicBezTo>
                    <a:pt x="24747" y="51751"/>
                    <a:pt x="24813" y="51747"/>
                    <a:pt x="24875" y="51747"/>
                  </a:cubicBezTo>
                  <a:cubicBezTo>
                    <a:pt x="25091" y="51747"/>
                    <a:pt x="25260" y="51789"/>
                    <a:pt x="25393" y="51901"/>
                  </a:cubicBezTo>
                  <a:cubicBezTo>
                    <a:pt x="25737" y="52188"/>
                    <a:pt x="25764" y="52902"/>
                    <a:pt x="25764" y="53504"/>
                  </a:cubicBezTo>
                  <a:cubicBezTo>
                    <a:pt x="25764" y="54764"/>
                    <a:pt x="25966" y="55279"/>
                    <a:pt x="26596" y="56395"/>
                  </a:cubicBezTo>
                  <a:cubicBezTo>
                    <a:pt x="26939" y="56910"/>
                    <a:pt x="27081" y="57482"/>
                    <a:pt x="27253" y="58055"/>
                  </a:cubicBezTo>
                  <a:cubicBezTo>
                    <a:pt x="27367" y="58456"/>
                    <a:pt x="27482" y="58829"/>
                    <a:pt x="27654" y="59230"/>
                  </a:cubicBezTo>
                  <a:cubicBezTo>
                    <a:pt x="27970" y="59887"/>
                    <a:pt x="28398" y="60402"/>
                    <a:pt x="28828" y="60890"/>
                  </a:cubicBezTo>
                  <a:cubicBezTo>
                    <a:pt x="29229" y="61348"/>
                    <a:pt x="29573" y="61776"/>
                    <a:pt x="29859" y="62292"/>
                  </a:cubicBezTo>
                  <a:cubicBezTo>
                    <a:pt x="29973" y="62521"/>
                    <a:pt x="30115" y="62779"/>
                    <a:pt x="30287" y="63036"/>
                  </a:cubicBezTo>
                  <a:cubicBezTo>
                    <a:pt x="30688" y="63695"/>
                    <a:pt x="31146" y="64467"/>
                    <a:pt x="31176" y="65040"/>
                  </a:cubicBezTo>
                  <a:cubicBezTo>
                    <a:pt x="31203" y="65441"/>
                    <a:pt x="31061" y="65757"/>
                    <a:pt x="30917" y="66070"/>
                  </a:cubicBezTo>
                  <a:cubicBezTo>
                    <a:pt x="30688" y="66558"/>
                    <a:pt x="30432" y="67101"/>
                    <a:pt x="30718" y="67818"/>
                  </a:cubicBezTo>
                  <a:cubicBezTo>
                    <a:pt x="31032" y="68704"/>
                    <a:pt x="31977" y="69276"/>
                    <a:pt x="32893" y="69792"/>
                  </a:cubicBezTo>
                  <a:cubicBezTo>
                    <a:pt x="33409" y="70108"/>
                    <a:pt x="33894" y="70394"/>
                    <a:pt x="34238" y="70708"/>
                  </a:cubicBezTo>
                  <a:cubicBezTo>
                    <a:pt x="35097" y="71596"/>
                    <a:pt x="36013" y="71853"/>
                    <a:pt x="36986" y="72139"/>
                  </a:cubicBezTo>
                  <a:cubicBezTo>
                    <a:pt x="37302" y="72226"/>
                    <a:pt x="37645" y="72341"/>
                    <a:pt x="38016" y="72483"/>
                  </a:cubicBezTo>
                  <a:cubicBezTo>
                    <a:pt x="38868" y="72739"/>
                    <a:pt x="39412" y="72870"/>
                    <a:pt x="39964" y="72870"/>
                  </a:cubicBezTo>
                  <a:cubicBezTo>
                    <a:pt x="40396" y="72870"/>
                    <a:pt x="40833" y="72790"/>
                    <a:pt x="41424" y="72627"/>
                  </a:cubicBezTo>
                  <a:cubicBezTo>
                    <a:pt x="41715" y="72560"/>
                    <a:pt x="42031" y="72520"/>
                    <a:pt x="42347" y="72520"/>
                  </a:cubicBezTo>
                  <a:cubicBezTo>
                    <a:pt x="43117" y="72520"/>
                    <a:pt x="43889" y="72758"/>
                    <a:pt x="44314" y="73429"/>
                  </a:cubicBezTo>
                  <a:cubicBezTo>
                    <a:pt x="44372" y="73543"/>
                    <a:pt x="44372" y="73658"/>
                    <a:pt x="44372" y="73772"/>
                  </a:cubicBezTo>
                  <a:cubicBezTo>
                    <a:pt x="44372" y="74001"/>
                    <a:pt x="44372" y="74345"/>
                    <a:pt x="44715" y="74688"/>
                  </a:cubicBezTo>
                  <a:cubicBezTo>
                    <a:pt x="45031" y="75032"/>
                    <a:pt x="45604" y="75261"/>
                    <a:pt x="46119" y="75432"/>
                  </a:cubicBezTo>
                  <a:cubicBezTo>
                    <a:pt x="46834" y="75803"/>
                    <a:pt x="47493" y="75975"/>
                    <a:pt x="48123" y="76147"/>
                  </a:cubicBezTo>
                  <a:cubicBezTo>
                    <a:pt x="48466" y="76234"/>
                    <a:pt x="48810" y="76348"/>
                    <a:pt x="49181" y="76463"/>
                  </a:cubicBezTo>
                  <a:cubicBezTo>
                    <a:pt x="49639" y="76605"/>
                    <a:pt x="49696" y="76777"/>
                    <a:pt x="49811" y="77093"/>
                  </a:cubicBezTo>
                  <a:cubicBezTo>
                    <a:pt x="49925" y="77406"/>
                    <a:pt x="50069" y="77750"/>
                    <a:pt x="50527" y="78094"/>
                  </a:cubicBezTo>
                  <a:cubicBezTo>
                    <a:pt x="50704" y="78193"/>
                    <a:pt x="50894" y="78224"/>
                    <a:pt x="51071" y="78224"/>
                  </a:cubicBezTo>
                  <a:cubicBezTo>
                    <a:pt x="51151" y="78224"/>
                    <a:pt x="51228" y="78217"/>
                    <a:pt x="51299" y="78208"/>
                  </a:cubicBezTo>
                  <a:cubicBezTo>
                    <a:pt x="51393" y="78197"/>
                    <a:pt x="51468" y="78190"/>
                    <a:pt x="51527" y="78190"/>
                  </a:cubicBezTo>
                  <a:cubicBezTo>
                    <a:pt x="51612" y="78190"/>
                    <a:pt x="51666" y="78204"/>
                    <a:pt x="51700" y="78238"/>
                  </a:cubicBezTo>
                  <a:cubicBezTo>
                    <a:pt x="51757" y="78295"/>
                    <a:pt x="51787" y="78352"/>
                    <a:pt x="51787" y="78380"/>
                  </a:cubicBezTo>
                  <a:cubicBezTo>
                    <a:pt x="51787" y="78380"/>
                    <a:pt x="51787" y="78410"/>
                    <a:pt x="51757" y="78410"/>
                  </a:cubicBezTo>
                  <a:cubicBezTo>
                    <a:pt x="51615" y="78524"/>
                    <a:pt x="51357" y="78666"/>
                    <a:pt x="51272" y="79010"/>
                  </a:cubicBezTo>
                  <a:cubicBezTo>
                    <a:pt x="50956" y="80441"/>
                    <a:pt x="51700" y="80929"/>
                    <a:pt x="52444" y="81387"/>
                  </a:cubicBezTo>
                  <a:cubicBezTo>
                    <a:pt x="52646" y="81501"/>
                    <a:pt x="52845" y="81616"/>
                    <a:pt x="53074" y="81787"/>
                  </a:cubicBezTo>
                  <a:cubicBezTo>
                    <a:pt x="53333" y="81959"/>
                    <a:pt x="53589" y="82246"/>
                    <a:pt x="53876" y="82559"/>
                  </a:cubicBezTo>
                  <a:cubicBezTo>
                    <a:pt x="54363" y="83104"/>
                    <a:pt x="54906" y="83734"/>
                    <a:pt x="55738" y="83933"/>
                  </a:cubicBezTo>
                  <a:cubicBezTo>
                    <a:pt x="55839" y="83957"/>
                    <a:pt x="55938" y="83968"/>
                    <a:pt x="56035" y="83968"/>
                  </a:cubicBezTo>
                  <a:cubicBezTo>
                    <a:pt x="56757" y="83968"/>
                    <a:pt x="57351" y="83354"/>
                    <a:pt x="57856" y="82875"/>
                  </a:cubicBezTo>
                  <a:cubicBezTo>
                    <a:pt x="58200" y="82531"/>
                    <a:pt x="58502" y="82249"/>
                    <a:pt x="58653" y="82249"/>
                  </a:cubicBezTo>
                  <a:cubicBezTo>
                    <a:pt x="58678" y="82249"/>
                    <a:pt x="58699" y="82257"/>
                    <a:pt x="58715" y="82273"/>
                  </a:cubicBezTo>
                  <a:lnTo>
                    <a:pt x="58742" y="82273"/>
                  </a:lnTo>
                  <a:cubicBezTo>
                    <a:pt x="59143" y="82761"/>
                    <a:pt x="59429" y="83620"/>
                    <a:pt x="59631" y="84277"/>
                  </a:cubicBezTo>
                  <a:cubicBezTo>
                    <a:pt x="59688" y="84421"/>
                    <a:pt x="59745" y="84593"/>
                    <a:pt x="59773" y="84735"/>
                  </a:cubicBezTo>
                  <a:cubicBezTo>
                    <a:pt x="60089" y="85479"/>
                    <a:pt x="60116" y="86139"/>
                    <a:pt x="60032" y="87112"/>
                  </a:cubicBezTo>
                  <a:cubicBezTo>
                    <a:pt x="59974" y="88456"/>
                    <a:pt x="59860" y="89315"/>
                    <a:pt x="58944" y="90174"/>
                  </a:cubicBezTo>
                  <a:cubicBezTo>
                    <a:pt x="58428" y="90547"/>
                    <a:pt x="58142" y="90804"/>
                    <a:pt x="57799" y="91319"/>
                  </a:cubicBezTo>
                  <a:cubicBezTo>
                    <a:pt x="57712" y="91491"/>
                    <a:pt x="57769" y="91663"/>
                    <a:pt x="57799" y="91834"/>
                  </a:cubicBezTo>
                  <a:cubicBezTo>
                    <a:pt x="57799" y="91864"/>
                    <a:pt x="57799" y="91921"/>
                    <a:pt x="57826" y="91949"/>
                  </a:cubicBezTo>
                  <a:cubicBezTo>
                    <a:pt x="57769" y="91979"/>
                    <a:pt x="57712" y="92006"/>
                    <a:pt x="57627" y="92036"/>
                  </a:cubicBezTo>
                  <a:cubicBezTo>
                    <a:pt x="57483" y="92093"/>
                    <a:pt x="57283" y="92150"/>
                    <a:pt x="57169" y="92350"/>
                  </a:cubicBezTo>
                  <a:cubicBezTo>
                    <a:pt x="55994" y="93582"/>
                    <a:pt x="55135" y="95528"/>
                    <a:pt x="56081" y="97360"/>
                  </a:cubicBezTo>
                  <a:cubicBezTo>
                    <a:pt x="56196" y="97589"/>
                    <a:pt x="56482" y="97903"/>
                    <a:pt x="56768" y="98162"/>
                  </a:cubicBezTo>
                  <a:lnTo>
                    <a:pt x="56768" y="98361"/>
                  </a:lnTo>
                  <a:cubicBezTo>
                    <a:pt x="56654" y="98418"/>
                    <a:pt x="56452" y="98476"/>
                    <a:pt x="56253" y="98677"/>
                  </a:cubicBezTo>
                  <a:cubicBezTo>
                    <a:pt x="56024" y="98876"/>
                    <a:pt x="55909" y="98934"/>
                    <a:pt x="55822" y="98963"/>
                  </a:cubicBezTo>
                  <a:cubicBezTo>
                    <a:pt x="55422" y="99163"/>
                    <a:pt x="55422" y="99392"/>
                    <a:pt x="55364" y="100022"/>
                  </a:cubicBezTo>
                  <a:cubicBezTo>
                    <a:pt x="55307" y="100338"/>
                    <a:pt x="55364" y="100880"/>
                    <a:pt x="55509" y="101682"/>
                  </a:cubicBezTo>
                  <a:cubicBezTo>
                    <a:pt x="55651" y="102655"/>
                    <a:pt x="56138" y="102971"/>
                    <a:pt x="56539" y="103228"/>
                  </a:cubicBezTo>
                  <a:cubicBezTo>
                    <a:pt x="56825" y="103399"/>
                    <a:pt x="57082" y="103571"/>
                    <a:pt x="57341" y="104002"/>
                  </a:cubicBezTo>
                  <a:cubicBezTo>
                    <a:pt x="57712" y="104545"/>
                    <a:pt x="57913" y="105090"/>
                    <a:pt x="58142" y="105632"/>
                  </a:cubicBezTo>
                  <a:cubicBezTo>
                    <a:pt x="58456" y="106434"/>
                    <a:pt x="58772" y="107265"/>
                    <a:pt x="59516" y="108037"/>
                  </a:cubicBezTo>
                  <a:cubicBezTo>
                    <a:pt x="60318" y="108868"/>
                    <a:pt x="60776" y="110041"/>
                    <a:pt x="61291" y="111273"/>
                  </a:cubicBezTo>
                  <a:cubicBezTo>
                    <a:pt x="61948" y="112876"/>
                    <a:pt x="62608" y="114536"/>
                    <a:pt x="64097" y="115537"/>
                  </a:cubicBezTo>
                  <a:cubicBezTo>
                    <a:pt x="64639" y="115910"/>
                    <a:pt x="65155" y="116052"/>
                    <a:pt x="65642" y="116224"/>
                  </a:cubicBezTo>
                  <a:cubicBezTo>
                    <a:pt x="66329" y="116453"/>
                    <a:pt x="66929" y="116625"/>
                    <a:pt x="67532" y="117312"/>
                  </a:cubicBezTo>
                  <a:cubicBezTo>
                    <a:pt x="67761" y="117541"/>
                    <a:pt x="68047" y="117770"/>
                    <a:pt x="68333" y="118029"/>
                  </a:cubicBezTo>
                  <a:cubicBezTo>
                    <a:pt x="68849" y="118430"/>
                    <a:pt x="69421" y="118915"/>
                    <a:pt x="69563" y="119316"/>
                  </a:cubicBezTo>
                  <a:cubicBezTo>
                    <a:pt x="69678" y="119746"/>
                    <a:pt x="69678" y="120376"/>
                    <a:pt x="69678" y="120949"/>
                  </a:cubicBezTo>
                  <a:cubicBezTo>
                    <a:pt x="69678" y="121320"/>
                    <a:pt x="69678" y="121663"/>
                    <a:pt x="69707" y="121922"/>
                  </a:cubicBezTo>
                  <a:cubicBezTo>
                    <a:pt x="69707" y="122380"/>
                    <a:pt x="69707" y="122866"/>
                    <a:pt x="69735" y="123324"/>
                  </a:cubicBezTo>
                  <a:cubicBezTo>
                    <a:pt x="69735" y="123811"/>
                    <a:pt x="69765" y="124269"/>
                    <a:pt x="69765" y="124727"/>
                  </a:cubicBezTo>
                  <a:lnTo>
                    <a:pt x="69765" y="125472"/>
                  </a:lnTo>
                  <a:cubicBezTo>
                    <a:pt x="69678" y="125529"/>
                    <a:pt x="69620" y="125643"/>
                    <a:pt x="69620" y="125728"/>
                  </a:cubicBezTo>
                  <a:cubicBezTo>
                    <a:pt x="69593" y="126931"/>
                    <a:pt x="69822" y="128048"/>
                    <a:pt x="70078" y="129106"/>
                  </a:cubicBezTo>
                  <a:cubicBezTo>
                    <a:pt x="70223" y="129793"/>
                    <a:pt x="70365" y="130453"/>
                    <a:pt x="70452" y="131140"/>
                  </a:cubicBezTo>
                  <a:cubicBezTo>
                    <a:pt x="70536" y="132056"/>
                    <a:pt x="70509" y="132972"/>
                    <a:pt x="70452" y="133945"/>
                  </a:cubicBezTo>
                  <a:cubicBezTo>
                    <a:pt x="70422" y="135033"/>
                    <a:pt x="70365" y="136148"/>
                    <a:pt x="70509" y="137266"/>
                  </a:cubicBezTo>
                  <a:cubicBezTo>
                    <a:pt x="70708" y="138411"/>
                    <a:pt x="70795" y="139671"/>
                    <a:pt x="70795" y="141187"/>
                  </a:cubicBezTo>
                  <a:cubicBezTo>
                    <a:pt x="70795" y="141702"/>
                    <a:pt x="70651" y="142217"/>
                    <a:pt x="70536" y="142705"/>
                  </a:cubicBezTo>
                  <a:cubicBezTo>
                    <a:pt x="70394" y="143305"/>
                    <a:pt x="70223" y="143907"/>
                    <a:pt x="70307" y="144537"/>
                  </a:cubicBezTo>
                  <a:cubicBezTo>
                    <a:pt x="70337" y="145167"/>
                    <a:pt x="70594" y="145739"/>
                    <a:pt x="70823" y="146282"/>
                  </a:cubicBezTo>
                  <a:cubicBezTo>
                    <a:pt x="71024" y="146770"/>
                    <a:pt x="71224" y="147228"/>
                    <a:pt x="71281" y="147686"/>
                  </a:cubicBezTo>
                  <a:cubicBezTo>
                    <a:pt x="71281" y="147801"/>
                    <a:pt x="71281" y="147942"/>
                    <a:pt x="71311" y="148087"/>
                  </a:cubicBezTo>
                  <a:cubicBezTo>
                    <a:pt x="71368" y="148717"/>
                    <a:pt x="71425" y="149461"/>
                    <a:pt x="71711" y="149976"/>
                  </a:cubicBezTo>
                  <a:cubicBezTo>
                    <a:pt x="71968" y="150434"/>
                    <a:pt x="72140" y="150549"/>
                    <a:pt x="72398" y="150663"/>
                  </a:cubicBezTo>
                  <a:cubicBezTo>
                    <a:pt x="72483" y="150691"/>
                    <a:pt x="72570" y="150720"/>
                    <a:pt x="72712" y="150805"/>
                  </a:cubicBezTo>
                  <a:cubicBezTo>
                    <a:pt x="73800" y="151664"/>
                    <a:pt x="74116" y="153411"/>
                    <a:pt x="74459" y="155099"/>
                  </a:cubicBezTo>
                  <a:cubicBezTo>
                    <a:pt x="74659" y="156187"/>
                    <a:pt x="74860" y="157275"/>
                    <a:pt x="75261" y="158134"/>
                  </a:cubicBezTo>
                  <a:cubicBezTo>
                    <a:pt x="75518" y="158736"/>
                    <a:pt x="75632" y="159279"/>
                    <a:pt x="75747" y="159824"/>
                  </a:cubicBezTo>
                  <a:cubicBezTo>
                    <a:pt x="75834" y="160167"/>
                    <a:pt x="75918" y="160481"/>
                    <a:pt x="76005" y="160854"/>
                  </a:cubicBezTo>
                  <a:cubicBezTo>
                    <a:pt x="76262" y="161683"/>
                    <a:pt x="76864" y="162485"/>
                    <a:pt x="77437" y="163229"/>
                  </a:cubicBezTo>
                  <a:cubicBezTo>
                    <a:pt x="77750" y="163630"/>
                    <a:pt x="78009" y="164003"/>
                    <a:pt x="78238" y="164347"/>
                  </a:cubicBezTo>
                  <a:cubicBezTo>
                    <a:pt x="78729" y="165105"/>
                    <a:pt x="79306" y="165863"/>
                    <a:pt x="80268" y="165863"/>
                  </a:cubicBezTo>
                  <a:cubicBezTo>
                    <a:pt x="80541" y="165863"/>
                    <a:pt x="80844" y="165803"/>
                    <a:pt x="81186" y="165664"/>
                  </a:cubicBezTo>
                  <a:cubicBezTo>
                    <a:pt x="81444" y="165577"/>
                    <a:pt x="81616" y="165405"/>
                    <a:pt x="81758" y="165290"/>
                  </a:cubicBezTo>
                  <a:cubicBezTo>
                    <a:pt x="81871" y="165163"/>
                    <a:pt x="81920" y="165106"/>
                    <a:pt x="81982" y="165106"/>
                  </a:cubicBezTo>
                  <a:cubicBezTo>
                    <a:pt x="82031" y="165106"/>
                    <a:pt x="82087" y="165142"/>
                    <a:pt x="82189" y="165205"/>
                  </a:cubicBezTo>
                  <a:cubicBezTo>
                    <a:pt x="82388" y="165290"/>
                    <a:pt x="82502" y="165577"/>
                    <a:pt x="82617" y="165893"/>
                  </a:cubicBezTo>
                  <a:cubicBezTo>
                    <a:pt x="82731" y="166149"/>
                    <a:pt x="82818" y="166408"/>
                    <a:pt x="82960" y="166607"/>
                  </a:cubicBezTo>
                  <a:cubicBezTo>
                    <a:pt x="83518" y="167479"/>
                    <a:pt x="84156" y="167716"/>
                    <a:pt x="84946" y="167716"/>
                  </a:cubicBezTo>
                  <a:cubicBezTo>
                    <a:pt x="85091" y="167716"/>
                    <a:pt x="85240" y="167708"/>
                    <a:pt x="85395" y="167695"/>
                  </a:cubicBezTo>
                  <a:cubicBezTo>
                    <a:pt x="85509" y="167695"/>
                    <a:pt x="85594" y="167725"/>
                    <a:pt x="85681" y="167725"/>
                  </a:cubicBezTo>
                  <a:cubicBezTo>
                    <a:pt x="85766" y="167752"/>
                    <a:pt x="85880" y="167752"/>
                    <a:pt x="86025" y="167752"/>
                  </a:cubicBezTo>
                  <a:cubicBezTo>
                    <a:pt x="86311" y="167752"/>
                    <a:pt x="86654" y="167667"/>
                    <a:pt x="86826" y="167267"/>
                  </a:cubicBezTo>
                  <a:cubicBezTo>
                    <a:pt x="86968" y="166923"/>
                    <a:pt x="86968" y="166664"/>
                    <a:pt x="86854" y="166435"/>
                  </a:cubicBezTo>
                  <a:cubicBezTo>
                    <a:pt x="86682" y="166122"/>
                    <a:pt x="86311" y="166064"/>
                    <a:pt x="86025" y="166007"/>
                  </a:cubicBezTo>
                  <a:cubicBezTo>
                    <a:pt x="85910" y="166007"/>
                    <a:pt x="85766" y="165977"/>
                    <a:pt x="85709" y="165920"/>
                  </a:cubicBezTo>
                  <a:cubicBezTo>
                    <a:pt x="84880" y="165549"/>
                    <a:pt x="84163" y="165148"/>
                    <a:pt x="83677" y="164260"/>
                  </a:cubicBezTo>
                  <a:cubicBezTo>
                    <a:pt x="83563" y="164088"/>
                    <a:pt x="83506" y="163916"/>
                    <a:pt x="83419" y="163717"/>
                  </a:cubicBezTo>
                  <a:cubicBezTo>
                    <a:pt x="83304" y="163401"/>
                    <a:pt x="83189" y="163087"/>
                    <a:pt x="82960" y="162801"/>
                  </a:cubicBezTo>
                  <a:cubicBezTo>
                    <a:pt x="82818" y="162572"/>
                    <a:pt x="82704" y="162428"/>
                    <a:pt x="82589" y="162286"/>
                  </a:cubicBezTo>
                  <a:cubicBezTo>
                    <a:pt x="82360" y="162027"/>
                    <a:pt x="82273" y="161912"/>
                    <a:pt x="82273" y="161340"/>
                  </a:cubicBezTo>
                  <a:cubicBezTo>
                    <a:pt x="82303" y="160538"/>
                    <a:pt x="82674" y="159938"/>
                    <a:pt x="83018" y="159366"/>
                  </a:cubicBezTo>
                  <a:cubicBezTo>
                    <a:pt x="83361" y="158793"/>
                    <a:pt x="83677" y="158248"/>
                    <a:pt x="83533" y="157648"/>
                  </a:cubicBezTo>
                  <a:cubicBezTo>
                    <a:pt x="83419" y="157160"/>
                    <a:pt x="83018" y="156732"/>
                    <a:pt x="82303" y="156301"/>
                  </a:cubicBezTo>
                  <a:cubicBezTo>
                    <a:pt x="81815" y="155988"/>
                    <a:pt x="81415" y="155729"/>
                    <a:pt x="81357" y="155443"/>
                  </a:cubicBezTo>
                  <a:cubicBezTo>
                    <a:pt x="81330" y="155271"/>
                    <a:pt x="81415" y="155042"/>
                    <a:pt x="81673" y="154698"/>
                  </a:cubicBezTo>
                  <a:cubicBezTo>
                    <a:pt x="81758" y="154584"/>
                    <a:pt x="81873" y="154527"/>
                    <a:pt x="82044" y="154412"/>
                  </a:cubicBezTo>
                  <a:cubicBezTo>
                    <a:pt x="82273" y="154270"/>
                    <a:pt x="82560" y="154098"/>
                    <a:pt x="82731" y="153698"/>
                  </a:cubicBezTo>
                  <a:cubicBezTo>
                    <a:pt x="82818" y="153439"/>
                    <a:pt x="82789" y="153153"/>
                    <a:pt x="82761" y="152866"/>
                  </a:cubicBezTo>
                  <a:cubicBezTo>
                    <a:pt x="82731" y="152667"/>
                    <a:pt x="82704" y="152438"/>
                    <a:pt x="82731" y="152294"/>
                  </a:cubicBezTo>
                  <a:cubicBezTo>
                    <a:pt x="82846" y="151923"/>
                    <a:pt x="82990" y="151721"/>
                    <a:pt x="83132" y="151522"/>
                  </a:cubicBezTo>
                  <a:cubicBezTo>
                    <a:pt x="83277" y="151320"/>
                    <a:pt x="83419" y="151121"/>
                    <a:pt x="83361" y="150835"/>
                  </a:cubicBezTo>
                  <a:cubicBezTo>
                    <a:pt x="83304" y="150519"/>
                    <a:pt x="83018" y="150262"/>
                    <a:pt x="82502" y="149946"/>
                  </a:cubicBezTo>
                  <a:cubicBezTo>
                    <a:pt x="82074" y="149660"/>
                    <a:pt x="81845" y="149431"/>
                    <a:pt x="81731" y="149317"/>
                  </a:cubicBezTo>
                  <a:cubicBezTo>
                    <a:pt x="81845" y="149289"/>
                    <a:pt x="82017" y="149289"/>
                    <a:pt x="82303" y="149289"/>
                  </a:cubicBezTo>
                  <a:cubicBezTo>
                    <a:pt x="82502" y="149317"/>
                    <a:pt x="82647" y="149346"/>
                    <a:pt x="82789" y="149374"/>
                  </a:cubicBezTo>
                  <a:cubicBezTo>
                    <a:pt x="82930" y="149397"/>
                    <a:pt x="83062" y="149416"/>
                    <a:pt x="83186" y="149416"/>
                  </a:cubicBezTo>
                  <a:cubicBezTo>
                    <a:pt x="83363" y="149416"/>
                    <a:pt x="83525" y="149378"/>
                    <a:pt x="83677" y="149259"/>
                  </a:cubicBezTo>
                  <a:cubicBezTo>
                    <a:pt x="83964" y="149030"/>
                    <a:pt x="84021" y="148630"/>
                    <a:pt x="84048" y="147915"/>
                  </a:cubicBezTo>
                  <a:cubicBezTo>
                    <a:pt x="84048" y="147599"/>
                    <a:pt x="83991" y="147285"/>
                    <a:pt x="83964" y="146999"/>
                  </a:cubicBezTo>
                  <a:cubicBezTo>
                    <a:pt x="83906" y="146655"/>
                    <a:pt x="83849" y="146339"/>
                    <a:pt x="83934" y="146225"/>
                  </a:cubicBezTo>
                  <a:cubicBezTo>
                    <a:pt x="83991" y="146168"/>
                    <a:pt x="84135" y="146053"/>
                    <a:pt x="84593" y="146053"/>
                  </a:cubicBezTo>
                  <a:cubicBezTo>
                    <a:pt x="84676" y="146045"/>
                    <a:pt x="84757" y="146042"/>
                    <a:pt x="84837" y="146042"/>
                  </a:cubicBezTo>
                  <a:cubicBezTo>
                    <a:pt x="85031" y="146042"/>
                    <a:pt x="85219" y="146062"/>
                    <a:pt x="85422" y="146083"/>
                  </a:cubicBezTo>
                  <a:cubicBezTo>
                    <a:pt x="85650" y="146107"/>
                    <a:pt x="85887" y="146133"/>
                    <a:pt x="86127" y="146133"/>
                  </a:cubicBezTo>
                  <a:cubicBezTo>
                    <a:pt x="86731" y="146133"/>
                    <a:pt x="87351" y="145965"/>
                    <a:pt x="87884" y="145167"/>
                  </a:cubicBezTo>
                  <a:cubicBezTo>
                    <a:pt x="88514" y="144365"/>
                    <a:pt x="88342" y="142934"/>
                    <a:pt x="87942" y="141988"/>
                  </a:cubicBezTo>
                  <a:cubicBezTo>
                    <a:pt x="87770" y="141645"/>
                    <a:pt x="87571" y="141331"/>
                    <a:pt x="87369" y="141045"/>
                  </a:cubicBezTo>
                  <a:cubicBezTo>
                    <a:pt x="87284" y="140930"/>
                    <a:pt x="87170" y="140758"/>
                    <a:pt x="87112" y="140644"/>
                  </a:cubicBezTo>
                  <a:cubicBezTo>
                    <a:pt x="87197" y="140644"/>
                    <a:pt x="87369" y="140644"/>
                    <a:pt x="87628" y="140671"/>
                  </a:cubicBezTo>
                  <a:cubicBezTo>
                    <a:pt x="87857" y="140701"/>
                    <a:pt x="88056" y="140729"/>
                    <a:pt x="88228" y="140786"/>
                  </a:cubicBezTo>
                  <a:cubicBezTo>
                    <a:pt x="88485" y="140843"/>
                    <a:pt x="88751" y="140900"/>
                    <a:pt x="89044" y="140900"/>
                  </a:cubicBezTo>
                  <a:cubicBezTo>
                    <a:pt x="89338" y="140900"/>
                    <a:pt x="89660" y="140843"/>
                    <a:pt x="90032" y="140671"/>
                  </a:cubicBezTo>
                  <a:cubicBezTo>
                    <a:pt x="90834" y="140385"/>
                    <a:pt x="91063" y="140243"/>
                    <a:pt x="91120" y="139698"/>
                  </a:cubicBezTo>
                  <a:cubicBezTo>
                    <a:pt x="91148" y="139556"/>
                    <a:pt x="91177" y="139412"/>
                    <a:pt x="91235" y="139213"/>
                  </a:cubicBezTo>
                  <a:lnTo>
                    <a:pt x="91407" y="138697"/>
                  </a:lnTo>
                  <a:cubicBezTo>
                    <a:pt x="91464" y="138553"/>
                    <a:pt x="91491" y="138381"/>
                    <a:pt x="91548" y="138239"/>
                  </a:cubicBezTo>
                  <a:lnTo>
                    <a:pt x="91720" y="137980"/>
                  </a:lnTo>
                  <a:cubicBezTo>
                    <a:pt x="91865" y="137751"/>
                    <a:pt x="92094" y="137438"/>
                    <a:pt x="92208" y="136980"/>
                  </a:cubicBezTo>
                  <a:cubicBezTo>
                    <a:pt x="92465" y="135748"/>
                    <a:pt x="92666" y="134976"/>
                    <a:pt x="93468" y="134060"/>
                  </a:cubicBezTo>
                  <a:cubicBezTo>
                    <a:pt x="94842" y="132686"/>
                    <a:pt x="95586" y="131797"/>
                    <a:pt x="95300" y="129479"/>
                  </a:cubicBezTo>
                  <a:cubicBezTo>
                    <a:pt x="95098" y="127705"/>
                    <a:pt x="95098" y="127705"/>
                    <a:pt x="96273" y="126587"/>
                  </a:cubicBezTo>
                  <a:cubicBezTo>
                    <a:pt x="96358" y="126530"/>
                    <a:pt x="96388" y="126445"/>
                    <a:pt x="96388" y="126331"/>
                  </a:cubicBezTo>
                  <a:cubicBezTo>
                    <a:pt x="97075" y="125815"/>
                    <a:pt x="97961" y="125701"/>
                    <a:pt x="98877" y="125614"/>
                  </a:cubicBezTo>
                  <a:cubicBezTo>
                    <a:pt x="100137" y="125472"/>
                    <a:pt x="101396" y="125327"/>
                    <a:pt x="102227" y="124125"/>
                  </a:cubicBezTo>
                  <a:cubicBezTo>
                    <a:pt x="102656" y="123468"/>
                    <a:pt x="102914" y="122666"/>
                    <a:pt x="103171" y="121865"/>
                  </a:cubicBezTo>
                  <a:cubicBezTo>
                    <a:pt x="103315" y="121491"/>
                    <a:pt x="103430" y="121148"/>
                    <a:pt x="103544" y="120834"/>
                  </a:cubicBezTo>
                  <a:cubicBezTo>
                    <a:pt x="103659" y="120575"/>
                    <a:pt x="103773" y="120319"/>
                    <a:pt x="103915" y="120060"/>
                  </a:cubicBezTo>
                  <a:cubicBezTo>
                    <a:pt x="104346" y="119174"/>
                    <a:pt x="104831" y="118171"/>
                    <a:pt x="104889" y="117140"/>
                  </a:cubicBezTo>
                  <a:cubicBezTo>
                    <a:pt x="104889" y="116453"/>
                    <a:pt x="104717" y="115709"/>
                    <a:pt x="104545" y="114907"/>
                  </a:cubicBezTo>
                  <a:cubicBezTo>
                    <a:pt x="104231" y="113620"/>
                    <a:pt x="103915" y="112274"/>
                    <a:pt x="104431" y="111358"/>
                  </a:cubicBezTo>
                  <a:cubicBezTo>
                    <a:pt x="104575" y="111071"/>
                    <a:pt x="104831" y="110900"/>
                    <a:pt x="105090" y="110700"/>
                  </a:cubicBezTo>
                  <a:cubicBezTo>
                    <a:pt x="105232" y="110586"/>
                    <a:pt x="105376" y="110499"/>
                    <a:pt x="105548" y="110357"/>
                  </a:cubicBezTo>
                  <a:cubicBezTo>
                    <a:pt x="106063" y="109784"/>
                    <a:pt x="106178" y="109354"/>
                    <a:pt x="106292" y="108896"/>
                  </a:cubicBezTo>
                  <a:cubicBezTo>
                    <a:pt x="106350" y="108697"/>
                    <a:pt x="106407" y="108468"/>
                    <a:pt x="106521" y="108209"/>
                  </a:cubicBezTo>
                  <a:cubicBezTo>
                    <a:pt x="106693" y="107693"/>
                    <a:pt x="107037" y="107322"/>
                    <a:pt x="107437" y="106949"/>
                  </a:cubicBezTo>
                  <a:cubicBezTo>
                    <a:pt x="107923" y="106434"/>
                    <a:pt x="108438" y="105919"/>
                    <a:pt x="108583" y="105003"/>
                  </a:cubicBezTo>
                  <a:cubicBezTo>
                    <a:pt x="108725" y="104029"/>
                    <a:pt x="108640" y="102742"/>
                    <a:pt x="108525" y="101941"/>
                  </a:cubicBezTo>
                  <a:cubicBezTo>
                    <a:pt x="108381" y="101167"/>
                    <a:pt x="108209" y="100651"/>
                    <a:pt x="107953" y="100308"/>
                  </a:cubicBezTo>
                  <a:cubicBezTo>
                    <a:pt x="107595" y="99856"/>
                    <a:pt x="107376" y="99720"/>
                    <a:pt x="107066" y="99720"/>
                  </a:cubicBezTo>
                  <a:cubicBezTo>
                    <a:pt x="107003" y="99720"/>
                    <a:pt x="106937" y="99726"/>
                    <a:pt x="106865" y="99735"/>
                  </a:cubicBezTo>
                  <a:cubicBezTo>
                    <a:pt x="106789" y="99735"/>
                    <a:pt x="106699" y="99748"/>
                    <a:pt x="106589" y="99748"/>
                  </a:cubicBezTo>
                  <a:cubicBezTo>
                    <a:pt x="106534" y="99748"/>
                    <a:pt x="106473" y="99745"/>
                    <a:pt x="106407" y="99735"/>
                  </a:cubicBezTo>
                  <a:cubicBezTo>
                    <a:pt x="105690" y="99651"/>
                    <a:pt x="105347" y="99334"/>
                    <a:pt x="104831" y="98876"/>
                  </a:cubicBezTo>
                  <a:cubicBezTo>
                    <a:pt x="104632" y="98705"/>
                    <a:pt x="104403" y="98505"/>
                    <a:pt x="104117" y="98276"/>
                  </a:cubicBezTo>
                  <a:cubicBezTo>
                    <a:pt x="102914" y="97475"/>
                    <a:pt x="102026" y="97131"/>
                    <a:pt x="100624" y="96987"/>
                  </a:cubicBezTo>
                  <a:cubicBezTo>
                    <a:pt x="100194" y="96902"/>
                    <a:pt x="99793" y="96845"/>
                    <a:pt x="99365" y="96758"/>
                  </a:cubicBezTo>
                  <a:cubicBezTo>
                    <a:pt x="99193" y="96744"/>
                    <a:pt x="99036" y="96737"/>
                    <a:pt x="98885" y="96737"/>
                  </a:cubicBezTo>
                  <a:cubicBezTo>
                    <a:pt x="98735" y="96737"/>
                    <a:pt x="98592" y="96744"/>
                    <a:pt x="98449" y="96758"/>
                  </a:cubicBezTo>
                  <a:lnTo>
                    <a:pt x="98133" y="96758"/>
                  </a:lnTo>
                  <a:cubicBezTo>
                    <a:pt x="97590" y="96701"/>
                    <a:pt x="97533" y="96644"/>
                    <a:pt x="97418" y="96415"/>
                  </a:cubicBezTo>
                  <a:cubicBezTo>
                    <a:pt x="97331" y="96243"/>
                    <a:pt x="97217" y="96044"/>
                    <a:pt x="96988" y="95785"/>
                  </a:cubicBezTo>
                  <a:cubicBezTo>
                    <a:pt x="96415" y="95212"/>
                    <a:pt x="95384" y="94669"/>
                    <a:pt x="94697" y="94525"/>
                  </a:cubicBezTo>
                  <a:cubicBezTo>
                    <a:pt x="94562" y="94502"/>
                    <a:pt x="94438" y="94491"/>
                    <a:pt x="94325" y="94491"/>
                  </a:cubicBezTo>
                  <a:cubicBezTo>
                    <a:pt x="93891" y="94491"/>
                    <a:pt x="93614" y="94642"/>
                    <a:pt x="93410" y="94754"/>
                  </a:cubicBezTo>
                  <a:cubicBezTo>
                    <a:pt x="93323" y="94811"/>
                    <a:pt x="93266" y="94841"/>
                    <a:pt x="93181" y="94869"/>
                  </a:cubicBezTo>
                  <a:cubicBezTo>
                    <a:pt x="93152" y="94525"/>
                    <a:pt x="93067" y="94154"/>
                    <a:pt x="92865" y="93838"/>
                  </a:cubicBezTo>
                  <a:lnTo>
                    <a:pt x="92808" y="93696"/>
                  </a:lnTo>
                  <a:cubicBezTo>
                    <a:pt x="92808" y="93639"/>
                    <a:pt x="92781" y="93609"/>
                    <a:pt x="92751" y="93552"/>
                  </a:cubicBezTo>
                  <a:cubicBezTo>
                    <a:pt x="92437" y="93208"/>
                    <a:pt x="92151" y="93066"/>
                    <a:pt x="91922" y="92922"/>
                  </a:cubicBezTo>
                  <a:cubicBezTo>
                    <a:pt x="91663" y="92780"/>
                    <a:pt x="91521" y="92723"/>
                    <a:pt x="91377" y="92121"/>
                  </a:cubicBezTo>
                  <a:cubicBezTo>
                    <a:pt x="91349" y="92006"/>
                    <a:pt x="91377" y="91834"/>
                    <a:pt x="91377" y="91663"/>
                  </a:cubicBezTo>
                  <a:cubicBezTo>
                    <a:pt x="91407" y="91434"/>
                    <a:pt x="91434" y="91234"/>
                    <a:pt x="91377" y="91033"/>
                  </a:cubicBezTo>
                  <a:cubicBezTo>
                    <a:pt x="91377" y="91005"/>
                    <a:pt x="91377" y="90975"/>
                    <a:pt x="91349" y="90948"/>
                  </a:cubicBezTo>
                  <a:cubicBezTo>
                    <a:pt x="91205" y="90662"/>
                    <a:pt x="90976" y="90517"/>
                    <a:pt x="90804" y="90403"/>
                  </a:cubicBezTo>
                  <a:cubicBezTo>
                    <a:pt x="90632" y="90288"/>
                    <a:pt x="90575" y="90231"/>
                    <a:pt x="90548" y="90117"/>
                  </a:cubicBezTo>
                  <a:cubicBezTo>
                    <a:pt x="90433" y="89860"/>
                    <a:pt x="90461" y="89574"/>
                    <a:pt x="90461" y="89230"/>
                  </a:cubicBezTo>
                  <a:cubicBezTo>
                    <a:pt x="90490" y="88800"/>
                    <a:pt x="90518" y="88285"/>
                    <a:pt x="90261" y="87769"/>
                  </a:cubicBezTo>
                  <a:cubicBezTo>
                    <a:pt x="89861" y="86998"/>
                    <a:pt x="88773" y="86196"/>
                    <a:pt x="88200" y="85880"/>
                  </a:cubicBezTo>
                  <a:cubicBezTo>
                    <a:pt x="87170" y="85223"/>
                    <a:pt x="86082" y="85193"/>
                    <a:pt x="85136" y="85165"/>
                  </a:cubicBezTo>
                  <a:cubicBezTo>
                    <a:pt x="83877" y="85136"/>
                    <a:pt x="82903" y="85108"/>
                    <a:pt x="82131" y="83963"/>
                  </a:cubicBezTo>
                  <a:cubicBezTo>
                    <a:pt x="81415" y="82903"/>
                    <a:pt x="81128" y="82502"/>
                    <a:pt x="80128" y="81902"/>
                  </a:cubicBezTo>
                  <a:cubicBezTo>
                    <a:pt x="79697" y="81643"/>
                    <a:pt x="79296" y="81185"/>
                    <a:pt x="78895" y="80784"/>
                  </a:cubicBezTo>
                  <a:cubicBezTo>
                    <a:pt x="78696" y="80555"/>
                    <a:pt x="78467" y="80326"/>
                    <a:pt x="78266" y="80127"/>
                  </a:cubicBezTo>
                  <a:cubicBezTo>
                    <a:pt x="78094" y="79983"/>
                    <a:pt x="77952" y="79841"/>
                    <a:pt x="77837" y="79697"/>
                  </a:cubicBezTo>
                  <a:cubicBezTo>
                    <a:pt x="77396" y="79215"/>
                    <a:pt x="77109" y="78945"/>
                    <a:pt x="76542" y="78945"/>
                  </a:cubicBezTo>
                  <a:cubicBezTo>
                    <a:pt x="76301" y="78945"/>
                    <a:pt x="76008" y="78994"/>
                    <a:pt x="75632" y="79097"/>
                  </a:cubicBezTo>
                  <a:cubicBezTo>
                    <a:pt x="75117" y="79268"/>
                    <a:pt x="74673" y="79354"/>
                    <a:pt x="74212" y="79354"/>
                  </a:cubicBezTo>
                  <a:cubicBezTo>
                    <a:pt x="73750" y="79354"/>
                    <a:pt x="73271" y="79268"/>
                    <a:pt x="72685" y="79097"/>
                  </a:cubicBezTo>
                  <a:cubicBezTo>
                    <a:pt x="72513" y="79039"/>
                    <a:pt x="72341" y="79010"/>
                    <a:pt x="72140" y="78982"/>
                  </a:cubicBezTo>
                  <a:cubicBezTo>
                    <a:pt x="71796" y="78895"/>
                    <a:pt x="71453" y="78810"/>
                    <a:pt x="71166" y="78696"/>
                  </a:cubicBezTo>
                  <a:cubicBezTo>
                    <a:pt x="70994" y="78609"/>
                    <a:pt x="70795" y="78467"/>
                    <a:pt x="70594" y="78323"/>
                  </a:cubicBezTo>
                  <a:cubicBezTo>
                    <a:pt x="70250" y="78066"/>
                    <a:pt x="69907" y="77807"/>
                    <a:pt x="69506" y="77722"/>
                  </a:cubicBezTo>
                  <a:cubicBezTo>
                    <a:pt x="69431" y="77712"/>
                    <a:pt x="69358" y="77707"/>
                    <a:pt x="69288" y="77707"/>
                  </a:cubicBezTo>
                  <a:cubicBezTo>
                    <a:pt x="68793" y="77707"/>
                    <a:pt x="68405" y="77954"/>
                    <a:pt x="68104" y="78181"/>
                  </a:cubicBezTo>
                  <a:cubicBezTo>
                    <a:pt x="67933" y="78265"/>
                    <a:pt x="67818" y="78380"/>
                    <a:pt x="67674" y="78437"/>
                  </a:cubicBezTo>
                  <a:cubicBezTo>
                    <a:pt x="67903" y="78066"/>
                    <a:pt x="68132" y="77578"/>
                    <a:pt x="67788" y="77177"/>
                  </a:cubicBezTo>
                  <a:cubicBezTo>
                    <a:pt x="67671" y="77031"/>
                    <a:pt x="67512" y="76975"/>
                    <a:pt x="67336" y="76975"/>
                  </a:cubicBezTo>
                  <a:cubicBezTo>
                    <a:pt x="66997" y="76975"/>
                    <a:pt x="66591" y="77181"/>
                    <a:pt x="66272" y="77349"/>
                  </a:cubicBezTo>
                  <a:cubicBezTo>
                    <a:pt x="66215" y="77379"/>
                    <a:pt x="66128" y="77436"/>
                    <a:pt x="66100" y="77436"/>
                  </a:cubicBezTo>
                  <a:cubicBezTo>
                    <a:pt x="66071" y="77436"/>
                    <a:pt x="66071" y="77464"/>
                    <a:pt x="66043" y="77464"/>
                  </a:cubicBezTo>
                  <a:cubicBezTo>
                    <a:pt x="65670" y="77665"/>
                    <a:pt x="65155" y="77807"/>
                    <a:pt x="64669" y="77952"/>
                  </a:cubicBezTo>
                  <a:cubicBezTo>
                    <a:pt x="64010" y="78151"/>
                    <a:pt x="63323" y="78352"/>
                    <a:pt x="62837" y="78723"/>
                  </a:cubicBezTo>
                  <a:cubicBezTo>
                    <a:pt x="62292" y="79154"/>
                    <a:pt x="62120" y="79868"/>
                    <a:pt x="61948" y="80498"/>
                  </a:cubicBezTo>
                  <a:cubicBezTo>
                    <a:pt x="61777" y="81185"/>
                    <a:pt x="61635" y="81616"/>
                    <a:pt x="61319" y="81700"/>
                  </a:cubicBezTo>
                  <a:cubicBezTo>
                    <a:pt x="61214" y="81739"/>
                    <a:pt x="61144" y="81761"/>
                    <a:pt x="61092" y="81761"/>
                  </a:cubicBezTo>
                  <a:cubicBezTo>
                    <a:pt x="60989" y="81761"/>
                    <a:pt x="60957" y="81673"/>
                    <a:pt x="60861" y="81444"/>
                  </a:cubicBezTo>
                  <a:cubicBezTo>
                    <a:pt x="60803" y="81272"/>
                    <a:pt x="60689" y="81013"/>
                    <a:pt x="60490" y="80814"/>
                  </a:cubicBezTo>
                  <a:cubicBezTo>
                    <a:pt x="60120" y="80550"/>
                    <a:pt x="59784" y="80448"/>
                    <a:pt x="59401" y="80448"/>
                  </a:cubicBezTo>
                  <a:cubicBezTo>
                    <a:pt x="59159" y="80448"/>
                    <a:pt x="58899" y="80489"/>
                    <a:pt x="58600" y="80555"/>
                  </a:cubicBezTo>
                  <a:cubicBezTo>
                    <a:pt x="58570" y="80555"/>
                    <a:pt x="58513" y="80585"/>
                    <a:pt x="58486" y="80585"/>
                  </a:cubicBezTo>
                  <a:cubicBezTo>
                    <a:pt x="58428" y="80578"/>
                    <a:pt x="58371" y="80575"/>
                    <a:pt x="58315" y="80575"/>
                  </a:cubicBezTo>
                  <a:cubicBezTo>
                    <a:pt x="57897" y="80575"/>
                    <a:pt x="57525" y="80751"/>
                    <a:pt x="57196" y="80929"/>
                  </a:cubicBezTo>
                  <a:cubicBezTo>
                    <a:pt x="56899" y="81077"/>
                    <a:pt x="56624" y="81226"/>
                    <a:pt x="56369" y="81226"/>
                  </a:cubicBezTo>
                  <a:cubicBezTo>
                    <a:pt x="56330" y="81226"/>
                    <a:pt x="56291" y="81223"/>
                    <a:pt x="56253" y="81215"/>
                  </a:cubicBezTo>
                  <a:cubicBezTo>
                    <a:pt x="55852" y="81100"/>
                    <a:pt x="55795" y="80986"/>
                    <a:pt x="55593" y="80727"/>
                  </a:cubicBezTo>
                  <a:cubicBezTo>
                    <a:pt x="55479" y="80585"/>
                    <a:pt x="55364" y="80413"/>
                    <a:pt x="55193" y="80242"/>
                  </a:cubicBezTo>
                  <a:cubicBezTo>
                    <a:pt x="55051" y="80040"/>
                    <a:pt x="54849" y="79898"/>
                    <a:pt x="54650" y="79726"/>
                  </a:cubicBezTo>
                  <a:cubicBezTo>
                    <a:pt x="54448" y="79555"/>
                    <a:pt x="54249" y="79383"/>
                    <a:pt x="54134" y="79211"/>
                  </a:cubicBezTo>
                  <a:cubicBezTo>
                    <a:pt x="53704" y="78437"/>
                    <a:pt x="54077" y="77349"/>
                    <a:pt x="54363" y="76605"/>
                  </a:cubicBezTo>
                  <a:lnTo>
                    <a:pt x="54478" y="76319"/>
                  </a:lnTo>
                  <a:cubicBezTo>
                    <a:pt x="54879" y="75174"/>
                    <a:pt x="55135" y="74574"/>
                    <a:pt x="54620" y="73142"/>
                  </a:cubicBezTo>
                  <a:cubicBezTo>
                    <a:pt x="54563" y="72998"/>
                    <a:pt x="54535" y="72856"/>
                    <a:pt x="54505" y="72769"/>
                  </a:cubicBezTo>
                  <a:cubicBezTo>
                    <a:pt x="54391" y="72341"/>
                    <a:pt x="54276" y="72139"/>
                    <a:pt x="53619" y="71883"/>
                  </a:cubicBezTo>
                  <a:cubicBezTo>
                    <a:pt x="53287" y="71725"/>
                    <a:pt x="52894" y="71662"/>
                    <a:pt x="52522" y="71662"/>
                  </a:cubicBezTo>
                  <a:cubicBezTo>
                    <a:pt x="52220" y="71662"/>
                    <a:pt x="51931" y="71703"/>
                    <a:pt x="51700" y="71768"/>
                  </a:cubicBezTo>
                  <a:cubicBezTo>
                    <a:pt x="51501" y="71796"/>
                    <a:pt x="51272" y="71883"/>
                    <a:pt x="50986" y="71967"/>
                  </a:cubicBezTo>
                  <a:cubicBezTo>
                    <a:pt x="50528" y="72120"/>
                    <a:pt x="50082" y="72252"/>
                    <a:pt x="49751" y="72252"/>
                  </a:cubicBezTo>
                  <a:cubicBezTo>
                    <a:pt x="49522" y="72252"/>
                    <a:pt x="49350" y="72189"/>
                    <a:pt x="49268" y="72025"/>
                  </a:cubicBezTo>
                  <a:cubicBezTo>
                    <a:pt x="49039" y="71567"/>
                    <a:pt x="49811" y="70021"/>
                    <a:pt x="50269" y="69077"/>
                  </a:cubicBezTo>
                  <a:cubicBezTo>
                    <a:pt x="50555" y="68532"/>
                    <a:pt x="50784" y="68074"/>
                    <a:pt x="50871" y="67760"/>
                  </a:cubicBezTo>
                  <a:cubicBezTo>
                    <a:pt x="50928" y="67616"/>
                    <a:pt x="51013" y="67417"/>
                    <a:pt x="51128" y="67188"/>
                  </a:cubicBezTo>
                  <a:cubicBezTo>
                    <a:pt x="51558" y="66357"/>
                    <a:pt x="52016" y="65441"/>
                    <a:pt x="51673" y="64868"/>
                  </a:cubicBezTo>
                  <a:cubicBezTo>
                    <a:pt x="51558" y="64639"/>
                    <a:pt x="51329" y="64467"/>
                    <a:pt x="51013" y="64382"/>
                  </a:cubicBezTo>
                  <a:cubicBezTo>
                    <a:pt x="50807" y="64324"/>
                    <a:pt x="50557" y="64299"/>
                    <a:pt x="50292" y="64299"/>
                  </a:cubicBezTo>
                  <a:cubicBezTo>
                    <a:pt x="49527" y="64299"/>
                    <a:pt x="48635" y="64506"/>
                    <a:pt x="48295" y="64696"/>
                  </a:cubicBezTo>
                  <a:cubicBezTo>
                    <a:pt x="47436" y="65154"/>
                    <a:pt x="47292" y="65871"/>
                    <a:pt x="47177" y="66501"/>
                  </a:cubicBezTo>
                  <a:cubicBezTo>
                    <a:pt x="47120" y="66815"/>
                    <a:pt x="47063" y="67101"/>
                    <a:pt x="46921" y="67387"/>
                  </a:cubicBezTo>
                  <a:cubicBezTo>
                    <a:pt x="46604" y="68017"/>
                    <a:pt x="45604" y="68562"/>
                    <a:pt x="44772" y="68818"/>
                  </a:cubicBezTo>
                  <a:cubicBezTo>
                    <a:pt x="44629" y="68876"/>
                    <a:pt x="44436" y="68901"/>
                    <a:pt x="44215" y="68901"/>
                  </a:cubicBezTo>
                  <a:cubicBezTo>
                    <a:pt x="43552" y="68901"/>
                    <a:pt x="42640" y="68675"/>
                    <a:pt x="42081" y="68418"/>
                  </a:cubicBezTo>
                  <a:cubicBezTo>
                    <a:pt x="41424" y="68017"/>
                    <a:pt x="41367" y="67474"/>
                    <a:pt x="41280" y="66730"/>
                  </a:cubicBezTo>
                  <a:cubicBezTo>
                    <a:pt x="41223" y="66386"/>
                    <a:pt x="41195" y="66043"/>
                    <a:pt x="41081" y="65670"/>
                  </a:cubicBezTo>
                  <a:cubicBezTo>
                    <a:pt x="40966" y="65241"/>
                    <a:pt x="40822" y="64868"/>
                    <a:pt x="40680" y="64497"/>
                  </a:cubicBezTo>
                  <a:cubicBezTo>
                    <a:pt x="40364" y="63753"/>
                    <a:pt x="40107" y="63180"/>
                    <a:pt x="40336" y="62292"/>
                  </a:cubicBezTo>
                  <a:cubicBezTo>
                    <a:pt x="40451" y="61834"/>
                    <a:pt x="40680" y="61433"/>
                    <a:pt x="40909" y="60975"/>
                  </a:cubicBezTo>
                  <a:cubicBezTo>
                    <a:pt x="41195" y="60459"/>
                    <a:pt x="41509" y="59917"/>
                    <a:pt x="41623" y="59230"/>
                  </a:cubicBezTo>
                  <a:cubicBezTo>
                    <a:pt x="41681" y="59001"/>
                    <a:pt x="41710" y="58799"/>
                    <a:pt x="41710" y="58627"/>
                  </a:cubicBezTo>
                  <a:cubicBezTo>
                    <a:pt x="41852" y="57769"/>
                    <a:pt x="41910" y="57226"/>
                    <a:pt x="42627" y="56596"/>
                  </a:cubicBezTo>
                  <a:cubicBezTo>
                    <a:pt x="43314" y="55936"/>
                    <a:pt x="44200" y="55394"/>
                    <a:pt x="44974" y="54906"/>
                  </a:cubicBezTo>
                  <a:lnTo>
                    <a:pt x="45116" y="54821"/>
                  </a:lnTo>
                  <a:cubicBezTo>
                    <a:pt x="45639" y="54466"/>
                    <a:pt x="46023" y="54351"/>
                    <a:pt x="46425" y="54351"/>
                  </a:cubicBezTo>
                  <a:cubicBezTo>
                    <a:pt x="46706" y="54351"/>
                    <a:pt x="46996" y="54407"/>
                    <a:pt x="47349" y="54478"/>
                  </a:cubicBezTo>
                  <a:cubicBezTo>
                    <a:pt x="47665" y="54562"/>
                    <a:pt x="48008" y="54620"/>
                    <a:pt x="48437" y="54677"/>
                  </a:cubicBezTo>
                  <a:lnTo>
                    <a:pt x="48551" y="54677"/>
                  </a:lnTo>
                  <a:cubicBezTo>
                    <a:pt x="48824" y="54710"/>
                    <a:pt x="49138" y="54747"/>
                    <a:pt x="49462" y="54747"/>
                  </a:cubicBezTo>
                  <a:cubicBezTo>
                    <a:pt x="49989" y="54747"/>
                    <a:pt x="50542" y="54649"/>
                    <a:pt x="50986" y="54276"/>
                  </a:cubicBezTo>
                  <a:cubicBezTo>
                    <a:pt x="51215" y="54077"/>
                    <a:pt x="51299" y="53848"/>
                    <a:pt x="51386" y="53676"/>
                  </a:cubicBezTo>
                  <a:cubicBezTo>
                    <a:pt x="51444" y="53504"/>
                    <a:pt x="51471" y="53417"/>
                    <a:pt x="51673" y="53303"/>
                  </a:cubicBezTo>
                  <a:cubicBezTo>
                    <a:pt x="51881" y="53191"/>
                    <a:pt x="52638" y="53115"/>
                    <a:pt x="53359" y="53115"/>
                  </a:cubicBezTo>
                  <a:cubicBezTo>
                    <a:pt x="53924" y="53115"/>
                    <a:pt x="54468" y="53162"/>
                    <a:pt x="54707" y="53275"/>
                  </a:cubicBezTo>
                  <a:cubicBezTo>
                    <a:pt x="54906" y="53333"/>
                    <a:pt x="55078" y="53504"/>
                    <a:pt x="55222" y="53646"/>
                  </a:cubicBezTo>
                  <a:cubicBezTo>
                    <a:pt x="55422" y="53848"/>
                    <a:pt x="55651" y="54047"/>
                    <a:pt x="55967" y="54134"/>
                  </a:cubicBezTo>
                  <a:cubicBezTo>
                    <a:pt x="56096" y="54173"/>
                    <a:pt x="56208" y="54188"/>
                    <a:pt x="56305" y="54188"/>
                  </a:cubicBezTo>
                  <a:cubicBezTo>
                    <a:pt x="56422" y="54188"/>
                    <a:pt x="56517" y="54165"/>
                    <a:pt x="56596" y="54134"/>
                  </a:cubicBezTo>
                  <a:cubicBezTo>
                    <a:pt x="56647" y="54125"/>
                    <a:pt x="56685" y="54119"/>
                    <a:pt x="56719" y="54119"/>
                  </a:cubicBezTo>
                  <a:cubicBezTo>
                    <a:pt x="56799" y="54119"/>
                    <a:pt x="56855" y="54155"/>
                    <a:pt x="56997" y="54276"/>
                  </a:cubicBezTo>
                  <a:cubicBezTo>
                    <a:pt x="57398" y="54649"/>
                    <a:pt x="57398" y="55623"/>
                    <a:pt x="57398" y="56566"/>
                  </a:cubicBezTo>
                  <a:cubicBezTo>
                    <a:pt x="57398" y="58027"/>
                    <a:pt x="57368" y="59859"/>
                    <a:pt x="59058" y="59944"/>
                  </a:cubicBezTo>
                  <a:cubicBezTo>
                    <a:pt x="59117" y="59951"/>
                    <a:pt x="59175" y="59954"/>
                    <a:pt x="59232" y="59954"/>
                  </a:cubicBezTo>
                  <a:cubicBezTo>
                    <a:pt x="59675" y="59954"/>
                    <a:pt x="60064" y="59760"/>
                    <a:pt x="60318" y="59429"/>
                  </a:cubicBezTo>
                  <a:cubicBezTo>
                    <a:pt x="61463" y="58085"/>
                    <a:pt x="60574" y="54478"/>
                    <a:pt x="60460" y="54077"/>
                  </a:cubicBezTo>
                  <a:cubicBezTo>
                    <a:pt x="59716" y="51157"/>
                    <a:pt x="61319" y="49840"/>
                    <a:pt x="63952" y="48780"/>
                  </a:cubicBezTo>
                  <a:cubicBezTo>
                    <a:pt x="65269" y="48207"/>
                    <a:pt x="66471" y="47607"/>
                    <a:pt x="67273" y="46462"/>
                  </a:cubicBezTo>
                  <a:cubicBezTo>
                    <a:pt x="67960" y="45459"/>
                    <a:pt x="68047" y="44745"/>
                    <a:pt x="68132" y="43943"/>
                  </a:cubicBezTo>
                  <a:cubicBezTo>
                    <a:pt x="68162" y="43627"/>
                    <a:pt x="68219" y="43313"/>
                    <a:pt x="68276" y="42940"/>
                  </a:cubicBezTo>
                  <a:cubicBezTo>
                    <a:pt x="68384" y="42505"/>
                    <a:pt x="68443" y="42401"/>
                    <a:pt x="68616" y="42401"/>
                  </a:cubicBezTo>
                  <a:cubicBezTo>
                    <a:pt x="68670" y="42401"/>
                    <a:pt x="68736" y="42411"/>
                    <a:pt x="68819" y="42425"/>
                  </a:cubicBezTo>
                  <a:cubicBezTo>
                    <a:pt x="68898" y="42432"/>
                    <a:pt x="68988" y="42440"/>
                    <a:pt x="69087" y="42440"/>
                  </a:cubicBezTo>
                  <a:cubicBezTo>
                    <a:pt x="69383" y="42440"/>
                    <a:pt x="69757" y="42374"/>
                    <a:pt x="70165" y="42054"/>
                  </a:cubicBezTo>
                  <a:cubicBezTo>
                    <a:pt x="70823" y="41481"/>
                    <a:pt x="71368" y="40707"/>
                    <a:pt x="71883" y="39963"/>
                  </a:cubicBezTo>
                  <a:cubicBezTo>
                    <a:pt x="72112" y="39592"/>
                    <a:pt x="72369" y="39248"/>
                    <a:pt x="72598" y="38962"/>
                  </a:cubicBezTo>
                  <a:cubicBezTo>
                    <a:pt x="72627" y="38932"/>
                    <a:pt x="72627" y="38905"/>
                    <a:pt x="72655" y="38875"/>
                  </a:cubicBezTo>
                  <a:lnTo>
                    <a:pt x="72685" y="38790"/>
                  </a:lnTo>
                  <a:cubicBezTo>
                    <a:pt x="72917" y="38538"/>
                    <a:pt x="73109" y="38470"/>
                    <a:pt x="73360" y="38470"/>
                  </a:cubicBezTo>
                  <a:cubicBezTo>
                    <a:pt x="73481" y="38470"/>
                    <a:pt x="73614" y="38485"/>
                    <a:pt x="73772" y="38504"/>
                  </a:cubicBezTo>
                  <a:cubicBezTo>
                    <a:pt x="73944" y="38535"/>
                    <a:pt x="74134" y="38558"/>
                    <a:pt x="74340" y="38558"/>
                  </a:cubicBezTo>
                  <a:cubicBezTo>
                    <a:pt x="74511" y="38558"/>
                    <a:pt x="74694" y="38542"/>
                    <a:pt x="74888" y="38504"/>
                  </a:cubicBezTo>
                  <a:cubicBezTo>
                    <a:pt x="75861" y="38188"/>
                    <a:pt x="75976" y="37473"/>
                    <a:pt x="76090" y="36844"/>
                  </a:cubicBezTo>
                  <a:cubicBezTo>
                    <a:pt x="76147" y="36528"/>
                    <a:pt x="76205" y="36214"/>
                    <a:pt x="76349" y="35928"/>
                  </a:cubicBezTo>
                  <a:cubicBezTo>
                    <a:pt x="76750" y="35096"/>
                    <a:pt x="77265" y="34982"/>
                    <a:pt x="78037" y="34783"/>
                  </a:cubicBezTo>
                  <a:cubicBezTo>
                    <a:pt x="78238" y="34725"/>
                    <a:pt x="78495" y="34668"/>
                    <a:pt x="78753" y="34581"/>
                  </a:cubicBezTo>
                  <a:cubicBezTo>
                    <a:pt x="79212" y="34409"/>
                    <a:pt x="79612" y="34180"/>
                    <a:pt x="79983" y="33951"/>
                  </a:cubicBezTo>
                  <a:cubicBezTo>
                    <a:pt x="80471" y="33695"/>
                    <a:pt x="80929" y="33436"/>
                    <a:pt x="81472" y="33264"/>
                  </a:cubicBezTo>
                  <a:cubicBezTo>
                    <a:pt x="81472" y="33264"/>
                    <a:pt x="81502" y="33264"/>
                    <a:pt x="81529" y="33237"/>
                  </a:cubicBezTo>
                  <a:cubicBezTo>
                    <a:pt x="81737" y="33133"/>
                    <a:pt x="82277" y="33004"/>
                    <a:pt x="82589" y="33004"/>
                  </a:cubicBezTo>
                  <a:cubicBezTo>
                    <a:pt x="82620" y="33004"/>
                    <a:pt x="82648" y="33005"/>
                    <a:pt x="82674" y="33008"/>
                  </a:cubicBezTo>
                  <a:cubicBezTo>
                    <a:pt x="82647" y="33035"/>
                    <a:pt x="82617" y="33122"/>
                    <a:pt x="82532" y="33207"/>
                  </a:cubicBezTo>
                  <a:cubicBezTo>
                    <a:pt x="82475" y="33237"/>
                    <a:pt x="82189" y="33351"/>
                    <a:pt x="81987" y="33408"/>
                  </a:cubicBezTo>
                  <a:cubicBezTo>
                    <a:pt x="81357" y="33637"/>
                    <a:pt x="80728" y="33866"/>
                    <a:pt x="80700" y="34382"/>
                  </a:cubicBezTo>
                  <a:cubicBezTo>
                    <a:pt x="80670" y="34810"/>
                    <a:pt x="81128" y="35096"/>
                    <a:pt x="81502" y="35298"/>
                  </a:cubicBezTo>
                  <a:cubicBezTo>
                    <a:pt x="81677" y="35371"/>
                    <a:pt x="81848" y="35402"/>
                    <a:pt x="82014" y="35402"/>
                  </a:cubicBezTo>
                  <a:cubicBezTo>
                    <a:pt x="82628" y="35402"/>
                    <a:pt x="83169" y="34965"/>
                    <a:pt x="83620" y="34581"/>
                  </a:cubicBezTo>
                  <a:cubicBezTo>
                    <a:pt x="83934" y="34325"/>
                    <a:pt x="84277" y="34066"/>
                    <a:pt x="84564" y="33981"/>
                  </a:cubicBezTo>
                  <a:cubicBezTo>
                    <a:pt x="84678" y="33951"/>
                    <a:pt x="84850" y="33924"/>
                    <a:pt x="85022" y="33894"/>
                  </a:cubicBezTo>
                  <a:cubicBezTo>
                    <a:pt x="85624" y="33779"/>
                    <a:pt x="86396" y="33608"/>
                    <a:pt x="86682" y="33065"/>
                  </a:cubicBezTo>
                  <a:cubicBezTo>
                    <a:pt x="86854" y="32779"/>
                    <a:pt x="86854" y="32435"/>
                    <a:pt x="86712" y="32062"/>
                  </a:cubicBezTo>
                  <a:cubicBezTo>
                    <a:pt x="86453" y="31432"/>
                    <a:pt x="85766" y="31375"/>
                    <a:pt x="85251" y="31347"/>
                  </a:cubicBezTo>
                  <a:cubicBezTo>
                    <a:pt x="84735" y="31290"/>
                    <a:pt x="84422" y="31260"/>
                    <a:pt x="84277" y="31004"/>
                  </a:cubicBezTo>
                  <a:cubicBezTo>
                    <a:pt x="84048" y="30573"/>
                    <a:pt x="84193" y="30344"/>
                    <a:pt x="84907" y="29859"/>
                  </a:cubicBezTo>
                  <a:cubicBezTo>
                    <a:pt x="85251" y="29600"/>
                    <a:pt x="85594" y="29371"/>
                    <a:pt x="85738" y="29000"/>
                  </a:cubicBezTo>
                  <a:cubicBezTo>
                    <a:pt x="85967" y="28455"/>
                    <a:pt x="85853" y="28111"/>
                    <a:pt x="85681" y="27940"/>
                  </a:cubicBezTo>
                  <a:cubicBezTo>
                    <a:pt x="85486" y="27725"/>
                    <a:pt x="85171" y="27633"/>
                    <a:pt x="84754" y="27633"/>
                  </a:cubicBezTo>
                  <a:cubicBezTo>
                    <a:pt x="83948" y="27633"/>
                    <a:pt x="82763" y="27975"/>
                    <a:pt x="81330" y="28427"/>
                  </a:cubicBezTo>
                  <a:cubicBezTo>
                    <a:pt x="80815" y="28569"/>
                    <a:pt x="80212" y="28771"/>
                    <a:pt x="79956" y="28798"/>
                  </a:cubicBezTo>
                  <a:lnTo>
                    <a:pt x="79956" y="28741"/>
                  </a:lnTo>
                  <a:cubicBezTo>
                    <a:pt x="80041" y="28226"/>
                    <a:pt x="81215" y="27424"/>
                    <a:pt x="81673" y="27253"/>
                  </a:cubicBezTo>
                  <a:cubicBezTo>
                    <a:pt x="81957" y="27177"/>
                    <a:pt x="82254" y="27151"/>
                    <a:pt x="82563" y="27151"/>
                  </a:cubicBezTo>
                  <a:cubicBezTo>
                    <a:pt x="82721" y="27151"/>
                    <a:pt x="82883" y="27158"/>
                    <a:pt x="83047" y="27168"/>
                  </a:cubicBezTo>
                  <a:cubicBezTo>
                    <a:pt x="83205" y="27176"/>
                    <a:pt x="83365" y="27182"/>
                    <a:pt x="83528" y="27182"/>
                  </a:cubicBezTo>
                  <a:cubicBezTo>
                    <a:pt x="83897" y="27182"/>
                    <a:pt x="84280" y="27152"/>
                    <a:pt x="84678" y="27053"/>
                  </a:cubicBezTo>
                  <a:lnTo>
                    <a:pt x="84822" y="26996"/>
                  </a:lnTo>
                  <a:cubicBezTo>
                    <a:pt x="85719" y="26771"/>
                    <a:pt x="86333" y="26612"/>
                    <a:pt x="87213" y="26612"/>
                  </a:cubicBezTo>
                  <a:cubicBezTo>
                    <a:pt x="87344" y="26612"/>
                    <a:pt x="87482" y="26615"/>
                    <a:pt x="87628" y="26623"/>
                  </a:cubicBezTo>
                  <a:cubicBezTo>
                    <a:pt x="87857" y="26653"/>
                    <a:pt x="88056" y="26680"/>
                    <a:pt x="88258" y="26710"/>
                  </a:cubicBezTo>
                  <a:cubicBezTo>
                    <a:pt x="88648" y="26781"/>
                    <a:pt x="88980" y="26838"/>
                    <a:pt x="89309" y="26838"/>
                  </a:cubicBezTo>
                  <a:cubicBezTo>
                    <a:pt x="89897" y="26838"/>
                    <a:pt x="90478" y="26657"/>
                    <a:pt x="91377" y="26050"/>
                  </a:cubicBezTo>
                  <a:cubicBezTo>
                    <a:pt x="91720" y="25821"/>
                    <a:pt x="92236" y="25679"/>
                    <a:pt x="92781" y="25508"/>
                  </a:cubicBezTo>
                  <a:cubicBezTo>
                    <a:pt x="94125" y="25107"/>
                    <a:pt x="95758" y="24619"/>
                    <a:pt x="95701" y="22645"/>
                  </a:cubicBezTo>
                  <a:cubicBezTo>
                    <a:pt x="95701" y="21814"/>
                    <a:pt x="95098" y="20870"/>
                    <a:pt x="93839" y="19810"/>
                  </a:cubicBezTo>
                  <a:lnTo>
                    <a:pt x="93410" y="19466"/>
                  </a:lnTo>
                  <a:cubicBezTo>
                    <a:pt x="92723" y="18951"/>
                    <a:pt x="92609" y="18894"/>
                    <a:pt x="92609" y="17721"/>
                  </a:cubicBezTo>
                  <a:cubicBezTo>
                    <a:pt x="92609" y="17492"/>
                    <a:pt x="92636" y="17263"/>
                    <a:pt x="92636" y="17034"/>
                  </a:cubicBezTo>
                  <a:cubicBezTo>
                    <a:pt x="92694" y="16118"/>
                    <a:pt x="92751" y="15115"/>
                    <a:pt x="92064" y="14458"/>
                  </a:cubicBezTo>
                  <a:cubicBezTo>
                    <a:pt x="91668" y="14132"/>
                    <a:pt x="91282" y="14014"/>
                    <a:pt x="90913" y="14014"/>
                  </a:cubicBezTo>
                  <a:cubicBezTo>
                    <a:pt x="90374" y="14014"/>
                    <a:pt x="89872" y="14265"/>
                    <a:pt x="89430" y="14485"/>
                  </a:cubicBezTo>
                  <a:cubicBezTo>
                    <a:pt x="89059" y="14657"/>
                    <a:pt x="88716" y="14858"/>
                    <a:pt x="88372" y="14886"/>
                  </a:cubicBezTo>
                  <a:lnTo>
                    <a:pt x="88315" y="14886"/>
                  </a:lnTo>
                  <a:cubicBezTo>
                    <a:pt x="88224" y="14912"/>
                    <a:pt x="88064" y="14926"/>
                    <a:pt x="87896" y="14926"/>
                  </a:cubicBezTo>
                  <a:cubicBezTo>
                    <a:pt x="87693" y="14926"/>
                    <a:pt x="87480" y="14905"/>
                    <a:pt x="87369" y="14858"/>
                  </a:cubicBezTo>
                  <a:cubicBezTo>
                    <a:pt x="87284" y="14801"/>
                    <a:pt x="87254" y="14744"/>
                    <a:pt x="87197" y="14714"/>
                  </a:cubicBezTo>
                  <a:lnTo>
                    <a:pt x="87227" y="14687"/>
                  </a:lnTo>
                  <a:cubicBezTo>
                    <a:pt x="87399" y="14542"/>
                    <a:pt x="87655" y="14286"/>
                    <a:pt x="87685" y="13798"/>
                  </a:cubicBezTo>
                  <a:cubicBezTo>
                    <a:pt x="87685" y="13111"/>
                    <a:pt x="86682" y="11309"/>
                    <a:pt x="86196" y="10993"/>
                  </a:cubicBezTo>
                  <a:cubicBezTo>
                    <a:pt x="85879" y="10732"/>
                    <a:pt x="84143" y="10471"/>
                    <a:pt x="82741" y="10471"/>
                  </a:cubicBezTo>
                  <a:cubicBezTo>
                    <a:pt x="81989" y="10471"/>
                    <a:pt x="81333" y="10546"/>
                    <a:pt x="81044" y="10736"/>
                  </a:cubicBezTo>
                  <a:cubicBezTo>
                    <a:pt x="80212" y="11222"/>
                    <a:pt x="80185" y="12080"/>
                    <a:pt x="80155" y="12740"/>
                  </a:cubicBezTo>
                  <a:cubicBezTo>
                    <a:pt x="80128" y="13255"/>
                    <a:pt x="80098" y="13684"/>
                    <a:pt x="79784" y="13970"/>
                  </a:cubicBezTo>
                  <a:cubicBezTo>
                    <a:pt x="79670" y="14114"/>
                    <a:pt x="79383" y="14142"/>
                    <a:pt x="79097" y="14171"/>
                  </a:cubicBezTo>
                  <a:cubicBezTo>
                    <a:pt x="78666" y="14229"/>
                    <a:pt x="78181" y="14286"/>
                    <a:pt x="77922" y="14714"/>
                  </a:cubicBezTo>
                  <a:cubicBezTo>
                    <a:pt x="77723" y="15058"/>
                    <a:pt x="77723" y="15516"/>
                    <a:pt x="77922" y="16145"/>
                  </a:cubicBezTo>
                  <a:cubicBezTo>
                    <a:pt x="78009" y="16461"/>
                    <a:pt x="78181" y="16718"/>
                    <a:pt x="78323" y="17004"/>
                  </a:cubicBezTo>
                  <a:cubicBezTo>
                    <a:pt x="78666" y="17577"/>
                    <a:pt x="78868" y="17920"/>
                    <a:pt x="78353" y="18493"/>
                  </a:cubicBezTo>
                  <a:cubicBezTo>
                    <a:pt x="77750" y="19152"/>
                    <a:pt x="77036" y="19267"/>
                    <a:pt x="76262" y="19381"/>
                  </a:cubicBezTo>
                  <a:cubicBezTo>
                    <a:pt x="75231" y="19553"/>
                    <a:pt x="74029" y="19725"/>
                    <a:pt x="73658" y="21699"/>
                  </a:cubicBezTo>
                  <a:cubicBezTo>
                    <a:pt x="73658" y="21843"/>
                    <a:pt x="73628" y="21985"/>
                    <a:pt x="73628" y="22130"/>
                  </a:cubicBezTo>
                  <a:cubicBezTo>
                    <a:pt x="73514" y="22874"/>
                    <a:pt x="73372" y="23932"/>
                    <a:pt x="72799" y="24275"/>
                  </a:cubicBezTo>
                  <a:cubicBezTo>
                    <a:pt x="72702" y="24357"/>
                    <a:pt x="72551" y="24392"/>
                    <a:pt x="72376" y="24392"/>
                  </a:cubicBezTo>
                  <a:cubicBezTo>
                    <a:pt x="72241" y="24392"/>
                    <a:pt x="72090" y="24371"/>
                    <a:pt x="71940" y="24333"/>
                  </a:cubicBezTo>
                  <a:cubicBezTo>
                    <a:pt x="71510" y="24191"/>
                    <a:pt x="71139" y="23932"/>
                    <a:pt x="70994" y="23646"/>
                  </a:cubicBezTo>
                  <a:cubicBezTo>
                    <a:pt x="70651" y="22844"/>
                    <a:pt x="70994" y="22615"/>
                    <a:pt x="71540" y="22214"/>
                  </a:cubicBezTo>
                  <a:cubicBezTo>
                    <a:pt x="71940" y="21928"/>
                    <a:pt x="72369" y="21614"/>
                    <a:pt x="72456" y="21042"/>
                  </a:cubicBezTo>
                  <a:cubicBezTo>
                    <a:pt x="72540" y="20611"/>
                    <a:pt x="72483" y="20268"/>
                    <a:pt x="72254" y="20039"/>
                  </a:cubicBezTo>
                  <a:cubicBezTo>
                    <a:pt x="71970" y="19714"/>
                    <a:pt x="71527" y="19648"/>
                    <a:pt x="71058" y="19648"/>
                  </a:cubicBezTo>
                  <a:cubicBezTo>
                    <a:pt x="70867" y="19648"/>
                    <a:pt x="70671" y="19659"/>
                    <a:pt x="70479" y="19668"/>
                  </a:cubicBezTo>
                  <a:cubicBezTo>
                    <a:pt x="70351" y="19681"/>
                    <a:pt x="70215" y="19688"/>
                    <a:pt x="70094" y="19688"/>
                  </a:cubicBezTo>
                  <a:cubicBezTo>
                    <a:pt x="69972" y="19688"/>
                    <a:pt x="69864" y="19681"/>
                    <a:pt x="69792" y="19668"/>
                  </a:cubicBezTo>
                  <a:cubicBezTo>
                    <a:pt x="69048" y="19466"/>
                    <a:pt x="67846" y="18637"/>
                    <a:pt x="67273" y="18092"/>
                  </a:cubicBezTo>
                  <a:cubicBezTo>
                    <a:pt x="67159" y="17978"/>
                    <a:pt x="67074" y="17836"/>
                    <a:pt x="66987" y="17664"/>
                  </a:cubicBezTo>
                  <a:cubicBezTo>
                    <a:pt x="66815" y="17348"/>
                    <a:pt x="66586" y="16920"/>
                    <a:pt x="65871" y="16833"/>
                  </a:cubicBezTo>
                  <a:cubicBezTo>
                    <a:pt x="65555" y="16833"/>
                    <a:pt x="65299" y="17004"/>
                    <a:pt x="65040" y="17149"/>
                  </a:cubicBezTo>
                  <a:cubicBezTo>
                    <a:pt x="64784" y="17291"/>
                    <a:pt x="64582" y="17405"/>
                    <a:pt x="64410" y="17405"/>
                  </a:cubicBezTo>
                  <a:cubicBezTo>
                    <a:pt x="64440" y="17206"/>
                    <a:pt x="64497" y="17004"/>
                    <a:pt x="64555" y="16833"/>
                  </a:cubicBezTo>
                  <a:cubicBezTo>
                    <a:pt x="64697" y="16432"/>
                    <a:pt x="64811" y="16031"/>
                    <a:pt x="64612" y="15660"/>
                  </a:cubicBezTo>
                  <a:cubicBezTo>
                    <a:pt x="64468" y="15431"/>
                    <a:pt x="64268" y="15287"/>
                    <a:pt x="63982" y="15172"/>
                  </a:cubicBezTo>
                  <a:cubicBezTo>
                    <a:pt x="63982" y="15115"/>
                    <a:pt x="64010" y="15058"/>
                    <a:pt x="64067" y="15000"/>
                  </a:cubicBezTo>
                  <a:cubicBezTo>
                    <a:pt x="64124" y="14886"/>
                    <a:pt x="64124" y="14714"/>
                    <a:pt x="64039" y="14600"/>
                  </a:cubicBezTo>
                  <a:lnTo>
                    <a:pt x="64124" y="14171"/>
                  </a:lnTo>
                  <a:cubicBezTo>
                    <a:pt x="64181" y="13771"/>
                    <a:pt x="64211" y="13569"/>
                    <a:pt x="64468" y="13340"/>
                  </a:cubicBezTo>
                  <a:cubicBezTo>
                    <a:pt x="64582" y="13226"/>
                    <a:pt x="64726" y="13226"/>
                    <a:pt x="64983" y="13226"/>
                  </a:cubicBezTo>
                  <a:cubicBezTo>
                    <a:pt x="65042" y="13226"/>
                    <a:pt x="65108" y="13228"/>
                    <a:pt x="65179" y="13228"/>
                  </a:cubicBezTo>
                  <a:cubicBezTo>
                    <a:pt x="65352" y="13228"/>
                    <a:pt x="65554" y="13213"/>
                    <a:pt x="65757" y="13111"/>
                  </a:cubicBezTo>
                  <a:cubicBezTo>
                    <a:pt x="66215" y="12882"/>
                    <a:pt x="66529" y="12596"/>
                    <a:pt x="66845" y="12339"/>
                  </a:cubicBezTo>
                  <a:cubicBezTo>
                    <a:pt x="67303" y="11938"/>
                    <a:pt x="67704" y="11595"/>
                    <a:pt x="68418" y="11480"/>
                  </a:cubicBezTo>
                  <a:cubicBezTo>
                    <a:pt x="69650" y="11251"/>
                    <a:pt x="70422" y="10764"/>
                    <a:pt x="71482" y="10106"/>
                  </a:cubicBezTo>
                  <a:lnTo>
                    <a:pt x="71682" y="9962"/>
                  </a:lnTo>
                  <a:cubicBezTo>
                    <a:pt x="72227" y="9648"/>
                    <a:pt x="72769" y="9447"/>
                    <a:pt x="73342" y="9248"/>
                  </a:cubicBezTo>
                  <a:cubicBezTo>
                    <a:pt x="73800" y="9046"/>
                    <a:pt x="74315" y="8874"/>
                    <a:pt x="74830" y="8588"/>
                  </a:cubicBezTo>
                  <a:cubicBezTo>
                    <a:pt x="75231" y="8359"/>
                    <a:pt x="75605" y="7988"/>
                    <a:pt x="75948" y="7615"/>
                  </a:cubicBezTo>
                  <a:cubicBezTo>
                    <a:pt x="76319" y="7214"/>
                    <a:pt x="76720" y="6813"/>
                    <a:pt x="77093" y="6671"/>
                  </a:cubicBezTo>
                  <a:cubicBezTo>
                    <a:pt x="77227" y="6623"/>
                    <a:pt x="77371" y="6604"/>
                    <a:pt x="77522" y="6604"/>
                  </a:cubicBezTo>
                  <a:cubicBezTo>
                    <a:pt x="77822" y="6604"/>
                    <a:pt x="78152" y="6680"/>
                    <a:pt x="78495" y="6756"/>
                  </a:cubicBezTo>
                  <a:cubicBezTo>
                    <a:pt x="78857" y="6828"/>
                    <a:pt x="79219" y="6901"/>
                    <a:pt x="79589" y="6901"/>
                  </a:cubicBezTo>
                  <a:cubicBezTo>
                    <a:pt x="79803" y="6901"/>
                    <a:pt x="80021" y="6876"/>
                    <a:pt x="80242" y="6813"/>
                  </a:cubicBezTo>
                  <a:cubicBezTo>
                    <a:pt x="81071" y="6584"/>
                    <a:pt x="82990" y="5011"/>
                    <a:pt x="83448" y="4267"/>
                  </a:cubicBezTo>
                  <a:cubicBezTo>
                    <a:pt x="83677" y="3893"/>
                    <a:pt x="83934" y="3378"/>
                    <a:pt x="83648" y="2977"/>
                  </a:cubicBezTo>
                  <a:cubicBezTo>
                    <a:pt x="83472" y="2714"/>
                    <a:pt x="83162" y="2630"/>
                    <a:pt x="82799" y="2630"/>
                  </a:cubicBezTo>
                  <a:cubicBezTo>
                    <a:pt x="82450" y="2630"/>
                    <a:pt x="82051" y="2707"/>
                    <a:pt x="81673" y="2778"/>
                  </a:cubicBezTo>
                  <a:cubicBezTo>
                    <a:pt x="81559" y="2805"/>
                    <a:pt x="81415" y="2835"/>
                    <a:pt x="81300" y="2863"/>
                  </a:cubicBezTo>
                  <a:cubicBezTo>
                    <a:pt x="80270" y="3064"/>
                    <a:pt x="79899" y="3321"/>
                    <a:pt x="79296" y="3751"/>
                  </a:cubicBezTo>
                  <a:cubicBezTo>
                    <a:pt x="79154" y="3836"/>
                    <a:pt x="79010" y="3951"/>
                    <a:pt x="78811" y="4095"/>
                  </a:cubicBezTo>
                  <a:cubicBezTo>
                    <a:pt x="78437" y="4381"/>
                    <a:pt x="78238" y="4438"/>
                    <a:pt x="78181" y="4466"/>
                  </a:cubicBezTo>
                  <a:cubicBezTo>
                    <a:pt x="78151" y="4381"/>
                    <a:pt x="78094" y="4267"/>
                    <a:pt x="78094" y="4152"/>
                  </a:cubicBezTo>
                  <a:cubicBezTo>
                    <a:pt x="78009" y="3866"/>
                    <a:pt x="77922" y="3492"/>
                    <a:pt x="77693" y="3149"/>
                  </a:cubicBezTo>
                  <a:cubicBezTo>
                    <a:pt x="77437" y="2805"/>
                    <a:pt x="77150" y="2691"/>
                    <a:pt x="76949" y="2606"/>
                  </a:cubicBezTo>
                  <a:cubicBezTo>
                    <a:pt x="76720" y="2519"/>
                    <a:pt x="76635" y="2492"/>
                    <a:pt x="76578" y="2290"/>
                  </a:cubicBezTo>
                  <a:cubicBezTo>
                    <a:pt x="76578" y="2205"/>
                    <a:pt x="76635" y="2034"/>
                    <a:pt x="76692" y="1889"/>
                  </a:cubicBezTo>
                  <a:cubicBezTo>
                    <a:pt x="76807" y="1633"/>
                    <a:pt x="76949" y="1289"/>
                    <a:pt x="76864" y="946"/>
                  </a:cubicBezTo>
                  <a:cubicBezTo>
                    <a:pt x="76720" y="431"/>
                    <a:pt x="76463" y="115"/>
                    <a:pt x="76090" y="30"/>
                  </a:cubicBezTo>
                  <a:cubicBezTo>
                    <a:pt x="76018" y="10"/>
                    <a:pt x="75944" y="1"/>
                    <a:pt x="7587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7547504" y="763704"/>
              <a:ext cx="886490" cy="505546"/>
            </a:xfrm>
            <a:custGeom>
              <a:avLst/>
              <a:gdLst/>
              <a:ahLst/>
              <a:cxnLst/>
              <a:rect l="l" t="t" r="r" b="b"/>
              <a:pathLst>
                <a:path w="43826" h="24993" extrusionOk="0">
                  <a:moveTo>
                    <a:pt x="33716" y="0"/>
                  </a:moveTo>
                  <a:cubicBezTo>
                    <a:pt x="31663" y="0"/>
                    <a:pt x="29597" y="184"/>
                    <a:pt x="27625" y="184"/>
                  </a:cubicBezTo>
                  <a:cubicBezTo>
                    <a:pt x="25994" y="184"/>
                    <a:pt x="24677" y="326"/>
                    <a:pt x="23159" y="757"/>
                  </a:cubicBezTo>
                  <a:lnTo>
                    <a:pt x="23044" y="814"/>
                  </a:lnTo>
                  <a:cubicBezTo>
                    <a:pt x="21670" y="956"/>
                    <a:pt x="20440" y="1272"/>
                    <a:pt x="19066" y="1272"/>
                  </a:cubicBezTo>
                  <a:cubicBezTo>
                    <a:pt x="18329" y="1236"/>
                    <a:pt x="17662" y="1190"/>
                    <a:pt x="17020" y="1190"/>
                  </a:cubicBezTo>
                  <a:cubicBezTo>
                    <a:pt x="16116" y="1190"/>
                    <a:pt x="15263" y="1281"/>
                    <a:pt x="14342" y="1616"/>
                  </a:cubicBezTo>
                  <a:cubicBezTo>
                    <a:pt x="13169" y="1987"/>
                    <a:pt x="12081" y="1757"/>
                    <a:pt x="10907" y="1987"/>
                  </a:cubicBezTo>
                  <a:cubicBezTo>
                    <a:pt x="9533" y="2216"/>
                    <a:pt x="8788" y="3132"/>
                    <a:pt x="7673" y="3734"/>
                  </a:cubicBezTo>
                  <a:cubicBezTo>
                    <a:pt x="6384" y="4364"/>
                    <a:pt x="1" y="3505"/>
                    <a:pt x="486" y="5909"/>
                  </a:cubicBezTo>
                  <a:cubicBezTo>
                    <a:pt x="699" y="7009"/>
                    <a:pt x="1561" y="7309"/>
                    <a:pt x="2653" y="7309"/>
                  </a:cubicBezTo>
                  <a:cubicBezTo>
                    <a:pt x="3967" y="7309"/>
                    <a:pt x="5615" y="6875"/>
                    <a:pt x="6867" y="6875"/>
                  </a:cubicBezTo>
                  <a:cubicBezTo>
                    <a:pt x="7664" y="6875"/>
                    <a:pt x="8301" y="7051"/>
                    <a:pt x="8589" y="7627"/>
                  </a:cubicBezTo>
                  <a:cubicBezTo>
                    <a:pt x="8933" y="8429"/>
                    <a:pt x="8245" y="10089"/>
                    <a:pt x="8360" y="11033"/>
                  </a:cubicBezTo>
                  <a:cubicBezTo>
                    <a:pt x="8502" y="11834"/>
                    <a:pt x="8016" y="11548"/>
                    <a:pt x="8704" y="11978"/>
                  </a:cubicBezTo>
                  <a:cubicBezTo>
                    <a:pt x="8849" y="12064"/>
                    <a:pt x="9018" y="12080"/>
                    <a:pt x="9192" y="12080"/>
                  </a:cubicBezTo>
                  <a:cubicBezTo>
                    <a:pt x="9298" y="12080"/>
                    <a:pt x="9407" y="12074"/>
                    <a:pt x="9513" y="12074"/>
                  </a:cubicBezTo>
                  <a:cubicBezTo>
                    <a:pt x="9814" y="12074"/>
                    <a:pt x="10099" y="12123"/>
                    <a:pt x="10277" y="12494"/>
                  </a:cubicBezTo>
                  <a:cubicBezTo>
                    <a:pt x="10563" y="13295"/>
                    <a:pt x="9933" y="12865"/>
                    <a:pt x="9677" y="13151"/>
                  </a:cubicBezTo>
                  <a:cubicBezTo>
                    <a:pt x="9189" y="13581"/>
                    <a:pt x="9333" y="13295"/>
                    <a:pt x="8990" y="14010"/>
                  </a:cubicBezTo>
                  <a:cubicBezTo>
                    <a:pt x="8704" y="14582"/>
                    <a:pt x="9047" y="14669"/>
                    <a:pt x="8502" y="15185"/>
                  </a:cubicBezTo>
                  <a:cubicBezTo>
                    <a:pt x="8158" y="15528"/>
                    <a:pt x="7471" y="15613"/>
                    <a:pt x="7128" y="16128"/>
                  </a:cubicBezTo>
                  <a:cubicBezTo>
                    <a:pt x="5697" y="17846"/>
                    <a:pt x="6727" y="21338"/>
                    <a:pt x="7616" y="23085"/>
                  </a:cubicBezTo>
                  <a:cubicBezTo>
                    <a:pt x="8245" y="24231"/>
                    <a:pt x="8933" y="23800"/>
                    <a:pt x="10078" y="24315"/>
                  </a:cubicBezTo>
                  <a:cubicBezTo>
                    <a:pt x="10542" y="24488"/>
                    <a:pt x="10673" y="24993"/>
                    <a:pt x="11254" y="24993"/>
                  </a:cubicBezTo>
                  <a:cubicBezTo>
                    <a:pt x="11353" y="24993"/>
                    <a:pt x="11465" y="24978"/>
                    <a:pt x="11594" y="24945"/>
                  </a:cubicBezTo>
                  <a:cubicBezTo>
                    <a:pt x="12196" y="24803"/>
                    <a:pt x="12539" y="24144"/>
                    <a:pt x="12883" y="23571"/>
                  </a:cubicBezTo>
                  <a:cubicBezTo>
                    <a:pt x="13112" y="23085"/>
                    <a:pt x="13169" y="22627"/>
                    <a:pt x="13655" y="22284"/>
                  </a:cubicBezTo>
                  <a:cubicBezTo>
                    <a:pt x="14113" y="21911"/>
                    <a:pt x="14601" y="22055"/>
                    <a:pt x="15086" y="21540"/>
                  </a:cubicBezTo>
                  <a:cubicBezTo>
                    <a:pt x="15830" y="20681"/>
                    <a:pt x="15773" y="19449"/>
                    <a:pt x="16948" y="18791"/>
                  </a:cubicBezTo>
                  <a:cubicBezTo>
                    <a:pt x="17333" y="18558"/>
                    <a:pt x="17693" y="18483"/>
                    <a:pt x="18049" y="18483"/>
                  </a:cubicBezTo>
                  <a:cubicBezTo>
                    <a:pt x="18699" y="18483"/>
                    <a:pt x="19338" y="18734"/>
                    <a:pt x="20097" y="18734"/>
                  </a:cubicBezTo>
                  <a:cubicBezTo>
                    <a:pt x="21128" y="18647"/>
                    <a:pt x="21872" y="17704"/>
                    <a:pt x="22758" y="17273"/>
                  </a:cubicBezTo>
                  <a:cubicBezTo>
                    <a:pt x="23589" y="16845"/>
                    <a:pt x="24132" y="16043"/>
                    <a:pt x="24964" y="15613"/>
                  </a:cubicBezTo>
                  <a:cubicBezTo>
                    <a:pt x="25195" y="15489"/>
                    <a:pt x="25442" y="15449"/>
                    <a:pt x="25698" y="15449"/>
                  </a:cubicBezTo>
                  <a:cubicBezTo>
                    <a:pt x="26168" y="15449"/>
                    <a:pt x="26670" y="15584"/>
                    <a:pt x="27174" y="15584"/>
                  </a:cubicBezTo>
                  <a:cubicBezTo>
                    <a:pt x="27344" y="15584"/>
                    <a:pt x="27513" y="15569"/>
                    <a:pt x="27682" y="15528"/>
                  </a:cubicBezTo>
                  <a:cubicBezTo>
                    <a:pt x="28598" y="15384"/>
                    <a:pt x="29601" y="14868"/>
                    <a:pt x="30574" y="14582"/>
                  </a:cubicBezTo>
                  <a:cubicBezTo>
                    <a:pt x="31261" y="14383"/>
                    <a:pt x="31948" y="14239"/>
                    <a:pt x="32205" y="13437"/>
                  </a:cubicBezTo>
                  <a:cubicBezTo>
                    <a:pt x="31948" y="13295"/>
                    <a:pt x="30831" y="13066"/>
                    <a:pt x="30774" y="12865"/>
                  </a:cubicBezTo>
                  <a:cubicBezTo>
                    <a:pt x="30517" y="12265"/>
                    <a:pt x="31117" y="11978"/>
                    <a:pt x="31518" y="11978"/>
                  </a:cubicBezTo>
                  <a:cubicBezTo>
                    <a:pt x="32042" y="11978"/>
                    <a:pt x="32649" y="12993"/>
                    <a:pt x="33149" y="12993"/>
                  </a:cubicBezTo>
                  <a:cubicBezTo>
                    <a:pt x="33305" y="12993"/>
                    <a:pt x="33450" y="12894"/>
                    <a:pt x="33579" y="12636"/>
                  </a:cubicBezTo>
                  <a:cubicBezTo>
                    <a:pt x="34209" y="11491"/>
                    <a:pt x="31948" y="10891"/>
                    <a:pt x="32693" y="10089"/>
                  </a:cubicBezTo>
                  <a:cubicBezTo>
                    <a:pt x="33178" y="9658"/>
                    <a:pt x="34697" y="10032"/>
                    <a:pt x="35354" y="9601"/>
                  </a:cubicBezTo>
                  <a:cubicBezTo>
                    <a:pt x="35842" y="9315"/>
                    <a:pt x="36270" y="8658"/>
                    <a:pt x="36613" y="8142"/>
                  </a:cubicBezTo>
                  <a:cubicBezTo>
                    <a:pt x="36957" y="7570"/>
                    <a:pt x="36872" y="6910"/>
                    <a:pt x="37159" y="6482"/>
                  </a:cubicBezTo>
                  <a:cubicBezTo>
                    <a:pt x="37358" y="6109"/>
                    <a:pt x="38045" y="6051"/>
                    <a:pt x="38189" y="5680"/>
                  </a:cubicBezTo>
                  <a:cubicBezTo>
                    <a:pt x="38446" y="5108"/>
                    <a:pt x="37903" y="4822"/>
                    <a:pt x="38102" y="4306"/>
                  </a:cubicBezTo>
                  <a:cubicBezTo>
                    <a:pt x="38732" y="2932"/>
                    <a:pt x="43656" y="3074"/>
                    <a:pt x="43800" y="1902"/>
                  </a:cubicBezTo>
                  <a:cubicBezTo>
                    <a:pt x="43826" y="1251"/>
                    <a:pt x="43036" y="1074"/>
                    <a:pt x="42101" y="1074"/>
                  </a:cubicBezTo>
                  <a:cubicBezTo>
                    <a:pt x="40980" y="1074"/>
                    <a:pt x="39652" y="1329"/>
                    <a:pt x="39277" y="1329"/>
                  </a:cubicBezTo>
                  <a:cubicBezTo>
                    <a:pt x="37701" y="1272"/>
                    <a:pt x="36815" y="184"/>
                    <a:pt x="35239" y="40"/>
                  </a:cubicBezTo>
                  <a:cubicBezTo>
                    <a:pt x="34733" y="12"/>
                    <a:pt x="34225" y="0"/>
                    <a:pt x="3371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7548678" y="756118"/>
              <a:ext cx="892296" cy="520878"/>
            </a:xfrm>
            <a:custGeom>
              <a:avLst/>
              <a:gdLst/>
              <a:ahLst/>
              <a:cxnLst/>
              <a:rect l="l" t="t" r="r" b="b"/>
              <a:pathLst>
                <a:path w="44113" h="25751" extrusionOk="0">
                  <a:moveTo>
                    <a:pt x="33755" y="723"/>
                  </a:moveTo>
                  <a:cubicBezTo>
                    <a:pt x="34215" y="723"/>
                    <a:pt x="34672" y="733"/>
                    <a:pt x="35124" y="758"/>
                  </a:cubicBezTo>
                  <a:cubicBezTo>
                    <a:pt x="35841" y="816"/>
                    <a:pt x="36384" y="1102"/>
                    <a:pt x="36986" y="1388"/>
                  </a:cubicBezTo>
                  <a:cubicBezTo>
                    <a:pt x="37643" y="1704"/>
                    <a:pt x="38303" y="2018"/>
                    <a:pt x="39219" y="2075"/>
                  </a:cubicBezTo>
                  <a:cubicBezTo>
                    <a:pt x="39361" y="2075"/>
                    <a:pt x="39647" y="2048"/>
                    <a:pt x="39991" y="1991"/>
                  </a:cubicBezTo>
                  <a:cubicBezTo>
                    <a:pt x="40479" y="1925"/>
                    <a:pt x="41329" y="1814"/>
                    <a:pt x="42056" y="1814"/>
                  </a:cubicBezTo>
                  <a:cubicBezTo>
                    <a:pt x="42607" y="1814"/>
                    <a:pt x="43086" y="1878"/>
                    <a:pt x="43284" y="2075"/>
                  </a:cubicBezTo>
                  <a:cubicBezTo>
                    <a:pt x="43369" y="2132"/>
                    <a:pt x="43369" y="2190"/>
                    <a:pt x="43369" y="2247"/>
                  </a:cubicBezTo>
                  <a:cubicBezTo>
                    <a:pt x="43341" y="2563"/>
                    <a:pt x="41880" y="2849"/>
                    <a:pt x="41108" y="3021"/>
                  </a:cubicBezTo>
                  <a:cubicBezTo>
                    <a:pt x="39620" y="3335"/>
                    <a:pt x="38101" y="3651"/>
                    <a:pt x="37701" y="4537"/>
                  </a:cubicBezTo>
                  <a:cubicBezTo>
                    <a:pt x="37559" y="4910"/>
                    <a:pt x="37673" y="5224"/>
                    <a:pt x="37758" y="5426"/>
                  </a:cubicBezTo>
                  <a:cubicBezTo>
                    <a:pt x="37845" y="5655"/>
                    <a:pt x="37872" y="5739"/>
                    <a:pt x="37788" y="5911"/>
                  </a:cubicBezTo>
                  <a:cubicBezTo>
                    <a:pt x="37758" y="5968"/>
                    <a:pt x="37559" y="6083"/>
                    <a:pt x="37444" y="6140"/>
                  </a:cubicBezTo>
                  <a:cubicBezTo>
                    <a:pt x="37215" y="6255"/>
                    <a:pt x="36929" y="6399"/>
                    <a:pt x="36784" y="6655"/>
                  </a:cubicBezTo>
                  <a:cubicBezTo>
                    <a:pt x="36613" y="6914"/>
                    <a:pt x="36555" y="7228"/>
                    <a:pt x="36498" y="7514"/>
                  </a:cubicBezTo>
                  <a:cubicBezTo>
                    <a:pt x="36441" y="7801"/>
                    <a:pt x="36384" y="8087"/>
                    <a:pt x="36242" y="8316"/>
                  </a:cubicBezTo>
                  <a:lnTo>
                    <a:pt x="36155" y="8430"/>
                  </a:lnTo>
                  <a:cubicBezTo>
                    <a:pt x="35868" y="8888"/>
                    <a:pt x="35497" y="9433"/>
                    <a:pt x="35124" y="9662"/>
                  </a:cubicBezTo>
                  <a:cubicBezTo>
                    <a:pt x="34868" y="9834"/>
                    <a:pt x="34352" y="9834"/>
                    <a:pt x="33894" y="9862"/>
                  </a:cubicBezTo>
                  <a:cubicBezTo>
                    <a:pt x="33292" y="9891"/>
                    <a:pt x="32719" y="9891"/>
                    <a:pt x="32376" y="10235"/>
                  </a:cubicBezTo>
                  <a:cubicBezTo>
                    <a:pt x="31776" y="10865"/>
                    <a:pt x="32376" y="11465"/>
                    <a:pt x="32749" y="11838"/>
                  </a:cubicBezTo>
                  <a:cubicBezTo>
                    <a:pt x="33207" y="12296"/>
                    <a:pt x="33379" y="12525"/>
                    <a:pt x="33207" y="12839"/>
                  </a:cubicBezTo>
                  <a:cubicBezTo>
                    <a:pt x="33150" y="12983"/>
                    <a:pt x="33093" y="13011"/>
                    <a:pt x="33093" y="13011"/>
                  </a:cubicBezTo>
                  <a:cubicBezTo>
                    <a:pt x="32978" y="13011"/>
                    <a:pt x="32692" y="12754"/>
                    <a:pt x="32548" y="12610"/>
                  </a:cubicBezTo>
                  <a:cubicBezTo>
                    <a:pt x="32204" y="12296"/>
                    <a:pt x="31890" y="12010"/>
                    <a:pt x="31460" y="12010"/>
                  </a:cubicBezTo>
                  <a:cubicBezTo>
                    <a:pt x="31116" y="12010"/>
                    <a:pt x="30631" y="12152"/>
                    <a:pt x="30429" y="12525"/>
                  </a:cubicBezTo>
                  <a:cubicBezTo>
                    <a:pt x="30258" y="12754"/>
                    <a:pt x="30258" y="13068"/>
                    <a:pt x="30372" y="13354"/>
                  </a:cubicBezTo>
                  <a:cubicBezTo>
                    <a:pt x="30487" y="13640"/>
                    <a:pt x="30860" y="13785"/>
                    <a:pt x="31517" y="13984"/>
                  </a:cubicBezTo>
                  <a:cubicBezTo>
                    <a:pt x="31574" y="13984"/>
                    <a:pt x="31604" y="14014"/>
                    <a:pt x="31632" y="14014"/>
                  </a:cubicBezTo>
                  <a:cubicBezTo>
                    <a:pt x="31432" y="14300"/>
                    <a:pt x="31089" y="14414"/>
                    <a:pt x="30574" y="14556"/>
                  </a:cubicBezTo>
                  <a:lnTo>
                    <a:pt x="30402" y="14614"/>
                  </a:lnTo>
                  <a:cubicBezTo>
                    <a:pt x="30029" y="14728"/>
                    <a:pt x="29628" y="14872"/>
                    <a:pt x="29257" y="15014"/>
                  </a:cubicBezTo>
                  <a:cubicBezTo>
                    <a:pt x="28654" y="15243"/>
                    <a:pt x="28082" y="15473"/>
                    <a:pt x="27567" y="15560"/>
                  </a:cubicBezTo>
                  <a:cubicBezTo>
                    <a:pt x="27431" y="15590"/>
                    <a:pt x="27296" y="15602"/>
                    <a:pt x="27158" y="15602"/>
                  </a:cubicBezTo>
                  <a:cubicBezTo>
                    <a:pt x="26919" y="15602"/>
                    <a:pt x="26676" y="15566"/>
                    <a:pt x="26422" y="15530"/>
                  </a:cubicBezTo>
                  <a:cubicBezTo>
                    <a:pt x="26157" y="15491"/>
                    <a:pt x="25892" y="15451"/>
                    <a:pt x="25629" y="15451"/>
                  </a:cubicBezTo>
                  <a:cubicBezTo>
                    <a:pt x="25325" y="15451"/>
                    <a:pt x="25025" y="15504"/>
                    <a:pt x="24734" y="15674"/>
                  </a:cubicBezTo>
                  <a:cubicBezTo>
                    <a:pt x="24276" y="15903"/>
                    <a:pt x="23902" y="16217"/>
                    <a:pt x="23559" y="16560"/>
                  </a:cubicBezTo>
                  <a:cubicBezTo>
                    <a:pt x="23215" y="16847"/>
                    <a:pt x="22902" y="17133"/>
                    <a:pt x="22528" y="17334"/>
                  </a:cubicBezTo>
                  <a:cubicBezTo>
                    <a:pt x="22185" y="17506"/>
                    <a:pt x="21871" y="17735"/>
                    <a:pt x="21555" y="17964"/>
                  </a:cubicBezTo>
                  <a:cubicBezTo>
                    <a:pt x="21040" y="18335"/>
                    <a:pt x="20554" y="18708"/>
                    <a:pt x="20039" y="18736"/>
                  </a:cubicBezTo>
                  <a:cubicBezTo>
                    <a:pt x="19666" y="18736"/>
                    <a:pt x="19322" y="18679"/>
                    <a:pt x="19008" y="18621"/>
                  </a:cubicBezTo>
                  <a:cubicBezTo>
                    <a:pt x="18684" y="18557"/>
                    <a:pt x="18354" y="18499"/>
                    <a:pt x="18011" y="18499"/>
                  </a:cubicBezTo>
                  <a:cubicBezTo>
                    <a:pt x="17595" y="18499"/>
                    <a:pt x="17159" y="18585"/>
                    <a:pt x="16688" y="18850"/>
                  </a:cubicBezTo>
                  <a:cubicBezTo>
                    <a:pt x="15887" y="19308"/>
                    <a:pt x="15601" y="20025"/>
                    <a:pt x="15344" y="20625"/>
                  </a:cubicBezTo>
                  <a:cubicBezTo>
                    <a:pt x="15172" y="21026"/>
                    <a:pt x="15001" y="21399"/>
                    <a:pt x="14772" y="21686"/>
                  </a:cubicBezTo>
                  <a:cubicBezTo>
                    <a:pt x="14570" y="21885"/>
                    <a:pt x="14371" y="21942"/>
                    <a:pt x="14112" y="22029"/>
                  </a:cubicBezTo>
                  <a:cubicBezTo>
                    <a:pt x="13883" y="22086"/>
                    <a:pt x="13627" y="22171"/>
                    <a:pt x="13368" y="22373"/>
                  </a:cubicBezTo>
                  <a:cubicBezTo>
                    <a:pt x="12910" y="22716"/>
                    <a:pt x="12738" y="23117"/>
                    <a:pt x="12596" y="23518"/>
                  </a:cubicBezTo>
                  <a:cubicBezTo>
                    <a:pt x="12566" y="23602"/>
                    <a:pt x="12539" y="23689"/>
                    <a:pt x="12509" y="23804"/>
                  </a:cubicBezTo>
                  <a:lnTo>
                    <a:pt x="12452" y="23889"/>
                  </a:lnTo>
                  <a:cubicBezTo>
                    <a:pt x="12165" y="24377"/>
                    <a:pt x="11879" y="24892"/>
                    <a:pt x="11451" y="24977"/>
                  </a:cubicBezTo>
                  <a:cubicBezTo>
                    <a:pt x="11348" y="24999"/>
                    <a:pt x="11266" y="25010"/>
                    <a:pt x="11197" y="25010"/>
                  </a:cubicBezTo>
                  <a:cubicBezTo>
                    <a:pt x="10996" y="25010"/>
                    <a:pt x="10904" y="24918"/>
                    <a:pt x="10734" y="24748"/>
                  </a:cubicBezTo>
                  <a:cubicBezTo>
                    <a:pt x="10592" y="24606"/>
                    <a:pt x="10420" y="24434"/>
                    <a:pt x="10162" y="24347"/>
                  </a:cubicBezTo>
                  <a:cubicBezTo>
                    <a:pt x="9733" y="24148"/>
                    <a:pt x="9333" y="24090"/>
                    <a:pt x="9017" y="24033"/>
                  </a:cubicBezTo>
                  <a:cubicBezTo>
                    <a:pt x="8474" y="23919"/>
                    <a:pt x="8187" y="23889"/>
                    <a:pt x="7871" y="23289"/>
                  </a:cubicBezTo>
                  <a:cubicBezTo>
                    <a:pt x="7013" y="21571"/>
                    <a:pt x="6069" y="18278"/>
                    <a:pt x="7386" y="16705"/>
                  </a:cubicBezTo>
                  <a:cubicBezTo>
                    <a:pt x="7528" y="16476"/>
                    <a:pt x="7757" y="16361"/>
                    <a:pt x="8016" y="16247"/>
                  </a:cubicBezTo>
                  <a:cubicBezTo>
                    <a:pt x="8272" y="16132"/>
                    <a:pt x="8531" y="15988"/>
                    <a:pt x="8703" y="15816"/>
                  </a:cubicBezTo>
                  <a:cubicBezTo>
                    <a:pt x="9104" y="15445"/>
                    <a:pt x="9131" y="15216"/>
                    <a:pt x="9161" y="14930"/>
                  </a:cubicBezTo>
                  <a:cubicBezTo>
                    <a:pt x="9161" y="14815"/>
                    <a:pt x="9188" y="14728"/>
                    <a:pt x="9275" y="14529"/>
                  </a:cubicBezTo>
                  <a:cubicBezTo>
                    <a:pt x="9475" y="14098"/>
                    <a:pt x="9475" y="14098"/>
                    <a:pt x="9532" y="14041"/>
                  </a:cubicBezTo>
                  <a:cubicBezTo>
                    <a:pt x="9619" y="13984"/>
                    <a:pt x="9704" y="13927"/>
                    <a:pt x="9875" y="13785"/>
                  </a:cubicBezTo>
                  <a:cubicBezTo>
                    <a:pt x="9875" y="13755"/>
                    <a:pt x="9962" y="13755"/>
                    <a:pt x="10020" y="13755"/>
                  </a:cubicBezTo>
                  <a:cubicBezTo>
                    <a:pt x="10162" y="13755"/>
                    <a:pt x="10420" y="13727"/>
                    <a:pt x="10562" y="13498"/>
                  </a:cubicBezTo>
                  <a:cubicBezTo>
                    <a:pt x="10734" y="13269"/>
                    <a:pt x="10649" y="12983"/>
                    <a:pt x="10562" y="12724"/>
                  </a:cubicBezTo>
                  <a:cubicBezTo>
                    <a:pt x="10306" y="12152"/>
                    <a:pt x="9848" y="12095"/>
                    <a:pt x="9475" y="12095"/>
                  </a:cubicBezTo>
                  <a:lnTo>
                    <a:pt x="9303" y="12095"/>
                  </a:lnTo>
                  <a:cubicBezTo>
                    <a:pt x="9104" y="12095"/>
                    <a:pt x="8932" y="12095"/>
                    <a:pt x="8845" y="12067"/>
                  </a:cubicBezTo>
                  <a:cubicBezTo>
                    <a:pt x="8787" y="12010"/>
                    <a:pt x="8730" y="11980"/>
                    <a:pt x="8673" y="11953"/>
                  </a:cubicBezTo>
                  <a:cubicBezTo>
                    <a:pt x="8703" y="11808"/>
                    <a:pt x="8703" y="11637"/>
                    <a:pt x="8673" y="11380"/>
                  </a:cubicBezTo>
                  <a:cubicBezTo>
                    <a:pt x="8616" y="11007"/>
                    <a:pt x="8703" y="10464"/>
                    <a:pt x="8817" y="9949"/>
                  </a:cubicBezTo>
                  <a:cubicBezTo>
                    <a:pt x="8932" y="9204"/>
                    <a:pt x="9074" y="8403"/>
                    <a:pt x="8845" y="7858"/>
                  </a:cubicBezTo>
                  <a:cubicBezTo>
                    <a:pt x="8470" y="7108"/>
                    <a:pt x="7688" y="6896"/>
                    <a:pt x="6749" y="6896"/>
                  </a:cubicBezTo>
                  <a:cubicBezTo>
                    <a:pt x="6111" y="6896"/>
                    <a:pt x="5401" y="6993"/>
                    <a:pt x="4695" y="7086"/>
                  </a:cubicBezTo>
                  <a:cubicBezTo>
                    <a:pt x="3870" y="7214"/>
                    <a:pt x="3150" y="7311"/>
                    <a:pt x="2558" y="7311"/>
                  </a:cubicBezTo>
                  <a:cubicBezTo>
                    <a:pt x="1566" y="7311"/>
                    <a:pt x="934" y="7041"/>
                    <a:pt x="772" y="6197"/>
                  </a:cubicBezTo>
                  <a:cubicBezTo>
                    <a:pt x="745" y="5968"/>
                    <a:pt x="772" y="5826"/>
                    <a:pt x="887" y="5655"/>
                  </a:cubicBezTo>
                  <a:cubicBezTo>
                    <a:pt x="1432" y="4968"/>
                    <a:pt x="3577" y="4853"/>
                    <a:pt x="5123" y="4796"/>
                  </a:cubicBezTo>
                  <a:cubicBezTo>
                    <a:pt x="6326" y="4709"/>
                    <a:pt x="7299" y="4681"/>
                    <a:pt x="7787" y="4423"/>
                  </a:cubicBezTo>
                  <a:cubicBezTo>
                    <a:pt x="8187" y="4223"/>
                    <a:pt x="8531" y="3965"/>
                    <a:pt x="8875" y="3708"/>
                  </a:cubicBezTo>
                  <a:cubicBezTo>
                    <a:pt x="9504" y="3278"/>
                    <a:pt x="10077" y="2849"/>
                    <a:pt x="10906" y="2705"/>
                  </a:cubicBezTo>
                  <a:cubicBezTo>
                    <a:pt x="11394" y="2620"/>
                    <a:pt x="11852" y="2620"/>
                    <a:pt x="12337" y="2591"/>
                  </a:cubicBezTo>
                  <a:cubicBezTo>
                    <a:pt x="12997" y="2591"/>
                    <a:pt x="13654" y="2563"/>
                    <a:pt x="14398" y="2334"/>
                  </a:cubicBezTo>
                  <a:cubicBezTo>
                    <a:pt x="15288" y="2004"/>
                    <a:pt x="16126" y="1924"/>
                    <a:pt x="17035" y="1924"/>
                  </a:cubicBezTo>
                  <a:cubicBezTo>
                    <a:pt x="17471" y="1924"/>
                    <a:pt x="17924" y="1942"/>
                    <a:pt x="18406" y="1961"/>
                  </a:cubicBezTo>
                  <a:lnTo>
                    <a:pt x="19008" y="1991"/>
                  </a:lnTo>
                  <a:cubicBezTo>
                    <a:pt x="19924" y="1991"/>
                    <a:pt x="20783" y="1876"/>
                    <a:pt x="21642" y="1732"/>
                  </a:cubicBezTo>
                  <a:cubicBezTo>
                    <a:pt x="22100" y="1674"/>
                    <a:pt x="22528" y="1617"/>
                    <a:pt x="23016" y="1560"/>
                  </a:cubicBezTo>
                  <a:cubicBezTo>
                    <a:pt x="23101" y="1560"/>
                    <a:pt x="23158" y="1532"/>
                    <a:pt x="23215" y="1475"/>
                  </a:cubicBezTo>
                  <a:cubicBezTo>
                    <a:pt x="24619" y="1074"/>
                    <a:pt x="25879" y="903"/>
                    <a:pt x="27567" y="903"/>
                  </a:cubicBezTo>
                  <a:cubicBezTo>
                    <a:pt x="28540" y="903"/>
                    <a:pt x="29571" y="873"/>
                    <a:pt x="30574" y="816"/>
                  </a:cubicBezTo>
                  <a:cubicBezTo>
                    <a:pt x="31629" y="776"/>
                    <a:pt x="32700" y="723"/>
                    <a:pt x="33755" y="723"/>
                  </a:cubicBezTo>
                  <a:close/>
                  <a:moveTo>
                    <a:pt x="33550" y="1"/>
                  </a:moveTo>
                  <a:cubicBezTo>
                    <a:pt x="32540" y="1"/>
                    <a:pt x="31530" y="45"/>
                    <a:pt x="30544" y="101"/>
                  </a:cubicBezTo>
                  <a:cubicBezTo>
                    <a:pt x="29543" y="129"/>
                    <a:pt x="28540" y="186"/>
                    <a:pt x="27567" y="186"/>
                  </a:cubicBezTo>
                  <a:cubicBezTo>
                    <a:pt x="25792" y="186"/>
                    <a:pt x="24475" y="358"/>
                    <a:pt x="23016" y="788"/>
                  </a:cubicBezTo>
                  <a:cubicBezTo>
                    <a:pt x="22959" y="788"/>
                    <a:pt x="22929" y="816"/>
                    <a:pt x="22872" y="845"/>
                  </a:cubicBezTo>
                  <a:cubicBezTo>
                    <a:pt x="22414" y="903"/>
                    <a:pt x="21986" y="960"/>
                    <a:pt x="21528" y="1017"/>
                  </a:cubicBezTo>
                  <a:cubicBezTo>
                    <a:pt x="20669" y="1159"/>
                    <a:pt x="19867" y="1274"/>
                    <a:pt x="19008" y="1274"/>
                  </a:cubicBezTo>
                  <a:lnTo>
                    <a:pt x="18436" y="1246"/>
                  </a:lnTo>
                  <a:cubicBezTo>
                    <a:pt x="17956" y="1228"/>
                    <a:pt x="17496" y="1210"/>
                    <a:pt x="17046" y="1210"/>
                  </a:cubicBezTo>
                  <a:cubicBezTo>
                    <a:pt x="16073" y="1210"/>
                    <a:pt x="15148" y="1295"/>
                    <a:pt x="14169" y="1647"/>
                  </a:cubicBezTo>
                  <a:cubicBezTo>
                    <a:pt x="13540" y="1846"/>
                    <a:pt x="12940" y="1846"/>
                    <a:pt x="12310" y="1876"/>
                  </a:cubicBezTo>
                  <a:cubicBezTo>
                    <a:pt x="11822" y="1903"/>
                    <a:pt x="11307" y="1903"/>
                    <a:pt x="10791" y="1991"/>
                  </a:cubicBezTo>
                  <a:cubicBezTo>
                    <a:pt x="9791" y="2162"/>
                    <a:pt x="9131" y="2648"/>
                    <a:pt x="8444" y="3136"/>
                  </a:cubicBezTo>
                  <a:cubicBezTo>
                    <a:pt x="8130" y="3365"/>
                    <a:pt x="7814" y="3594"/>
                    <a:pt x="7471" y="3765"/>
                  </a:cubicBezTo>
                  <a:cubicBezTo>
                    <a:pt x="7100" y="3965"/>
                    <a:pt x="6069" y="3994"/>
                    <a:pt x="5096" y="4052"/>
                  </a:cubicBezTo>
                  <a:cubicBezTo>
                    <a:pt x="3206" y="4166"/>
                    <a:pt x="1058" y="4251"/>
                    <a:pt x="314" y="5224"/>
                  </a:cubicBezTo>
                  <a:cubicBezTo>
                    <a:pt x="57" y="5540"/>
                    <a:pt x="0" y="5911"/>
                    <a:pt x="85" y="6342"/>
                  </a:cubicBezTo>
                  <a:cubicBezTo>
                    <a:pt x="324" y="7696"/>
                    <a:pt x="1357" y="8044"/>
                    <a:pt x="2595" y="8044"/>
                  </a:cubicBezTo>
                  <a:cubicBezTo>
                    <a:pt x="3294" y="8044"/>
                    <a:pt x="4057" y="7934"/>
                    <a:pt x="4780" y="7830"/>
                  </a:cubicBezTo>
                  <a:cubicBezTo>
                    <a:pt x="5492" y="7721"/>
                    <a:pt x="6217" y="7611"/>
                    <a:pt x="6821" y="7611"/>
                  </a:cubicBezTo>
                  <a:cubicBezTo>
                    <a:pt x="7479" y="7611"/>
                    <a:pt x="7993" y="7741"/>
                    <a:pt x="8187" y="8144"/>
                  </a:cubicBezTo>
                  <a:cubicBezTo>
                    <a:pt x="8329" y="8488"/>
                    <a:pt x="8215" y="9204"/>
                    <a:pt x="8100" y="9804"/>
                  </a:cubicBezTo>
                  <a:cubicBezTo>
                    <a:pt x="7986" y="10407"/>
                    <a:pt x="7871" y="11007"/>
                    <a:pt x="7958" y="11465"/>
                  </a:cubicBezTo>
                  <a:cubicBezTo>
                    <a:pt x="7986" y="11724"/>
                    <a:pt x="7958" y="11808"/>
                    <a:pt x="7958" y="11866"/>
                  </a:cubicBezTo>
                  <a:cubicBezTo>
                    <a:pt x="7814" y="12266"/>
                    <a:pt x="8043" y="12411"/>
                    <a:pt x="8474" y="12667"/>
                  </a:cubicBezTo>
                  <a:cubicBezTo>
                    <a:pt x="8678" y="12790"/>
                    <a:pt x="8883" y="12825"/>
                    <a:pt x="9087" y="12825"/>
                  </a:cubicBezTo>
                  <a:cubicBezTo>
                    <a:pt x="9169" y="12825"/>
                    <a:pt x="9251" y="12819"/>
                    <a:pt x="9333" y="12811"/>
                  </a:cubicBezTo>
                  <a:cubicBezTo>
                    <a:pt x="9704" y="12811"/>
                    <a:pt x="9818" y="12811"/>
                    <a:pt x="9875" y="12983"/>
                  </a:cubicBezTo>
                  <a:cubicBezTo>
                    <a:pt x="9905" y="13011"/>
                    <a:pt x="9905" y="13011"/>
                    <a:pt x="9905" y="13040"/>
                  </a:cubicBezTo>
                  <a:cubicBezTo>
                    <a:pt x="9733" y="13040"/>
                    <a:pt x="9532" y="13098"/>
                    <a:pt x="9360" y="13240"/>
                  </a:cubicBezTo>
                  <a:cubicBezTo>
                    <a:pt x="9246" y="13354"/>
                    <a:pt x="9161" y="13411"/>
                    <a:pt x="9104" y="13469"/>
                  </a:cubicBezTo>
                  <a:cubicBezTo>
                    <a:pt x="8875" y="13640"/>
                    <a:pt x="8845" y="13698"/>
                    <a:pt x="8588" y="14243"/>
                  </a:cubicBezTo>
                  <a:cubicBezTo>
                    <a:pt x="8474" y="14529"/>
                    <a:pt x="8444" y="14728"/>
                    <a:pt x="8444" y="14872"/>
                  </a:cubicBezTo>
                  <a:cubicBezTo>
                    <a:pt x="8416" y="15014"/>
                    <a:pt x="8416" y="15072"/>
                    <a:pt x="8187" y="15301"/>
                  </a:cubicBezTo>
                  <a:cubicBezTo>
                    <a:pt x="8073" y="15415"/>
                    <a:pt x="7901" y="15502"/>
                    <a:pt x="7700" y="15587"/>
                  </a:cubicBezTo>
                  <a:cubicBezTo>
                    <a:pt x="7386" y="15731"/>
                    <a:pt x="7013" y="15931"/>
                    <a:pt x="6784" y="16247"/>
                  </a:cubicBezTo>
                  <a:cubicBezTo>
                    <a:pt x="5181" y="18221"/>
                    <a:pt x="6383" y="21942"/>
                    <a:pt x="7242" y="23602"/>
                  </a:cubicBezTo>
                  <a:cubicBezTo>
                    <a:pt x="7729" y="24519"/>
                    <a:pt x="8302" y="24633"/>
                    <a:pt x="8902" y="24748"/>
                  </a:cubicBezTo>
                  <a:cubicBezTo>
                    <a:pt x="9188" y="24805"/>
                    <a:pt x="9504" y="24862"/>
                    <a:pt x="9875" y="25006"/>
                  </a:cubicBezTo>
                  <a:cubicBezTo>
                    <a:pt x="10020" y="25064"/>
                    <a:pt x="10104" y="25148"/>
                    <a:pt x="10219" y="25263"/>
                  </a:cubicBezTo>
                  <a:cubicBezTo>
                    <a:pt x="10448" y="25464"/>
                    <a:pt x="10707" y="25751"/>
                    <a:pt x="11192" y="25751"/>
                  </a:cubicBezTo>
                  <a:cubicBezTo>
                    <a:pt x="11336" y="25751"/>
                    <a:pt x="11451" y="25721"/>
                    <a:pt x="11623" y="25693"/>
                  </a:cubicBezTo>
                  <a:cubicBezTo>
                    <a:pt x="12337" y="25522"/>
                    <a:pt x="12738" y="24835"/>
                    <a:pt x="13082" y="24262"/>
                  </a:cubicBezTo>
                  <a:lnTo>
                    <a:pt x="13139" y="24148"/>
                  </a:lnTo>
                  <a:cubicBezTo>
                    <a:pt x="13169" y="24118"/>
                    <a:pt x="13169" y="24118"/>
                    <a:pt x="13169" y="24090"/>
                  </a:cubicBezTo>
                  <a:cubicBezTo>
                    <a:pt x="13226" y="23976"/>
                    <a:pt x="13253" y="23889"/>
                    <a:pt x="13283" y="23774"/>
                  </a:cubicBezTo>
                  <a:cubicBezTo>
                    <a:pt x="13425" y="23431"/>
                    <a:pt x="13512" y="23174"/>
                    <a:pt x="13798" y="22945"/>
                  </a:cubicBezTo>
                  <a:cubicBezTo>
                    <a:pt x="13970" y="22831"/>
                    <a:pt x="14112" y="22773"/>
                    <a:pt x="14314" y="22716"/>
                  </a:cubicBezTo>
                  <a:cubicBezTo>
                    <a:pt x="14600" y="22629"/>
                    <a:pt x="14943" y="22544"/>
                    <a:pt x="15314" y="22171"/>
                  </a:cubicBezTo>
                  <a:cubicBezTo>
                    <a:pt x="15630" y="21770"/>
                    <a:pt x="15830" y="21342"/>
                    <a:pt x="16001" y="20912"/>
                  </a:cubicBezTo>
                  <a:cubicBezTo>
                    <a:pt x="16260" y="20339"/>
                    <a:pt x="16459" y="19824"/>
                    <a:pt x="17062" y="19480"/>
                  </a:cubicBezTo>
                  <a:cubicBezTo>
                    <a:pt x="17386" y="19289"/>
                    <a:pt x="17679" y="19227"/>
                    <a:pt x="17982" y="19227"/>
                  </a:cubicBezTo>
                  <a:cubicBezTo>
                    <a:pt x="18267" y="19227"/>
                    <a:pt x="18560" y="19283"/>
                    <a:pt x="18894" y="19338"/>
                  </a:cubicBezTo>
                  <a:cubicBezTo>
                    <a:pt x="19237" y="19395"/>
                    <a:pt x="19608" y="19453"/>
                    <a:pt x="20039" y="19453"/>
                  </a:cubicBezTo>
                  <a:lnTo>
                    <a:pt x="20066" y="19453"/>
                  </a:lnTo>
                  <a:cubicBezTo>
                    <a:pt x="20811" y="19395"/>
                    <a:pt x="21413" y="18965"/>
                    <a:pt x="21986" y="18537"/>
                  </a:cubicBezTo>
                  <a:cubicBezTo>
                    <a:pt x="22272" y="18335"/>
                    <a:pt x="22558" y="18106"/>
                    <a:pt x="22872" y="17964"/>
                  </a:cubicBezTo>
                  <a:cubicBezTo>
                    <a:pt x="23330" y="17735"/>
                    <a:pt x="23673" y="17392"/>
                    <a:pt x="24047" y="17076"/>
                  </a:cubicBezTo>
                  <a:cubicBezTo>
                    <a:pt x="24360" y="16789"/>
                    <a:pt x="24704" y="16503"/>
                    <a:pt x="25047" y="16304"/>
                  </a:cubicBezTo>
                  <a:cubicBezTo>
                    <a:pt x="25234" y="16218"/>
                    <a:pt x="25428" y="16189"/>
                    <a:pt x="25635" y="16189"/>
                  </a:cubicBezTo>
                  <a:cubicBezTo>
                    <a:pt x="25843" y="16189"/>
                    <a:pt x="26064" y="16218"/>
                    <a:pt x="26307" y="16247"/>
                  </a:cubicBezTo>
                  <a:cubicBezTo>
                    <a:pt x="26582" y="16283"/>
                    <a:pt x="26879" y="16331"/>
                    <a:pt x="27177" y="16331"/>
                  </a:cubicBezTo>
                  <a:cubicBezTo>
                    <a:pt x="27346" y="16331"/>
                    <a:pt x="27515" y="16315"/>
                    <a:pt x="27681" y="16274"/>
                  </a:cubicBezTo>
                  <a:cubicBezTo>
                    <a:pt x="28283" y="16160"/>
                    <a:pt x="28913" y="15931"/>
                    <a:pt x="29513" y="15702"/>
                  </a:cubicBezTo>
                  <a:cubicBezTo>
                    <a:pt x="29887" y="15560"/>
                    <a:pt x="30258" y="15415"/>
                    <a:pt x="30631" y="15301"/>
                  </a:cubicBezTo>
                  <a:lnTo>
                    <a:pt x="30803" y="15273"/>
                  </a:lnTo>
                  <a:cubicBezTo>
                    <a:pt x="31460" y="15072"/>
                    <a:pt x="32177" y="14843"/>
                    <a:pt x="32490" y="13927"/>
                  </a:cubicBezTo>
                  <a:cubicBezTo>
                    <a:pt x="32548" y="13755"/>
                    <a:pt x="32490" y="13583"/>
                    <a:pt x="32319" y="13498"/>
                  </a:cubicBezTo>
                  <a:cubicBezTo>
                    <a:pt x="32204" y="13411"/>
                    <a:pt x="32032" y="13354"/>
                    <a:pt x="31719" y="13269"/>
                  </a:cubicBezTo>
                  <a:cubicBezTo>
                    <a:pt x="31517" y="13212"/>
                    <a:pt x="31174" y="13098"/>
                    <a:pt x="31032" y="13040"/>
                  </a:cubicBezTo>
                  <a:cubicBezTo>
                    <a:pt x="31002" y="12953"/>
                    <a:pt x="31032" y="12926"/>
                    <a:pt x="31032" y="12896"/>
                  </a:cubicBezTo>
                  <a:cubicBezTo>
                    <a:pt x="31089" y="12811"/>
                    <a:pt x="31288" y="12724"/>
                    <a:pt x="31460" y="12724"/>
                  </a:cubicBezTo>
                  <a:cubicBezTo>
                    <a:pt x="31604" y="12724"/>
                    <a:pt x="31861" y="12983"/>
                    <a:pt x="32062" y="13155"/>
                  </a:cubicBezTo>
                  <a:cubicBezTo>
                    <a:pt x="32370" y="13436"/>
                    <a:pt x="32699" y="13740"/>
                    <a:pt x="33094" y="13740"/>
                  </a:cubicBezTo>
                  <a:cubicBezTo>
                    <a:pt x="33140" y="13740"/>
                    <a:pt x="33187" y="13736"/>
                    <a:pt x="33235" y="13727"/>
                  </a:cubicBezTo>
                  <a:cubicBezTo>
                    <a:pt x="33494" y="13670"/>
                    <a:pt x="33693" y="13498"/>
                    <a:pt x="33837" y="13182"/>
                  </a:cubicBezTo>
                  <a:cubicBezTo>
                    <a:pt x="34295" y="12353"/>
                    <a:pt x="33665" y="11724"/>
                    <a:pt x="33235" y="11323"/>
                  </a:cubicBezTo>
                  <a:cubicBezTo>
                    <a:pt x="32777" y="10865"/>
                    <a:pt x="32806" y="10808"/>
                    <a:pt x="32891" y="10750"/>
                  </a:cubicBezTo>
                  <a:cubicBezTo>
                    <a:pt x="33036" y="10606"/>
                    <a:pt x="33521" y="10606"/>
                    <a:pt x="33922" y="10578"/>
                  </a:cubicBezTo>
                  <a:cubicBezTo>
                    <a:pt x="34494" y="10578"/>
                    <a:pt x="35067" y="10549"/>
                    <a:pt x="35497" y="10292"/>
                  </a:cubicBezTo>
                  <a:cubicBezTo>
                    <a:pt x="36013" y="9976"/>
                    <a:pt x="36413" y="9376"/>
                    <a:pt x="36757" y="8861"/>
                  </a:cubicBezTo>
                  <a:lnTo>
                    <a:pt x="36842" y="8717"/>
                  </a:lnTo>
                  <a:cubicBezTo>
                    <a:pt x="37071" y="8346"/>
                    <a:pt x="37128" y="7972"/>
                    <a:pt x="37215" y="7659"/>
                  </a:cubicBezTo>
                  <a:cubicBezTo>
                    <a:pt x="37272" y="7400"/>
                    <a:pt x="37300" y="7201"/>
                    <a:pt x="37414" y="7029"/>
                  </a:cubicBezTo>
                  <a:cubicBezTo>
                    <a:pt x="37444" y="6942"/>
                    <a:pt x="37643" y="6857"/>
                    <a:pt x="37788" y="6800"/>
                  </a:cubicBezTo>
                  <a:cubicBezTo>
                    <a:pt x="38044" y="6655"/>
                    <a:pt x="38330" y="6514"/>
                    <a:pt x="38445" y="6197"/>
                  </a:cubicBezTo>
                  <a:cubicBezTo>
                    <a:pt x="38646" y="5769"/>
                    <a:pt x="38532" y="5426"/>
                    <a:pt x="38445" y="5167"/>
                  </a:cubicBezTo>
                  <a:cubicBezTo>
                    <a:pt x="38360" y="4995"/>
                    <a:pt x="38360" y="4910"/>
                    <a:pt x="38388" y="4823"/>
                  </a:cubicBezTo>
                  <a:cubicBezTo>
                    <a:pt x="38617" y="4281"/>
                    <a:pt x="40078" y="3994"/>
                    <a:pt x="41250" y="3736"/>
                  </a:cubicBezTo>
                  <a:cubicBezTo>
                    <a:pt x="42796" y="3422"/>
                    <a:pt x="43998" y="3163"/>
                    <a:pt x="44113" y="2304"/>
                  </a:cubicBezTo>
                  <a:cubicBezTo>
                    <a:pt x="44113" y="1991"/>
                    <a:pt x="43998" y="1732"/>
                    <a:pt x="43799" y="1532"/>
                  </a:cubicBezTo>
                  <a:cubicBezTo>
                    <a:pt x="43437" y="1201"/>
                    <a:pt x="42821" y="1091"/>
                    <a:pt x="42084" y="1091"/>
                  </a:cubicBezTo>
                  <a:cubicBezTo>
                    <a:pt x="41423" y="1091"/>
                    <a:pt x="40664" y="1179"/>
                    <a:pt x="39906" y="1274"/>
                  </a:cubicBezTo>
                  <a:cubicBezTo>
                    <a:pt x="39620" y="1303"/>
                    <a:pt x="39333" y="1331"/>
                    <a:pt x="39219" y="1331"/>
                  </a:cubicBezTo>
                  <a:cubicBezTo>
                    <a:pt x="38502" y="1303"/>
                    <a:pt x="37902" y="1017"/>
                    <a:pt x="37300" y="731"/>
                  </a:cubicBezTo>
                  <a:cubicBezTo>
                    <a:pt x="36670" y="445"/>
                    <a:pt x="36040" y="129"/>
                    <a:pt x="35181" y="44"/>
                  </a:cubicBezTo>
                  <a:cubicBezTo>
                    <a:pt x="34640" y="13"/>
                    <a:pt x="34095" y="1"/>
                    <a:pt x="3355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7197131" y="775052"/>
              <a:ext cx="544322" cy="171893"/>
            </a:xfrm>
            <a:custGeom>
              <a:avLst/>
              <a:gdLst/>
              <a:ahLst/>
              <a:cxnLst/>
              <a:rect l="l" t="t" r="r" b="b"/>
              <a:pathLst>
                <a:path w="26910" h="8498" extrusionOk="0">
                  <a:moveTo>
                    <a:pt x="25058" y="0"/>
                  </a:moveTo>
                  <a:cubicBezTo>
                    <a:pt x="24515" y="0"/>
                    <a:pt x="23947" y="109"/>
                    <a:pt x="23504" y="109"/>
                  </a:cubicBezTo>
                  <a:lnTo>
                    <a:pt x="23504" y="196"/>
                  </a:lnTo>
                  <a:cubicBezTo>
                    <a:pt x="22005" y="356"/>
                    <a:pt x="20784" y="870"/>
                    <a:pt x="19364" y="870"/>
                  </a:cubicBezTo>
                  <a:cubicBezTo>
                    <a:pt x="19021" y="870"/>
                    <a:pt x="18667" y="840"/>
                    <a:pt x="18294" y="768"/>
                  </a:cubicBezTo>
                  <a:cubicBezTo>
                    <a:pt x="17006" y="570"/>
                    <a:pt x="15786" y="262"/>
                    <a:pt x="14550" y="262"/>
                  </a:cubicBezTo>
                  <a:cubicBezTo>
                    <a:pt x="14000" y="262"/>
                    <a:pt x="13447" y="323"/>
                    <a:pt x="12883" y="482"/>
                  </a:cubicBezTo>
                  <a:cubicBezTo>
                    <a:pt x="12489" y="591"/>
                    <a:pt x="11988" y="604"/>
                    <a:pt x="11472" y="604"/>
                  </a:cubicBezTo>
                  <a:cubicBezTo>
                    <a:pt x="11307" y="604"/>
                    <a:pt x="11141" y="603"/>
                    <a:pt x="10977" y="603"/>
                  </a:cubicBezTo>
                  <a:cubicBezTo>
                    <a:pt x="10305" y="603"/>
                    <a:pt x="9660" y="625"/>
                    <a:pt x="9248" y="853"/>
                  </a:cubicBezTo>
                  <a:cubicBezTo>
                    <a:pt x="7386" y="1856"/>
                    <a:pt x="10192" y="1712"/>
                    <a:pt x="10535" y="1998"/>
                  </a:cubicBezTo>
                  <a:cubicBezTo>
                    <a:pt x="11996" y="3173"/>
                    <a:pt x="8905" y="4318"/>
                    <a:pt x="8073" y="4403"/>
                  </a:cubicBezTo>
                  <a:cubicBezTo>
                    <a:pt x="6786" y="4547"/>
                    <a:pt x="5611" y="4318"/>
                    <a:pt x="4867" y="5490"/>
                  </a:cubicBezTo>
                  <a:cubicBezTo>
                    <a:pt x="4581" y="5834"/>
                    <a:pt x="4924" y="6120"/>
                    <a:pt x="4581" y="6436"/>
                  </a:cubicBezTo>
                  <a:cubicBezTo>
                    <a:pt x="4442" y="6555"/>
                    <a:pt x="4245" y="6599"/>
                    <a:pt x="4029" y="6599"/>
                  </a:cubicBezTo>
                  <a:cubicBezTo>
                    <a:pt x="3621" y="6599"/>
                    <a:pt x="3145" y="6444"/>
                    <a:pt x="2863" y="6349"/>
                  </a:cubicBezTo>
                  <a:cubicBezTo>
                    <a:pt x="2363" y="6176"/>
                    <a:pt x="1924" y="5816"/>
                    <a:pt x="1503" y="5816"/>
                  </a:cubicBezTo>
                  <a:cubicBezTo>
                    <a:pt x="1228" y="5816"/>
                    <a:pt x="960" y="5971"/>
                    <a:pt x="688" y="6436"/>
                  </a:cubicBezTo>
                  <a:cubicBezTo>
                    <a:pt x="1" y="7666"/>
                    <a:pt x="1088" y="7810"/>
                    <a:pt x="1920" y="7952"/>
                  </a:cubicBezTo>
                  <a:cubicBezTo>
                    <a:pt x="2981" y="8118"/>
                    <a:pt x="3595" y="8498"/>
                    <a:pt x="4500" y="8498"/>
                  </a:cubicBezTo>
                  <a:cubicBezTo>
                    <a:pt x="4693" y="8498"/>
                    <a:pt x="4899" y="8480"/>
                    <a:pt x="5126" y="8440"/>
                  </a:cubicBezTo>
                  <a:cubicBezTo>
                    <a:pt x="5898" y="8296"/>
                    <a:pt x="7730" y="8440"/>
                    <a:pt x="8218" y="7666"/>
                  </a:cubicBezTo>
                  <a:cubicBezTo>
                    <a:pt x="9104" y="6349"/>
                    <a:pt x="7187" y="6723"/>
                    <a:pt x="6500" y="6578"/>
                  </a:cubicBezTo>
                  <a:cubicBezTo>
                    <a:pt x="6566" y="5790"/>
                    <a:pt x="7289" y="5607"/>
                    <a:pt x="8146" y="5607"/>
                  </a:cubicBezTo>
                  <a:cubicBezTo>
                    <a:pt x="8885" y="5607"/>
                    <a:pt x="9724" y="5743"/>
                    <a:pt x="10326" y="5743"/>
                  </a:cubicBezTo>
                  <a:cubicBezTo>
                    <a:pt x="10519" y="5743"/>
                    <a:pt x="10688" y="5729"/>
                    <a:pt x="10822" y="5692"/>
                  </a:cubicBezTo>
                  <a:cubicBezTo>
                    <a:pt x="11852" y="5406"/>
                    <a:pt x="12798" y="4547"/>
                    <a:pt x="13829" y="4116"/>
                  </a:cubicBezTo>
                  <a:cubicBezTo>
                    <a:pt x="15890" y="3230"/>
                    <a:pt x="17951" y="3230"/>
                    <a:pt x="20069" y="2800"/>
                  </a:cubicBezTo>
                  <a:cubicBezTo>
                    <a:pt x="21042" y="2571"/>
                    <a:pt x="21929" y="2085"/>
                    <a:pt x="22959" y="1856"/>
                  </a:cubicBezTo>
                  <a:cubicBezTo>
                    <a:pt x="23848" y="1655"/>
                    <a:pt x="24878" y="1856"/>
                    <a:pt x="25765" y="1483"/>
                  </a:cubicBezTo>
                  <a:cubicBezTo>
                    <a:pt x="26910" y="1055"/>
                    <a:pt x="26853" y="338"/>
                    <a:pt x="25623" y="51"/>
                  </a:cubicBezTo>
                  <a:cubicBezTo>
                    <a:pt x="25442" y="14"/>
                    <a:pt x="25252" y="0"/>
                    <a:pt x="2505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97738" y="767669"/>
              <a:ext cx="544888" cy="186781"/>
            </a:xfrm>
            <a:custGeom>
              <a:avLst/>
              <a:gdLst/>
              <a:ahLst/>
              <a:cxnLst/>
              <a:rect l="l" t="t" r="r" b="b"/>
              <a:pathLst>
                <a:path w="26938" h="9234" extrusionOk="0">
                  <a:moveTo>
                    <a:pt x="25070" y="717"/>
                  </a:moveTo>
                  <a:cubicBezTo>
                    <a:pt x="25223" y="717"/>
                    <a:pt x="25370" y="729"/>
                    <a:pt x="25506" y="760"/>
                  </a:cubicBezTo>
                  <a:cubicBezTo>
                    <a:pt x="26078" y="904"/>
                    <a:pt x="26193" y="1076"/>
                    <a:pt x="26193" y="1103"/>
                  </a:cubicBezTo>
                  <a:cubicBezTo>
                    <a:pt x="26193" y="1133"/>
                    <a:pt x="26108" y="1332"/>
                    <a:pt x="25593" y="1534"/>
                  </a:cubicBezTo>
                  <a:cubicBezTo>
                    <a:pt x="25135" y="1706"/>
                    <a:pt x="24647" y="1733"/>
                    <a:pt x="24104" y="1733"/>
                  </a:cubicBezTo>
                  <a:cubicBezTo>
                    <a:pt x="23674" y="1763"/>
                    <a:pt x="23245" y="1763"/>
                    <a:pt x="22845" y="1878"/>
                  </a:cubicBezTo>
                  <a:cubicBezTo>
                    <a:pt x="22272" y="1992"/>
                    <a:pt x="21757" y="2191"/>
                    <a:pt x="21269" y="2363"/>
                  </a:cubicBezTo>
                  <a:cubicBezTo>
                    <a:pt x="20811" y="2535"/>
                    <a:pt x="20383" y="2707"/>
                    <a:pt x="19952" y="2821"/>
                  </a:cubicBezTo>
                  <a:cubicBezTo>
                    <a:pt x="19265" y="2965"/>
                    <a:pt x="18578" y="3050"/>
                    <a:pt x="17921" y="3137"/>
                  </a:cubicBezTo>
                  <a:cubicBezTo>
                    <a:pt x="16517" y="3336"/>
                    <a:pt x="15086" y="3538"/>
                    <a:pt x="13654" y="4138"/>
                  </a:cubicBezTo>
                  <a:cubicBezTo>
                    <a:pt x="13196" y="4339"/>
                    <a:pt x="12738" y="4626"/>
                    <a:pt x="12310" y="4882"/>
                  </a:cubicBezTo>
                  <a:cubicBezTo>
                    <a:pt x="11737" y="5226"/>
                    <a:pt x="11222" y="5569"/>
                    <a:pt x="10707" y="5713"/>
                  </a:cubicBezTo>
                  <a:cubicBezTo>
                    <a:pt x="10602" y="5744"/>
                    <a:pt x="10463" y="5756"/>
                    <a:pt x="10303" y="5756"/>
                  </a:cubicBezTo>
                  <a:cubicBezTo>
                    <a:pt x="10023" y="5756"/>
                    <a:pt x="9677" y="5720"/>
                    <a:pt x="9333" y="5684"/>
                  </a:cubicBezTo>
                  <a:cubicBezTo>
                    <a:pt x="8934" y="5650"/>
                    <a:pt x="8514" y="5612"/>
                    <a:pt x="8111" y="5612"/>
                  </a:cubicBezTo>
                  <a:cubicBezTo>
                    <a:pt x="7501" y="5612"/>
                    <a:pt x="6934" y="5700"/>
                    <a:pt x="6555" y="6027"/>
                  </a:cubicBezTo>
                  <a:cubicBezTo>
                    <a:pt x="6298" y="6229"/>
                    <a:pt x="6154" y="6543"/>
                    <a:pt x="6097" y="6916"/>
                  </a:cubicBezTo>
                  <a:cubicBezTo>
                    <a:pt x="6097" y="7088"/>
                    <a:pt x="6211" y="7259"/>
                    <a:pt x="6383" y="7287"/>
                  </a:cubicBezTo>
                  <a:cubicBezTo>
                    <a:pt x="6585" y="7317"/>
                    <a:pt x="6841" y="7344"/>
                    <a:pt x="7100" y="7344"/>
                  </a:cubicBezTo>
                  <a:cubicBezTo>
                    <a:pt x="7386" y="7344"/>
                    <a:pt x="7959" y="7374"/>
                    <a:pt x="8043" y="7459"/>
                  </a:cubicBezTo>
                  <a:cubicBezTo>
                    <a:pt x="8043" y="7459"/>
                    <a:pt x="8073" y="7546"/>
                    <a:pt x="7872" y="7832"/>
                  </a:cubicBezTo>
                  <a:cubicBezTo>
                    <a:pt x="7615" y="8260"/>
                    <a:pt x="6555" y="8317"/>
                    <a:pt x="5840" y="8375"/>
                  </a:cubicBezTo>
                  <a:cubicBezTo>
                    <a:pt x="5524" y="8404"/>
                    <a:pt x="5238" y="8432"/>
                    <a:pt x="5039" y="8462"/>
                  </a:cubicBezTo>
                  <a:cubicBezTo>
                    <a:pt x="4846" y="8490"/>
                    <a:pt x="4671" y="8503"/>
                    <a:pt x="4508" y="8503"/>
                  </a:cubicBezTo>
                  <a:cubicBezTo>
                    <a:pt x="4014" y="8503"/>
                    <a:pt x="3622" y="8389"/>
                    <a:pt x="3149" y="8260"/>
                  </a:cubicBezTo>
                  <a:cubicBezTo>
                    <a:pt x="2806" y="8146"/>
                    <a:pt x="2405" y="8031"/>
                    <a:pt x="1947" y="7946"/>
                  </a:cubicBezTo>
                  <a:lnTo>
                    <a:pt x="1860" y="7946"/>
                  </a:lnTo>
                  <a:cubicBezTo>
                    <a:pt x="1489" y="7859"/>
                    <a:pt x="916" y="7775"/>
                    <a:pt x="829" y="7546"/>
                  </a:cubicBezTo>
                  <a:cubicBezTo>
                    <a:pt x="772" y="7459"/>
                    <a:pt x="829" y="7230"/>
                    <a:pt x="974" y="6973"/>
                  </a:cubicBezTo>
                  <a:cubicBezTo>
                    <a:pt x="1145" y="6657"/>
                    <a:pt x="1287" y="6543"/>
                    <a:pt x="1489" y="6543"/>
                  </a:cubicBezTo>
                  <a:cubicBezTo>
                    <a:pt x="1661" y="6543"/>
                    <a:pt x="1860" y="6657"/>
                    <a:pt x="2119" y="6801"/>
                  </a:cubicBezTo>
                  <a:lnTo>
                    <a:pt x="2719" y="7058"/>
                  </a:lnTo>
                  <a:cubicBezTo>
                    <a:pt x="3082" y="7190"/>
                    <a:pt x="3541" y="7322"/>
                    <a:pt x="3964" y="7322"/>
                  </a:cubicBezTo>
                  <a:cubicBezTo>
                    <a:pt x="4273" y="7322"/>
                    <a:pt x="4562" y="7251"/>
                    <a:pt x="4780" y="7058"/>
                  </a:cubicBezTo>
                  <a:cubicBezTo>
                    <a:pt x="5096" y="6801"/>
                    <a:pt x="5096" y="6485"/>
                    <a:pt x="5066" y="6314"/>
                  </a:cubicBezTo>
                  <a:cubicBezTo>
                    <a:pt x="5066" y="6172"/>
                    <a:pt x="5066" y="6142"/>
                    <a:pt x="5123" y="6057"/>
                  </a:cubicBezTo>
                  <a:cubicBezTo>
                    <a:pt x="5639" y="5283"/>
                    <a:pt x="6326" y="5226"/>
                    <a:pt x="7299" y="5168"/>
                  </a:cubicBezTo>
                  <a:cubicBezTo>
                    <a:pt x="7558" y="5168"/>
                    <a:pt x="7814" y="5141"/>
                    <a:pt x="8073" y="5111"/>
                  </a:cubicBezTo>
                  <a:cubicBezTo>
                    <a:pt x="8760" y="5054"/>
                    <a:pt x="10906" y="4339"/>
                    <a:pt x="11222" y="3279"/>
                  </a:cubicBezTo>
                  <a:cubicBezTo>
                    <a:pt x="11279" y="3050"/>
                    <a:pt x="11337" y="2565"/>
                    <a:pt x="10764" y="2107"/>
                  </a:cubicBezTo>
                  <a:cubicBezTo>
                    <a:pt x="10563" y="1935"/>
                    <a:pt x="10276" y="1905"/>
                    <a:pt x="9791" y="1820"/>
                  </a:cubicBezTo>
                  <a:cubicBezTo>
                    <a:pt x="9589" y="1791"/>
                    <a:pt x="9303" y="1763"/>
                    <a:pt x="9104" y="1706"/>
                  </a:cubicBezTo>
                  <a:cubicBezTo>
                    <a:pt x="9161" y="1649"/>
                    <a:pt x="9246" y="1591"/>
                    <a:pt x="9390" y="1534"/>
                  </a:cubicBezTo>
                  <a:cubicBezTo>
                    <a:pt x="9761" y="1332"/>
                    <a:pt x="10478" y="1332"/>
                    <a:pt x="11165" y="1332"/>
                  </a:cubicBezTo>
                  <a:cubicBezTo>
                    <a:pt x="11795" y="1332"/>
                    <a:pt x="12424" y="1332"/>
                    <a:pt x="12940" y="1190"/>
                  </a:cubicBezTo>
                  <a:cubicBezTo>
                    <a:pt x="13480" y="1050"/>
                    <a:pt x="14008" y="994"/>
                    <a:pt x="14534" y="994"/>
                  </a:cubicBezTo>
                  <a:cubicBezTo>
                    <a:pt x="15399" y="994"/>
                    <a:pt x="16256" y="1144"/>
                    <a:pt x="17147" y="1305"/>
                  </a:cubicBezTo>
                  <a:cubicBezTo>
                    <a:pt x="17490" y="1390"/>
                    <a:pt x="17864" y="1447"/>
                    <a:pt x="18207" y="1504"/>
                  </a:cubicBezTo>
                  <a:cubicBezTo>
                    <a:pt x="18585" y="1577"/>
                    <a:pt x="18947" y="1607"/>
                    <a:pt x="19296" y="1607"/>
                  </a:cubicBezTo>
                  <a:cubicBezTo>
                    <a:pt x="20190" y="1607"/>
                    <a:pt x="21002" y="1412"/>
                    <a:pt x="21784" y="1248"/>
                  </a:cubicBezTo>
                  <a:cubicBezTo>
                    <a:pt x="22329" y="1103"/>
                    <a:pt x="22902" y="989"/>
                    <a:pt x="23502" y="904"/>
                  </a:cubicBezTo>
                  <a:cubicBezTo>
                    <a:pt x="23589" y="904"/>
                    <a:pt x="23646" y="874"/>
                    <a:pt x="23703" y="847"/>
                  </a:cubicBezTo>
                  <a:cubicBezTo>
                    <a:pt x="23875" y="817"/>
                    <a:pt x="24047" y="817"/>
                    <a:pt x="24246" y="790"/>
                  </a:cubicBezTo>
                  <a:cubicBezTo>
                    <a:pt x="24520" y="753"/>
                    <a:pt x="24804" y="717"/>
                    <a:pt x="25070" y="717"/>
                  </a:cubicBezTo>
                  <a:close/>
                  <a:moveTo>
                    <a:pt x="25100" y="1"/>
                  </a:moveTo>
                  <a:cubicBezTo>
                    <a:pt x="24772" y="1"/>
                    <a:pt x="24450" y="37"/>
                    <a:pt x="24161" y="73"/>
                  </a:cubicBezTo>
                  <a:cubicBezTo>
                    <a:pt x="23903" y="103"/>
                    <a:pt x="23674" y="130"/>
                    <a:pt x="23474" y="130"/>
                  </a:cubicBezTo>
                  <a:cubicBezTo>
                    <a:pt x="23360" y="130"/>
                    <a:pt x="23273" y="160"/>
                    <a:pt x="23216" y="217"/>
                  </a:cubicBezTo>
                  <a:cubicBezTo>
                    <a:pt x="22643" y="302"/>
                    <a:pt x="22128" y="416"/>
                    <a:pt x="21642" y="531"/>
                  </a:cubicBezTo>
                  <a:cubicBezTo>
                    <a:pt x="20869" y="715"/>
                    <a:pt x="20124" y="884"/>
                    <a:pt x="19327" y="884"/>
                  </a:cubicBezTo>
                  <a:cubicBezTo>
                    <a:pt x="19002" y="884"/>
                    <a:pt x="18669" y="856"/>
                    <a:pt x="18322" y="790"/>
                  </a:cubicBezTo>
                  <a:cubicBezTo>
                    <a:pt x="17978" y="732"/>
                    <a:pt x="17634" y="675"/>
                    <a:pt x="17291" y="588"/>
                  </a:cubicBezTo>
                  <a:cubicBezTo>
                    <a:pt x="16361" y="431"/>
                    <a:pt x="15464" y="273"/>
                    <a:pt x="14540" y="273"/>
                  </a:cubicBezTo>
                  <a:cubicBezTo>
                    <a:pt x="13955" y="273"/>
                    <a:pt x="13360" y="337"/>
                    <a:pt x="12738" y="503"/>
                  </a:cubicBezTo>
                  <a:cubicBezTo>
                    <a:pt x="12337" y="618"/>
                    <a:pt x="11737" y="618"/>
                    <a:pt x="11165" y="618"/>
                  </a:cubicBezTo>
                  <a:cubicBezTo>
                    <a:pt x="10334" y="618"/>
                    <a:pt x="9589" y="618"/>
                    <a:pt x="9046" y="904"/>
                  </a:cubicBezTo>
                  <a:cubicBezTo>
                    <a:pt x="8588" y="1133"/>
                    <a:pt x="8158" y="1447"/>
                    <a:pt x="8245" y="1848"/>
                  </a:cubicBezTo>
                  <a:cubicBezTo>
                    <a:pt x="8330" y="2336"/>
                    <a:pt x="8959" y="2420"/>
                    <a:pt x="9676" y="2535"/>
                  </a:cubicBezTo>
                  <a:cubicBezTo>
                    <a:pt x="9905" y="2565"/>
                    <a:pt x="10219" y="2622"/>
                    <a:pt x="10276" y="2649"/>
                  </a:cubicBezTo>
                  <a:cubicBezTo>
                    <a:pt x="10592" y="2878"/>
                    <a:pt x="10535" y="3023"/>
                    <a:pt x="10505" y="3080"/>
                  </a:cubicBezTo>
                  <a:cubicBezTo>
                    <a:pt x="10334" y="3680"/>
                    <a:pt x="8616" y="4339"/>
                    <a:pt x="8016" y="4397"/>
                  </a:cubicBezTo>
                  <a:cubicBezTo>
                    <a:pt x="7757" y="4424"/>
                    <a:pt x="7501" y="4454"/>
                    <a:pt x="7242" y="4454"/>
                  </a:cubicBezTo>
                  <a:cubicBezTo>
                    <a:pt x="6269" y="4511"/>
                    <a:pt x="5238" y="4568"/>
                    <a:pt x="4551" y="5626"/>
                  </a:cubicBezTo>
                  <a:cubicBezTo>
                    <a:pt x="4322" y="5913"/>
                    <a:pt x="4352" y="6172"/>
                    <a:pt x="4352" y="6343"/>
                  </a:cubicBezTo>
                  <a:cubicBezTo>
                    <a:pt x="4352" y="6485"/>
                    <a:pt x="4352" y="6485"/>
                    <a:pt x="4322" y="6515"/>
                  </a:cubicBezTo>
                  <a:cubicBezTo>
                    <a:pt x="4281" y="6556"/>
                    <a:pt x="4193" y="6604"/>
                    <a:pt x="4001" y="6604"/>
                  </a:cubicBezTo>
                  <a:cubicBezTo>
                    <a:pt x="3794" y="6604"/>
                    <a:pt x="3467" y="6549"/>
                    <a:pt x="2948" y="6371"/>
                  </a:cubicBezTo>
                  <a:cubicBezTo>
                    <a:pt x="2806" y="6314"/>
                    <a:pt x="2634" y="6229"/>
                    <a:pt x="2462" y="6142"/>
                  </a:cubicBezTo>
                  <a:cubicBezTo>
                    <a:pt x="2179" y="6000"/>
                    <a:pt x="1826" y="5824"/>
                    <a:pt x="1458" y="5824"/>
                  </a:cubicBezTo>
                  <a:cubicBezTo>
                    <a:pt x="1082" y="5824"/>
                    <a:pt x="691" y="6007"/>
                    <a:pt x="344" y="6600"/>
                  </a:cubicBezTo>
                  <a:cubicBezTo>
                    <a:pt x="58" y="7115"/>
                    <a:pt x="0" y="7516"/>
                    <a:pt x="172" y="7859"/>
                  </a:cubicBezTo>
                  <a:cubicBezTo>
                    <a:pt x="429" y="8432"/>
                    <a:pt x="1145" y="8546"/>
                    <a:pt x="1746" y="8661"/>
                  </a:cubicBezTo>
                  <a:lnTo>
                    <a:pt x="1833" y="8661"/>
                  </a:lnTo>
                  <a:cubicBezTo>
                    <a:pt x="2261" y="8748"/>
                    <a:pt x="2604" y="8833"/>
                    <a:pt x="2948" y="8947"/>
                  </a:cubicBezTo>
                  <a:cubicBezTo>
                    <a:pt x="3436" y="9091"/>
                    <a:pt x="3894" y="9233"/>
                    <a:pt x="4494" y="9233"/>
                  </a:cubicBezTo>
                  <a:cubicBezTo>
                    <a:pt x="4695" y="9233"/>
                    <a:pt x="4924" y="9206"/>
                    <a:pt x="5181" y="9176"/>
                  </a:cubicBezTo>
                  <a:cubicBezTo>
                    <a:pt x="5352" y="9149"/>
                    <a:pt x="5611" y="9119"/>
                    <a:pt x="5898" y="9091"/>
                  </a:cubicBezTo>
                  <a:cubicBezTo>
                    <a:pt x="6841" y="9034"/>
                    <a:pt x="8043" y="8947"/>
                    <a:pt x="8474" y="8233"/>
                  </a:cubicBezTo>
                  <a:cubicBezTo>
                    <a:pt x="8588" y="8061"/>
                    <a:pt x="8932" y="7573"/>
                    <a:pt x="8703" y="7145"/>
                  </a:cubicBezTo>
                  <a:cubicBezTo>
                    <a:pt x="8444" y="6657"/>
                    <a:pt x="7757" y="6630"/>
                    <a:pt x="7127" y="6630"/>
                  </a:cubicBezTo>
                  <a:cubicBezTo>
                    <a:pt x="7070" y="6630"/>
                    <a:pt x="7013" y="6630"/>
                    <a:pt x="6985" y="6600"/>
                  </a:cubicBezTo>
                  <a:cubicBezTo>
                    <a:pt x="6985" y="6600"/>
                    <a:pt x="7013" y="6600"/>
                    <a:pt x="7013" y="6572"/>
                  </a:cubicBezTo>
                  <a:cubicBezTo>
                    <a:pt x="7228" y="6403"/>
                    <a:pt x="7625" y="6349"/>
                    <a:pt x="8075" y="6349"/>
                  </a:cubicBezTo>
                  <a:cubicBezTo>
                    <a:pt x="8463" y="6349"/>
                    <a:pt x="8891" y="6389"/>
                    <a:pt x="9275" y="6428"/>
                  </a:cubicBezTo>
                  <a:cubicBezTo>
                    <a:pt x="9606" y="6457"/>
                    <a:pt x="9916" y="6479"/>
                    <a:pt x="10189" y="6479"/>
                  </a:cubicBezTo>
                  <a:cubicBezTo>
                    <a:pt x="10459" y="6479"/>
                    <a:pt x="10693" y="6457"/>
                    <a:pt x="10879" y="6401"/>
                  </a:cubicBezTo>
                  <a:cubicBezTo>
                    <a:pt x="11508" y="6229"/>
                    <a:pt x="12108" y="5855"/>
                    <a:pt x="12681" y="5512"/>
                  </a:cubicBezTo>
                  <a:cubicBezTo>
                    <a:pt x="13111" y="5255"/>
                    <a:pt x="13540" y="4969"/>
                    <a:pt x="13940" y="4797"/>
                  </a:cubicBezTo>
                  <a:cubicBezTo>
                    <a:pt x="15287" y="4252"/>
                    <a:pt x="16604" y="4053"/>
                    <a:pt x="18005" y="3852"/>
                  </a:cubicBezTo>
                  <a:cubicBezTo>
                    <a:pt x="18693" y="3767"/>
                    <a:pt x="19409" y="3680"/>
                    <a:pt x="20124" y="3508"/>
                  </a:cubicBezTo>
                  <a:cubicBezTo>
                    <a:pt x="20612" y="3423"/>
                    <a:pt x="21070" y="3222"/>
                    <a:pt x="21528" y="3050"/>
                  </a:cubicBezTo>
                  <a:cubicBezTo>
                    <a:pt x="22013" y="2878"/>
                    <a:pt x="22501" y="2679"/>
                    <a:pt x="23016" y="2565"/>
                  </a:cubicBezTo>
                  <a:cubicBezTo>
                    <a:pt x="23360" y="2478"/>
                    <a:pt x="23731" y="2478"/>
                    <a:pt x="24132" y="2478"/>
                  </a:cubicBezTo>
                  <a:cubicBezTo>
                    <a:pt x="24704" y="2450"/>
                    <a:pt x="25306" y="2420"/>
                    <a:pt x="25849" y="2191"/>
                  </a:cubicBezTo>
                  <a:cubicBezTo>
                    <a:pt x="26823" y="1848"/>
                    <a:pt x="26937" y="1332"/>
                    <a:pt x="26910" y="1076"/>
                  </a:cubicBezTo>
                  <a:cubicBezTo>
                    <a:pt x="26910" y="790"/>
                    <a:pt x="26708" y="302"/>
                    <a:pt x="25677" y="45"/>
                  </a:cubicBezTo>
                  <a:cubicBezTo>
                    <a:pt x="25487" y="13"/>
                    <a:pt x="25292" y="1"/>
                    <a:pt x="2510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152566" y="960252"/>
              <a:ext cx="379872" cy="269471"/>
            </a:xfrm>
            <a:custGeom>
              <a:avLst/>
              <a:gdLst/>
              <a:ahLst/>
              <a:cxnLst/>
              <a:rect l="l" t="t" r="r" b="b"/>
              <a:pathLst>
                <a:path w="18780" h="13322" extrusionOk="0">
                  <a:moveTo>
                    <a:pt x="2986" y="1"/>
                  </a:moveTo>
                  <a:cubicBezTo>
                    <a:pt x="2474" y="1"/>
                    <a:pt x="2065" y="366"/>
                    <a:pt x="1718" y="687"/>
                  </a:cubicBezTo>
                  <a:cubicBezTo>
                    <a:pt x="1088" y="1117"/>
                    <a:pt x="1" y="2061"/>
                    <a:pt x="1" y="2920"/>
                  </a:cubicBezTo>
                  <a:cubicBezTo>
                    <a:pt x="28" y="3690"/>
                    <a:pt x="518" y="3905"/>
                    <a:pt x="1127" y="3905"/>
                  </a:cubicBezTo>
                  <a:cubicBezTo>
                    <a:pt x="1787" y="3905"/>
                    <a:pt x="2586" y="3653"/>
                    <a:pt x="3092" y="3579"/>
                  </a:cubicBezTo>
                  <a:cubicBezTo>
                    <a:pt x="3765" y="3476"/>
                    <a:pt x="4584" y="3360"/>
                    <a:pt x="5401" y="3360"/>
                  </a:cubicBezTo>
                  <a:cubicBezTo>
                    <a:pt x="6391" y="3360"/>
                    <a:pt x="7379" y="3530"/>
                    <a:pt x="8101" y="4094"/>
                  </a:cubicBezTo>
                  <a:cubicBezTo>
                    <a:pt x="8845" y="4667"/>
                    <a:pt x="9791" y="5526"/>
                    <a:pt x="9532" y="6614"/>
                  </a:cubicBezTo>
                  <a:cubicBezTo>
                    <a:pt x="9390" y="7129"/>
                    <a:pt x="8444" y="8874"/>
                    <a:pt x="8016" y="9075"/>
                  </a:cubicBezTo>
                  <a:cubicBezTo>
                    <a:pt x="7810" y="9173"/>
                    <a:pt x="7584" y="9210"/>
                    <a:pt x="7345" y="9210"/>
                  </a:cubicBezTo>
                  <a:cubicBezTo>
                    <a:pt x="6593" y="9210"/>
                    <a:pt x="5717" y="8842"/>
                    <a:pt x="4975" y="8842"/>
                  </a:cubicBezTo>
                  <a:cubicBezTo>
                    <a:pt x="4708" y="8842"/>
                    <a:pt x="4458" y="8889"/>
                    <a:pt x="4237" y="9018"/>
                  </a:cubicBezTo>
                  <a:cubicBezTo>
                    <a:pt x="2749" y="9877"/>
                    <a:pt x="5153" y="10248"/>
                    <a:pt x="5840" y="10248"/>
                  </a:cubicBezTo>
                  <a:cubicBezTo>
                    <a:pt x="7414" y="10305"/>
                    <a:pt x="7872" y="10534"/>
                    <a:pt x="8646" y="11908"/>
                  </a:cubicBezTo>
                  <a:cubicBezTo>
                    <a:pt x="8989" y="12625"/>
                    <a:pt x="8845" y="12911"/>
                    <a:pt x="9791" y="13198"/>
                  </a:cubicBezTo>
                  <a:cubicBezTo>
                    <a:pt x="9963" y="13249"/>
                    <a:pt x="10331" y="13321"/>
                    <a:pt x="10641" y="13321"/>
                  </a:cubicBezTo>
                  <a:cubicBezTo>
                    <a:pt x="10847" y="13321"/>
                    <a:pt x="11027" y="13289"/>
                    <a:pt x="11108" y="13198"/>
                  </a:cubicBezTo>
                  <a:cubicBezTo>
                    <a:pt x="11786" y="12623"/>
                    <a:pt x="10203" y="11002"/>
                    <a:pt x="11374" y="11002"/>
                  </a:cubicBezTo>
                  <a:cubicBezTo>
                    <a:pt x="11487" y="11002"/>
                    <a:pt x="11626" y="11017"/>
                    <a:pt x="11795" y="11050"/>
                  </a:cubicBezTo>
                  <a:cubicBezTo>
                    <a:pt x="12406" y="11092"/>
                    <a:pt x="12895" y="11820"/>
                    <a:pt x="13499" y="11820"/>
                  </a:cubicBezTo>
                  <a:cubicBezTo>
                    <a:pt x="13714" y="11820"/>
                    <a:pt x="13944" y="11728"/>
                    <a:pt x="14199" y="11480"/>
                  </a:cubicBezTo>
                  <a:cubicBezTo>
                    <a:pt x="15631" y="10163"/>
                    <a:pt x="13025" y="9446"/>
                    <a:pt x="13226" y="8359"/>
                  </a:cubicBezTo>
                  <a:cubicBezTo>
                    <a:pt x="13327" y="7874"/>
                    <a:pt x="13638" y="7703"/>
                    <a:pt x="14015" y="7703"/>
                  </a:cubicBezTo>
                  <a:cubicBezTo>
                    <a:pt x="14708" y="7703"/>
                    <a:pt x="15628" y="8281"/>
                    <a:pt x="15887" y="8560"/>
                  </a:cubicBezTo>
                  <a:cubicBezTo>
                    <a:pt x="16294" y="8948"/>
                    <a:pt x="16438" y="9288"/>
                    <a:pt x="16766" y="9288"/>
                  </a:cubicBezTo>
                  <a:cubicBezTo>
                    <a:pt x="16946" y="9288"/>
                    <a:pt x="17182" y="9185"/>
                    <a:pt x="17548" y="8931"/>
                  </a:cubicBezTo>
                  <a:cubicBezTo>
                    <a:pt x="18093" y="8560"/>
                    <a:pt x="18780" y="7557"/>
                    <a:pt x="18635" y="6756"/>
                  </a:cubicBezTo>
                  <a:cubicBezTo>
                    <a:pt x="18379" y="5668"/>
                    <a:pt x="17463" y="5897"/>
                    <a:pt x="16719" y="5668"/>
                  </a:cubicBezTo>
                  <a:cubicBezTo>
                    <a:pt x="14257" y="5095"/>
                    <a:pt x="17147" y="3636"/>
                    <a:pt x="15429" y="2205"/>
                  </a:cubicBezTo>
                  <a:cubicBezTo>
                    <a:pt x="15030" y="1888"/>
                    <a:pt x="13326" y="1370"/>
                    <a:pt x="12317" y="1370"/>
                  </a:cubicBezTo>
                  <a:cubicBezTo>
                    <a:pt x="11956" y="1370"/>
                    <a:pt x="11684" y="1437"/>
                    <a:pt x="11593" y="1603"/>
                  </a:cubicBezTo>
                  <a:lnTo>
                    <a:pt x="11508" y="1603"/>
                  </a:lnTo>
                  <a:cubicBezTo>
                    <a:pt x="11012" y="1603"/>
                    <a:pt x="10389" y="1705"/>
                    <a:pt x="9825" y="1705"/>
                  </a:cubicBezTo>
                  <a:cubicBezTo>
                    <a:pt x="9543" y="1705"/>
                    <a:pt x="9276" y="1679"/>
                    <a:pt x="9047" y="1603"/>
                  </a:cubicBezTo>
                  <a:cubicBezTo>
                    <a:pt x="8444" y="1461"/>
                    <a:pt x="8215" y="973"/>
                    <a:pt x="7757" y="687"/>
                  </a:cubicBezTo>
                  <a:cubicBezTo>
                    <a:pt x="7381" y="455"/>
                    <a:pt x="7060" y="355"/>
                    <a:pt x="6752" y="355"/>
                  </a:cubicBezTo>
                  <a:cubicBezTo>
                    <a:pt x="6264" y="355"/>
                    <a:pt x="5807" y="605"/>
                    <a:pt x="5211" y="973"/>
                  </a:cubicBezTo>
                  <a:cubicBezTo>
                    <a:pt x="4936" y="1166"/>
                    <a:pt x="4371" y="1778"/>
                    <a:pt x="3972" y="1778"/>
                  </a:cubicBezTo>
                  <a:cubicBezTo>
                    <a:pt x="3955" y="1778"/>
                    <a:pt x="3938" y="1777"/>
                    <a:pt x="3921" y="1775"/>
                  </a:cubicBezTo>
                  <a:cubicBezTo>
                    <a:pt x="3149" y="1546"/>
                    <a:pt x="3921" y="1175"/>
                    <a:pt x="3837" y="744"/>
                  </a:cubicBezTo>
                  <a:cubicBezTo>
                    <a:pt x="3635" y="171"/>
                    <a:pt x="3979" y="171"/>
                    <a:pt x="3234" y="29"/>
                  </a:cubicBezTo>
                  <a:cubicBezTo>
                    <a:pt x="3149" y="10"/>
                    <a:pt x="3066" y="1"/>
                    <a:pt x="2986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145021" y="952606"/>
              <a:ext cx="395529" cy="284439"/>
            </a:xfrm>
            <a:custGeom>
              <a:avLst/>
              <a:gdLst/>
              <a:ahLst/>
              <a:cxnLst/>
              <a:rect l="l" t="t" r="r" b="b"/>
              <a:pathLst>
                <a:path w="19554" h="14062" extrusionOk="0">
                  <a:moveTo>
                    <a:pt x="3368" y="734"/>
                  </a:moveTo>
                  <a:cubicBezTo>
                    <a:pt x="3418" y="734"/>
                    <a:pt x="3470" y="740"/>
                    <a:pt x="3522" y="751"/>
                  </a:cubicBezTo>
                  <a:cubicBezTo>
                    <a:pt x="3637" y="778"/>
                    <a:pt x="3722" y="808"/>
                    <a:pt x="3779" y="808"/>
                  </a:cubicBezTo>
                  <a:cubicBezTo>
                    <a:pt x="3779" y="893"/>
                    <a:pt x="3809" y="1037"/>
                    <a:pt x="3866" y="1209"/>
                  </a:cubicBezTo>
                  <a:cubicBezTo>
                    <a:pt x="3836" y="1236"/>
                    <a:pt x="3779" y="1351"/>
                    <a:pt x="3751" y="1408"/>
                  </a:cubicBezTo>
                  <a:cubicBezTo>
                    <a:pt x="3664" y="1580"/>
                    <a:pt x="3522" y="1809"/>
                    <a:pt x="3607" y="2068"/>
                  </a:cubicBezTo>
                  <a:cubicBezTo>
                    <a:pt x="3722" y="2324"/>
                    <a:pt x="3980" y="2439"/>
                    <a:pt x="4210" y="2496"/>
                  </a:cubicBezTo>
                  <a:cubicBezTo>
                    <a:pt x="4253" y="2503"/>
                    <a:pt x="4296" y="2507"/>
                    <a:pt x="4339" y="2507"/>
                  </a:cubicBezTo>
                  <a:cubicBezTo>
                    <a:pt x="4811" y="2507"/>
                    <a:pt x="5274" y="2096"/>
                    <a:pt x="5641" y="1782"/>
                  </a:cubicBezTo>
                  <a:cubicBezTo>
                    <a:pt x="5698" y="1724"/>
                    <a:pt x="5755" y="1667"/>
                    <a:pt x="5783" y="1667"/>
                  </a:cubicBezTo>
                  <a:cubicBezTo>
                    <a:pt x="6362" y="1298"/>
                    <a:pt x="6747" y="1091"/>
                    <a:pt x="7137" y="1091"/>
                  </a:cubicBezTo>
                  <a:cubicBezTo>
                    <a:pt x="7383" y="1091"/>
                    <a:pt x="7631" y="1174"/>
                    <a:pt x="7931" y="1351"/>
                  </a:cubicBezTo>
                  <a:cubicBezTo>
                    <a:pt x="8073" y="1466"/>
                    <a:pt x="8217" y="1580"/>
                    <a:pt x="8332" y="1724"/>
                  </a:cubicBezTo>
                  <a:cubicBezTo>
                    <a:pt x="8588" y="1953"/>
                    <a:pt x="8847" y="2240"/>
                    <a:pt x="9305" y="2354"/>
                  </a:cubicBezTo>
                  <a:cubicBezTo>
                    <a:pt x="9597" y="2431"/>
                    <a:pt x="9923" y="2458"/>
                    <a:pt x="10256" y="2458"/>
                  </a:cubicBezTo>
                  <a:cubicBezTo>
                    <a:pt x="10541" y="2458"/>
                    <a:pt x="10830" y="2438"/>
                    <a:pt x="11107" y="2411"/>
                  </a:cubicBezTo>
                  <a:cubicBezTo>
                    <a:pt x="11394" y="2382"/>
                    <a:pt x="11652" y="2354"/>
                    <a:pt x="11852" y="2354"/>
                  </a:cubicBezTo>
                  <a:cubicBezTo>
                    <a:pt x="11888" y="2366"/>
                    <a:pt x="11925" y="2372"/>
                    <a:pt x="11960" y="2372"/>
                  </a:cubicBezTo>
                  <a:cubicBezTo>
                    <a:pt x="12091" y="2372"/>
                    <a:pt x="12207" y="2294"/>
                    <a:pt x="12252" y="2182"/>
                  </a:cubicBezTo>
                  <a:cubicBezTo>
                    <a:pt x="12315" y="2137"/>
                    <a:pt x="12460" y="2116"/>
                    <a:pt x="12656" y="2116"/>
                  </a:cubicBezTo>
                  <a:cubicBezTo>
                    <a:pt x="13444" y="2116"/>
                    <a:pt x="15069" y="2451"/>
                    <a:pt x="15573" y="2840"/>
                  </a:cubicBezTo>
                  <a:cubicBezTo>
                    <a:pt x="16175" y="3385"/>
                    <a:pt x="16031" y="3843"/>
                    <a:pt x="15859" y="4443"/>
                  </a:cubicBezTo>
                  <a:cubicBezTo>
                    <a:pt x="15717" y="4843"/>
                    <a:pt x="15573" y="5274"/>
                    <a:pt x="15802" y="5702"/>
                  </a:cubicBezTo>
                  <a:cubicBezTo>
                    <a:pt x="16004" y="6018"/>
                    <a:pt x="16375" y="6247"/>
                    <a:pt x="17005" y="6389"/>
                  </a:cubicBezTo>
                  <a:cubicBezTo>
                    <a:pt x="17206" y="6476"/>
                    <a:pt x="17405" y="6504"/>
                    <a:pt x="17607" y="6534"/>
                  </a:cubicBezTo>
                  <a:cubicBezTo>
                    <a:pt x="18237" y="6618"/>
                    <a:pt x="18523" y="6676"/>
                    <a:pt x="18665" y="7191"/>
                  </a:cubicBezTo>
                  <a:cubicBezTo>
                    <a:pt x="18752" y="7821"/>
                    <a:pt x="18179" y="8709"/>
                    <a:pt x="17721" y="9023"/>
                  </a:cubicBezTo>
                  <a:cubicBezTo>
                    <a:pt x="17443" y="9213"/>
                    <a:pt x="17300" y="9307"/>
                    <a:pt x="17188" y="9307"/>
                  </a:cubicBezTo>
                  <a:cubicBezTo>
                    <a:pt x="17081" y="9307"/>
                    <a:pt x="17003" y="9221"/>
                    <a:pt x="16863" y="9053"/>
                  </a:cubicBezTo>
                  <a:cubicBezTo>
                    <a:pt x="16776" y="8938"/>
                    <a:pt x="16661" y="8824"/>
                    <a:pt x="16546" y="8709"/>
                  </a:cubicBezTo>
                  <a:cubicBezTo>
                    <a:pt x="16248" y="8384"/>
                    <a:pt x="15212" y="7715"/>
                    <a:pt x="14365" y="7715"/>
                  </a:cubicBezTo>
                  <a:cubicBezTo>
                    <a:pt x="14238" y="7715"/>
                    <a:pt x="14115" y="7730"/>
                    <a:pt x="14000" y="7763"/>
                  </a:cubicBezTo>
                  <a:cubicBezTo>
                    <a:pt x="13599" y="7878"/>
                    <a:pt x="13340" y="8194"/>
                    <a:pt x="13256" y="8679"/>
                  </a:cubicBezTo>
                  <a:cubicBezTo>
                    <a:pt x="13111" y="9309"/>
                    <a:pt x="13599" y="9767"/>
                    <a:pt x="14027" y="10198"/>
                  </a:cubicBezTo>
                  <a:cubicBezTo>
                    <a:pt x="14343" y="10512"/>
                    <a:pt x="14630" y="10828"/>
                    <a:pt x="14630" y="11084"/>
                  </a:cubicBezTo>
                  <a:cubicBezTo>
                    <a:pt x="14630" y="11228"/>
                    <a:pt x="14515" y="11400"/>
                    <a:pt x="14314" y="11599"/>
                  </a:cubicBezTo>
                  <a:cubicBezTo>
                    <a:pt x="14140" y="11761"/>
                    <a:pt x="13999" y="11831"/>
                    <a:pt x="13856" y="11831"/>
                  </a:cubicBezTo>
                  <a:cubicBezTo>
                    <a:pt x="13667" y="11831"/>
                    <a:pt x="13474" y="11710"/>
                    <a:pt x="13198" y="11515"/>
                  </a:cubicBezTo>
                  <a:cubicBezTo>
                    <a:pt x="12912" y="11313"/>
                    <a:pt x="12569" y="11084"/>
                    <a:pt x="12225" y="11057"/>
                  </a:cubicBezTo>
                  <a:cubicBezTo>
                    <a:pt x="12082" y="11023"/>
                    <a:pt x="11922" y="10999"/>
                    <a:pt x="11764" y="10999"/>
                  </a:cubicBezTo>
                  <a:cubicBezTo>
                    <a:pt x="11509" y="10999"/>
                    <a:pt x="11256" y="11062"/>
                    <a:pt x="11080" y="11256"/>
                  </a:cubicBezTo>
                  <a:cubicBezTo>
                    <a:pt x="10821" y="11572"/>
                    <a:pt x="10965" y="12030"/>
                    <a:pt x="11107" y="12488"/>
                  </a:cubicBezTo>
                  <a:cubicBezTo>
                    <a:pt x="11222" y="12774"/>
                    <a:pt x="11366" y="13202"/>
                    <a:pt x="11252" y="13317"/>
                  </a:cubicBezTo>
                  <a:cubicBezTo>
                    <a:pt x="11213" y="13336"/>
                    <a:pt x="11129" y="13346"/>
                    <a:pt x="11022" y="13346"/>
                  </a:cubicBezTo>
                  <a:cubicBezTo>
                    <a:pt x="10810" y="13346"/>
                    <a:pt x="10506" y="13308"/>
                    <a:pt x="10278" y="13232"/>
                  </a:cubicBezTo>
                  <a:cubicBezTo>
                    <a:pt x="9706" y="13060"/>
                    <a:pt x="9676" y="12973"/>
                    <a:pt x="9534" y="12573"/>
                  </a:cubicBezTo>
                  <a:cubicBezTo>
                    <a:pt x="9477" y="12458"/>
                    <a:pt x="9420" y="12316"/>
                    <a:pt x="9333" y="12115"/>
                  </a:cubicBezTo>
                  <a:cubicBezTo>
                    <a:pt x="8504" y="10599"/>
                    <a:pt x="7874" y="10340"/>
                    <a:pt x="6213" y="10255"/>
                  </a:cubicBezTo>
                  <a:cubicBezTo>
                    <a:pt x="5668" y="10255"/>
                    <a:pt x="4782" y="10083"/>
                    <a:pt x="4523" y="9912"/>
                  </a:cubicBezTo>
                  <a:cubicBezTo>
                    <a:pt x="4581" y="9854"/>
                    <a:pt x="4638" y="9797"/>
                    <a:pt x="4810" y="9710"/>
                  </a:cubicBezTo>
                  <a:cubicBezTo>
                    <a:pt x="4961" y="9623"/>
                    <a:pt x="5142" y="9590"/>
                    <a:pt x="5343" y="9590"/>
                  </a:cubicBezTo>
                  <a:cubicBezTo>
                    <a:pt x="5671" y="9590"/>
                    <a:pt x="6051" y="9679"/>
                    <a:pt x="6442" y="9767"/>
                  </a:cubicBezTo>
                  <a:cubicBezTo>
                    <a:pt x="6861" y="9852"/>
                    <a:pt x="7289" y="9945"/>
                    <a:pt x="7704" y="9945"/>
                  </a:cubicBezTo>
                  <a:cubicBezTo>
                    <a:pt x="7999" y="9945"/>
                    <a:pt x="8287" y="9898"/>
                    <a:pt x="8561" y="9767"/>
                  </a:cubicBezTo>
                  <a:cubicBezTo>
                    <a:pt x="9133" y="9481"/>
                    <a:pt x="10134" y="7564"/>
                    <a:pt x="10249" y="7076"/>
                  </a:cubicBezTo>
                  <a:cubicBezTo>
                    <a:pt x="10622" y="5645"/>
                    <a:pt x="9218" y="4587"/>
                    <a:pt x="8675" y="4186"/>
                  </a:cubicBezTo>
                  <a:cubicBezTo>
                    <a:pt x="7886" y="3555"/>
                    <a:pt x="6801" y="3376"/>
                    <a:pt x="5747" y="3376"/>
                  </a:cubicBezTo>
                  <a:cubicBezTo>
                    <a:pt x="4888" y="3376"/>
                    <a:pt x="4050" y="3494"/>
                    <a:pt x="3408" y="3584"/>
                  </a:cubicBezTo>
                  <a:cubicBezTo>
                    <a:pt x="3236" y="3614"/>
                    <a:pt x="3035" y="3671"/>
                    <a:pt x="2806" y="3728"/>
                  </a:cubicBezTo>
                  <a:cubicBezTo>
                    <a:pt x="2412" y="3817"/>
                    <a:pt x="1917" y="3917"/>
                    <a:pt x="1518" y="3917"/>
                  </a:cubicBezTo>
                  <a:cubicBezTo>
                    <a:pt x="1279" y="3917"/>
                    <a:pt x="1075" y="3881"/>
                    <a:pt x="946" y="3785"/>
                  </a:cubicBezTo>
                  <a:cubicBezTo>
                    <a:pt x="889" y="3756"/>
                    <a:pt x="745" y="3641"/>
                    <a:pt x="745" y="3298"/>
                  </a:cubicBezTo>
                  <a:cubicBezTo>
                    <a:pt x="745" y="2668"/>
                    <a:pt x="1576" y="1866"/>
                    <a:pt x="2290" y="1351"/>
                  </a:cubicBezTo>
                  <a:cubicBezTo>
                    <a:pt x="2320" y="1351"/>
                    <a:pt x="2348" y="1324"/>
                    <a:pt x="2348" y="1294"/>
                  </a:cubicBezTo>
                  <a:cubicBezTo>
                    <a:pt x="2745" y="972"/>
                    <a:pt x="3036" y="734"/>
                    <a:pt x="3368" y="734"/>
                  </a:cubicBezTo>
                  <a:close/>
                  <a:moveTo>
                    <a:pt x="3379" y="0"/>
                  </a:moveTo>
                  <a:cubicBezTo>
                    <a:pt x="2739" y="0"/>
                    <a:pt x="2262" y="429"/>
                    <a:pt x="1890" y="751"/>
                  </a:cubicBezTo>
                  <a:cubicBezTo>
                    <a:pt x="1317" y="1152"/>
                    <a:pt x="0" y="2182"/>
                    <a:pt x="0" y="3327"/>
                  </a:cubicBezTo>
                  <a:cubicBezTo>
                    <a:pt x="30" y="3785"/>
                    <a:pt x="202" y="4129"/>
                    <a:pt x="488" y="4358"/>
                  </a:cubicBezTo>
                  <a:cubicBezTo>
                    <a:pt x="766" y="4572"/>
                    <a:pt x="1122" y="4647"/>
                    <a:pt x="1501" y="4647"/>
                  </a:cubicBezTo>
                  <a:cubicBezTo>
                    <a:pt x="1982" y="4647"/>
                    <a:pt x="2502" y="4527"/>
                    <a:pt x="2950" y="4415"/>
                  </a:cubicBezTo>
                  <a:cubicBezTo>
                    <a:pt x="3179" y="4385"/>
                    <a:pt x="3351" y="4328"/>
                    <a:pt x="3522" y="4301"/>
                  </a:cubicBezTo>
                  <a:cubicBezTo>
                    <a:pt x="4137" y="4221"/>
                    <a:pt x="4939" y="4109"/>
                    <a:pt x="5745" y="4109"/>
                  </a:cubicBezTo>
                  <a:cubicBezTo>
                    <a:pt x="6665" y="4109"/>
                    <a:pt x="7589" y="4254"/>
                    <a:pt x="8245" y="4759"/>
                  </a:cubicBezTo>
                  <a:cubicBezTo>
                    <a:pt x="8962" y="5301"/>
                    <a:pt x="9763" y="6046"/>
                    <a:pt x="9562" y="6905"/>
                  </a:cubicBezTo>
                  <a:cubicBezTo>
                    <a:pt x="9420" y="7392"/>
                    <a:pt x="8504" y="8966"/>
                    <a:pt x="8245" y="9137"/>
                  </a:cubicBezTo>
                  <a:cubicBezTo>
                    <a:pt x="8093" y="9209"/>
                    <a:pt x="7919" y="9237"/>
                    <a:pt x="7731" y="9237"/>
                  </a:cubicBezTo>
                  <a:cubicBezTo>
                    <a:pt x="7389" y="9237"/>
                    <a:pt x="7001" y="9144"/>
                    <a:pt x="6614" y="9053"/>
                  </a:cubicBezTo>
                  <a:cubicBezTo>
                    <a:pt x="6195" y="8956"/>
                    <a:pt x="5767" y="8859"/>
                    <a:pt x="5356" y="8859"/>
                  </a:cubicBezTo>
                  <a:cubicBezTo>
                    <a:pt x="5036" y="8859"/>
                    <a:pt x="4726" y="8918"/>
                    <a:pt x="4439" y="9080"/>
                  </a:cubicBezTo>
                  <a:cubicBezTo>
                    <a:pt x="3923" y="9366"/>
                    <a:pt x="3694" y="9710"/>
                    <a:pt x="3779" y="10053"/>
                  </a:cubicBezTo>
                  <a:cubicBezTo>
                    <a:pt x="4038" y="10912"/>
                    <a:pt x="6156" y="10970"/>
                    <a:pt x="6184" y="10970"/>
                  </a:cubicBezTo>
                  <a:cubicBezTo>
                    <a:pt x="7615" y="11057"/>
                    <a:pt x="7988" y="11171"/>
                    <a:pt x="8675" y="12431"/>
                  </a:cubicBezTo>
                  <a:cubicBezTo>
                    <a:pt x="8760" y="12602"/>
                    <a:pt x="8790" y="12717"/>
                    <a:pt x="8847" y="12831"/>
                  </a:cubicBezTo>
                  <a:cubicBezTo>
                    <a:pt x="9046" y="13347"/>
                    <a:pt x="9191" y="13660"/>
                    <a:pt x="10077" y="13947"/>
                  </a:cubicBezTo>
                  <a:cubicBezTo>
                    <a:pt x="10191" y="13976"/>
                    <a:pt x="10622" y="14061"/>
                    <a:pt x="11023" y="14061"/>
                  </a:cubicBezTo>
                  <a:cubicBezTo>
                    <a:pt x="11309" y="14061"/>
                    <a:pt x="11565" y="14034"/>
                    <a:pt x="11710" y="13862"/>
                  </a:cubicBezTo>
                  <a:cubicBezTo>
                    <a:pt x="12225" y="13431"/>
                    <a:pt x="11996" y="12744"/>
                    <a:pt x="11794" y="12229"/>
                  </a:cubicBezTo>
                  <a:cubicBezTo>
                    <a:pt x="11767" y="12087"/>
                    <a:pt x="11680" y="11858"/>
                    <a:pt x="11652" y="11744"/>
                  </a:cubicBezTo>
                  <a:cubicBezTo>
                    <a:pt x="11676" y="11731"/>
                    <a:pt x="11715" y="11724"/>
                    <a:pt x="11773" y="11724"/>
                  </a:cubicBezTo>
                  <a:cubicBezTo>
                    <a:pt x="11854" y="11724"/>
                    <a:pt x="11972" y="11738"/>
                    <a:pt x="12138" y="11771"/>
                  </a:cubicBezTo>
                  <a:cubicBezTo>
                    <a:pt x="12340" y="11801"/>
                    <a:pt x="12539" y="11943"/>
                    <a:pt x="12768" y="12115"/>
                  </a:cubicBezTo>
                  <a:cubicBezTo>
                    <a:pt x="13059" y="12303"/>
                    <a:pt x="13430" y="12552"/>
                    <a:pt x="13859" y="12552"/>
                  </a:cubicBezTo>
                  <a:cubicBezTo>
                    <a:pt x="14150" y="12552"/>
                    <a:pt x="14466" y="12438"/>
                    <a:pt x="14801" y="12115"/>
                  </a:cubicBezTo>
                  <a:cubicBezTo>
                    <a:pt x="15172" y="11801"/>
                    <a:pt x="15344" y="11457"/>
                    <a:pt x="15374" y="11084"/>
                  </a:cubicBezTo>
                  <a:cubicBezTo>
                    <a:pt x="15374" y="10512"/>
                    <a:pt x="14943" y="10083"/>
                    <a:pt x="14543" y="9682"/>
                  </a:cubicBezTo>
                  <a:cubicBezTo>
                    <a:pt x="14229" y="9366"/>
                    <a:pt x="13913" y="9053"/>
                    <a:pt x="13943" y="8794"/>
                  </a:cubicBezTo>
                  <a:cubicBezTo>
                    <a:pt x="14000" y="8565"/>
                    <a:pt x="14114" y="8480"/>
                    <a:pt x="14199" y="8450"/>
                  </a:cubicBezTo>
                  <a:cubicBezTo>
                    <a:pt x="14252" y="8436"/>
                    <a:pt x="14311" y="8429"/>
                    <a:pt x="14373" y="8429"/>
                  </a:cubicBezTo>
                  <a:cubicBezTo>
                    <a:pt x="14919" y="8429"/>
                    <a:pt x="15774" y="8941"/>
                    <a:pt x="16031" y="9224"/>
                  </a:cubicBezTo>
                  <a:cubicBezTo>
                    <a:pt x="16146" y="9339"/>
                    <a:pt x="16233" y="9424"/>
                    <a:pt x="16317" y="9538"/>
                  </a:cubicBezTo>
                  <a:cubicBezTo>
                    <a:pt x="16585" y="9852"/>
                    <a:pt x="16825" y="10037"/>
                    <a:pt x="17139" y="10037"/>
                  </a:cubicBezTo>
                  <a:cubicBezTo>
                    <a:pt x="17399" y="10037"/>
                    <a:pt x="17708" y="9910"/>
                    <a:pt x="18122" y="9625"/>
                  </a:cubicBezTo>
                  <a:cubicBezTo>
                    <a:pt x="18752" y="9195"/>
                    <a:pt x="19553" y="8050"/>
                    <a:pt x="19352" y="7049"/>
                  </a:cubicBezTo>
                  <a:cubicBezTo>
                    <a:pt x="19095" y="5989"/>
                    <a:pt x="18294" y="5874"/>
                    <a:pt x="17721" y="5789"/>
                  </a:cubicBezTo>
                  <a:cubicBezTo>
                    <a:pt x="17520" y="5789"/>
                    <a:pt x="17348" y="5760"/>
                    <a:pt x="17176" y="5702"/>
                  </a:cubicBezTo>
                  <a:cubicBezTo>
                    <a:pt x="16634" y="5560"/>
                    <a:pt x="16489" y="5416"/>
                    <a:pt x="16432" y="5331"/>
                  </a:cubicBezTo>
                  <a:cubicBezTo>
                    <a:pt x="16347" y="5217"/>
                    <a:pt x="16432" y="4930"/>
                    <a:pt x="16546" y="4672"/>
                  </a:cubicBezTo>
                  <a:cubicBezTo>
                    <a:pt x="16718" y="4042"/>
                    <a:pt x="17034" y="3156"/>
                    <a:pt x="16031" y="2297"/>
                  </a:cubicBezTo>
                  <a:cubicBezTo>
                    <a:pt x="15542" y="1906"/>
                    <a:pt x="13843" y="1389"/>
                    <a:pt x="12734" y="1389"/>
                  </a:cubicBezTo>
                  <a:cubicBezTo>
                    <a:pt x="12544" y="1389"/>
                    <a:pt x="12371" y="1405"/>
                    <a:pt x="12225" y="1438"/>
                  </a:cubicBezTo>
                  <a:cubicBezTo>
                    <a:pt x="12053" y="1466"/>
                    <a:pt x="11909" y="1523"/>
                    <a:pt x="11794" y="1637"/>
                  </a:cubicBezTo>
                  <a:cubicBezTo>
                    <a:pt x="11565" y="1637"/>
                    <a:pt x="11309" y="1667"/>
                    <a:pt x="11050" y="1667"/>
                  </a:cubicBezTo>
                  <a:cubicBezTo>
                    <a:pt x="10761" y="1698"/>
                    <a:pt x="10463" y="1728"/>
                    <a:pt x="10183" y="1728"/>
                  </a:cubicBezTo>
                  <a:cubicBezTo>
                    <a:pt x="9937" y="1728"/>
                    <a:pt x="9705" y="1705"/>
                    <a:pt x="9504" y="1637"/>
                  </a:cubicBezTo>
                  <a:cubicBezTo>
                    <a:pt x="9218" y="1580"/>
                    <a:pt x="9076" y="1408"/>
                    <a:pt x="8847" y="1209"/>
                  </a:cubicBezTo>
                  <a:cubicBezTo>
                    <a:pt x="8703" y="1037"/>
                    <a:pt x="8531" y="865"/>
                    <a:pt x="8302" y="751"/>
                  </a:cubicBezTo>
                  <a:cubicBezTo>
                    <a:pt x="7879" y="491"/>
                    <a:pt x="7502" y="382"/>
                    <a:pt x="7140" y="382"/>
                  </a:cubicBezTo>
                  <a:cubicBezTo>
                    <a:pt x="6546" y="382"/>
                    <a:pt x="5995" y="674"/>
                    <a:pt x="5355" y="1065"/>
                  </a:cubicBezTo>
                  <a:cubicBezTo>
                    <a:pt x="5297" y="1095"/>
                    <a:pt x="5240" y="1179"/>
                    <a:pt x="5153" y="1236"/>
                  </a:cubicBezTo>
                  <a:cubicBezTo>
                    <a:pt x="4751" y="1587"/>
                    <a:pt x="4498" y="1784"/>
                    <a:pt x="4399" y="1784"/>
                  </a:cubicBezTo>
                  <a:cubicBezTo>
                    <a:pt x="4392" y="1784"/>
                    <a:pt x="4386" y="1783"/>
                    <a:pt x="4381" y="1782"/>
                  </a:cubicBezTo>
                  <a:cubicBezTo>
                    <a:pt x="4466" y="1610"/>
                    <a:pt x="4610" y="1351"/>
                    <a:pt x="4581" y="1065"/>
                  </a:cubicBezTo>
                  <a:cubicBezTo>
                    <a:pt x="4581" y="1037"/>
                    <a:pt x="4553" y="1037"/>
                    <a:pt x="4553" y="1007"/>
                  </a:cubicBezTo>
                  <a:cubicBezTo>
                    <a:pt x="4496" y="865"/>
                    <a:pt x="4496" y="778"/>
                    <a:pt x="4496" y="694"/>
                  </a:cubicBezTo>
                  <a:cubicBezTo>
                    <a:pt x="4439" y="206"/>
                    <a:pt x="4122" y="121"/>
                    <a:pt x="3694" y="34"/>
                  </a:cubicBezTo>
                  <a:cubicBezTo>
                    <a:pt x="3585" y="11"/>
                    <a:pt x="3480" y="0"/>
                    <a:pt x="33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225291" y="804850"/>
              <a:ext cx="153952" cy="47939"/>
            </a:xfrm>
            <a:custGeom>
              <a:avLst/>
              <a:gdLst/>
              <a:ahLst/>
              <a:cxnLst/>
              <a:rect l="l" t="t" r="r" b="b"/>
              <a:pathLst>
                <a:path w="7611" h="2370" extrusionOk="0">
                  <a:moveTo>
                    <a:pt x="5247" y="0"/>
                  </a:moveTo>
                  <a:cubicBezTo>
                    <a:pt x="5132" y="0"/>
                    <a:pt x="5034" y="30"/>
                    <a:pt x="4964" y="97"/>
                  </a:cubicBezTo>
                  <a:lnTo>
                    <a:pt x="4907" y="97"/>
                  </a:lnTo>
                  <a:cubicBezTo>
                    <a:pt x="4219" y="239"/>
                    <a:pt x="3876" y="669"/>
                    <a:pt x="3333" y="898"/>
                  </a:cubicBezTo>
                  <a:cubicBezTo>
                    <a:pt x="3189" y="957"/>
                    <a:pt x="3016" y="974"/>
                    <a:pt x="2834" y="974"/>
                  </a:cubicBezTo>
                  <a:cubicBezTo>
                    <a:pt x="2599" y="974"/>
                    <a:pt x="2350" y="946"/>
                    <a:pt x="2132" y="946"/>
                  </a:cubicBezTo>
                  <a:cubicBezTo>
                    <a:pt x="1947" y="946"/>
                    <a:pt x="1784" y="966"/>
                    <a:pt x="1673" y="1040"/>
                  </a:cubicBezTo>
                  <a:cubicBezTo>
                    <a:pt x="1" y="1961"/>
                    <a:pt x="2039" y="2370"/>
                    <a:pt x="3174" y="2370"/>
                  </a:cubicBezTo>
                  <a:cubicBezTo>
                    <a:pt x="3381" y="2370"/>
                    <a:pt x="3558" y="2356"/>
                    <a:pt x="3677" y="2330"/>
                  </a:cubicBezTo>
                  <a:cubicBezTo>
                    <a:pt x="3758" y="2322"/>
                    <a:pt x="3880" y="2319"/>
                    <a:pt x="4030" y="2319"/>
                  </a:cubicBezTo>
                  <a:cubicBezTo>
                    <a:pt x="4294" y="2319"/>
                    <a:pt x="4645" y="2327"/>
                    <a:pt x="5020" y="2327"/>
                  </a:cubicBezTo>
                  <a:cubicBezTo>
                    <a:pt x="5996" y="2327"/>
                    <a:pt x="7133" y="2275"/>
                    <a:pt x="7311" y="1899"/>
                  </a:cubicBezTo>
                  <a:cubicBezTo>
                    <a:pt x="7610" y="1351"/>
                    <a:pt x="6022" y="0"/>
                    <a:pt x="524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7237125" y="797284"/>
              <a:ext cx="148247" cy="62806"/>
            </a:xfrm>
            <a:custGeom>
              <a:avLst/>
              <a:gdLst/>
              <a:ahLst/>
              <a:cxnLst/>
              <a:rect l="l" t="t" r="r" b="b"/>
              <a:pathLst>
                <a:path w="7329" h="3105" extrusionOk="0">
                  <a:moveTo>
                    <a:pt x="4701" y="743"/>
                  </a:moveTo>
                  <a:cubicBezTo>
                    <a:pt x="4852" y="743"/>
                    <a:pt x="5205" y="878"/>
                    <a:pt x="5638" y="1215"/>
                  </a:cubicBezTo>
                  <a:cubicBezTo>
                    <a:pt x="6183" y="1616"/>
                    <a:pt x="6412" y="2017"/>
                    <a:pt x="6412" y="2101"/>
                  </a:cubicBezTo>
                  <a:cubicBezTo>
                    <a:pt x="6154" y="2330"/>
                    <a:pt x="4551" y="2330"/>
                    <a:pt x="3951" y="2330"/>
                  </a:cubicBezTo>
                  <a:cubicBezTo>
                    <a:pt x="3550" y="2330"/>
                    <a:pt x="3234" y="2330"/>
                    <a:pt x="3034" y="2360"/>
                  </a:cubicBezTo>
                  <a:cubicBezTo>
                    <a:pt x="2926" y="2383"/>
                    <a:pt x="2785" y="2393"/>
                    <a:pt x="2628" y="2393"/>
                  </a:cubicBezTo>
                  <a:cubicBezTo>
                    <a:pt x="1996" y="2393"/>
                    <a:pt x="1088" y="2227"/>
                    <a:pt x="859" y="2044"/>
                  </a:cubicBezTo>
                  <a:cubicBezTo>
                    <a:pt x="886" y="1987"/>
                    <a:pt x="1001" y="1872"/>
                    <a:pt x="1287" y="1730"/>
                  </a:cubicBezTo>
                  <a:cubicBezTo>
                    <a:pt x="1331" y="1701"/>
                    <a:pt x="1428" y="1694"/>
                    <a:pt x="1534" y="1694"/>
                  </a:cubicBezTo>
                  <a:cubicBezTo>
                    <a:pt x="1636" y="1694"/>
                    <a:pt x="1748" y="1701"/>
                    <a:pt x="1832" y="1701"/>
                  </a:cubicBezTo>
                  <a:cubicBezTo>
                    <a:pt x="1972" y="1713"/>
                    <a:pt x="2122" y="1725"/>
                    <a:pt x="2272" y="1725"/>
                  </a:cubicBezTo>
                  <a:cubicBezTo>
                    <a:pt x="2489" y="1725"/>
                    <a:pt x="2705" y="1700"/>
                    <a:pt x="2890" y="1616"/>
                  </a:cubicBezTo>
                  <a:cubicBezTo>
                    <a:pt x="3149" y="1501"/>
                    <a:pt x="3348" y="1357"/>
                    <a:pt x="3550" y="1243"/>
                  </a:cubicBezTo>
                  <a:cubicBezTo>
                    <a:pt x="3806" y="1071"/>
                    <a:pt x="4035" y="899"/>
                    <a:pt x="4351" y="842"/>
                  </a:cubicBezTo>
                  <a:cubicBezTo>
                    <a:pt x="4436" y="842"/>
                    <a:pt x="4551" y="814"/>
                    <a:pt x="4638" y="757"/>
                  </a:cubicBezTo>
                  <a:cubicBezTo>
                    <a:pt x="4651" y="748"/>
                    <a:pt x="4672" y="743"/>
                    <a:pt x="4701" y="743"/>
                  </a:cubicBezTo>
                  <a:close/>
                  <a:moveTo>
                    <a:pt x="4657" y="0"/>
                  </a:moveTo>
                  <a:cubicBezTo>
                    <a:pt x="4519" y="0"/>
                    <a:pt x="4385" y="29"/>
                    <a:pt x="4264" y="97"/>
                  </a:cubicBezTo>
                  <a:cubicBezTo>
                    <a:pt x="4264" y="97"/>
                    <a:pt x="4264" y="127"/>
                    <a:pt x="4237" y="127"/>
                  </a:cubicBezTo>
                  <a:cubicBezTo>
                    <a:pt x="3779" y="212"/>
                    <a:pt x="3435" y="441"/>
                    <a:pt x="3149" y="643"/>
                  </a:cubicBezTo>
                  <a:cubicBezTo>
                    <a:pt x="2977" y="757"/>
                    <a:pt x="2805" y="842"/>
                    <a:pt x="2604" y="929"/>
                  </a:cubicBezTo>
                  <a:cubicBezTo>
                    <a:pt x="2500" y="980"/>
                    <a:pt x="2353" y="990"/>
                    <a:pt x="2197" y="990"/>
                  </a:cubicBezTo>
                  <a:cubicBezTo>
                    <a:pt x="2096" y="990"/>
                    <a:pt x="1990" y="986"/>
                    <a:pt x="1889" y="986"/>
                  </a:cubicBezTo>
                  <a:cubicBezTo>
                    <a:pt x="1749" y="975"/>
                    <a:pt x="1612" y="964"/>
                    <a:pt x="1483" y="964"/>
                  </a:cubicBezTo>
                  <a:cubicBezTo>
                    <a:pt x="1269" y="964"/>
                    <a:pt x="1076" y="994"/>
                    <a:pt x="916" y="1101"/>
                  </a:cubicBezTo>
                  <a:cubicBezTo>
                    <a:pt x="257" y="1472"/>
                    <a:pt x="0" y="1845"/>
                    <a:pt x="142" y="2246"/>
                  </a:cubicBezTo>
                  <a:cubicBezTo>
                    <a:pt x="371" y="2933"/>
                    <a:pt x="1860" y="3104"/>
                    <a:pt x="2661" y="3104"/>
                  </a:cubicBezTo>
                  <a:cubicBezTo>
                    <a:pt x="2890" y="3104"/>
                    <a:pt x="3034" y="3104"/>
                    <a:pt x="3119" y="3075"/>
                  </a:cubicBezTo>
                  <a:cubicBezTo>
                    <a:pt x="3167" y="3065"/>
                    <a:pt x="3238" y="3062"/>
                    <a:pt x="3323" y="3062"/>
                  </a:cubicBezTo>
                  <a:cubicBezTo>
                    <a:pt x="3492" y="3062"/>
                    <a:pt x="3722" y="3075"/>
                    <a:pt x="3951" y="3075"/>
                  </a:cubicBezTo>
                  <a:cubicBezTo>
                    <a:pt x="5581" y="3075"/>
                    <a:pt x="6756" y="3017"/>
                    <a:pt x="7042" y="2445"/>
                  </a:cubicBezTo>
                  <a:cubicBezTo>
                    <a:pt x="7328" y="1872"/>
                    <a:pt x="6726" y="1128"/>
                    <a:pt x="6069" y="613"/>
                  </a:cubicBezTo>
                  <a:cubicBezTo>
                    <a:pt x="5840" y="453"/>
                    <a:pt x="5209" y="0"/>
                    <a:pt x="4657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7070273" y="1135763"/>
              <a:ext cx="87059" cy="59651"/>
            </a:xfrm>
            <a:custGeom>
              <a:avLst/>
              <a:gdLst/>
              <a:ahLst/>
              <a:cxnLst/>
              <a:rect l="l" t="t" r="r" b="b"/>
              <a:pathLst>
                <a:path w="4304" h="2949" extrusionOk="0">
                  <a:moveTo>
                    <a:pt x="2512" y="1"/>
                  </a:moveTo>
                  <a:cubicBezTo>
                    <a:pt x="2384" y="1"/>
                    <a:pt x="2262" y="35"/>
                    <a:pt x="2149" y="113"/>
                  </a:cubicBezTo>
                  <a:lnTo>
                    <a:pt x="2092" y="198"/>
                  </a:lnTo>
                  <a:cubicBezTo>
                    <a:pt x="1320" y="198"/>
                    <a:pt x="1405" y="628"/>
                    <a:pt x="1062" y="972"/>
                  </a:cubicBezTo>
                  <a:cubicBezTo>
                    <a:pt x="977" y="1114"/>
                    <a:pt x="175" y="2060"/>
                    <a:pt x="175" y="2145"/>
                  </a:cubicBezTo>
                  <a:cubicBezTo>
                    <a:pt x="0" y="2762"/>
                    <a:pt x="171" y="2949"/>
                    <a:pt x="476" y="2949"/>
                  </a:cubicBezTo>
                  <a:cubicBezTo>
                    <a:pt x="920" y="2949"/>
                    <a:pt x="1650" y="2552"/>
                    <a:pt x="2007" y="2518"/>
                  </a:cubicBezTo>
                  <a:cubicBezTo>
                    <a:pt x="2041" y="2514"/>
                    <a:pt x="2076" y="2512"/>
                    <a:pt x="2112" y="2512"/>
                  </a:cubicBezTo>
                  <a:cubicBezTo>
                    <a:pt x="2528" y="2512"/>
                    <a:pt x="3126" y="2739"/>
                    <a:pt x="3580" y="2739"/>
                  </a:cubicBezTo>
                  <a:cubicBezTo>
                    <a:pt x="4005" y="2739"/>
                    <a:pt x="4304" y="2541"/>
                    <a:pt x="4211" y="1774"/>
                  </a:cubicBezTo>
                  <a:cubicBezTo>
                    <a:pt x="4090" y="1093"/>
                    <a:pt x="3225" y="1"/>
                    <a:pt x="251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062788" y="1128521"/>
              <a:ext cx="101380" cy="74397"/>
            </a:xfrm>
            <a:custGeom>
              <a:avLst/>
              <a:gdLst/>
              <a:ahLst/>
              <a:cxnLst/>
              <a:rect l="l" t="t" r="r" b="b"/>
              <a:pathLst>
                <a:path w="5012" h="3678" extrusionOk="0">
                  <a:moveTo>
                    <a:pt x="2867" y="728"/>
                  </a:moveTo>
                  <a:cubicBezTo>
                    <a:pt x="2921" y="728"/>
                    <a:pt x="2992" y="743"/>
                    <a:pt x="3092" y="785"/>
                  </a:cubicBezTo>
                  <a:cubicBezTo>
                    <a:pt x="3607" y="986"/>
                    <a:pt x="4152" y="1758"/>
                    <a:pt x="4210" y="2189"/>
                  </a:cubicBezTo>
                  <a:cubicBezTo>
                    <a:pt x="4267" y="2503"/>
                    <a:pt x="4210" y="2647"/>
                    <a:pt x="4180" y="2704"/>
                  </a:cubicBezTo>
                  <a:cubicBezTo>
                    <a:pt x="4137" y="2739"/>
                    <a:pt x="4066" y="2752"/>
                    <a:pt x="3978" y="2752"/>
                  </a:cubicBezTo>
                  <a:cubicBezTo>
                    <a:pt x="3775" y="2752"/>
                    <a:pt x="3485" y="2678"/>
                    <a:pt x="3264" y="2617"/>
                  </a:cubicBezTo>
                  <a:cubicBezTo>
                    <a:pt x="2966" y="2567"/>
                    <a:pt x="2711" y="2497"/>
                    <a:pt x="2462" y="2497"/>
                  </a:cubicBezTo>
                  <a:cubicBezTo>
                    <a:pt x="2424" y="2497"/>
                    <a:pt x="2386" y="2499"/>
                    <a:pt x="2348" y="2503"/>
                  </a:cubicBezTo>
                  <a:cubicBezTo>
                    <a:pt x="2148" y="2532"/>
                    <a:pt x="1890" y="2617"/>
                    <a:pt x="1633" y="2732"/>
                  </a:cubicBezTo>
                  <a:cubicBezTo>
                    <a:pt x="1432" y="2789"/>
                    <a:pt x="1003" y="2961"/>
                    <a:pt x="832" y="2961"/>
                  </a:cubicBezTo>
                  <a:cubicBezTo>
                    <a:pt x="832" y="2903"/>
                    <a:pt x="832" y="2819"/>
                    <a:pt x="889" y="2647"/>
                  </a:cubicBezTo>
                  <a:cubicBezTo>
                    <a:pt x="946" y="2532"/>
                    <a:pt x="1145" y="2303"/>
                    <a:pt x="1260" y="2132"/>
                  </a:cubicBezTo>
                  <a:cubicBezTo>
                    <a:pt x="1546" y="1816"/>
                    <a:pt x="1661" y="1644"/>
                    <a:pt x="1718" y="1559"/>
                  </a:cubicBezTo>
                  <a:cubicBezTo>
                    <a:pt x="1832" y="1415"/>
                    <a:pt x="1919" y="1300"/>
                    <a:pt x="1977" y="1186"/>
                  </a:cubicBezTo>
                  <a:cubicBezTo>
                    <a:pt x="2091" y="957"/>
                    <a:pt x="2148" y="899"/>
                    <a:pt x="2462" y="899"/>
                  </a:cubicBezTo>
                  <a:cubicBezTo>
                    <a:pt x="2577" y="899"/>
                    <a:pt x="2691" y="842"/>
                    <a:pt x="2748" y="757"/>
                  </a:cubicBezTo>
                  <a:cubicBezTo>
                    <a:pt x="2777" y="743"/>
                    <a:pt x="2813" y="728"/>
                    <a:pt x="2867" y="728"/>
                  </a:cubicBezTo>
                  <a:close/>
                  <a:moveTo>
                    <a:pt x="2892" y="0"/>
                  </a:moveTo>
                  <a:cubicBezTo>
                    <a:pt x="2690" y="0"/>
                    <a:pt x="2496" y="57"/>
                    <a:pt x="2320" y="185"/>
                  </a:cubicBezTo>
                  <a:lnTo>
                    <a:pt x="2290" y="185"/>
                  </a:lnTo>
                  <a:cubicBezTo>
                    <a:pt x="1690" y="242"/>
                    <a:pt x="1489" y="586"/>
                    <a:pt x="1347" y="842"/>
                  </a:cubicBezTo>
                  <a:lnTo>
                    <a:pt x="1175" y="1101"/>
                  </a:lnTo>
                  <a:cubicBezTo>
                    <a:pt x="1145" y="1101"/>
                    <a:pt x="1118" y="1158"/>
                    <a:pt x="1118" y="1186"/>
                  </a:cubicBezTo>
                  <a:cubicBezTo>
                    <a:pt x="1061" y="1243"/>
                    <a:pt x="859" y="1502"/>
                    <a:pt x="717" y="1674"/>
                  </a:cubicBezTo>
                  <a:cubicBezTo>
                    <a:pt x="287" y="2189"/>
                    <a:pt x="202" y="2303"/>
                    <a:pt x="172" y="2445"/>
                  </a:cubicBezTo>
                  <a:cubicBezTo>
                    <a:pt x="115" y="2647"/>
                    <a:pt x="0" y="3190"/>
                    <a:pt x="344" y="3506"/>
                  </a:cubicBezTo>
                  <a:cubicBezTo>
                    <a:pt x="488" y="3620"/>
                    <a:pt x="660" y="3677"/>
                    <a:pt x="832" y="3677"/>
                  </a:cubicBezTo>
                  <a:cubicBezTo>
                    <a:pt x="1175" y="3677"/>
                    <a:pt x="1546" y="3533"/>
                    <a:pt x="1890" y="3391"/>
                  </a:cubicBezTo>
                  <a:cubicBezTo>
                    <a:pt x="2091" y="3334"/>
                    <a:pt x="2320" y="3247"/>
                    <a:pt x="2435" y="3219"/>
                  </a:cubicBezTo>
                  <a:cubicBezTo>
                    <a:pt x="2577" y="3219"/>
                    <a:pt x="2835" y="3277"/>
                    <a:pt x="3092" y="3334"/>
                  </a:cubicBezTo>
                  <a:cubicBezTo>
                    <a:pt x="3380" y="3394"/>
                    <a:pt x="3684" y="3463"/>
                    <a:pt x="3966" y="3463"/>
                  </a:cubicBezTo>
                  <a:cubicBezTo>
                    <a:pt x="4216" y="3463"/>
                    <a:pt x="4449" y="3409"/>
                    <a:pt x="4638" y="3247"/>
                  </a:cubicBezTo>
                  <a:cubicBezTo>
                    <a:pt x="4924" y="2990"/>
                    <a:pt x="5011" y="2617"/>
                    <a:pt x="4924" y="2074"/>
                  </a:cubicBezTo>
                  <a:cubicBezTo>
                    <a:pt x="4810" y="1415"/>
                    <a:pt x="4122" y="441"/>
                    <a:pt x="3378" y="98"/>
                  </a:cubicBezTo>
                  <a:cubicBezTo>
                    <a:pt x="3215" y="35"/>
                    <a:pt x="3051" y="0"/>
                    <a:pt x="289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6790319" y="893455"/>
              <a:ext cx="226730" cy="49659"/>
            </a:xfrm>
            <a:custGeom>
              <a:avLst/>
              <a:gdLst/>
              <a:ahLst/>
              <a:cxnLst/>
              <a:rect l="l" t="t" r="r" b="b"/>
              <a:pathLst>
                <a:path w="11209" h="2455" extrusionOk="0">
                  <a:moveTo>
                    <a:pt x="4480" y="0"/>
                  </a:moveTo>
                  <a:cubicBezTo>
                    <a:pt x="2751" y="0"/>
                    <a:pt x="0" y="1492"/>
                    <a:pt x="1877" y="2157"/>
                  </a:cubicBezTo>
                  <a:cubicBezTo>
                    <a:pt x="2127" y="2242"/>
                    <a:pt x="2396" y="2274"/>
                    <a:pt x="2678" y="2274"/>
                  </a:cubicBezTo>
                  <a:cubicBezTo>
                    <a:pt x="3433" y="2274"/>
                    <a:pt x="4277" y="2050"/>
                    <a:pt x="5069" y="2050"/>
                  </a:cubicBezTo>
                  <a:cubicBezTo>
                    <a:pt x="5268" y="2050"/>
                    <a:pt x="5465" y="2064"/>
                    <a:pt x="5655" y="2099"/>
                  </a:cubicBezTo>
                  <a:cubicBezTo>
                    <a:pt x="6328" y="2252"/>
                    <a:pt x="6772" y="2454"/>
                    <a:pt x="7359" y="2454"/>
                  </a:cubicBezTo>
                  <a:cubicBezTo>
                    <a:pt x="7545" y="2454"/>
                    <a:pt x="7746" y="2434"/>
                    <a:pt x="7973" y="2386"/>
                  </a:cubicBezTo>
                  <a:cubicBezTo>
                    <a:pt x="8374" y="2301"/>
                    <a:pt x="10178" y="2157"/>
                    <a:pt x="10435" y="1870"/>
                  </a:cubicBezTo>
                  <a:cubicBezTo>
                    <a:pt x="11209" y="1069"/>
                    <a:pt x="9949" y="641"/>
                    <a:pt x="9347" y="641"/>
                  </a:cubicBezTo>
                  <a:lnTo>
                    <a:pt x="9491" y="641"/>
                  </a:lnTo>
                  <a:cubicBezTo>
                    <a:pt x="9311" y="594"/>
                    <a:pt x="9152" y="574"/>
                    <a:pt x="9010" y="574"/>
                  </a:cubicBezTo>
                  <a:cubicBezTo>
                    <a:pt x="8274" y="574"/>
                    <a:pt x="7974" y="1115"/>
                    <a:pt x="7229" y="1355"/>
                  </a:cubicBezTo>
                  <a:cubicBezTo>
                    <a:pt x="7030" y="1411"/>
                    <a:pt x="6865" y="1436"/>
                    <a:pt x="6727" y="1436"/>
                  </a:cubicBezTo>
                  <a:cubicBezTo>
                    <a:pt x="5951" y="1436"/>
                    <a:pt x="6001" y="647"/>
                    <a:pt x="5369" y="210"/>
                  </a:cubicBezTo>
                  <a:cubicBezTo>
                    <a:pt x="5149" y="63"/>
                    <a:pt x="4836" y="0"/>
                    <a:pt x="4480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807413" y="885909"/>
              <a:ext cx="207878" cy="64526"/>
            </a:xfrm>
            <a:custGeom>
              <a:avLst/>
              <a:gdLst/>
              <a:ahLst/>
              <a:cxnLst/>
              <a:rect l="l" t="t" r="r" b="b"/>
              <a:pathLst>
                <a:path w="10277" h="3190" extrusionOk="0">
                  <a:moveTo>
                    <a:pt x="3665" y="735"/>
                  </a:moveTo>
                  <a:cubicBezTo>
                    <a:pt x="3941" y="735"/>
                    <a:pt x="4172" y="778"/>
                    <a:pt x="4322" y="869"/>
                  </a:cubicBezTo>
                  <a:cubicBezTo>
                    <a:pt x="4524" y="1014"/>
                    <a:pt x="4639" y="1213"/>
                    <a:pt x="4753" y="1414"/>
                  </a:cubicBezTo>
                  <a:cubicBezTo>
                    <a:pt x="4958" y="1734"/>
                    <a:pt x="5218" y="2163"/>
                    <a:pt x="5896" y="2163"/>
                  </a:cubicBezTo>
                  <a:cubicBezTo>
                    <a:pt x="6068" y="2163"/>
                    <a:pt x="6267" y="2136"/>
                    <a:pt x="6498" y="2072"/>
                  </a:cubicBezTo>
                  <a:cubicBezTo>
                    <a:pt x="6842" y="1957"/>
                    <a:pt x="7100" y="1785"/>
                    <a:pt x="7357" y="1643"/>
                  </a:cubicBezTo>
                  <a:cubicBezTo>
                    <a:pt x="7631" y="1469"/>
                    <a:pt x="7840" y="1316"/>
                    <a:pt x="8152" y="1316"/>
                  </a:cubicBezTo>
                  <a:cubicBezTo>
                    <a:pt x="8199" y="1316"/>
                    <a:pt x="8250" y="1320"/>
                    <a:pt x="8303" y="1327"/>
                  </a:cubicBezTo>
                  <a:cubicBezTo>
                    <a:pt x="8360" y="1357"/>
                    <a:pt x="8417" y="1385"/>
                    <a:pt x="8502" y="1385"/>
                  </a:cubicBezTo>
                  <a:cubicBezTo>
                    <a:pt x="8875" y="1385"/>
                    <a:pt x="9391" y="1586"/>
                    <a:pt x="9475" y="1758"/>
                  </a:cubicBezTo>
                  <a:cubicBezTo>
                    <a:pt x="9475" y="1815"/>
                    <a:pt x="9418" y="1900"/>
                    <a:pt x="9333" y="1987"/>
                  </a:cubicBezTo>
                  <a:cubicBezTo>
                    <a:pt x="9132" y="2129"/>
                    <a:pt x="7987" y="2273"/>
                    <a:pt x="7529" y="2330"/>
                  </a:cubicBezTo>
                  <a:cubicBezTo>
                    <a:pt x="7329" y="2358"/>
                    <a:pt x="7158" y="2388"/>
                    <a:pt x="7043" y="2415"/>
                  </a:cubicBezTo>
                  <a:cubicBezTo>
                    <a:pt x="6843" y="2461"/>
                    <a:pt x="6668" y="2481"/>
                    <a:pt x="6505" y="2481"/>
                  </a:cubicBezTo>
                  <a:cubicBezTo>
                    <a:pt x="6156" y="2481"/>
                    <a:pt x="5858" y="2390"/>
                    <a:pt x="5468" y="2273"/>
                  </a:cubicBezTo>
                  <a:cubicBezTo>
                    <a:pt x="5296" y="2216"/>
                    <a:pt x="5097" y="2159"/>
                    <a:pt x="4868" y="2101"/>
                  </a:cubicBezTo>
                  <a:cubicBezTo>
                    <a:pt x="4666" y="2072"/>
                    <a:pt x="4437" y="2044"/>
                    <a:pt x="4238" y="2044"/>
                  </a:cubicBezTo>
                  <a:cubicBezTo>
                    <a:pt x="3807" y="2044"/>
                    <a:pt x="3379" y="2129"/>
                    <a:pt x="2948" y="2186"/>
                  </a:cubicBezTo>
                  <a:cubicBezTo>
                    <a:pt x="2570" y="2236"/>
                    <a:pt x="2200" y="2286"/>
                    <a:pt x="1856" y="2286"/>
                  </a:cubicBezTo>
                  <a:cubicBezTo>
                    <a:pt x="1603" y="2286"/>
                    <a:pt x="1364" y="2259"/>
                    <a:pt x="1146" y="2186"/>
                  </a:cubicBezTo>
                  <a:cubicBezTo>
                    <a:pt x="830" y="2072"/>
                    <a:pt x="773" y="1987"/>
                    <a:pt x="773" y="1957"/>
                  </a:cubicBezTo>
                  <a:cubicBezTo>
                    <a:pt x="773" y="1930"/>
                    <a:pt x="860" y="1701"/>
                    <a:pt x="1345" y="1414"/>
                  </a:cubicBezTo>
                  <a:cubicBezTo>
                    <a:pt x="2056" y="988"/>
                    <a:pt x="2994" y="735"/>
                    <a:pt x="3665" y="735"/>
                  </a:cubicBezTo>
                  <a:close/>
                  <a:moveTo>
                    <a:pt x="3651" y="1"/>
                  </a:moveTo>
                  <a:cubicBezTo>
                    <a:pt x="2748" y="1"/>
                    <a:pt x="1660" y="372"/>
                    <a:pt x="974" y="785"/>
                  </a:cubicBezTo>
                  <a:cubicBezTo>
                    <a:pt x="315" y="1185"/>
                    <a:pt x="1" y="1614"/>
                    <a:pt x="28" y="2044"/>
                  </a:cubicBezTo>
                  <a:cubicBezTo>
                    <a:pt x="86" y="2415"/>
                    <a:pt x="372" y="2701"/>
                    <a:pt x="917" y="2873"/>
                  </a:cubicBezTo>
                  <a:cubicBezTo>
                    <a:pt x="1204" y="2973"/>
                    <a:pt x="1508" y="3008"/>
                    <a:pt x="1822" y="3008"/>
                  </a:cubicBezTo>
                  <a:cubicBezTo>
                    <a:pt x="2225" y="3008"/>
                    <a:pt x="2644" y="2951"/>
                    <a:pt x="3063" y="2903"/>
                  </a:cubicBezTo>
                  <a:cubicBezTo>
                    <a:pt x="3468" y="2841"/>
                    <a:pt x="3874" y="2781"/>
                    <a:pt x="4259" y="2781"/>
                  </a:cubicBezTo>
                  <a:cubicBezTo>
                    <a:pt x="4417" y="2781"/>
                    <a:pt x="4573" y="2791"/>
                    <a:pt x="4723" y="2816"/>
                  </a:cubicBezTo>
                  <a:cubicBezTo>
                    <a:pt x="4925" y="2873"/>
                    <a:pt x="5097" y="2930"/>
                    <a:pt x="5268" y="2960"/>
                  </a:cubicBezTo>
                  <a:cubicBezTo>
                    <a:pt x="5669" y="3075"/>
                    <a:pt x="6040" y="3189"/>
                    <a:pt x="6498" y="3189"/>
                  </a:cubicBezTo>
                  <a:cubicBezTo>
                    <a:pt x="6700" y="3189"/>
                    <a:pt x="6929" y="3159"/>
                    <a:pt x="7185" y="3102"/>
                  </a:cubicBezTo>
                  <a:cubicBezTo>
                    <a:pt x="7272" y="3102"/>
                    <a:pt x="7444" y="3075"/>
                    <a:pt x="7643" y="3045"/>
                  </a:cubicBezTo>
                  <a:cubicBezTo>
                    <a:pt x="8933" y="2903"/>
                    <a:pt x="9590" y="2759"/>
                    <a:pt x="9849" y="2502"/>
                  </a:cubicBezTo>
                  <a:cubicBezTo>
                    <a:pt x="10277" y="2044"/>
                    <a:pt x="10220" y="1643"/>
                    <a:pt x="10135" y="1472"/>
                  </a:cubicBezTo>
                  <a:cubicBezTo>
                    <a:pt x="9906" y="956"/>
                    <a:pt x="9219" y="727"/>
                    <a:pt x="8761" y="670"/>
                  </a:cubicBezTo>
                  <a:lnTo>
                    <a:pt x="8731" y="670"/>
                  </a:lnTo>
                  <a:cubicBezTo>
                    <a:pt x="8523" y="615"/>
                    <a:pt x="8338" y="591"/>
                    <a:pt x="8169" y="591"/>
                  </a:cubicBezTo>
                  <a:cubicBezTo>
                    <a:pt x="7641" y="591"/>
                    <a:pt x="7283" y="824"/>
                    <a:pt x="6956" y="1041"/>
                  </a:cubicBezTo>
                  <a:cubicBezTo>
                    <a:pt x="6727" y="1185"/>
                    <a:pt x="6528" y="1300"/>
                    <a:pt x="6269" y="1385"/>
                  </a:cubicBezTo>
                  <a:cubicBezTo>
                    <a:pt x="6106" y="1433"/>
                    <a:pt x="5983" y="1457"/>
                    <a:pt x="5884" y="1457"/>
                  </a:cubicBezTo>
                  <a:cubicBezTo>
                    <a:pt x="5637" y="1457"/>
                    <a:pt x="5547" y="1308"/>
                    <a:pt x="5383" y="1041"/>
                  </a:cubicBezTo>
                  <a:cubicBezTo>
                    <a:pt x="5239" y="785"/>
                    <a:pt x="5067" y="498"/>
                    <a:pt x="4723" y="269"/>
                  </a:cubicBezTo>
                  <a:cubicBezTo>
                    <a:pt x="4444" y="79"/>
                    <a:pt x="4067" y="1"/>
                    <a:pt x="3651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7041932" y="890198"/>
              <a:ext cx="82852" cy="41385"/>
            </a:xfrm>
            <a:custGeom>
              <a:avLst/>
              <a:gdLst/>
              <a:ahLst/>
              <a:cxnLst/>
              <a:rect l="l" t="t" r="r" b="b"/>
              <a:pathLst>
                <a:path w="4096" h="2046" extrusionOk="0">
                  <a:moveTo>
                    <a:pt x="4041" y="864"/>
                  </a:moveTo>
                  <a:cubicBezTo>
                    <a:pt x="4040" y="871"/>
                    <a:pt x="4039" y="879"/>
                    <a:pt x="4038" y="886"/>
                  </a:cubicBezTo>
                  <a:cubicBezTo>
                    <a:pt x="4041" y="875"/>
                    <a:pt x="4042" y="868"/>
                    <a:pt x="4041" y="864"/>
                  </a:cubicBezTo>
                  <a:close/>
                  <a:moveTo>
                    <a:pt x="3408" y="0"/>
                  </a:moveTo>
                  <a:lnTo>
                    <a:pt x="3695" y="142"/>
                  </a:lnTo>
                  <a:cubicBezTo>
                    <a:pt x="2520" y="142"/>
                    <a:pt x="2520" y="229"/>
                    <a:pt x="1634" y="802"/>
                  </a:cubicBezTo>
                  <a:cubicBezTo>
                    <a:pt x="889" y="1230"/>
                    <a:pt x="1" y="1459"/>
                    <a:pt x="1233" y="1974"/>
                  </a:cubicBezTo>
                  <a:cubicBezTo>
                    <a:pt x="1389" y="2023"/>
                    <a:pt x="1653" y="2046"/>
                    <a:pt x="1950" y="2046"/>
                  </a:cubicBezTo>
                  <a:cubicBezTo>
                    <a:pt x="2504" y="2046"/>
                    <a:pt x="3173" y="1968"/>
                    <a:pt x="3469" y="1843"/>
                  </a:cubicBezTo>
                  <a:lnTo>
                    <a:pt x="3469" y="1843"/>
                  </a:lnTo>
                  <a:cubicBezTo>
                    <a:pt x="3469" y="1843"/>
                    <a:pt x="3470" y="1843"/>
                    <a:pt x="3470" y="1843"/>
                  </a:cubicBezTo>
                  <a:cubicBezTo>
                    <a:pt x="3475" y="1843"/>
                    <a:pt x="3483" y="1839"/>
                    <a:pt x="3493" y="1832"/>
                  </a:cubicBezTo>
                  <a:lnTo>
                    <a:pt x="3493" y="1832"/>
                  </a:lnTo>
                  <a:cubicBezTo>
                    <a:pt x="3485" y="1836"/>
                    <a:pt x="3477" y="1839"/>
                    <a:pt x="3469" y="1843"/>
                  </a:cubicBezTo>
                  <a:lnTo>
                    <a:pt x="3469" y="1843"/>
                  </a:lnTo>
                  <a:cubicBezTo>
                    <a:pt x="3387" y="1835"/>
                    <a:pt x="3977" y="859"/>
                    <a:pt x="4036" y="859"/>
                  </a:cubicBezTo>
                  <a:cubicBezTo>
                    <a:pt x="4039" y="859"/>
                    <a:pt x="4040" y="861"/>
                    <a:pt x="4041" y="864"/>
                  </a:cubicBezTo>
                  <a:lnTo>
                    <a:pt x="4041" y="864"/>
                  </a:lnTo>
                  <a:cubicBezTo>
                    <a:pt x="4095" y="360"/>
                    <a:pt x="4085" y="0"/>
                    <a:pt x="340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046564" y="883239"/>
              <a:ext cx="86331" cy="55605"/>
            </a:xfrm>
            <a:custGeom>
              <a:avLst/>
              <a:gdLst/>
              <a:ahLst/>
              <a:cxnLst/>
              <a:rect l="l" t="t" r="r" b="b"/>
              <a:pathLst>
                <a:path w="4268" h="2749" extrusionOk="0">
                  <a:moveTo>
                    <a:pt x="3466" y="859"/>
                  </a:moveTo>
                  <a:lnTo>
                    <a:pt x="3466" y="1031"/>
                  </a:lnTo>
                  <a:cubicBezTo>
                    <a:pt x="3466" y="1059"/>
                    <a:pt x="3436" y="1059"/>
                    <a:pt x="3436" y="1059"/>
                  </a:cubicBezTo>
                  <a:cubicBezTo>
                    <a:pt x="3150" y="1432"/>
                    <a:pt x="3008" y="1718"/>
                    <a:pt x="2921" y="1890"/>
                  </a:cubicBezTo>
                  <a:cubicBezTo>
                    <a:pt x="2634" y="1979"/>
                    <a:pt x="2137" y="2023"/>
                    <a:pt x="1726" y="2023"/>
                  </a:cubicBezTo>
                  <a:cubicBezTo>
                    <a:pt x="1479" y="2023"/>
                    <a:pt x="1264" y="2007"/>
                    <a:pt x="1146" y="1975"/>
                  </a:cubicBezTo>
                  <a:cubicBezTo>
                    <a:pt x="1004" y="1917"/>
                    <a:pt x="917" y="1890"/>
                    <a:pt x="859" y="1860"/>
                  </a:cubicBezTo>
                  <a:cubicBezTo>
                    <a:pt x="974" y="1803"/>
                    <a:pt x="1089" y="1718"/>
                    <a:pt x="1176" y="1688"/>
                  </a:cubicBezTo>
                  <a:cubicBezTo>
                    <a:pt x="1318" y="1604"/>
                    <a:pt x="1462" y="1546"/>
                    <a:pt x="1604" y="1459"/>
                  </a:cubicBezTo>
                  <a:lnTo>
                    <a:pt x="1805" y="1317"/>
                  </a:lnTo>
                  <a:cubicBezTo>
                    <a:pt x="2492" y="887"/>
                    <a:pt x="2520" y="859"/>
                    <a:pt x="3466" y="859"/>
                  </a:cubicBezTo>
                  <a:close/>
                  <a:moveTo>
                    <a:pt x="3179" y="0"/>
                  </a:moveTo>
                  <a:cubicBezTo>
                    <a:pt x="3065" y="0"/>
                    <a:pt x="2950" y="58"/>
                    <a:pt x="2893" y="142"/>
                  </a:cubicBezTo>
                  <a:cubicBezTo>
                    <a:pt x="2234" y="172"/>
                    <a:pt x="2005" y="314"/>
                    <a:pt x="1405" y="715"/>
                  </a:cubicBezTo>
                  <a:lnTo>
                    <a:pt x="1233" y="830"/>
                  </a:lnTo>
                  <a:cubicBezTo>
                    <a:pt x="1089" y="917"/>
                    <a:pt x="974" y="974"/>
                    <a:pt x="859" y="1031"/>
                  </a:cubicBezTo>
                  <a:cubicBezTo>
                    <a:pt x="401" y="1260"/>
                    <a:pt x="1" y="1459"/>
                    <a:pt x="30" y="1860"/>
                  </a:cubicBezTo>
                  <a:cubicBezTo>
                    <a:pt x="30" y="2261"/>
                    <a:pt x="431" y="2462"/>
                    <a:pt x="889" y="2662"/>
                  </a:cubicBezTo>
                  <a:cubicBezTo>
                    <a:pt x="1089" y="2719"/>
                    <a:pt x="1405" y="2749"/>
                    <a:pt x="1776" y="2749"/>
                  </a:cubicBezTo>
                  <a:cubicBezTo>
                    <a:pt x="2378" y="2749"/>
                    <a:pt x="3092" y="2662"/>
                    <a:pt x="3436" y="2490"/>
                  </a:cubicBezTo>
                  <a:lnTo>
                    <a:pt x="3466" y="2462"/>
                  </a:lnTo>
                  <a:cubicBezTo>
                    <a:pt x="3580" y="2375"/>
                    <a:pt x="3637" y="2261"/>
                    <a:pt x="3608" y="2146"/>
                  </a:cubicBezTo>
                  <a:cubicBezTo>
                    <a:pt x="3722" y="1975"/>
                    <a:pt x="3894" y="1661"/>
                    <a:pt x="4008" y="1517"/>
                  </a:cubicBezTo>
                  <a:cubicBezTo>
                    <a:pt x="4066" y="1489"/>
                    <a:pt x="4123" y="1402"/>
                    <a:pt x="4153" y="1317"/>
                  </a:cubicBezTo>
                  <a:lnTo>
                    <a:pt x="4153" y="1260"/>
                  </a:lnTo>
                  <a:cubicBezTo>
                    <a:pt x="4210" y="1001"/>
                    <a:pt x="4267" y="573"/>
                    <a:pt x="4008" y="287"/>
                  </a:cubicBezTo>
                  <a:cubicBezTo>
                    <a:pt x="3837" y="85"/>
                    <a:pt x="3550" y="0"/>
                    <a:pt x="31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969571" y="948438"/>
              <a:ext cx="102493" cy="65092"/>
            </a:xfrm>
            <a:custGeom>
              <a:avLst/>
              <a:gdLst/>
              <a:ahLst/>
              <a:cxnLst/>
              <a:rect l="l" t="t" r="r" b="b"/>
              <a:pathLst>
                <a:path w="5067" h="3218" extrusionOk="0">
                  <a:moveTo>
                    <a:pt x="3405" y="1"/>
                  </a:moveTo>
                  <a:cubicBezTo>
                    <a:pt x="2536" y="1"/>
                    <a:pt x="2229" y="724"/>
                    <a:pt x="1375" y="1129"/>
                  </a:cubicBezTo>
                  <a:cubicBezTo>
                    <a:pt x="1236" y="1180"/>
                    <a:pt x="1100" y="1190"/>
                    <a:pt x="973" y="1190"/>
                  </a:cubicBezTo>
                  <a:cubicBezTo>
                    <a:pt x="890" y="1190"/>
                    <a:pt x="810" y="1185"/>
                    <a:pt x="735" y="1185"/>
                  </a:cubicBezTo>
                  <a:cubicBezTo>
                    <a:pt x="471" y="1185"/>
                    <a:pt x="259" y="1237"/>
                    <a:pt x="142" y="1701"/>
                  </a:cubicBezTo>
                  <a:cubicBezTo>
                    <a:pt x="0" y="2359"/>
                    <a:pt x="543" y="2503"/>
                    <a:pt x="974" y="2789"/>
                  </a:cubicBezTo>
                  <a:cubicBezTo>
                    <a:pt x="1373" y="3096"/>
                    <a:pt x="1643" y="3218"/>
                    <a:pt x="1864" y="3218"/>
                  </a:cubicBezTo>
                  <a:cubicBezTo>
                    <a:pt x="2324" y="3218"/>
                    <a:pt x="2576" y="2689"/>
                    <a:pt x="3349" y="2187"/>
                  </a:cubicBezTo>
                  <a:cubicBezTo>
                    <a:pt x="3779" y="1988"/>
                    <a:pt x="4265" y="2130"/>
                    <a:pt x="4608" y="1759"/>
                  </a:cubicBezTo>
                  <a:cubicBezTo>
                    <a:pt x="5009" y="1328"/>
                    <a:pt x="5066" y="526"/>
                    <a:pt x="4466" y="327"/>
                  </a:cubicBezTo>
                  <a:lnTo>
                    <a:pt x="4265" y="183"/>
                  </a:lnTo>
                  <a:cubicBezTo>
                    <a:pt x="3921" y="54"/>
                    <a:pt x="3642" y="1"/>
                    <a:pt x="3405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962026" y="940974"/>
              <a:ext cx="115823" cy="79494"/>
            </a:xfrm>
            <a:custGeom>
              <a:avLst/>
              <a:gdLst/>
              <a:ahLst/>
              <a:cxnLst/>
              <a:rect l="l" t="t" r="r" b="b"/>
              <a:pathLst>
                <a:path w="5726" h="3930" extrusionOk="0">
                  <a:moveTo>
                    <a:pt x="3816" y="727"/>
                  </a:moveTo>
                  <a:cubicBezTo>
                    <a:pt x="4001" y="727"/>
                    <a:pt x="4219" y="770"/>
                    <a:pt x="4496" y="868"/>
                  </a:cubicBezTo>
                  <a:lnTo>
                    <a:pt x="4523" y="895"/>
                  </a:lnTo>
                  <a:cubicBezTo>
                    <a:pt x="4580" y="953"/>
                    <a:pt x="4638" y="1010"/>
                    <a:pt x="4725" y="1040"/>
                  </a:cubicBezTo>
                  <a:cubicBezTo>
                    <a:pt x="4809" y="1067"/>
                    <a:pt x="4896" y="1124"/>
                    <a:pt x="4924" y="1239"/>
                  </a:cubicBezTo>
                  <a:cubicBezTo>
                    <a:pt x="4954" y="1440"/>
                    <a:pt x="4867" y="1697"/>
                    <a:pt x="4695" y="1899"/>
                  </a:cubicBezTo>
                  <a:cubicBezTo>
                    <a:pt x="4580" y="2013"/>
                    <a:pt x="4466" y="2041"/>
                    <a:pt x="4209" y="2070"/>
                  </a:cubicBezTo>
                  <a:cubicBezTo>
                    <a:pt x="4008" y="2098"/>
                    <a:pt x="3779" y="2128"/>
                    <a:pt x="3550" y="2270"/>
                  </a:cubicBezTo>
                  <a:cubicBezTo>
                    <a:pt x="3179" y="2471"/>
                    <a:pt x="2950" y="2700"/>
                    <a:pt x="2748" y="2899"/>
                  </a:cubicBezTo>
                  <a:cubicBezTo>
                    <a:pt x="2506" y="3100"/>
                    <a:pt x="2370" y="3214"/>
                    <a:pt x="2212" y="3214"/>
                  </a:cubicBezTo>
                  <a:cubicBezTo>
                    <a:pt x="2055" y="3214"/>
                    <a:pt x="1876" y="3100"/>
                    <a:pt x="1546" y="2842"/>
                  </a:cubicBezTo>
                  <a:cubicBezTo>
                    <a:pt x="1461" y="2785"/>
                    <a:pt x="1374" y="2728"/>
                    <a:pt x="1260" y="2670"/>
                  </a:cubicBezTo>
                  <a:cubicBezTo>
                    <a:pt x="889" y="2441"/>
                    <a:pt x="831" y="2384"/>
                    <a:pt x="859" y="2155"/>
                  </a:cubicBezTo>
                  <a:cubicBezTo>
                    <a:pt x="916" y="1926"/>
                    <a:pt x="916" y="1926"/>
                    <a:pt x="1118" y="1926"/>
                  </a:cubicBezTo>
                  <a:lnTo>
                    <a:pt x="1203" y="1926"/>
                  </a:lnTo>
                  <a:cubicBezTo>
                    <a:pt x="1404" y="1926"/>
                    <a:pt x="1633" y="1926"/>
                    <a:pt x="1890" y="1811"/>
                  </a:cubicBezTo>
                  <a:cubicBezTo>
                    <a:pt x="2290" y="1640"/>
                    <a:pt x="2577" y="1411"/>
                    <a:pt x="2806" y="1211"/>
                  </a:cubicBezTo>
                  <a:cubicBezTo>
                    <a:pt x="3160" y="936"/>
                    <a:pt x="3407" y="727"/>
                    <a:pt x="3816" y="727"/>
                  </a:cubicBezTo>
                  <a:close/>
                  <a:moveTo>
                    <a:pt x="3759" y="1"/>
                  </a:moveTo>
                  <a:cubicBezTo>
                    <a:pt x="3120" y="1"/>
                    <a:pt x="2727" y="320"/>
                    <a:pt x="2348" y="639"/>
                  </a:cubicBezTo>
                  <a:cubicBezTo>
                    <a:pt x="2119" y="811"/>
                    <a:pt x="1890" y="1010"/>
                    <a:pt x="1603" y="1154"/>
                  </a:cubicBezTo>
                  <a:cubicBezTo>
                    <a:pt x="1489" y="1182"/>
                    <a:pt x="1374" y="1182"/>
                    <a:pt x="1232" y="1182"/>
                  </a:cubicBezTo>
                  <a:cubicBezTo>
                    <a:pt x="889" y="1182"/>
                    <a:pt x="373" y="1182"/>
                    <a:pt x="144" y="1983"/>
                  </a:cubicBezTo>
                  <a:cubicBezTo>
                    <a:pt x="0" y="2757"/>
                    <a:pt x="545" y="3101"/>
                    <a:pt x="889" y="3300"/>
                  </a:cubicBezTo>
                  <a:cubicBezTo>
                    <a:pt x="973" y="3357"/>
                    <a:pt x="1061" y="3387"/>
                    <a:pt x="1118" y="3444"/>
                  </a:cubicBezTo>
                  <a:cubicBezTo>
                    <a:pt x="1576" y="3788"/>
                    <a:pt x="1947" y="3930"/>
                    <a:pt x="2233" y="3930"/>
                  </a:cubicBezTo>
                  <a:cubicBezTo>
                    <a:pt x="2606" y="3930"/>
                    <a:pt x="2893" y="3731"/>
                    <a:pt x="3206" y="3415"/>
                  </a:cubicBezTo>
                  <a:cubicBezTo>
                    <a:pt x="3408" y="3273"/>
                    <a:pt x="3637" y="3071"/>
                    <a:pt x="3893" y="2899"/>
                  </a:cubicBezTo>
                  <a:cubicBezTo>
                    <a:pt x="4008" y="2842"/>
                    <a:pt x="4152" y="2815"/>
                    <a:pt x="4324" y="2785"/>
                  </a:cubicBezTo>
                  <a:cubicBezTo>
                    <a:pt x="4610" y="2728"/>
                    <a:pt x="4954" y="2700"/>
                    <a:pt x="5240" y="2384"/>
                  </a:cubicBezTo>
                  <a:cubicBezTo>
                    <a:pt x="5584" y="2013"/>
                    <a:pt x="5726" y="1525"/>
                    <a:pt x="5611" y="1067"/>
                  </a:cubicBezTo>
                  <a:cubicBezTo>
                    <a:pt x="5526" y="724"/>
                    <a:pt x="5297" y="467"/>
                    <a:pt x="4954" y="353"/>
                  </a:cubicBezTo>
                  <a:lnTo>
                    <a:pt x="4924" y="323"/>
                  </a:lnTo>
                  <a:cubicBezTo>
                    <a:pt x="4896" y="266"/>
                    <a:pt x="4839" y="238"/>
                    <a:pt x="4752" y="208"/>
                  </a:cubicBezTo>
                  <a:cubicBezTo>
                    <a:pt x="4362" y="61"/>
                    <a:pt x="4037" y="1"/>
                    <a:pt x="375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7091736" y="837440"/>
              <a:ext cx="71828" cy="35863"/>
            </a:xfrm>
            <a:custGeom>
              <a:avLst/>
              <a:gdLst/>
              <a:ahLst/>
              <a:cxnLst/>
              <a:rect l="l" t="t" r="r" b="b"/>
              <a:pathLst>
                <a:path w="3551" h="1773" extrusionOk="0">
                  <a:moveTo>
                    <a:pt x="964" y="0"/>
                  </a:moveTo>
                  <a:cubicBezTo>
                    <a:pt x="760" y="0"/>
                    <a:pt x="603" y="23"/>
                    <a:pt x="546" y="89"/>
                  </a:cubicBezTo>
                  <a:cubicBezTo>
                    <a:pt x="1" y="517"/>
                    <a:pt x="889" y="1520"/>
                    <a:pt x="1290" y="1662"/>
                  </a:cubicBezTo>
                  <a:cubicBezTo>
                    <a:pt x="1431" y="1738"/>
                    <a:pt x="1637" y="1773"/>
                    <a:pt x="1861" y="1773"/>
                  </a:cubicBezTo>
                  <a:cubicBezTo>
                    <a:pt x="2319" y="1773"/>
                    <a:pt x="2853" y="1626"/>
                    <a:pt x="3065" y="1376"/>
                  </a:cubicBezTo>
                  <a:cubicBezTo>
                    <a:pt x="3550" y="890"/>
                    <a:pt x="3550" y="89"/>
                    <a:pt x="2749" y="89"/>
                  </a:cubicBezTo>
                  <a:lnTo>
                    <a:pt x="2520" y="146"/>
                  </a:lnTo>
                  <a:cubicBezTo>
                    <a:pt x="2274" y="146"/>
                    <a:pt x="1474" y="0"/>
                    <a:pt x="964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091190" y="830016"/>
              <a:ext cx="78766" cy="50913"/>
            </a:xfrm>
            <a:custGeom>
              <a:avLst/>
              <a:gdLst/>
              <a:ahLst/>
              <a:cxnLst/>
              <a:rect l="l" t="t" r="r" b="b"/>
              <a:pathLst>
                <a:path w="3894" h="2517" extrusionOk="0">
                  <a:moveTo>
                    <a:pt x="983" y="723"/>
                  </a:moveTo>
                  <a:cubicBezTo>
                    <a:pt x="1275" y="723"/>
                    <a:pt x="1734" y="783"/>
                    <a:pt x="1974" y="827"/>
                  </a:cubicBezTo>
                  <a:cubicBezTo>
                    <a:pt x="2191" y="856"/>
                    <a:pt x="2357" y="878"/>
                    <a:pt x="2486" y="878"/>
                  </a:cubicBezTo>
                  <a:cubicBezTo>
                    <a:pt x="2613" y="878"/>
                    <a:pt x="2705" y="856"/>
                    <a:pt x="2776" y="799"/>
                  </a:cubicBezTo>
                  <a:cubicBezTo>
                    <a:pt x="2890" y="799"/>
                    <a:pt x="3005" y="827"/>
                    <a:pt x="3062" y="914"/>
                  </a:cubicBezTo>
                  <a:cubicBezTo>
                    <a:pt x="3092" y="1028"/>
                    <a:pt x="3035" y="1285"/>
                    <a:pt x="2833" y="1514"/>
                  </a:cubicBezTo>
                  <a:cubicBezTo>
                    <a:pt x="2673" y="1674"/>
                    <a:pt x="2207" y="1778"/>
                    <a:pt x="1852" y="1778"/>
                  </a:cubicBezTo>
                  <a:cubicBezTo>
                    <a:pt x="1699" y="1778"/>
                    <a:pt x="1566" y="1758"/>
                    <a:pt x="1489" y="1715"/>
                  </a:cubicBezTo>
                  <a:cubicBezTo>
                    <a:pt x="1489" y="1715"/>
                    <a:pt x="1459" y="1715"/>
                    <a:pt x="1459" y="1686"/>
                  </a:cubicBezTo>
                  <a:cubicBezTo>
                    <a:pt x="1260" y="1628"/>
                    <a:pt x="829" y="1200"/>
                    <a:pt x="772" y="857"/>
                  </a:cubicBezTo>
                  <a:cubicBezTo>
                    <a:pt x="744" y="770"/>
                    <a:pt x="772" y="742"/>
                    <a:pt x="772" y="742"/>
                  </a:cubicBezTo>
                  <a:cubicBezTo>
                    <a:pt x="819" y="729"/>
                    <a:pt x="893" y="723"/>
                    <a:pt x="983" y="723"/>
                  </a:cubicBezTo>
                  <a:close/>
                  <a:moveTo>
                    <a:pt x="954" y="1"/>
                  </a:moveTo>
                  <a:cubicBezTo>
                    <a:pt x="652" y="1"/>
                    <a:pt x="448" y="50"/>
                    <a:pt x="314" y="170"/>
                  </a:cubicBezTo>
                  <a:cubicBezTo>
                    <a:pt x="85" y="369"/>
                    <a:pt x="0" y="655"/>
                    <a:pt x="57" y="971"/>
                  </a:cubicBezTo>
                  <a:cubicBezTo>
                    <a:pt x="142" y="1571"/>
                    <a:pt x="772" y="2201"/>
                    <a:pt x="1173" y="2373"/>
                  </a:cubicBezTo>
                  <a:cubicBezTo>
                    <a:pt x="1374" y="2460"/>
                    <a:pt x="1603" y="2517"/>
                    <a:pt x="1860" y="2517"/>
                  </a:cubicBezTo>
                  <a:cubicBezTo>
                    <a:pt x="2432" y="2517"/>
                    <a:pt x="3062" y="2315"/>
                    <a:pt x="3378" y="2002"/>
                  </a:cubicBezTo>
                  <a:cubicBezTo>
                    <a:pt x="3749" y="1601"/>
                    <a:pt x="3893" y="1056"/>
                    <a:pt x="3722" y="628"/>
                  </a:cubicBezTo>
                  <a:cubicBezTo>
                    <a:pt x="3577" y="284"/>
                    <a:pt x="3234" y="83"/>
                    <a:pt x="2776" y="83"/>
                  </a:cubicBezTo>
                  <a:cubicBezTo>
                    <a:pt x="2691" y="83"/>
                    <a:pt x="2604" y="112"/>
                    <a:pt x="2547" y="170"/>
                  </a:cubicBezTo>
                  <a:cubicBezTo>
                    <a:pt x="2462" y="140"/>
                    <a:pt x="2260" y="140"/>
                    <a:pt x="2061" y="112"/>
                  </a:cubicBezTo>
                  <a:cubicBezTo>
                    <a:pt x="1594" y="43"/>
                    <a:pt x="1233" y="1"/>
                    <a:pt x="95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7072053" y="949248"/>
              <a:ext cx="100207" cy="45350"/>
            </a:xfrm>
            <a:custGeom>
              <a:avLst/>
              <a:gdLst/>
              <a:ahLst/>
              <a:cxnLst/>
              <a:rect l="l" t="t" r="r" b="b"/>
              <a:pathLst>
                <a:path w="4954" h="2242" extrusionOk="0">
                  <a:moveTo>
                    <a:pt x="3923" y="1"/>
                  </a:moveTo>
                  <a:cubicBezTo>
                    <a:pt x="3923" y="1"/>
                    <a:pt x="3923" y="1"/>
                    <a:pt x="3923" y="1"/>
                  </a:cubicBezTo>
                  <a:lnTo>
                    <a:pt x="3923" y="1"/>
                  </a:lnTo>
                  <a:cubicBezTo>
                    <a:pt x="3961" y="1"/>
                    <a:pt x="3999" y="1"/>
                    <a:pt x="4038" y="1"/>
                  </a:cubicBezTo>
                  <a:close/>
                  <a:moveTo>
                    <a:pt x="3923" y="1"/>
                  </a:moveTo>
                  <a:cubicBezTo>
                    <a:pt x="2736" y="2"/>
                    <a:pt x="2522" y="24"/>
                    <a:pt x="1661" y="773"/>
                  </a:cubicBezTo>
                  <a:cubicBezTo>
                    <a:pt x="1232" y="1089"/>
                    <a:pt x="0" y="1803"/>
                    <a:pt x="1175" y="2234"/>
                  </a:cubicBezTo>
                  <a:cubicBezTo>
                    <a:pt x="1187" y="2239"/>
                    <a:pt x="1206" y="2241"/>
                    <a:pt x="1230" y="2241"/>
                  </a:cubicBezTo>
                  <a:cubicBezTo>
                    <a:pt x="1616" y="2241"/>
                    <a:pt x="3453" y="1653"/>
                    <a:pt x="3722" y="1517"/>
                  </a:cubicBezTo>
                  <a:cubicBezTo>
                    <a:pt x="4267" y="1231"/>
                    <a:pt x="4954" y="200"/>
                    <a:pt x="392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077293" y="941702"/>
              <a:ext cx="93815" cy="60237"/>
            </a:xfrm>
            <a:custGeom>
              <a:avLst/>
              <a:gdLst/>
              <a:ahLst/>
              <a:cxnLst/>
              <a:rect l="l" t="t" r="r" b="b"/>
              <a:pathLst>
                <a:path w="4638" h="2978" extrusionOk="0">
                  <a:moveTo>
                    <a:pt x="3607" y="717"/>
                  </a:moveTo>
                  <a:cubicBezTo>
                    <a:pt x="3692" y="745"/>
                    <a:pt x="3806" y="775"/>
                    <a:pt x="3836" y="832"/>
                  </a:cubicBezTo>
                  <a:cubicBezTo>
                    <a:pt x="3836" y="1004"/>
                    <a:pt x="3577" y="1404"/>
                    <a:pt x="3291" y="1546"/>
                  </a:cubicBezTo>
                  <a:cubicBezTo>
                    <a:pt x="3062" y="1691"/>
                    <a:pt x="1344" y="2206"/>
                    <a:pt x="1001" y="2234"/>
                  </a:cubicBezTo>
                  <a:cubicBezTo>
                    <a:pt x="859" y="2176"/>
                    <a:pt x="802" y="2149"/>
                    <a:pt x="802" y="2149"/>
                  </a:cubicBezTo>
                  <a:cubicBezTo>
                    <a:pt x="829" y="2034"/>
                    <a:pt x="1058" y="1833"/>
                    <a:pt x="1489" y="1546"/>
                  </a:cubicBezTo>
                  <a:lnTo>
                    <a:pt x="1631" y="1432"/>
                  </a:lnTo>
                  <a:cubicBezTo>
                    <a:pt x="2375" y="745"/>
                    <a:pt x="2519" y="717"/>
                    <a:pt x="3607" y="717"/>
                  </a:cubicBezTo>
                  <a:close/>
                  <a:moveTo>
                    <a:pt x="3635" y="1"/>
                  </a:moveTo>
                  <a:cubicBezTo>
                    <a:pt x="2375" y="1"/>
                    <a:pt x="2089" y="58"/>
                    <a:pt x="1173" y="859"/>
                  </a:cubicBezTo>
                  <a:lnTo>
                    <a:pt x="1058" y="946"/>
                  </a:lnTo>
                  <a:cubicBezTo>
                    <a:pt x="630" y="1233"/>
                    <a:pt x="0" y="1661"/>
                    <a:pt x="57" y="2234"/>
                  </a:cubicBezTo>
                  <a:cubicBezTo>
                    <a:pt x="115" y="2550"/>
                    <a:pt x="344" y="2779"/>
                    <a:pt x="802" y="2950"/>
                  </a:cubicBezTo>
                  <a:cubicBezTo>
                    <a:pt x="829" y="2950"/>
                    <a:pt x="886" y="2978"/>
                    <a:pt x="944" y="2978"/>
                  </a:cubicBezTo>
                  <a:cubicBezTo>
                    <a:pt x="1603" y="2978"/>
                    <a:pt x="3550" y="2234"/>
                    <a:pt x="3607" y="2206"/>
                  </a:cubicBezTo>
                  <a:cubicBezTo>
                    <a:pt x="4065" y="1977"/>
                    <a:pt x="4638" y="1347"/>
                    <a:pt x="4551" y="745"/>
                  </a:cubicBezTo>
                  <a:cubicBezTo>
                    <a:pt x="4523" y="573"/>
                    <a:pt x="4409" y="287"/>
                    <a:pt x="4065" y="115"/>
                  </a:cubicBezTo>
                  <a:cubicBezTo>
                    <a:pt x="3951" y="1"/>
                    <a:pt x="3806" y="1"/>
                    <a:pt x="366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340416" y="951493"/>
              <a:ext cx="50124" cy="27388"/>
            </a:xfrm>
            <a:custGeom>
              <a:avLst/>
              <a:gdLst/>
              <a:ahLst/>
              <a:cxnLst/>
              <a:rect l="l" t="t" r="r" b="b"/>
              <a:pathLst>
                <a:path w="2478" h="1354" extrusionOk="0">
                  <a:moveTo>
                    <a:pt x="1559" y="1"/>
                  </a:moveTo>
                  <a:cubicBezTo>
                    <a:pt x="1473" y="1"/>
                    <a:pt x="1379" y="10"/>
                    <a:pt x="1277" y="32"/>
                  </a:cubicBezTo>
                  <a:lnTo>
                    <a:pt x="1077" y="89"/>
                  </a:lnTo>
                  <a:cubicBezTo>
                    <a:pt x="1" y="408"/>
                    <a:pt x="450" y="1353"/>
                    <a:pt x="1212" y="1353"/>
                  </a:cubicBezTo>
                  <a:cubicBezTo>
                    <a:pt x="1341" y="1353"/>
                    <a:pt x="1479" y="1326"/>
                    <a:pt x="1620" y="1264"/>
                  </a:cubicBezTo>
                  <a:cubicBezTo>
                    <a:pt x="2477" y="926"/>
                    <a:pt x="2392" y="1"/>
                    <a:pt x="1559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7340760" y="943948"/>
              <a:ext cx="53886" cy="42397"/>
            </a:xfrm>
            <a:custGeom>
              <a:avLst/>
              <a:gdLst/>
              <a:ahLst/>
              <a:cxnLst/>
              <a:rect l="l" t="t" r="r" b="b"/>
              <a:pathLst>
                <a:path w="2664" h="2096" extrusionOk="0">
                  <a:moveTo>
                    <a:pt x="1507" y="730"/>
                  </a:moveTo>
                  <a:cubicBezTo>
                    <a:pt x="1703" y="730"/>
                    <a:pt x="1811" y="797"/>
                    <a:pt x="1832" y="863"/>
                  </a:cubicBezTo>
                  <a:cubicBezTo>
                    <a:pt x="1862" y="977"/>
                    <a:pt x="1747" y="1179"/>
                    <a:pt x="1431" y="1293"/>
                  </a:cubicBezTo>
                  <a:cubicBezTo>
                    <a:pt x="1339" y="1339"/>
                    <a:pt x="1256" y="1356"/>
                    <a:pt x="1183" y="1356"/>
                  </a:cubicBezTo>
                  <a:cubicBezTo>
                    <a:pt x="1031" y="1356"/>
                    <a:pt x="927" y="1284"/>
                    <a:pt x="889" y="1264"/>
                  </a:cubicBezTo>
                  <a:cubicBezTo>
                    <a:pt x="831" y="1206"/>
                    <a:pt x="774" y="1122"/>
                    <a:pt x="802" y="1064"/>
                  </a:cubicBezTo>
                  <a:cubicBezTo>
                    <a:pt x="802" y="977"/>
                    <a:pt x="916" y="893"/>
                    <a:pt x="1145" y="806"/>
                  </a:cubicBezTo>
                  <a:cubicBezTo>
                    <a:pt x="1202" y="806"/>
                    <a:pt x="1232" y="778"/>
                    <a:pt x="1260" y="748"/>
                  </a:cubicBezTo>
                  <a:lnTo>
                    <a:pt x="1317" y="748"/>
                  </a:lnTo>
                  <a:cubicBezTo>
                    <a:pt x="1388" y="736"/>
                    <a:pt x="1451" y="730"/>
                    <a:pt x="1507" y="730"/>
                  </a:cubicBezTo>
                  <a:close/>
                  <a:moveTo>
                    <a:pt x="1518" y="0"/>
                  </a:moveTo>
                  <a:cubicBezTo>
                    <a:pt x="1411" y="0"/>
                    <a:pt x="1297" y="11"/>
                    <a:pt x="1175" y="34"/>
                  </a:cubicBezTo>
                  <a:cubicBezTo>
                    <a:pt x="1118" y="61"/>
                    <a:pt x="1088" y="61"/>
                    <a:pt x="1031" y="91"/>
                  </a:cubicBezTo>
                  <a:cubicBezTo>
                    <a:pt x="1003" y="91"/>
                    <a:pt x="973" y="119"/>
                    <a:pt x="946" y="119"/>
                  </a:cubicBezTo>
                  <a:cubicBezTo>
                    <a:pt x="286" y="320"/>
                    <a:pt x="115" y="691"/>
                    <a:pt x="87" y="920"/>
                  </a:cubicBezTo>
                  <a:cubicBezTo>
                    <a:pt x="0" y="1236"/>
                    <a:pt x="144" y="1607"/>
                    <a:pt x="458" y="1836"/>
                  </a:cubicBezTo>
                  <a:cubicBezTo>
                    <a:pt x="660" y="2008"/>
                    <a:pt x="916" y="2095"/>
                    <a:pt x="1202" y="2095"/>
                  </a:cubicBezTo>
                  <a:cubicBezTo>
                    <a:pt x="1374" y="2095"/>
                    <a:pt x="1546" y="2038"/>
                    <a:pt x="1718" y="1951"/>
                  </a:cubicBezTo>
                  <a:cubicBezTo>
                    <a:pt x="2434" y="1694"/>
                    <a:pt x="2664" y="1122"/>
                    <a:pt x="2549" y="664"/>
                  </a:cubicBezTo>
                  <a:cubicBezTo>
                    <a:pt x="2428" y="301"/>
                    <a:pt x="2084" y="0"/>
                    <a:pt x="151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7178460" y="849658"/>
              <a:ext cx="56050" cy="27449"/>
            </a:xfrm>
            <a:custGeom>
              <a:avLst/>
              <a:gdLst/>
              <a:ahLst/>
              <a:cxnLst/>
              <a:rect l="l" t="t" r="r" b="b"/>
              <a:pathLst>
                <a:path w="2771" h="1357" extrusionOk="0">
                  <a:moveTo>
                    <a:pt x="1737" y="1"/>
                  </a:moveTo>
                  <a:cubicBezTo>
                    <a:pt x="1626" y="1"/>
                    <a:pt x="1507" y="18"/>
                    <a:pt x="1382" y="57"/>
                  </a:cubicBezTo>
                  <a:lnTo>
                    <a:pt x="1267" y="115"/>
                  </a:lnTo>
                  <a:cubicBezTo>
                    <a:pt x="1" y="185"/>
                    <a:pt x="611" y="1356"/>
                    <a:pt x="1447" y="1356"/>
                  </a:cubicBezTo>
                  <a:cubicBezTo>
                    <a:pt x="1611" y="1356"/>
                    <a:pt x="1785" y="1311"/>
                    <a:pt x="1954" y="1202"/>
                  </a:cubicBezTo>
                  <a:cubicBezTo>
                    <a:pt x="2771" y="708"/>
                    <a:pt x="2433" y="1"/>
                    <a:pt x="173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180361" y="842295"/>
              <a:ext cx="56172" cy="42114"/>
            </a:xfrm>
            <a:custGeom>
              <a:avLst/>
              <a:gdLst/>
              <a:ahLst/>
              <a:cxnLst/>
              <a:rect l="l" t="t" r="r" b="b"/>
              <a:pathLst>
                <a:path w="2777" h="2082" extrusionOk="0">
                  <a:moveTo>
                    <a:pt x="1642" y="730"/>
                  </a:moveTo>
                  <a:cubicBezTo>
                    <a:pt x="1818" y="730"/>
                    <a:pt x="1926" y="797"/>
                    <a:pt x="1947" y="879"/>
                  </a:cubicBezTo>
                  <a:cubicBezTo>
                    <a:pt x="2004" y="964"/>
                    <a:pt x="1890" y="1136"/>
                    <a:pt x="1661" y="1280"/>
                  </a:cubicBezTo>
                  <a:cubicBezTo>
                    <a:pt x="1551" y="1349"/>
                    <a:pt x="1445" y="1374"/>
                    <a:pt x="1349" y="1374"/>
                  </a:cubicBezTo>
                  <a:cubicBezTo>
                    <a:pt x="1170" y="1374"/>
                    <a:pt x="1029" y="1288"/>
                    <a:pt x="974" y="1250"/>
                  </a:cubicBezTo>
                  <a:cubicBezTo>
                    <a:pt x="830" y="1136"/>
                    <a:pt x="802" y="994"/>
                    <a:pt x="802" y="964"/>
                  </a:cubicBezTo>
                  <a:cubicBezTo>
                    <a:pt x="802" y="937"/>
                    <a:pt x="887" y="879"/>
                    <a:pt x="1173" y="850"/>
                  </a:cubicBezTo>
                  <a:cubicBezTo>
                    <a:pt x="1260" y="850"/>
                    <a:pt x="1345" y="822"/>
                    <a:pt x="1402" y="765"/>
                  </a:cubicBezTo>
                  <a:cubicBezTo>
                    <a:pt x="1492" y="740"/>
                    <a:pt x="1572" y="730"/>
                    <a:pt x="1642" y="730"/>
                  </a:cubicBezTo>
                  <a:close/>
                  <a:moveTo>
                    <a:pt x="1659" y="0"/>
                  </a:moveTo>
                  <a:cubicBezTo>
                    <a:pt x="1517" y="0"/>
                    <a:pt x="1364" y="24"/>
                    <a:pt x="1203" y="78"/>
                  </a:cubicBezTo>
                  <a:cubicBezTo>
                    <a:pt x="1146" y="78"/>
                    <a:pt x="1116" y="105"/>
                    <a:pt x="1088" y="135"/>
                  </a:cubicBezTo>
                  <a:cubicBezTo>
                    <a:pt x="401" y="192"/>
                    <a:pt x="172" y="536"/>
                    <a:pt x="115" y="735"/>
                  </a:cubicBezTo>
                  <a:cubicBezTo>
                    <a:pt x="1" y="1108"/>
                    <a:pt x="172" y="1537"/>
                    <a:pt x="543" y="1823"/>
                  </a:cubicBezTo>
                  <a:cubicBezTo>
                    <a:pt x="745" y="1967"/>
                    <a:pt x="1031" y="2082"/>
                    <a:pt x="1345" y="2082"/>
                  </a:cubicBezTo>
                  <a:cubicBezTo>
                    <a:pt x="1574" y="2082"/>
                    <a:pt x="1803" y="2024"/>
                    <a:pt x="2032" y="1880"/>
                  </a:cubicBezTo>
                  <a:cubicBezTo>
                    <a:pt x="2719" y="1479"/>
                    <a:pt x="2776" y="907"/>
                    <a:pt x="2634" y="563"/>
                  </a:cubicBezTo>
                  <a:cubicBezTo>
                    <a:pt x="2480" y="256"/>
                    <a:pt x="2125" y="0"/>
                    <a:pt x="165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7166626" y="886759"/>
              <a:ext cx="29896" cy="24010"/>
            </a:xfrm>
            <a:custGeom>
              <a:avLst/>
              <a:gdLst/>
              <a:ahLst/>
              <a:cxnLst/>
              <a:rect l="l" t="t" r="r" b="b"/>
              <a:pathLst>
                <a:path w="1478" h="1187" extrusionOk="0">
                  <a:moveTo>
                    <a:pt x="532" y="1"/>
                  </a:moveTo>
                  <a:cubicBezTo>
                    <a:pt x="445" y="1"/>
                    <a:pt x="354" y="16"/>
                    <a:pt x="262" y="52"/>
                  </a:cubicBezTo>
                  <a:lnTo>
                    <a:pt x="262" y="52"/>
                  </a:lnTo>
                  <a:cubicBezTo>
                    <a:pt x="268" y="43"/>
                    <a:pt x="273" y="34"/>
                    <a:pt x="279" y="26"/>
                  </a:cubicBezTo>
                  <a:lnTo>
                    <a:pt x="279" y="26"/>
                  </a:lnTo>
                  <a:lnTo>
                    <a:pt x="135" y="113"/>
                  </a:lnTo>
                  <a:cubicBezTo>
                    <a:pt x="177" y="88"/>
                    <a:pt x="220" y="68"/>
                    <a:pt x="262" y="52"/>
                  </a:cubicBezTo>
                  <a:lnTo>
                    <a:pt x="262" y="52"/>
                  </a:lnTo>
                  <a:cubicBezTo>
                    <a:pt x="1" y="475"/>
                    <a:pt x="32" y="1186"/>
                    <a:pt x="457" y="1186"/>
                  </a:cubicBezTo>
                  <a:cubicBezTo>
                    <a:pt x="556" y="1186"/>
                    <a:pt x="677" y="1147"/>
                    <a:pt x="822" y="1056"/>
                  </a:cubicBezTo>
                  <a:cubicBezTo>
                    <a:pt x="1477" y="682"/>
                    <a:pt x="1099" y="1"/>
                    <a:pt x="53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7160071" y="879355"/>
              <a:ext cx="37684" cy="38655"/>
            </a:xfrm>
            <a:custGeom>
              <a:avLst/>
              <a:gdLst/>
              <a:ahLst/>
              <a:cxnLst/>
              <a:rect l="l" t="t" r="r" b="b"/>
              <a:pathLst>
                <a:path w="1863" h="1911" extrusionOk="0">
                  <a:moveTo>
                    <a:pt x="899" y="724"/>
                  </a:moveTo>
                  <a:cubicBezTo>
                    <a:pt x="950" y="724"/>
                    <a:pt x="990" y="744"/>
                    <a:pt x="1031" y="765"/>
                  </a:cubicBezTo>
                  <a:cubicBezTo>
                    <a:pt x="1088" y="822"/>
                    <a:pt x="1146" y="880"/>
                    <a:pt x="1146" y="937"/>
                  </a:cubicBezTo>
                  <a:cubicBezTo>
                    <a:pt x="1146" y="964"/>
                    <a:pt x="1061" y="1051"/>
                    <a:pt x="946" y="1109"/>
                  </a:cubicBezTo>
                  <a:cubicBezTo>
                    <a:pt x="859" y="1166"/>
                    <a:pt x="832" y="1166"/>
                    <a:pt x="802" y="1193"/>
                  </a:cubicBezTo>
                  <a:cubicBezTo>
                    <a:pt x="775" y="1109"/>
                    <a:pt x="745" y="907"/>
                    <a:pt x="832" y="735"/>
                  </a:cubicBezTo>
                  <a:cubicBezTo>
                    <a:pt x="856" y="727"/>
                    <a:pt x="879" y="724"/>
                    <a:pt x="899" y="724"/>
                  </a:cubicBezTo>
                  <a:close/>
                  <a:moveTo>
                    <a:pt x="881" y="0"/>
                  </a:moveTo>
                  <a:cubicBezTo>
                    <a:pt x="775" y="0"/>
                    <a:pt x="670" y="16"/>
                    <a:pt x="573" y="48"/>
                  </a:cubicBezTo>
                  <a:cubicBezTo>
                    <a:pt x="488" y="48"/>
                    <a:pt x="431" y="78"/>
                    <a:pt x="374" y="105"/>
                  </a:cubicBezTo>
                  <a:cubicBezTo>
                    <a:pt x="344" y="105"/>
                    <a:pt x="317" y="135"/>
                    <a:pt x="287" y="163"/>
                  </a:cubicBezTo>
                  <a:cubicBezTo>
                    <a:pt x="115" y="250"/>
                    <a:pt x="58" y="422"/>
                    <a:pt x="115" y="593"/>
                  </a:cubicBezTo>
                  <a:cubicBezTo>
                    <a:pt x="1" y="994"/>
                    <a:pt x="30" y="1452"/>
                    <a:pt x="287" y="1709"/>
                  </a:cubicBezTo>
                  <a:cubicBezTo>
                    <a:pt x="374" y="1796"/>
                    <a:pt x="516" y="1910"/>
                    <a:pt x="775" y="1910"/>
                  </a:cubicBezTo>
                  <a:cubicBezTo>
                    <a:pt x="917" y="1910"/>
                    <a:pt x="1118" y="1880"/>
                    <a:pt x="1317" y="1738"/>
                  </a:cubicBezTo>
                  <a:cubicBezTo>
                    <a:pt x="1661" y="1567"/>
                    <a:pt x="1862" y="1251"/>
                    <a:pt x="1862" y="937"/>
                  </a:cubicBezTo>
                  <a:cubicBezTo>
                    <a:pt x="1862" y="621"/>
                    <a:pt x="1691" y="307"/>
                    <a:pt x="1404" y="135"/>
                  </a:cubicBezTo>
                  <a:cubicBezTo>
                    <a:pt x="1243" y="45"/>
                    <a:pt x="1059" y="0"/>
                    <a:pt x="8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7130799" y="913543"/>
              <a:ext cx="33659" cy="21623"/>
            </a:xfrm>
            <a:custGeom>
              <a:avLst/>
              <a:gdLst/>
              <a:ahLst/>
              <a:cxnLst/>
              <a:rect l="l" t="t" r="r" b="b"/>
              <a:pathLst>
                <a:path w="1664" h="1069" extrusionOk="0">
                  <a:moveTo>
                    <a:pt x="957" y="0"/>
                  </a:moveTo>
                  <a:cubicBezTo>
                    <a:pt x="912" y="0"/>
                    <a:pt x="866" y="6"/>
                    <a:pt x="818" y="19"/>
                  </a:cubicBezTo>
                  <a:lnTo>
                    <a:pt x="589" y="163"/>
                  </a:lnTo>
                  <a:cubicBezTo>
                    <a:pt x="0" y="615"/>
                    <a:pt x="432" y="1068"/>
                    <a:pt x="879" y="1068"/>
                  </a:cubicBezTo>
                  <a:cubicBezTo>
                    <a:pt x="997" y="1068"/>
                    <a:pt x="1117" y="1036"/>
                    <a:pt x="1219" y="964"/>
                  </a:cubicBezTo>
                  <a:cubicBezTo>
                    <a:pt x="1663" y="624"/>
                    <a:pt x="1417" y="0"/>
                    <a:pt x="95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7128250" y="906260"/>
              <a:ext cx="41102" cy="36066"/>
            </a:xfrm>
            <a:custGeom>
              <a:avLst/>
              <a:gdLst/>
              <a:ahLst/>
              <a:cxnLst/>
              <a:rect l="l" t="t" r="r" b="b"/>
              <a:pathLst>
                <a:path w="2032" h="1783" extrusionOk="0">
                  <a:moveTo>
                    <a:pt x="1073" y="712"/>
                  </a:moveTo>
                  <a:cubicBezTo>
                    <a:pt x="1116" y="712"/>
                    <a:pt x="1159" y="744"/>
                    <a:pt x="1203" y="809"/>
                  </a:cubicBezTo>
                  <a:cubicBezTo>
                    <a:pt x="1203" y="837"/>
                    <a:pt x="1230" y="951"/>
                    <a:pt x="1116" y="1038"/>
                  </a:cubicBezTo>
                  <a:cubicBezTo>
                    <a:pt x="1087" y="1052"/>
                    <a:pt x="1051" y="1059"/>
                    <a:pt x="1016" y="1059"/>
                  </a:cubicBezTo>
                  <a:cubicBezTo>
                    <a:pt x="980" y="1059"/>
                    <a:pt x="945" y="1052"/>
                    <a:pt x="916" y="1038"/>
                  </a:cubicBezTo>
                  <a:cubicBezTo>
                    <a:pt x="829" y="1038"/>
                    <a:pt x="802" y="981"/>
                    <a:pt x="802" y="981"/>
                  </a:cubicBezTo>
                  <a:cubicBezTo>
                    <a:pt x="802" y="981"/>
                    <a:pt x="802" y="924"/>
                    <a:pt x="944" y="809"/>
                  </a:cubicBezTo>
                  <a:lnTo>
                    <a:pt x="1031" y="722"/>
                  </a:lnTo>
                  <a:cubicBezTo>
                    <a:pt x="1045" y="715"/>
                    <a:pt x="1059" y="712"/>
                    <a:pt x="1073" y="712"/>
                  </a:cubicBezTo>
                  <a:close/>
                  <a:moveTo>
                    <a:pt x="1088" y="0"/>
                  </a:moveTo>
                  <a:cubicBezTo>
                    <a:pt x="1004" y="0"/>
                    <a:pt x="917" y="12"/>
                    <a:pt x="829" y="35"/>
                  </a:cubicBezTo>
                  <a:cubicBezTo>
                    <a:pt x="744" y="35"/>
                    <a:pt x="687" y="92"/>
                    <a:pt x="630" y="179"/>
                  </a:cubicBezTo>
                  <a:cubicBezTo>
                    <a:pt x="600" y="179"/>
                    <a:pt x="543" y="207"/>
                    <a:pt x="515" y="237"/>
                  </a:cubicBezTo>
                  <a:cubicBezTo>
                    <a:pt x="0" y="637"/>
                    <a:pt x="0" y="1123"/>
                    <a:pt x="229" y="1439"/>
                  </a:cubicBezTo>
                  <a:cubicBezTo>
                    <a:pt x="401" y="1638"/>
                    <a:pt x="687" y="1782"/>
                    <a:pt x="1001" y="1782"/>
                  </a:cubicBezTo>
                  <a:cubicBezTo>
                    <a:pt x="1203" y="1782"/>
                    <a:pt x="1402" y="1725"/>
                    <a:pt x="1574" y="1611"/>
                  </a:cubicBezTo>
                  <a:cubicBezTo>
                    <a:pt x="1917" y="1324"/>
                    <a:pt x="2032" y="866"/>
                    <a:pt x="1832" y="493"/>
                  </a:cubicBezTo>
                  <a:cubicBezTo>
                    <a:pt x="1696" y="174"/>
                    <a:pt x="1414" y="0"/>
                    <a:pt x="108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941007" y="856294"/>
              <a:ext cx="74336" cy="26033"/>
            </a:xfrm>
            <a:custGeom>
              <a:avLst/>
              <a:gdLst/>
              <a:ahLst/>
              <a:cxnLst/>
              <a:rect l="l" t="t" r="r" b="b"/>
              <a:pathLst>
                <a:path w="3675" h="1287" extrusionOk="0">
                  <a:moveTo>
                    <a:pt x="1903" y="1"/>
                  </a:moveTo>
                  <a:cubicBezTo>
                    <a:pt x="793" y="1"/>
                    <a:pt x="0" y="847"/>
                    <a:pt x="1412" y="1245"/>
                  </a:cubicBezTo>
                  <a:cubicBezTo>
                    <a:pt x="1515" y="1274"/>
                    <a:pt x="1621" y="1287"/>
                    <a:pt x="1727" y="1287"/>
                  </a:cubicBezTo>
                  <a:cubicBezTo>
                    <a:pt x="2689" y="1287"/>
                    <a:pt x="3675" y="230"/>
                    <a:pt x="2386" y="100"/>
                  </a:cubicBezTo>
                  <a:lnTo>
                    <a:pt x="2157" y="16"/>
                  </a:lnTo>
                  <a:cubicBezTo>
                    <a:pt x="2071" y="6"/>
                    <a:pt x="1986" y="1"/>
                    <a:pt x="190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946409" y="848829"/>
              <a:ext cx="63717" cy="40779"/>
            </a:xfrm>
            <a:custGeom>
              <a:avLst/>
              <a:gdLst/>
              <a:ahLst/>
              <a:cxnLst/>
              <a:rect l="l" t="t" r="r" b="b"/>
              <a:pathLst>
                <a:path w="3150" h="2016" extrusionOk="0">
                  <a:moveTo>
                    <a:pt x="1612" y="739"/>
                  </a:moveTo>
                  <a:cubicBezTo>
                    <a:pt x="1691" y="739"/>
                    <a:pt x="1773" y="744"/>
                    <a:pt x="1860" y="756"/>
                  </a:cubicBezTo>
                  <a:lnTo>
                    <a:pt x="1890" y="756"/>
                  </a:lnTo>
                  <a:cubicBezTo>
                    <a:pt x="1947" y="785"/>
                    <a:pt x="2004" y="813"/>
                    <a:pt x="2062" y="813"/>
                  </a:cubicBezTo>
                  <a:cubicBezTo>
                    <a:pt x="2233" y="843"/>
                    <a:pt x="2318" y="870"/>
                    <a:pt x="2348" y="870"/>
                  </a:cubicBezTo>
                  <a:cubicBezTo>
                    <a:pt x="2318" y="927"/>
                    <a:pt x="2233" y="1014"/>
                    <a:pt x="2089" y="1099"/>
                  </a:cubicBezTo>
                  <a:cubicBezTo>
                    <a:pt x="1915" y="1209"/>
                    <a:pt x="1692" y="1301"/>
                    <a:pt x="1470" y="1301"/>
                  </a:cubicBezTo>
                  <a:cubicBezTo>
                    <a:pt x="1399" y="1301"/>
                    <a:pt x="1329" y="1292"/>
                    <a:pt x="1260" y="1271"/>
                  </a:cubicBezTo>
                  <a:cubicBezTo>
                    <a:pt x="859" y="1156"/>
                    <a:pt x="772" y="1042"/>
                    <a:pt x="772" y="1042"/>
                  </a:cubicBezTo>
                  <a:cubicBezTo>
                    <a:pt x="798" y="943"/>
                    <a:pt x="1120" y="739"/>
                    <a:pt x="1612" y="739"/>
                  </a:cubicBezTo>
                  <a:close/>
                  <a:moveTo>
                    <a:pt x="1702" y="0"/>
                  </a:moveTo>
                  <a:cubicBezTo>
                    <a:pt x="883" y="0"/>
                    <a:pt x="162" y="379"/>
                    <a:pt x="58" y="900"/>
                  </a:cubicBezTo>
                  <a:cubicBezTo>
                    <a:pt x="0" y="1129"/>
                    <a:pt x="0" y="1672"/>
                    <a:pt x="1058" y="1958"/>
                  </a:cubicBezTo>
                  <a:cubicBezTo>
                    <a:pt x="1173" y="2015"/>
                    <a:pt x="1317" y="2015"/>
                    <a:pt x="1459" y="2015"/>
                  </a:cubicBezTo>
                  <a:cubicBezTo>
                    <a:pt x="2004" y="2015"/>
                    <a:pt x="2547" y="1759"/>
                    <a:pt x="2833" y="1443"/>
                  </a:cubicBezTo>
                  <a:cubicBezTo>
                    <a:pt x="3062" y="1186"/>
                    <a:pt x="3149" y="870"/>
                    <a:pt x="3062" y="614"/>
                  </a:cubicBezTo>
                  <a:cubicBezTo>
                    <a:pt x="2948" y="327"/>
                    <a:pt x="2634" y="156"/>
                    <a:pt x="2146" y="98"/>
                  </a:cubicBezTo>
                  <a:lnTo>
                    <a:pt x="2119" y="98"/>
                  </a:lnTo>
                  <a:lnTo>
                    <a:pt x="1947" y="11"/>
                  </a:lnTo>
                  <a:cubicBezTo>
                    <a:pt x="1865" y="4"/>
                    <a:pt x="1783" y="0"/>
                    <a:pt x="170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030360" y="887265"/>
              <a:ext cx="28420" cy="19014"/>
            </a:xfrm>
            <a:custGeom>
              <a:avLst/>
              <a:gdLst/>
              <a:ahLst/>
              <a:cxnLst/>
              <a:rect l="l" t="t" r="r" b="b"/>
              <a:pathLst>
                <a:path w="1405" h="940" extrusionOk="0">
                  <a:moveTo>
                    <a:pt x="573" y="1"/>
                  </a:moveTo>
                  <a:lnTo>
                    <a:pt x="344" y="145"/>
                  </a:lnTo>
                  <a:cubicBezTo>
                    <a:pt x="144" y="374"/>
                    <a:pt x="0" y="516"/>
                    <a:pt x="0" y="889"/>
                  </a:cubicBezTo>
                  <a:cubicBezTo>
                    <a:pt x="83" y="924"/>
                    <a:pt x="168" y="939"/>
                    <a:pt x="252" y="939"/>
                  </a:cubicBezTo>
                  <a:cubicBezTo>
                    <a:pt x="862" y="939"/>
                    <a:pt x="1404" y="128"/>
                    <a:pt x="57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023402" y="880185"/>
              <a:ext cx="35358" cy="33193"/>
            </a:xfrm>
            <a:custGeom>
              <a:avLst/>
              <a:gdLst/>
              <a:ahLst/>
              <a:cxnLst/>
              <a:rect l="l" t="t" r="r" b="b"/>
              <a:pathLst>
                <a:path w="1748" h="1641" extrusionOk="0">
                  <a:moveTo>
                    <a:pt x="903" y="0"/>
                  </a:moveTo>
                  <a:cubicBezTo>
                    <a:pt x="785" y="0"/>
                    <a:pt x="674" y="56"/>
                    <a:pt x="603" y="151"/>
                  </a:cubicBezTo>
                  <a:cubicBezTo>
                    <a:pt x="546" y="179"/>
                    <a:pt x="488" y="209"/>
                    <a:pt x="431" y="266"/>
                  </a:cubicBezTo>
                  <a:cubicBezTo>
                    <a:pt x="230" y="495"/>
                    <a:pt x="1" y="724"/>
                    <a:pt x="1" y="1239"/>
                  </a:cubicBezTo>
                  <a:cubicBezTo>
                    <a:pt x="1" y="1381"/>
                    <a:pt x="88" y="1496"/>
                    <a:pt x="230" y="1553"/>
                  </a:cubicBezTo>
                  <a:cubicBezTo>
                    <a:pt x="344" y="1610"/>
                    <a:pt x="488" y="1640"/>
                    <a:pt x="603" y="1640"/>
                  </a:cubicBezTo>
                  <a:cubicBezTo>
                    <a:pt x="889" y="1640"/>
                    <a:pt x="1175" y="1526"/>
                    <a:pt x="1375" y="1324"/>
                  </a:cubicBezTo>
                  <a:cubicBezTo>
                    <a:pt x="1661" y="1095"/>
                    <a:pt x="1748" y="781"/>
                    <a:pt x="1691" y="522"/>
                  </a:cubicBezTo>
                  <a:cubicBezTo>
                    <a:pt x="1633" y="351"/>
                    <a:pt x="1462" y="64"/>
                    <a:pt x="974" y="7"/>
                  </a:cubicBezTo>
                  <a:cubicBezTo>
                    <a:pt x="950" y="3"/>
                    <a:pt x="927" y="0"/>
                    <a:pt x="9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6750548" y="878890"/>
              <a:ext cx="75995" cy="24698"/>
            </a:xfrm>
            <a:custGeom>
              <a:avLst/>
              <a:gdLst/>
              <a:ahLst/>
              <a:cxnLst/>
              <a:rect l="l" t="t" r="r" b="b"/>
              <a:pathLst>
                <a:path w="3757" h="1221" extrusionOk="0">
                  <a:moveTo>
                    <a:pt x="3156" y="0"/>
                  </a:moveTo>
                  <a:cubicBezTo>
                    <a:pt x="3057" y="0"/>
                    <a:pt x="2942" y="22"/>
                    <a:pt x="2812" y="71"/>
                  </a:cubicBezTo>
                  <a:lnTo>
                    <a:pt x="2755" y="128"/>
                  </a:lnTo>
                  <a:cubicBezTo>
                    <a:pt x="2722" y="127"/>
                    <a:pt x="2688" y="127"/>
                    <a:pt x="2655" y="127"/>
                  </a:cubicBezTo>
                  <a:cubicBezTo>
                    <a:pt x="1280" y="127"/>
                    <a:pt x="0" y="1221"/>
                    <a:pt x="1673" y="1221"/>
                  </a:cubicBezTo>
                  <a:cubicBezTo>
                    <a:pt x="1733" y="1221"/>
                    <a:pt x="1798" y="1219"/>
                    <a:pt x="1866" y="1216"/>
                  </a:cubicBezTo>
                  <a:cubicBezTo>
                    <a:pt x="2210" y="1216"/>
                    <a:pt x="3011" y="1216"/>
                    <a:pt x="3297" y="987"/>
                  </a:cubicBezTo>
                  <a:cubicBezTo>
                    <a:pt x="3757" y="626"/>
                    <a:pt x="3686" y="0"/>
                    <a:pt x="315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6760501" y="871486"/>
              <a:ext cx="72414" cy="39565"/>
            </a:xfrm>
            <a:custGeom>
              <a:avLst/>
              <a:gdLst/>
              <a:ahLst/>
              <a:cxnLst/>
              <a:rect l="l" t="t" r="r" b="b"/>
              <a:pathLst>
                <a:path w="3580" h="1956" extrusionOk="0">
                  <a:moveTo>
                    <a:pt x="2678" y="731"/>
                  </a:moveTo>
                  <a:cubicBezTo>
                    <a:pt x="2713" y="731"/>
                    <a:pt x="2734" y="738"/>
                    <a:pt x="2748" y="753"/>
                  </a:cubicBezTo>
                  <a:cubicBezTo>
                    <a:pt x="2778" y="811"/>
                    <a:pt x="2748" y="952"/>
                    <a:pt x="2576" y="1097"/>
                  </a:cubicBezTo>
                  <a:cubicBezTo>
                    <a:pt x="2519" y="1124"/>
                    <a:pt x="2290" y="1211"/>
                    <a:pt x="1347" y="1211"/>
                  </a:cubicBezTo>
                  <a:cubicBezTo>
                    <a:pt x="1279" y="1220"/>
                    <a:pt x="1219" y="1223"/>
                    <a:pt x="1164" y="1223"/>
                  </a:cubicBezTo>
                  <a:cubicBezTo>
                    <a:pt x="1054" y="1223"/>
                    <a:pt x="965" y="1211"/>
                    <a:pt x="889" y="1211"/>
                  </a:cubicBezTo>
                  <a:cubicBezTo>
                    <a:pt x="1128" y="1051"/>
                    <a:pt x="1593" y="865"/>
                    <a:pt x="2119" y="865"/>
                  </a:cubicBezTo>
                  <a:cubicBezTo>
                    <a:pt x="2157" y="865"/>
                    <a:pt x="2195" y="866"/>
                    <a:pt x="2233" y="868"/>
                  </a:cubicBezTo>
                  <a:cubicBezTo>
                    <a:pt x="2347" y="868"/>
                    <a:pt x="2462" y="811"/>
                    <a:pt x="2519" y="753"/>
                  </a:cubicBezTo>
                  <a:cubicBezTo>
                    <a:pt x="2591" y="738"/>
                    <a:pt x="2642" y="731"/>
                    <a:pt x="2678" y="731"/>
                  </a:cubicBezTo>
                  <a:close/>
                  <a:moveTo>
                    <a:pt x="2665" y="1"/>
                  </a:moveTo>
                  <a:cubicBezTo>
                    <a:pt x="2528" y="1"/>
                    <a:pt x="2375" y="29"/>
                    <a:pt x="2205" y="94"/>
                  </a:cubicBezTo>
                  <a:cubicBezTo>
                    <a:pt x="2176" y="94"/>
                    <a:pt x="2148" y="123"/>
                    <a:pt x="2118" y="123"/>
                  </a:cubicBezTo>
                  <a:cubicBezTo>
                    <a:pt x="1289" y="151"/>
                    <a:pt x="401" y="494"/>
                    <a:pt x="115" y="952"/>
                  </a:cubicBezTo>
                  <a:cubicBezTo>
                    <a:pt x="0" y="1154"/>
                    <a:pt x="0" y="1383"/>
                    <a:pt x="87" y="1555"/>
                  </a:cubicBezTo>
                  <a:cubicBezTo>
                    <a:pt x="259" y="1811"/>
                    <a:pt x="602" y="1956"/>
                    <a:pt x="1202" y="1956"/>
                  </a:cubicBezTo>
                  <a:lnTo>
                    <a:pt x="1374" y="1956"/>
                  </a:lnTo>
                  <a:cubicBezTo>
                    <a:pt x="2034" y="1956"/>
                    <a:pt x="2691" y="1898"/>
                    <a:pt x="3035" y="1640"/>
                  </a:cubicBezTo>
                  <a:cubicBezTo>
                    <a:pt x="3435" y="1326"/>
                    <a:pt x="3580" y="781"/>
                    <a:pt x="3378" y="410"/>
                  </a:cubicBezTo>
                  <a:cubicBezTo>
                    <a:pt x="3255" y="183"/>
                    <a:pt x="3013" y="1"/>
                    <a:pt x="266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6663804" y="964521"/>
              <a:ext cx="283751" cy="108177"/>
            </a:xfrm>
            <a:custGeom>
              <a:avLst/>
              <a:gdLst/>
              <a:ahLst/>
              <a:cxnLst/>
              <a:rect l="l" t="t" r="r" b="b"/>
              <a:pathLst>
                <a:path w="14028" h="5348" extrusionOk="0">
                  <a:moveTo>
                    <a:pt x="5662" y="1"/>
                  </a:moveTo>
                  <a:cubicBezTo>
                    <a:pt x="4902" y="1"/>
                    <a:pt x="4434" y="700"/>
                    <a:pt x="3750" y="964"/>
                  </a:cubicBezTo>
                  <a:cubicBezTo>
                    <a:pt x="3525" y="1045"/>
                    <a:pt x="3279" y="1061"/>
                    <a:pt x="3027" y="1061"/>
                  </a:cubicBezTo>
                  <a:cubicBezTo>
                    <a:pt x="2860" y="1061"/>
                    <a:pt x="2691" y="1054"/>
                    <a:pt x="2523" y="1054"/>
                  </a:cubicBezTo>
                  <a:cubicBezTo>
                    <a:pt x="2232" y="1054"/>
                    <a:pt x="1946" y="1076"/>
                    <a:pt x="1688" y="1193"/>
                  </a:cubicBezTo>
                  <a:cubicBezTo>
                    <a:pt x="859" y="1564"/>
                    <a:pt x="802" y="1907"/>
                    <a:pt x="1546" y="2651"/>
                  </a:cubicBezTo>
                  <a:cubicBezTo>
                    <a:pt x="2176" y="3139"/>
                    <a:pt x="3207" y="2853"/>
                    <a:pt x="3951" y="3654"/>
                  </a:cubicBezTo>
                  <a:cubicBezTo>
                    <a:pt x="3899" y="3684"/>
                    <a:pt x="3777" y="3695"/>
                    <a:pt x="3608" y="3695"/>
                  </a:cubicBezTo>
                  <a:cubicBezTo>
                    <a:pt x="3156" y="3695"/>
                    <a:pt x="2372" y="3617"/>
                    <a:pt x="1709" y="3617"/>
                  </a:cubicBezTo>
                  <a:cubicBezTo>
                    <a:pt x="720" y="3617"/>
                    <a:pt x="1" y="3791"/>
                    <a:pt x="1059" y="4655"/>
                  </a:cubicBezTo>
                  <a:cubicBezTo>
                    <a:pt x="1542" y="5042"/>
                    <a:pt x="2823" y="5347"/>
                    <a:pt x="3623" y="5347"/>
                  </a:cubicBezTo>
                  <a:cubicBezTo>
                    <a:pt x="3770" y="5347"/>
                    <a:pt x="3901" y="5337"/>
                    <a:pt x="4008" y="5315"/>
                  </a:cubicBezTo>
                  <a:cubicBezTo>
                    <a:pt x="5112" y="4963"/>
                    <a:pt x="5532" y="3928"/>
                    <a:pt x="6796" y="3928"/>
                  </a:cubicBezTo>
                  <a:cubicBezTo>
                    <a:pt x="6875" y="3928"/>
                    <a:pt x="6957" y="3932"/>
                    <a:pt x="7043" y="3941"/>
                  </a:cubicBezTo>
                  <a:cubicBezTo>
                    <a:pt x="8073" y="4083"/>
                    <a:pt x="8760" y="4884"/>
                    <a:pt x="9761" y="4884"/>
                  </a:cubicBezTo>
                  <a:cubicBezTo>
                    <a:pt x="10334" y="4884"/>
                    <a:pt x="12509" y="4513"/>
                    <a:pt x="12711" y="4312"/>
                  </a:cubicBezTo>
                  <a:cubicBezTo>
                    <a:pt x="13826" y="3281"/>
                    <a:pt x="12310" y="3082"/>
                    <a:pt x="12253" y="2422"/>
                  </a:cubicBezTo>
                  <a:cubicBezTo>
                    <a:pt x="12166" y="1564"/>
                    <a:pt x="14028" y="1335"/>
                    <a:pt x="12997" y="247"/>
                  </a:cubicBezTo>
                  <a:lnTo>
                    <a:pt x="12796" y="247"/>
                  </a:lnTo>
                  <a:cubicBezTo>
                    <a:pt x="12523" y="153"/>
                    <a:pt x="12309" y="111"/>
                    <a:pt x="12124" y="111"/>
                  </a:cubicBezTo>
                  <a:cubicBezTo>
                    <a:pt x="11744" y="111"/>
                    <a:pt x="11482" y="284"/>
                    <a:pt x="11078" y="533"/>
                  </a:cubicBezTo>
                  <a:cubicBezTo>
                    <a:pt x="10504" y="922"/>
                    <a:pt x="10468" y="1051"/>
                    <a:pt x="10294" y="1051"/>
                  </a:cubicBezTo>
                  <a:cubicBezTo>
                    <a:pt x="10173" y="1051"/>
                    <a:pt x="9986" y="988"/>
                    <a:pt x="9505" y="906"/>
                  </a:cubicBezTo>
                  <a:cubicBezTo>
                    <a:pt x="9161" y="834"/>
                    <a:pt x="8818" y="834"/>
                    <a:pt x="8467" y="834"/>
                  </a:cubicBezTo>
                  <a:cubicBezTo>
                    <a:pt x="8116" y="834"/>
                    <a:pt x="7758" y="834"/>
                    <a:pt x="7386" y="762"/>
                  </a:cubicBezTo>
                  <a:cubicBezTo>
                    <a:pt x="6841" y="620"/>
                    <a:pt x="6413" y="162"/>
                    <a:pt x="5868" y="18"/>
                  </a:cubicBezTo>
                  <a:cubicBezTo>
                    <a:pt x="5797" y="6"/>
                    <a:pt x="5728" y="1"/>
                    <a:pt x="566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6664371" y="957461"/>
              <a:ext cx="276247" cy="122680"/>
            </a:xfrm>
            <a:custGeom>
              <a:avLst/>
              <a:gdLst/>
              <a:ahLst/>
              <a:cxnLst/>
              <a:rect l="l" t="t" r="r" b="b"/>
              <a:pathLst>
                <a:path w="13657" h="6065" extrusionOk="0">
                  <a:moveTo>
                    <a:pt x="5615" y="729"/>
                  </a:moveTo>
                  <a:cubicBezTo>
                    <a:pt x="5661" y="729"/>
                    <a:pt x="5707" y="733"/>
                    <a:pt x="5755" y="740"/>
                  </a:cubicBezTo>
                  <a:cubicBezTo>
                    <a:pt x="5984" y="797"/>
                    <a:pt x="6183" y="912"/>
                    <a:pt x="6412" y="1054"/>
                  </a:cubicBezTo>
                  <a:cubicBezTo>
                    <a:pt x="6671" y="1198"/>
                    <a:pt x="6928" y="1370"/>
                    <a:pt x="7271" y="1455"/>
                  </a:cubicBezTo>
                  <a:cubicBezTo>
                    <a:pt x="7672" y="1527"/>
                    <a:pt x="8044" y="1527"/>
                    <a:pt x="8399" y="1527"/>
                  </a:cubicBezTo>
                  <a:cubicBezTo>
                    <a:pt x="8753" y="1527"/>
                    <a:pt x="9090" y="1527"/>
                    <a:pt x="9419" y="1599"/>
                  </a:cubicBezTo>
                  <a:cubicBezTo>
                    <a:pt x="9619" y="1656"/>
                    <a:pt x="9763" y="1684"/>
                    <a:pt x="9877" y="1713"/>
                  </a:cubicBezTo>
                  <a:cubicBezTo>
                    <a:pt x="10039" y="1743"/>
                    <a:pt x="10158" y="1762"/>
                    <a:pt x="10259" y="1762"/>
                  </a:cubicBezTo>
                  <a:cubicBezTo>
                    <a:pt x="10445" y="1762"/>
                    <a:pt x="10571" y="1697"/>
                    <a:pt x="10793" y="1512"/>
                  </a:cubicBezTo>
                  <a:cubicBezTo>
                    <a:pt x="10908" y="1455"/>
                    <a:pt x="11022" y="1340"/>
                    <a:pt x="11222" y="1198"/>
                  </a:cubicBezTo>
                  <a:lnTo>
                    <a:pt x="11336" y="1141"/>
                  </a:lnTo>
                  <a:cubicBezTo>
                    <a:pt x="11666" y="939"/>
                    <a:pt x="11855" y="819"/>
                    <a:pt x="12113" y="819"/>
                  </a:cubicBezTo>
                  <a:cubicBezTo>
                    <a:pt x="12259" y="819"/>
                    <a:pt x="12426" y="857"/>
                    <a:pt x="12653" y="939"/>
                  </a:cubicBezTo>
                  <a:cubicBezTo>
                    <a:pt x="12683" y="969"/>
                    <a:pt x="12740" y="969"/>
                    <a:pt x="12797" y="969"/>
                  </a:cubicBezTo>
                  <a:cubicBezTo>
                    <a:pt x="12882" y="1054"/>
                    <a:pt x="12912" y="1141"/>
                    <a:pt x="12912" y="1198"/>
                  </a:cubicBezTo>
                  <a:cubicBezTo>
                    <a:pt x="12912" y="1340"/>
                    <a:pt x="12710" y="1512"/>
                    <a:pt x="12539" y="1656"/>
                  </a:cubicBezTo>
                  <a:cubicBezTo>
                    <a:pt x="12195" y="1913"/>
                    <a:pt x="11824" y="2256"/>
                    <a:pt x="11852" y="2801"/>
                  </a:cubicBezTo>
                  <a:cubicBezTo>
                    <a:pt x="11881" y="3172"/>
                    <a:pt x="12195" y="3431"/>
                    <a:pt x="12424" y="3630"/>
                  </a:cubicBezTo>
                  <a:cubicBezTo>
                    <a:pt x="12568" y="3745"/>
                    <a:pt x="12740" y="3889"/>
                    <a:pt x="12740" y="4003"/>
                  </a:cubicBezTo>
                  <a:cubicBezTo>
                    <a:pt x="12740" y="4061"/>
                    <a:pt x="12653" y="4203"/>
                    <a:pt x="12454" y="4374"/>
                  </a:cubicBezTo>
                  <a:cubicBezTo>
                    <a:pt x="12195" y="4546"/>
                    <a:pt x="10248" y="4862"/>
                    <a:pt x="9733" y="4862"/>
                  </a:cubicBezTo>
                  <a:cubicBezTo>
                    <a:pt x="9275" y="4862"/>
                    <a:pt x="8874" y="4661"/>
                    <a:pt x="8446" y="4432"/>
                  </a:cubicBezTo>
                  <a:cubicBezTo>
                    <a:pt x="8016" y="4232"/>
                    <a:pt x="7587" y="4003"/>
                    <a:pt x="7042" y="3916"/>
                  </a:cubicBezTo>
                  <a:cubicBezTo>
                    <a:pt x="6961" y="3909"/>
                    <a:pt x="6882" y="3906"/>
                    <a:pt x="6805" y="3906"/>
                  </a:cubicBezTo>
                  <a:cubicBezTo>
                    <a:pt x="5944" y="3906"/>
                    <a:pt x="5395" y="4325"/>
                    <a:pt x="4896" y="4718"/>
                  </a:cubicBezTo>
                  <a:cubicBezTo>
                    <a:pt x="4580" y="4947"/>
                    <a:pt x="4294" y="5206"/>
                    <a:pt x="3923" y="5320"/>
                  </a:cubicBezTo>
                  <a:cubicBezTo>
                    <a:pt x="3842" y="5336"/>
                    <a:pt x="3744" y="5343"/>
                    <a:pt x="3632" y="5343"/>
                  </a:cubicBezTo>
                  <a:cubicBezTo>
                    <a:pt x="2912" y="5343"/>
                    <a:pt x="1656" y="5045"/>
                    <a:pt x="1260" y="4748"/>
                  </a:cubicBezTo>
                  <a:cubicBezTo>
                    <a:pt x="1060" y="4576"/>
                    <a:pt x="973" y="4461"/>
                    <a:pt x="916" y="4404"/>
                  </a:cubicBezTo>
                  <a:cubicBezTo>
                    <a:pt x="1072" y="4352"/>
                    <a:pt x="1370" y="4336"/>
                    <a:pt x="1697" y="4336"/>
                  </a:cubicBezTo>
                  <a:cubicBezTo>
                    <a:pt x="2090" y="4336"/>
                    <a:pt x="2524" y="4359"/>
                    <a:pt x="2805" y="4374"/>
                  </a:cubicBezTo>
                  <a:cubicBezTo>
                    <a:pt x="3176" y="4388"/>
                    <a:pt x="3432" y="4401"/>
                    <a:pt x="3620" y="4401"/>
                  </a:cubicBezTo>
                  <a:cubicBezTo>
                    <a:pt x="3854" y="4401"/>
                    <a:pt x="3983" y="4381"/>
                    <a:pt x="4095" y="4317"/>
                  </a:cubicBezTo>
                  <a:cubicBezTo>
                    <a:pt x="4180" y="4260"/>
                    <a:pt x="4267" y="4175"/>
                    <a:pt x="4267" y="4061"/>
                  </a:cubicBezTo>
                  <a:cubicBezTo>
                    <a:pt x="4294" y="3946"/>
                    <a:pt x="4267" y="3832"/>
                    <a:pt x="4180" y="3745"/>
                  </a:cubicBezTo>
                  <a:cubicBezTo>
                    <a:pt x="3694" y="3229"/>
                    <a:pt x="3064" y="3087"/>
                    <a:pt x="2576" y="3000"/>
                  </a:cubicBezTo>
                  <a:cubicBezTo>
                    <a:pt x="2233" y="2916"/>
                    <a:pt x="1947" y="2858"/>
                    <a:pt x="1775" y="2714"/>
                  </a:cubicBezTo>
                  <a:cubicBezTo>
                    <a:pt x="1347" y="2313"/>
                    <a:pt x="1374" y="2171"/>
                    <a:pt x="1374" y="2171"/>
                  </a:cubicBezTo>
                  <a:cubicBezTo>
                    <a:pt x="1374" y="2171"/>
                    <a:pt x="1374" y="2057"/>
                    <a:pt x="1805" y="1855"/>
                  </a:cubicBezTo>
                  <a:cubicBezTo>
                    <a:pt x="1973" y="1780"/>
                    <a:pt x="2180" y="1767"/>
                    <a:pt x="2399" y="1767"/>
                  </a:cubicBezTo>
                  <a:cubicBezTo>
                    <a:pt x="2513" y="1767"/>
                    <a:pt x="2631" y="1771"/>
                    <a:pt x="2748" y="1771"/>
                  </a:cubicBezTo>
                  <a:cubicBezTo>
                    <a:pt x="2852" y="1771"/>
                    <a:pt x="2956" y="1773"/>
                    <a:pt x="3060" y="1773"/>
                  </a:cubicBezTo>
                  <a:cubicBezTo>
                    <a:pt x="3326" y="1773"/>
                    <a:pt x="3588" y="1758"/>
                    <a:pt x="3836" y="1656"/>
                  </a:cubicBezTo>
                  <a:cubicBezTo>
                    <a:pt x="4180" y="1542"/>
                    <a:pt x="4438" y="1340"/>
                    <a:pt x="4667" y="1168"/>
                  </a:cubicBezTo>
                  <a:cubicBezTo>
                    <a:pt x="5041" y="895"/>
                    <a:pt x="5306" y="729"/>
                    <a:pt x="5615" y="729"/>
                  </a:cubicBezTo>
                  <a:close/>
                  <a:moveTo>
                    <a:pt x="5620" y="1"/>
                  </a:moveTo>
                  <a:cubicBezTo>
                    <a:pt x="5052" y="1"/>
                    <a:pt x="4633" y="295"/>
                    <a:pt x="4237" y="568"/>
                  </a:cubicBezTo>
                  <a:cubicBezTo>
                    <a:pt x="4038" y="740"/>
                    <a:pt x="3809" y="882"/>
                    <a:pt x="3607" y="969"/>
                  </a:cubicBezTo>
                  <a:cubicBezTo>
                    <a:pt x="3378" y="1054"/>
                    <a:pt x="3092" y="1054"/>
                    <a:pt x="2778" y="1054"/>
                  </a:cubicBezTo>
                  <a:cubicBezTo>
                    <a:pt x="2663" y="1046"/>
                    <a:pt x="2544" y="1040"/>
                    <a:pt x="2423" y="1040"/>
                  </a:cubicBezTo>
                  <a:cubicBezTo>
                    <a:pt x="2120" y="1040"/>
                    <a:pt x="1805" y="1075"/>
                    <a:pt x="1518" y="1198"/>
                  </a:cubicBezTo>
                  <a:cubicBezTo>
                    <a:pt x="1145" y="1370"/>
                    <a:pt x="717" y="1599"/>
                    <a:pt x="660" y="2027"/>
                  </a:cubicBezTo>
                  <a:cubicBezTo>
                    <a:pt x="573" y="2485"/>
                    <a:pt x="916" y="2916"/>
                    <a:pt x="1289" y="3259"/>
                  </a:cubicBezTo>
                  <a:cubicBezTo>
                    <a:pt x="1518" y="3431"/>
                    <a:pt x="1747" y="3545"/>
                    <a:pt x="1976" y="3603"/>
                  </a:cubicBezTo>
                  <a:cubicBezTo>
                    <a:pt x="1863" y="3599"/>
                    <a:pt x="1754" y="3597"/>
                    <a:pt x="1651" y="3597"/>
                  </a:cubicBezTo>
                  <a:cubicBezTo>
                    <a:pt x="843" y="3597"/>
                    <a:pt x="354" y="3712"/>
                    <a:pt x="202" y="4118"/>
                  </a:cubicBezTo>
                  <a:cubicBezTo>
                    <a:pt x="0" y="4576"/>
                    <a:pt x="431" y="4977"/>
                    <a:pt x="831" y="5290"/>
                  </a:cubicBezTo>
                  <a:cubicBezTo>
                    <a:pt x="1347" y="5721"/>
                    <a:pt x="2691" y="6065"/>
                    <a:pt x="3607" y="6065"/>
                  </a:cubicBezTo>
                  <a:cubicBezTo>
                    <a:pt x="3779" y="6065"/>
                    <a:pt x="3951" y="6035"/>
                    <a:pt x="4095" y="6007"/>
                  </a:cubicBezTo>
                  <a:cubicBezTo>
                    <a:pt x="4638" y="5863"/>
                    <a:pt x="5011" y="5549"/>
                    <a:pt x="5354" y="5263"/>
                  </a:cubicBezTo>
                  <a:cubicBezTo>
                    <a:pt x="5786" y="4931"/>
                    <a:pt x="6150" y="4647"/>
                    <a:pt x="6729" y="4647"/>
                  </a:cubicBezTo>
                  <a:cubicBezTo>
                    <a:pt x="6801" y="4647"/>
                    <a:pt x="6877" y="4651"/>
                    <a:pt x="6957" y="4661"/>
                  </a:cubicBezTo>
                  <a:cubicBezTo>
                    <a:pt x="7358" y="4718"/>
                    <a:pt x="7729" y="4890"/>
                    <a:pt x="8103" y="5091"/>
                  </a:cubicBezTo>
                  <a:cubicBezTo>
                    <a:pt x="8588" y="5348"/>
                    <a:pt x="9103" y="5607"/>
                    <a:pt x="9733" y="5607"/>
                  </a:cubicBezTo>
                  <a:cubicBezTo>
                    <a:pt x="10134" y="5607"/>
                    <a:pt x="12596" y="5290"/>
                    <a:pt x="12939" y="4919"/>
                  </a:cubicBezTo>
                  <a:cubicBezTo>
                    <a:pt x="13283" y="4603"/>
                    <a:pt x="13455" y="4290"/>
                    <a:pt x="13455" y="3974"/>
                  </a:cubicBezTo>
                  <a:cubicBezTo>
                    <a:pt x="13455" y="3573"/>
                    <a:pt x="13141" y="3287"/>
                    <a:pt x="12882" y="3087"/>
                  </a:cubicBezTo>
                  <a:cubicBezTo>
                    <a:pt x="12740" y="2973"/>
                    <a:pt x="12596" y="2829"/>
                    <a:pt x="12568" y="2744"/>
                  </a:cubicBezTo>
                  <a:cubicBezTo>
                    <a:pt x="12568" y="2572"/>
                    <a:pt x="12740" y="2428"/>
                    <a:pt x="12997" y="2199"/>
                  </a:cubicBezTo>
                  <a:cubicBezTo>
                    <a:pt x="13283" y="1970"/>
                    <a:pt x="13626" y="1684"/>
                    <a:pt x="13626" y="1255"/>
                  </a:cubicBezTo>
                  <a:cubicBezTo>
                    <a:pt x="13656" y="939"/>
                    <a:pt x="13512" y="653"/>
                    <a:pt x="13226" y="339"/>
                  </a:cubicBezTo>
                  <a:cubicBezTo>
                    <a:pt x="13164" y="276"/>
                    <a:pt x="13072" y="229"/>
                    <a:pt x="12973" y="229"/>
                  </a:cubicBezTo>
                  <a:cubicBezTo>
                    <a:pt x="12934" y="229"/>
                    <a:pt x="12894" y="236"/>
                    <a:pt x="12855" y="252"/>
                  </a:cubicBezTo>
                  <a:cubicBezTo>
                    <a:pt x="12550" y="148"/>
                    <a:pt x="12302" y="104"/>
                    <a:pt x="12086" y="104"/>
                  </a:cubicBezTo>
                  <a:cubicBezTo>
                    <a:pt x="11653" y="104"/>
                    <a:pt x="11347" y="282"/>
                    <a:pt x="10965" y="511"/>
                  </a:cubicBezTo>
                  <a:lnTo>
                    <a:pt x="10851" y="596"/>
                  </a:lnTo>
                  <a:cubicBezTo>
                    <a:pt x="10592" y="740"/>
                    <a:pt x="10450" y="882"/>
                    <a:pt x="10335" y="969"/>
                  </a:cubicBezTo>
                  <a:cubicBezTo>
                    <a:pt x="10278" y="996"/>
                    <a:pt x="10248" y="1026"/>
                    <a:pt x="10278" y="1026"/>
                  </a:cubicBezTo>
                  <a:cubicBezTo>
                    <a:pt x="10248" y="1026"/>
                    <a:pt x="10134" y="1026"/>
                    <a:pt x="10049" y="996"/>
                  </a:cubicBezTo>
                  <a:cubicBezTo>
                    <a:pt x="9905" y="969"/>
                    <a:pt x="9763" y="939"/>
                    <a:pt x="9561" y="882"/>
                  </a:cubicBezTo>
                  <a:cubicBezTo>
                    <a:pt x="9175" y="811"/>
                    <a:pt x="8811" y="811"/>
                    <a:pt x="8460" y="811"/>
                  </a:cubicBezTo>
                  <a:cubicBezTo>
                    <a:pt x="8109" y="811"/>
                    <a:pt x="7773" y="811"/>
                    <a:pt x="7443" y="740"/>
                  </a:cubicBezTo>
                  <a:cubicBezTo>
                    <a:pt x="7214" y="683"/>
                    <a:pt x="7015" y="568"/>
                    <a:pt x="6786" y="424"/>
                  </a:cubicBezTo>
                  <a:cubicBezTo>
                    <a:pt x="6527" y="282"/>
                    <a:pt x="6270" y="110"/>
                    <a:pt x="5897" y="23"/>
                  </a:cubicBezTo>
                  <a:cubicBezTo>
                    <a:pt x="5801" y="8"/>
                    <a:pt x="5709" y="1"/>
                    <a:pt x="562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940623" y="1040664"/>
              <a:ext cx="61957" cy="30220"/>
            </a:xfrm>
            <a:custGeom>
              <a:avLst/>
              <a:gdLst/>
              <a:ahLst/>
              <a:cxnLst/>
              <a:rect l="l" t="t" r="r" b="b"/>
              <a:pathLst>
                <a:path w="3063" h="1494" extrusionOk="0">
                  <a:moveTo>
                    <a:pt x="1941" y="1"/>
                  </a:moveTo>
                  <a:cubicBezTo>
                    <a:pt x="1849" y="1"/>
                    <a:pt x="1746" y="11"/>
                    <a:pt x="1631" y="32"/>
                  </a:cubicBezTo>
                  <a:lnTo>
                    <a:pt x="1431" y="32"/>
                  </a:lnTo>
                  <a:cubicBezTo>
                    <a:pt x="257" y="177"/>
                    <a:pt x="0" y="1494"/>
                    <a:pt x="1374" y="1494"/>
                  </a:cubicBezTo>
                  <a:cubicBezTo>
                    <a:pt x="2511" y="1494"/>
                    <a:pt x="3063" y="1"/>
                    <a:pt x="1941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6941776" y="1033463"/>
              <a:ext cx="59085" cy="44379"/>
            </a:xfrm>
            <a:custGeom>
              <a:avLst/>
              <a:gdLst/>
              <a:ahLst/>
              <a:cxnLst/>
              <a:rect l="l" t="t" r="r" b="b"/>
              <a:pathLst>
                <a:path w="2921" h="2194" extrusionOk="0">
                  <a:moveTo>
                    <a:pt x="1898" y="707"/>
                  </a:moveTo>
                  <a:cubicBezTo>
                    <a:pt x="2037" y="707"/>
                    <a:pt x="2098" y="741"/>
                    <a:pt x="2119" y="762"/>
                  </a:cubicBezTo>
                  <a:cubicBezTo>
                    <a:pt x="2146" y="789"/>
                    <a:pt x="2146" y="876"/>
                    <a:pt x="2089" y="1018"/>
                  </a:cubicBezTo>
                  <a:cubicBezTo>
                    <a:pt x="1974" y="1247"/>
                    <a:pt x="1688" y="1476"/>
                    <a:pt x="1317" y="1476"/>
                  </a:cubicBezTo>
                  <a:cubicBezTo>
                    <a:pt x="974" y="1476"/>
                    <a:pt x="772" y="1392"/>
                    <a:pt x="745" y="1247"/>
                  </a:cubicBezTo>
                  <a:cubicBezTo>
                    <a:pt x="745" y="1075"/>
                    <a:pt x="974" y="819"/>
                    <a:pt x="1432" y="762"/>
                  </a:cubicBezTo>
                  <a:cubicBezTo>
                    <a:pt x="1432" y="732"/>
                    <a:pt x="1459" y="732"/>
                    <a:pt x="1489" y="732"/>
                  </a:cubicBezTo>
                  <a:cubicBezTo>
                    <a:pt x="1518" y="747"/>
                    <a:pt x="1546" y="754"/>
                    <a:pt x="1575" y="754"/>
                  </a:cubicBezTo>
                  <a:cubicBezTo>
                    <a:pt x="1603" y="754"/>
                    <a:pt x="1632" y="747"/>
                    <a:pt x="1661" y="732"/>
                  </a:cubicBezTo>
                  <a:cubicBezTo>
                    <a:pt x="1758" y="714"/>
                    <a:pt x="1836" y="707"/>
                    <a:pt x="1898" y="707"/>
                  </a:cubicBezTo>
                  <a:close/>
                  <a:moveTo>
                    <a:pt x="1916" y="1"/>
                  </a:moveTo>
                  <a:cubicBezTo>
                    <a:pt x="1798" y="1"/>
                    <a:pt x="1665" y="14"/>
                    <a:pt x="1516" y="45"/>
                  </a:cubicBezTo>
                  <a:lnTo>
                    <a:pt x="1489" y="45"/>
                  </a:lnTo>
                  <a:cubicBezTo>
                    <a:pt x="1432" y="17"/>
                    <a:pt x="1374" y="17"/>
                    <a:pt x="1345" y="17"/>
                  </a:cubicBezTo>
                  <a:cubicBezTo>
                    <a:pt x="486" y="132"/>
                    <a:pt x="0" y="762"/>
                    <a:pt x="28" y="1304"/>
                  </a:cubicBezTo>
                  <a:cubicBezTo>
                    <a:pt x="58" y="1705"/>
                    <a:pt x="401" y="2193"/>
                    <a:pt x="1317" y="2193"/>
                  </a:cubicBezTo>
                  <a:cubicBezTo>
                    <a:pt x="2062" y="2193"/>
                    <a:pt x="2547" y="1735"/>
                    <a:pt x="2749" y="1334"/>
                  </a:cubicBezTo>
                  <a:cubicBezTo>
                    <a:pt x="2920" y="991"/>
                    <a:pt x="2891" y="590"/>
                    <a:pt x="2691" y="331"/>
                  </a:cubicBezTo>
                  <a:cubicBezTo>
                    <a:pt x="2578" y="175"/>
                    <a:pt x="2343" y="1"/>
                    <a:pt x="1916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6574694" y="928856"/>
              <a:ext cx="221693" cy="69158"/>
            </a:xfrm>
            <a:custGeom>
              <a:avLst/>
              <a:gdLst/>
              <a:ahLst/>
              <a:cxnLst/>
              <a:rect l="l" t="t" r="r" b="b"/>
              <a:pathLst>
                <a:path w="10960" h="3419" extrusionOk="0">
                  <a:moveTo>
                    <a:pt x="6484" y="1"/>
                  </a:moveTo>
                  <a:cubicBezTo>
                    <a:pt x="5826" y="1"/>
                    <a:pt x="5470" y="172"/>
                    <a:pt x="4719" y="693"/>
                  </a:cubicBezTo>
                  <a:cubicBezTo>
                    <a:pt x="3631" y="1437"/>
                    <a:pt x="2315" y="1009"/>
                    <a:pt x="1284" y="1723"/>
                  </a:cubicBezTo>
                  <a:cubicBezTo>
                    <a:pt x="0" y="2572"/>
                    <a:pt x="743" y="3419"/>
                    <a:pt x="1902" y="3419"/>
                  </a:cubicBezTo>
                  <a:cubicBezTo>
                    <a:pt x="2035" y="3419"/>
                    <a:pt x="2173" y="3407"/>
                    <a:pt x="2315" y="3384"/>
                  </a:cubicBezTo>
                  <a:cubicBezTo>
                    <a:pt x="3203" y="3242"/>
                    <a:pt x="4119" y="2582"/>
                    <a:pt x="5006" y="2440"/>
                  </a:cubicBezTo>
                  <a:cubicBezTo>
                    <a:pt x="6380" y="2239"/>
                    <a:pt x="7525" y="1925"/>
                    <a:pt x="8842" y="1581"/>
                  </a:cubicBezTo>
                  <a:cubicBezTo>
                    <a:pt x="9586" y="1352"/>
                    <a:pt x="10960" y="1295"/>
                    <a:pt x="9730" y="407"/>
                  </a:cubicBezTo>
                  <a:cubicBezTo>
                    <a:pt x="9471" y="257"/>
                    <a:pt x="9201" y="223"/>
                    <a:pt x="8930" y="223"/>
                  </a:cubicBezTo>
                  <a:cubicBezTo>
                    <a:pt x="8695" y="223"/>
                    <a:pt x="8461" y="249"/>
                    <a:pt x="8232" y="249"/>
                  </a:cubicBezTo>
                  <a:cubicBezTo>
                    <a:pt x="7966" y="249"/>
                    <a:pt x="7708" y="214"/>
                    <a:pt x="7467" y="63"/>
                  </a:cubicBezTo>
                  <a:lnTo>
                    <a:pt x="7383" y="63"/>
                  </a:lnTo>
                  <a:cubicBezTo>
                    <a:pt x="7017" y="25"/>
                    <a:pt x="6730" y="1"/>
                    <a:pt x="6484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6576939" y="921452"/>
              <a:ext cx="213117" cy="83964"/>
            </a:xfrm>
            <a:custGeom>
              <a:avLst/>
              <a:gdLst/>
              <a:ahLst/>
              <a:cxnLst/>
              <a:rect l="l" t="t" r="r" b="b"/>
              <a:pathLst>
                <a:path w="10536" h="4151" extrusionOk="0">
                  <a:moveTo>
                    <a:pt x="6383" y="715"/>
                  </a:moveTo>
                  <a:cubicBezTo>
                    <a:pt x="6612" y="715"/>
                    <a:pt x="6898" y="745"/>
                    <a:pt x="7242" y="773"/>
                  </a:cubicBezTo>
                  <a:cubicBezTo>
                    <a:pt x="7589" y="957"/>
                    <a:pt x="7935" y="975"/>
                    <a:pt x="8252" y="975"/>
                  </a:cubicBezTo>
                  <a:cubicBezTo>
                    <a:pt x="8327" y="975"/>
                    <a:pt x="8402" y="974"/>
                    <a:pt x="8474" y="974"/>
                  </a:cubicBezTo>
                  <a:cubicBezTo>
                    <a:pt x="8614" y="963"/>
                    <a:pt x="8746" y="952"/>
                    <a:pt x="8870" y="952"/>
                  </a:cubicBezTo>
                  <a:cubicBezTo>
                    <a:pt x="9075" y="952"/>
                    <a:pt x="9258" y="982"/>
                    <a:pt x="9418" y="1089"/>
                  </a:cubicBezTo>
                  <a:cubicBezTo>
                    <a:pt x="9562" y="1173"/>
                    <a:pt x="9647" y="1260"/>
                    <a:pt x="9704" y="1318"/>
                  </a:cubicBezTo>
                  <a:cubicBezTo>
                    <a:pt x="9532" y="1375"/>
                    <a:pt x="9246" y="1432"/>
                    <a:pt x="9074" y="1489"/>
                  </a:cubicBezTo>
                  <a:cubicBezTo>
                    <a:pt x="8902" y="1517"/>
                    <a:pt x="8760" y="1547"/>
                    <a:pt x="8616" y="1604"/>
                  </a:cubicBezTo>
                  <a:cubicBezTo>
                    <a:pt x="7329" y="1947"/>
                    <a:pt x="6184" y="2234"/>
                    <a:pt x="4837" y="2463"/>
                  </a:cubicBezTo>
                  <a:cubicBezTo>
                    <a:pt x="4352" y="2520"/>
                    <a:pt x="3864" y="2749"/>
                    <a:pt x="3406" y="2948"/>
                  </a:cubicBezTo>
                  <a:cubicBezTo>
                    <a:pt x="2978" y="3150"/>
                    <a:pt x="2547" y="3322"/>
                    <a:pt x="2146" y="3406"/>
                  </a:cubicBezTo>
                  <a:cubicBezTo>
                    <a:pt x="2043" y="3419"/>
                    <a:pt x="1945" y="3425"/>
                    <a:pt x="1852" y="3425"/>
                  </a:cubicBezTo>
                  <a:cubicBezTo>
                    <a:pt x="1323" y="3425"/>
                    <a:pt x="961" y="3234"/>
                    <a:pt x="887" y="3063"/>
                  </a:cubicBezTo>
                  <a:cubicBezTo>
                    <a:pt x="830" y="2891"/>
                    <a:pt x="1001" y="2635"/>
                    <a:pt x="1402" y="2376"/>
                  </a:cubicBezTo>
                  <a:cubicBezTo>
                    <a:pt x="1833" y="2062"/>
                    <a:pt x="2375" y="2005"/>
                    <a:pt x="2920" y="1947"/>
                  </a:cubicBezTo>
                  <a:cubicBezTo>
                    <a:pt x="3550" y="1860"/>
                    <a:pt x="4208" y="1776"/>
                    <a:pt x="4810" y="1375"/>
                  </a:cubicBezTo>
                  <a:cubicBezTo>
                    <a:pt x="5524" y="887"/>
                    <a:pt x="5811" y="715"/>
                    <a:pt x="6383" y="715"/>
                  </a:cubicBezTo>
                  <a:close/>
                  <a:moveTo>
                    <a:pt x="6412" y="0"/>
                  </a:moveTo>
                  <a:cubicBezTo>
                    <a:pt x="5647" y="0"/>
                    <a:pt x="5245" y="194"/>
                    <a:pt x="4409" y="773"/>
                  </a:cubicBezTo>
                  <a:cubicBezTo>
                    <a:pt x="3951" y="1089"/>
                    <a:pt x="3406" y="1146"/>
                    <a:pt x="2833" y="1231"/>
                  </a:cubicBezTo>
                  <a:cubicBezTo>
                    <a:pt x="2204" y="1288"/>
                    <a:pt x="1574" y="1375"/>
                    <a:pt x="974" y="1776"/>
                  </a:cubicBezTo>
                  <a:cubicBezTo>
                    <a:pt x="1" y="2433"/>
                    <a:pt x="115" y="3063"/>
                    <a:pt x="200" y="3322"/>
                  </a:cubicBezTo>
                  <a:cubicBezTo>
                    <a:pt x="401" y="3837"/>
                    <a:pt x="1059" y="4151"/>
                    <a:pt x="1803" y="4151"/>
                  </a:cubicBezTo>
                  <a:cubicBezTo>
                    <a:pt x="1975" y="4151"/>
                    <a:pt x="2119" y="4123"/>
                    <a:pt x="2261" y="4123"/>
                  </a:cubicBezTo>
                  <a:cubicBezTo>
                    <a:pt x="2776" y="4036"/>
                    <a:pt x="3234" y="3807"/>
                    <a:pt x="3692" y="3608"/>
                  </a:cubicBezTo>
                  <a:cubicBezTo>
                    <a:pt x="4123" y="3406"/>
                    <a:pt x="4551" y="3235"/>
                    <a:pt x="4952" y="3177"/>
                  </a:cubicBezTo>
                  <a:cubicBezTo>
                    <a:pt x="6326" y="2948"/>
                    <a:pt x="7501" y="2662"/>
                    <a:pt x="8818" y="2291"/>
                  </a:cubicBezTo>
                  <a:cubicBezTo>
                    <a:pt x="8960" y="2261"/>
                    <a:pt x="9074" y="2234"/>
                    <a:pt x="9218" y="2204"/>
                  </a:cubicBezTo>
                  <a:cubicBezTo>
                    <a:pt x="9791" y="2062"/>
                    <a:pt x="10363" y="1947"/>
                    <a:pt x="10448" y="1460"/>
                  </a:cubicBezTo>
                  <a:cubicBezTo>
                    <a:pt x="10535" y="1059"/>
                    <a:pt x="10162" y="715"/>
                    <a:pt x="9791" y="459"/>
                  </a:cubicBezTo>
                  <a:cubicBezTo>
                    <a:pt x="9419" y="249"/>
                    <a:pt x="9026" y="229"/>
                    <a:pt x="8678" y="229"/>
                  </a:cubicBezTo>
                  <a:cubicBezTo>
                    <a:pt x="8597" y="229"/>
                    <a:pt x="8519" y="230"/>
                    <a:pt x="8444" y="230"/>
                  </a:cubicBezTo>
                  <a:cubicBezTo>
                    <a:pt x="8339" y="238"/>
                    <a:pt x="8237" y="244"/>
                    <a:pt x="8139" y="244"/>
                  </a:cubicBezTo>
                  <a:cubicBezTo>
                    <a:pt x="7917" y="244"/>
                    <a:pt x="7717" y="214"/>
                    <a:pt x="7558" y="115"/>
                  </a:cubicBezTo>
                  <a:cubicBezTo>
                    <a:pt x="7471" y="58"/>
                    <a:pt x="7386" y="58"/>
                    <a:pt x="7329" y="58"/>
                  </a:cubicBezTo>
                  <a:cubicBezTo>
                    <a:pt x="6963" y="22"/>
                    <a:pt x="6667" y="0"/>
                    <a:pt x="641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6641188" y="2259020"/>
              <a:ext cx="229602" cy="96060"/>
            </a:xfrm>
            <a:custGeom>
              <a:avLst/>
              <a:gdLst/>
              <a:ahLst/>
              <a:cxnLst/>
              <a:rect l="l" t="t" r="r" b="b"/>
              <a:pathLst>
                <a:path w="11351" h="4749" extrusionOk="0">
                  <a:moveTo>
                    <a:pt x="3419" y="0"/>
                  </a:moveTo>
                  <a:cubicBezTo>
                    <a:pt x="2765" y="0"/>
                    <a:pt x="2097" y="69"/>
                    <a:pt x="1577" y="237"/>
                  </a:cubicBezTo>
                  <a:cubicBezTo>
                    <a:pt x="489" y="608"/>
                    <a:pt x="1" y="1467"/>
                    <a:pt x="1519" y="1554"/>
                  </a:cubicBezTo>
                  <a:cubicBezTo>
                    <a:pt x="1731" y="1564"/>
                    <a:pt x="1920" y="1566"/>
                    <a:pt x="2092" y="1566"/>
                  </a:cubicBezTo>
                  <a:cubicBezTo>
                    <a:pt x="2271" y="1566"/>
                    <a:pt x="2432" y="1563"/>
                    <a:pt x="2586" y="1563"/>
                  </a:cubicBezTo>
                  <a:cubicBezTo>
                    <a:pt x="3179" y="1563"/>
                    <a:pt x="3650" y="1602"/>
                    <a:pt x="4524" y="1982"/>
                  </a:cubicBezTo>
                  <a:cubicBezTo>
                    <a:pt x="6013" y="2555"/>
                    <a:pt x="6443" y="2555"/>
                    <a:pt x="7272" y="3872"/>
                  </a:cubicBezTo>
                  <a:cubicBezTo>
                    <a:pt x="7657" y="4434"/>
                    <a:pt x="7907" y="4546"/>
                    <a:pt x="8244" y="4546"/>
                  </a:cubicBezTo>
                  <a:cubicBezTo>
                    <a:pt x="8468" y="4546"/>
                    <a:pt x="8730" y="4496"/>
                    <a:pt x="9096" y="4496"/>
                  </a:cubicBezTo>
                  <a:cubicBezTo>
                    <a:pt x="9162" y="4496"/>
                    <a:pt x="9232" y="4498"/>
                    <a:pt x="9306" y="4502"/>
                  </a:cubicBezTo>
                  <a:cubicBezTo>
                    <a:pt x="9543" y="4502"/>
                    <a:pt x="10240" y="4748"/>
                    <a:pt x="10720" y="4748"/>
                  </a:cubicBezTo>
                  <a:cubicBezTo>
                    <a:pt x="11105" y="4748"/>
                    <a:pt x="11351" y="4589"/>
                    <a:pt x="11108" y="4016"/>
                  </a:cubicBezTo>
                  <a:cubicBezTo>
                    <a:pt x="11108" y="3872"/>
                    <a:pt x="10879" y="3730"/>
                    <a:pt x="10822" y="3643"/>
                  </a:cubicBezTo>
                  <a:cubicBezTo>
                    <a:pt x="9047" y="2127"/>
                    <a:pt x="7043" y="466"/>
                    <a:pt x="4726" y="93"/>
                  </a:cubicBezTo>
                  <a:cubicBezTo>
                    <a:pt x="4335" y="34"/>
                    <a:pt x="3880" y="0"/>
                    <a:pt x="3419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6643514" y="2251637"/>
              <a:ext cx="233405" cy="111191"/>
            </a:xfrm>
            <a:custGeom>
              <a:avLst/>
              <a:gdLst/>
              <a:ahLst/>
              <a:cxnLst/>
              <a:rect l="l" t="t" r="r" b="b"/>
              <a:pathLst>
                <a:path w="11539" h="5497" extrusionOk="0">
                  <a:moveTo>
                    <a:pt x="3294" y="717"/>
                  </a:moveTo>
                  <a:cubicBezTo>
                    <a:pt x="3722" y="717"/>
                    <a:pt x="4152" y="744"/>
                    <a:pt x="4553" y="802"/>
                  </a:cubicBezTo>
                  <a:cubicBezTo>
                    <a:pt x="6843" y="1175"/>
                    <a:pt x="8847" y="2893"/>
                    <a:pt x="10450" y="4267"/>
                  </a:cubicBezTo>
                  <a:cubicBezTo>
                    <a:pt x="10478" y="4294"/>
                    <a:pt x="10508" y="4294"/>
                    <a:pt x="10535" y="4324"/>
                  </a:cubicBezTo>
                  <a:cubicBezTo>
                    <a:pt x="10535" y="4351"/>
                    <a:pt x="10592" y="4409"/>
                    <a:pt x="10622" y="4438"/>
                  </a:cubicBezTo>
                  <a:cubicBezTo>
                    <a:pt x="10622" y="4466"/>
                    <a:pt x="10650" y="4496"/>
                    <a:pt x="10650" y="4523"/>
                  </a:cubicBezTo>
                  <a:cubicBezTo>
                    <a:pt x="10707" y="4638"/>
                    <a:pt x="10707" y="4695"/>
                    <a:pt x="10707" y="4752"/>
                  </a:cubicBezTo>
                  <a:lnTo>
                    <a:pt x="10592" y="4752"/>
                  </a:lnTo>
                  <a:cubicBezTo>
                    <a:pt x="10363" y="4752"/>
                    <a:pt x="10020" y="4667"/>
                    <a:pt x="9734" y="4610"/>
                  </a:cubicBezTo>
                  <a:cubicBezTo>
                    <a:pt x="9505" y="4553"/>
                    <a:pt x="9333" y="4523"/>
                    <a:pt x="9218" y="4523"/>
                  </a:cubicBezTo>
                  <a:cubicBezTo>
                    <a:pt x="9114" y="4514"/>
                    <a:pt x="9015" y="4511"/>
                    <a:pt x="8922" y="4511"/>
                  </a:cubicBezTo>
                  <a:cubicBezTo>
                    <a:pt x="8735" y="4511"/>
                    <a:pt x="8569" y="4523"/>
                    <a:pt x="8417" y="4523"/>
                  </a:cubicBezTo>
                  <a:cubicBezTo>
                    <a:pt x="8332" y="4553"/>
                    <a:pt x="8217" y="4553"/>
                    <a:pt x="8130" y="4553"/>
                  </a:cubicBezTo>
                  <a:cubicBezTo>
                    <a:pt x="7959" y="4553"/>
                    <a:pt x="7787" y="4553"/>
                    <a:pt x="7443" y="4038"/>
                  </a:cubicBezTo>
                  <a:cubicBezTo>
                    <a:pt x="6672" y="2806"/>
                    <a:pt x="6184" y="2606"/>
                    <a:pt x="5069" y="2205"/>
                  </a:cubicBezTo>
                  <a:cubicBezTo>
                    <a:pt x="4924" y="2148"/>
                    <a:pt x="4725" y="2091"/>
                    <a:pt x="4553" y="2004"/>
                  </a:cubicBezTo>
                  <a:cubicBezTo>
                    <a:pt x="3607" y="1603"/>
                    <a:pt x="3092" y="1576"/>
                    <a:pt x="2435" y="1576"/>
                  </a:cubicBezTo>
                  <a:lnTo>
                    <a:pt x="2119" y="1576"/>
                  </a:lnTo>
                  <a:cubicBezTo>
                    <a:pt x="1920" y="1576"/>
                    <a:pt x="1691" y="1546"/>
                    <a:pt x="1404" y="1546"/>
                  </a:cubicBezTo>
                  <a:cubicBezTo>
                    <a:pt x="1031" y="1518"/>
                    <a:pt x="859" y="1461"/>
                    <a:pt x="802" y="1431"/>
                  </a:cubicBezTo>
                  <a:cubicBezTo>
                    <a:pt x="859" y="1317"/>
                    <a:pt x="1088" y="1118"/>
                    <a:pt x="1576" y="946"/>
                  </a:cubicBezTo>
                  <a:cubicBezTo>
                    <a:pt x="2004" y="802"/>
                    <a:pt x="2607" y="717"/>
                    <a:pt x="3294" y="717"/>
                  </a:cubicBezTo>
                  <a:close/>
                  <a:moveTo>
                    <a:pt x="3294" y="0"/>
                  </a:moveTo>
                  <a:cubicBezTo>
                    <a:pt x="2778" y="0"/>
                    <a:pt x="2004" y="57"/>
                    <a:pt x="1347" y="259"/>
                  </a:cubicBezTo>
                  <a:cubicBezTo>
                    <a:pt x="516" y="545"/>
                    <a:pt x="0" y="1060"/>
                    <a:pt x="87" y="1546"/>
                  </a:cubicBezTo>
                  <a:cubicBezTo>
                    <a:pt x="115" y="1832"/>
                    <a:pt x="374" y="2233"/>
                    <a:pt x="1375" y="2263"/>
                  </a:cubicBezTo>
                  <a:cubicBezTo>
                    <a:pt x="1661" y="2290"/>
                    <a:pt x="1890" y="2290"/>
                    <a:pt x="2119" y="2290"/>
                  </a:cubicBezTo>
                  <a:lnTo>
                    <a:pt x="2435" y="2290"/>
                  </a:lnTo>
                  <a:cubicBezTo>
                    <a:pt x="3035" y="2290"/>
                    <a:pt x="3436" y="2320"/>
                    <a:pt x="4267" y="2691"/>
                  </a:cubicBezTo>
                  <a:cubicBezTo>
                    <a:pt x="4466" y="2748"/>
                    <a:pt x="4668" y="2835"/>
                    <a:pt x="4840" y="2893"/>
                  </a:cubicBezTo>
                  <a:cubicBezTo>
                    <a:pt x="5870" y="3293"/>
                    <a:pt x="6184" y="3408"/>
                    <a:pt x="6843" y="4438"/>
                  </a:cubicBezTo>
                  <a:cubicBezTo>
                    <a:pt x="7272" y="5038"/>
                    <a:pt x="7615" y="5267"/>
                    <a:pt x="8130" y="5267"/>
                  </a:cubicBezTo>
                  <a:lnTo>
                    <a:pt x="8474" y="5267"/>
                  </a:lnTo>
                  <a:cubicBezTo>
                    <a:pt x="8618" y="5240"/>
                    <a:pt x="8760" y="5240"/>
                    <a:pt x="8932" y="5240"/>
                  </a:cubicBezTo>
                  <a:lnTo>
                    <a:pt x="9191" y="5240"/>
                  </a:lnTo>
                  <a:cubicBezTo>
                    <a:pt x="9248" y="5240"/>
                    <a:pt x="9447" y="5297"/>
                    <a:pt x="9592" y="5325"/>
                  </a:cubicBezTo>
                  <a:cubicBezTo>
                    <a:pt x="9878" y="5382"/>
                    <a:pt x="10279" y="5496"/>
                    <a:pt x="10592" y="5496"/>
                  </a:cubicBezTo>
                  <a:cubicBezTo>
                    <a:pt x="10936" y="5496"/>
                    <a:pt x="11195" y="5382"/>
                    <a:pt x="11337" y="5153"/>
                  </a:cubicBezTo>
                  <a:cubicBezTo>
                    <a:pt x="11538" y="4839"/>
                    <a:pt x="11424" y="4466"/>
                    <a:pt x="11337" y="4294"/>
                  </a:cubicBezTo>
                  <a:cubicBezTo>
                    <a:pt x="11309" y="4038"/>
                    <a:pt x="11108" y="3893"/>
                    <a:pt x="10993" y="3779"/>
                  </a:cubicBezTo>
                  <a:lnTo>
                    <a:pt x="10936" y="3751"/>
                  </a:lnTo>
                  <a:cubicBezTo>
                    <a:pt x="9248" y="2290"/>
                    <a:pt x="7157" y="488"/>
                    <a:pt x="4668" y="87"/>
                  </a:cubicBezTo>
                  <a:cubicBezTo>
                    <a:pt x="4237" y="30"/>
                    <a:pt x="3779" y="0"/>
                    <a:pt x="3294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6856610" y="2351105"/>
              <a:ext cx="143635" cy="53097"/>
            </a:xfrm>
            <a:custGeom>
              <a:avLst/>
              <a:gdLst/>
              <a:ahLst/>
              <a:cxnLst/>
              <a:rect l="l" t="t" r="r" b="b"/>
              <a:pathLst>
                <a:path w="7101" h="2625" extrusionOk="0">
                  <a:moveTo>
                    <a:pt x="2525" y="0"/>
                  </a:moveTo>
                  <a:cubicBezTo>
                    <a:pt x="2306" y="0"/>
                    <a:pt x="2103" y="45"/>
                    <a:pt x="1948" y="179"/>
                  </a:cubicBezTo>
                  <a:cubicBezTo>
                    <a:pt x="1691" y="465"/>
                    <a:pt x="1890" y="895"/>
                    <a:pt x="1691" y="1182"/>
                  </a:cubicBezTo>
                  <a:cubicBezTo>
                    <a:pt x="1405" y="1495"/>
                    <a:pt x="1004" y="1411"/>
                    <a:pt x="803" y="1640"/>
                  </a:cubicBezTo>
                  <a:cubicBezTo>
                    <a:pt x="1" y="2479"/>
                    <a:pt x="1060" y="2625"/>
                    <a:pt x="2141" y="2625"/>
                  </a:cubicBezTo>
                  <a:cubicBezTo>
                    <a:pt x="2717" y="2625"/>
                    <a:pt x="3300" y="2583"/>
                    <a:pt x="3608" y="2583"/>
                  </a:cubicBezTo>
                  <a:cubicBezTo>
                    <a:pt x="4295" y="2583"/>
                    <a:pt x="7101" y="2270"/>
                    <a:pt x="6615" y="980"/>
                  </a:cubicBezTo>
                  <a:cubicBezTo>
                    <a:pt x="6272" y="37"/>
                    <a:pt x="4210" y="552"/>
                    <a:pt x="3608" y="179"/>
                  </a:cubicBezTo>
                  <a:lnTo>
                    <a:pt x="3665" y="179"/>
                  </a:lnTo>
                  <a:cubicBezTo>
                    <a:pt x="3355" y="142"/>
                    <a:pt x="2914" y="0"/>
                    <a:pt x="2525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6857784" y="2343862"/>
              <a:ext cx="142462" cy="67621"/>
            </a:xfrm>
            <a:custGeom>
              <a:avLst/>
              <a:gdLst/>
              <a:ahLst/>
              <a:cxnLst/>
              <a:rect l="l" t="t" r="r" b="b"/>
              <a:pathLst>
                <a:path w="7043" h="3343" extrusionOk="0">
                  <a:moveTo>
                    <a:pt x="2488" y="732"/>
                  </a:moveTo>
                  <a:cubicBezTo>
                    <a:pt x="2716" y="732"/>
                    <a:pt x="2998" y="788"/>
                    <a:pt x="3207" y="823"/>
                  </a:cubicBezTo>
                  <a:cubicBezTo>
                    <a:pt x="3264" y="853"/>
                    <a:pt x="3321" y="853"/>
                    <a:pt x="3378" y="880"/>
                  </a:cubicBezTo>
                  <a:cubicBezTo>
                    <a:pt x="3694" y="1024"/>
                    <a:pt x="4152" y="1052"/>
                    <a:pt x="4668" y="1052"/>
                  </a:cubicBezTo>
                  <a:cubicBezTo>
                    <a:pt x="5297" y="1082"/>
                    <a:pt x="6099" y="1109"/>
                    <a:pt x="6214" y="1453"/>
                  </a:cubicBezTo>
                  <a:cubicBezTo>
                    <a:pt x="6271" y="1624"/>
                    <a:pt x="6241" y="1739"/>
                    <a:pt x="6184" y="1796"/>
                  </a:cubicBezTo>
                  <a:cubicBezTo>
                    <a:pt x="5840" y="2311"/>
                    <a:pt x="4294" y="2570"/>
                    <a:pt x="3550" y="2570"/>
                  </a:cubicBezTo>
                  <a:lnTo>
                    <a:pt x="2978" y="2570"/>
                  </a:lnTo>
                  <a:cubicBezTo>
                    <a:pt x="2780" y="2582"/>
                    <a:pt x="2408" y="2599"/>
                    <a:pt x="2025" y="2599"/>
                  </a:cubicBezTo>
                  <a:cubicBezTo>
                    <a:pt x="1519" y="2599"/>
                    <a:pt x="995" y="2569"/>
                    <a:pt x="832" y="2456"/>
                  </a:cubicBezTo>
                  <a:cubicBezTo>
                    <a:pt x="832" y="2426"/>
                    <a:pt x="889" y="2341"/>
                    <a:pt x="1003" y="2227"/>
                  </a:cubicBezTo>
                  <a:cubicBezTo>
                    <a:pt x="1031" y="2197"/>
                    <a:pt x="1145" y="2169"/>
                    <a:pt x="1232" y="2169"/>
                  </a:cubicBezTo>
                  <a:cubicBezTo>
                    <a:pt x="1404" y="2112"/>
                    <a:pt x="1661" y="2025"/>
                    <a:pt x="1890" y="1796"/>
                  </a:cubicBezTo>
                  <a:lnTo>
                    <a:pt x="1919" y="1769"/>
                  </a:lnTo>
                  <a:cubicBezTo>
                    <a:pt x="2091" y="1540"/>
                    <a:pt x="2091" y="1311"/>
                    <a:pt x="2091" y="1109"/>
                  </a:cubicBezTo>
                  <a:cubicBezTo>
                    <a:pt x="2091" y="937"/>
                    <a:pt x="2119" y="853"/>
                    <a:pt x="2149" y="823"/>
                  </a:cubicBezTo>
                  <a:cubicBezTo>
                    <a:pt x="2216" y="756"/>
                    <a:pt x="2340" y="732"/>
                    <a:pt x="2488" y="732"/>
                  </a:cubicBezTo>
                  <a:close/>
                  <a:moveTo>
                    <a:pt x="2481" y="0"/>
                  </a:moveTo>
                  <a:cubicBezTo>
                    <a:pt x="2177" y="0"/>
                    <a:pt x="1876" y="65"/>
                    <a:pt x="1633" y="280"/>
                  </a:cubicBezTo>
                  <a:cubicBezTo>
                    <a:pt x="1404" y="537"/>
                    <a:pt x="1374" y="853"/>
                    <a:pt x="1374" y="1082"/>
                  </a:cubicBezTo>
                  <a:cubicBezTo>
                    <a:pt x="1374" y="1166"/>
                    <a:pt x="1374" y="1281"/>
                    <a:pt x="1347" y="1338"/>
                  </a:cubicBezTo>
                  <a:cubicBezTo>
                    <a:pt x="1260" y="1395"/>
                    <a:pt x="1175" y="1425"/>
                    <a:pt x="1031" y="1453"/>
                  </a:cubicBezTo>
                  <a:cubicBezTo>
                    <a:pt x="859" y="1510"/>
                    <a:pt x="630" y="1567"/>
                    <a:pt x="458" y="1739"/>
                  </a:cubicBezTo>
                  <a:cubicBezTo>
                    <a:pt x="115" y="2112"/>
                    <a:pt x="0" y="2456"/>
                    <a:pt x="145" y="2770"/>
                  </a:cubicBezTo>
                  <a:cubicBezTo>
                    <a:pt x="344" y="3228"/>
                    <a:pt x="1061" y="3342"/>
                    <a:pt x="2004" y="3342"/>
                  </a:cubicBezTo>
                  <a:cubicBezTo>
                    <a:pt x="2320" y="3342"/>
                    <a:pt x="2664" y="3315"/>
                    <a:pt x="3035" y="3315"/>
                  </a:cubicBezTo>
                  <a:cubicBezTo>
                    <a:pt x="3236" y="3315"/>
                    <a:pt x="3408" y="3285"/>
                    <a:pt x="3550" y="3285"/>
                  </a:cubicBezTo>
                  <a:cubicBezTo>
                    <a:pt x="3580" y="3285"/>
                    <a:pt x="6069" y="3257"/>
                    <a:pt x="6786" y="2227"/>
                  </a:cubicBezTo>
                  <a:cubicBezTo>
                    <a:pt x="6985" y="1911"/>
                    <a:pt x="7043" y="1567"/>
                    <a:pt x="6901" y="1224"/>
                  </a:cubicBezTo>
                  <a:cubicBezTo>
                    <a:pt x="6614" y="395"/>
                    <a:pt x="5554" y="365"/>
                    <a:pt x="4695" y="337"/>
                  </a:cubicBezTo>
                  <a:cubicBezTo>
                    <a:pt x="4409" y="337"/>
                    <a:pt x="4065" y="308"/>
                    <a:pt x="3866" y="280"/>
                  </a:cubicBezTo>
                  <a:cubicBezTo>
                    <a:pt x="3809" y="223"/>
                    <a:pt x="3752" y="193"/>
                    <a:pt x="3665" y="193"/>
                  </a:cubicBezTo>
                  <a:cubicBezTo>
                    <a:pt x="3580" y="166"/>
                    <a:pt x="3465" y="136"/>
                    <a:pt x="3351" y="108"/>
                  </a:cubicBezTo>
                  <a:cubicBezTo>
                    <a:pt x="3093" y="65"/>
                    <a:pt x="2785" y="0"/>
                    <a:pt x="24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7346202" y="1505738"/>
              <a:ext cx="161335" cy="116146"/>
            </a:xfrm>
            <a:custGeom>
              <a:avLst/>
              <a:gdLst/>
              <a:ahLst/>
              <a:cxnLst/>
              <a:rect l="l" t="t" r="r" b="b"/>
              <a:pathLst>
                <a:path w="7976" h="5742" extrusionOk="0">
                  <a:moveTo>
                    <a:pt x="5085" y="1"/>
                  </a:moveTo>
                  <a:cubicBezTo>
                    <a:pt x="4341" y="317"/>
                    <a:pt x="4140" y="1089"/>
                    <a:pt x="3654" y="1691"/>
                  </a:cubicBezTo>
                  <a:cubicBezTo>
                    <a:pt x="3052" y="2406"/>
                    <a:pt x="2078" y="2836"/>
                    <a:pt x="1334" y="3409"/>
                  </a:cubicBezTo>
                  <a:cubicBezTo>
                    <a:pt x="1" y="4523"/>
                    <a:pt x="717" y="4743"/>
                    <a:pt x="1852" y="4743"/>
                  </a:cubicBezTo>
                  <a:cubicBezTo>
                    <a:pt x="2595" y="4743"/>
                    <a:pt x="3517" y="4649"/>
                    <a:pt x="4162" y="4649"/>
                  </a:cubicBezTo>
                  <a:cubicBezTo>
                    <a:pt x="4455" y="4649"/>
                    <a:pt x="4691" y="4669"/>
                    <a:pt x="4827" y="4726"/>
                  </a:cubicBezTo>
                  <a:cubicBezTo>
                    <a:pt x="5517" y="4938"/>
                    <a:pt x="5813" y="5742"/>
                    <a:pt x="6493" y="5742"/>
                  </a:cubicBezTo>
                  <a:cubicBezTo>
                    <a:pt x="6545" y="5742"/>
                    <a:pt x="6601" y="5737"/>
                    <a:pt x="6659" y="5726"/>
                  </a:cubicBezTo>
                  <a:cubicBezTo>
                    <a:pt x="7976" y="5440"/>
                    <a:pt x="7147" y="4868"/>
                    <a:pt x="7002" y="4295"/>
                  </a:cubicBezTo>
                  <a:cubicBezTo>
                    <a:pt x="6888" y="3780"/>
                    <a:pt x="6746" y="4009"/>
                    <a:pt x="6803" y="3409"/>
                  </a:cubicBezTo>
                  <a:cubicBezTo>
                    <a:pt x="6803" y="3065"/>
                    <a:pt x="7433" y="2921"/>
                    <a:pt x="7289" y="2406"/>
                  </a:cubicBezTo>
                  <a:cubicBezTo>
                    <a:pt x="7210" y="1942"/>
                    <a:pt x="7010" y="1787"/>
                    <a:pt x="6763" y="1787"/>
                  </a:cubicBezTo>
                  <a:cubicBezTo>
                    <a:pt x="6386" y="1787"/>
                    <a:pt x="5900" y="2148"/>
                    <a:pt x="5571" y="2321"/>
                  </a:cubicBezTo>
                  <a:cubicBezTo>
                    <a:pt x="5028" y="1691"/>
                    <a:pt x="6746" y="317"/>
                    <a:pt x="537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7347699" y="1498577"/>
              <a:ext cx="157532" cy="130589"/>
            </a:xfrm>
            <a:custGeom>
              <a:avLst/>
              <a:gdLst/>
              <a:ahLst/>
              <a:cxnLst/>
              <a:rect l="l" t="t" r="r" b="b"/>
              <a:pathLst>
                <a:path w="7788" h="6456" extrusionOk="0">
                  <a:moveTo>
                    <a:pt x="5153" y="699"/>
                  </a:moveTo>
                  <a:cubicBezTo>
                    <a:pt x="5183" y="699"/>
                    <a:pt x="5211" y="728"/>
                    <a:pt x="5211" y="728"/>
                  </a:cubicBezTo>
                  <a:cubicBezTo>
                    <a:pt x="5440" y="756"/>
                    <a:pt x="5469" y="843"/>
                    <a:pt x="5469" y="843"/>
                  </a:cubicBezTo>
                  <a:cubicBezTo>
                    <a:pt x="5527" y="928"/>
                    <a:pt x="5355" y="1271"/>
                    <a:pt x="5298" y="1443"/>
                  </a:cubicBezTo>
                  <a:cubicBezTo>
                    <a:pt x="5096" y="1901"/>
                    <a:pt x="4840" y="2473"/>
                    <a:pt x="5211" y="2931"/>
                  </a:cubicBezTo>
                  <a:cubicBezTo>
                    <a:pt x="5287" y="3008"/>
                    <a:pt x="5403" y="3047"/>
                    <a:pt x="5514" y="3047"/>
                  </a:cubicBezTo>
                  <a:cubicBezTo>
                    <a:pt x="5568" y="3047"/>
                    <a:pt x="5622" y="3037"/>
                    <a:pt x="5669" y="3018"/>
                  </a:cubicBezTo>
                  <a:cubicBezTo>
                    <a:pt x="5756" y="2961"/>
                    <a:pt x="5840" y="2904"/>
                    <a:pt x="5955" y="2847"/>
                  </a:cubicBezTo>
                  <a:cubicBezTo>
                    <a:pt x="6131" y="2747"/>
                    <a:pt x="6503" y="2515"/>
                    <a:pt x="6671" y="2515"/>
                  </a:cubicBezTo>
                  <a:cubicBezTo>
                    <a:pt x="6695" y="2515"/>
                    <a:pt x="6715" y="2520"/>
                    <a:pt x="6729" y="2531"/>
                  </a:cubicBezTo>
                  <a:cubicBezTo>
                    <a:pt x="6757" y="2531"/>
                    <a:pt x="6814" y="2618"/>
                    <a:pt x="6871" y="2847"/>
                  </a:cubicBezTo>
                  <a:cubicBezTo>
                    <a:pt x="6871" y="2931"/>
                    <a:pt x="6871" y="2961"/>
                    <a:pt x="6699" y="3133"/>
                  </a:cubicBezTo>
                  <a:cubicBezTo>
                    <a:pt x="6557" y="3275"/>
                    <a:pt x="6386" y="3476"/>
                    <a:pt x="6386" y="3733"/>
                  </a:cubicBezTo>
                  <a:cubicBezTo>
                    <a:pt x="6328" y="4134"/>
                    <a:pt x="6356" y="4278"/>
                    <a:pt x="6470" y="4477"/>
                  </a:cubicBezTo>
                  <a:cubicBezTo>
                    <a:pt x="6527" y="4534"/>
                    <a:pt x="6557" y="4592"/>
                    <a:pt x="6585" y="4736"/>
                  </a:cubicBezTo>
                  <a:cubicBezTo>
                    <a:pt x="6642" y="4935"/>
                    <a:pt x="6729" y="5107"/>
                    <a:pt x="6814" y="5251"/>
                  </a:cubicBezTo>
                  <a:cubicBezTo>
                    <a:pt x="6871" y="5366"/>
                    <a:pt x="6958" y="5538"/>
                    <a:pt x="6958" y="5565"/>
                  </a:cubicBezTo>
                  <a:cubicBezTo>
                    <a:pt x="6958" y="5565"/>
                    <a:pt x="6901" y="5652"/>
                    <a:pt x="6527" y="5737"/>
                  </a:cubicBezTo>
                  <a:cubicBezTo>
                    <a:pt x="6491" y="5744"/>
                    <a:pt x="6455" y="5748"/>
                    <a:pt x="6422" y="5748"/>
                  </a:cubicBezTo>
                  <a:cubicBezTo>
                    <a:pt x="6195" y="5748"/>
                    <a:pt x="6032" y="5585"/>
                    <a:pt x="5783" y="5336"/>
                  </a:cubicBezTo>
                  <a:cubicBezTo>
                    <a:pt x="5527" y="5107"/>
                    <a:pt x="5240" y="4851"/>
                    <a:pt x="4897" y="4736"/>
                  </a:cubicBezTo>
                  <a:cubicBezTo>
                    <a:pt x="4695" y="4679"/>
                    <a:pt x="4466" y="4649"/>
                    <a:pt x="4123" y="4649"/>
                  </a:cubicBezTo>
                  <a:cubicBezTo>
                    <a:pt x="3809" y="4649"/>
                    <a:pt x="3436" y="4649"/>
                    <a:pt x="3008" y="4679"/>
                  </a:cubicBezTo>
                  <a:cubicBezTo>
                    <a:pt x="2672" y="4709"/>
                    <a:pt x="2190" y="4740"/>
                    <a:pt x="1765" y="4740"/>
                  </a:cubicBezTo>
                  <a:cubicBezTo>
                    <a:pt x="1393" y="4740"/>
                    <a:pt x="1064" y="4716"/>
                    <a:pt x="917" y="4649"/>
                  </a:cubicBezTo>
                  <a:cubicBezTo>
                    <a:pt x="946" y="4564"/>
                    <a:pt x="1088" y="4392"/>
                    <a:pt x="1462" y="4049"/>
                  </a:cubicBezTo>
                  <a:cubicBezTo>
                    <a:pt x="1718" y="3877"/>
                    <a:pt x="2004" y="3676"/>
                    <a:pt x="2291" y="3504"/>
                  </a:cubicBezTo>
                  <a:cubicBezTo>
                    <a:pt x="2863" y="3133"/>
                    <a:pt x="3436" y="2789"/>
                    <a:pt x="3866" y="2274"/>
                  </a:cubicBezTo>
                  <a:cubicBezTo>
                    <a:pt x="4038" y="2045"/>
                    <a:pt x="4180" y="1844"/>
                    <a:pt x="4295" y="1615"/>
                  </a:cubicBezTo>
                  <a:cubicBezTo>
                    <a:pt x="4553" y="1214"/>
                    <a:pt x="4753" y="870"/>
                    <a:pt x="5153" y="699"/>
                  </a:cubicBezTo>
                  <a:close/>
                  <a:moveTo>
                    <a:pt x="5309" y="0"/>
                  </a:moveTo>
                  <a:cubicBezTo>
                    <a:pt x="5250" y="0"/>
                    <a:pt x="5194" y="20"/>
                    <a:pt x="5153" y="41"/>
                  </a:cubicBezTo>
                  <a:cubicBezTo>
                    <a:pt x="5105" y="24"/>
                    <a:pt x="5055" y="8"/>
                    <a:pt x="5006" y="8"/>
                  </a:cubicBezTo>
                  <a:cubicBezTo>
                    <a:pt x="4970" y="8"/>
                    <a:pt x="4933" y="17"/>
                    <a:pt x="4897" y="41"/>
                  </a:cubicBezTo>
                  <a:cubicBezTo>
                    <a:pt x="4267" y="270"/>
                    <a:pt x="3951" y="786"/>
                    <a:pt x="3665" y="1244"/>
                  </a:cubicBezTo>
                  <a:cubicBezTo>
                    <a:pt x="3550" y="1443"/>
                    <a:pt x="3436" y="1644"/>
                    <a:pt x="3294" y="1786"/>
                  </a:cubicBezTo>
                  <a:cubicBezTo>
                    <a:pt x="2950" y="2217"/>
                    <a:pt x="2435" y="2560"/>
                    <a:pt x="1920" y="2874"/>
                  </a:cubicBezTo>
                  <a:cubicBezTo>
                    <a:pt x="1604" y="3076"/>
                    <a:pt x="1317" y="3275"/>
                    <a:pt x="1031" y="3504"/>
                  </a:cubicBezTo>
                  <a:cubicBezTo>
                    <a:pt x="546" y="3905"/>
                    <a:pt x="1" y="4420"/>
                    <a:pt x="202" y="4935"/>
                  </a:cubicBezTo>
                  <a:cubicBezTo>
                    <a:pt x="382" y="5357"/>
                    <a:pt x="913" y="5469"/>
                    <a:pt x="1766" y="5469"/>
                  </a:cubicBezTo>
                  <a:cubicBezTo>
                    <a:pt x="2131" y="5469"/>
                    <a:pt x="2555" y="5448"/>
                    <a:pt x="3035" y="5423"/>
                  </a:cubicBezTo>
                  <a:cubicBezTo>
                    <a:pt x="3366" y="5392"/>
                    <a:pt x="3749" y="5368"/>
                    <a:pt x="4064" y="5368"/>
                  </a:cubicBezTo>
                  <a:cubicBezTo>
                    <a:pt x="4322" y="5368"/>
                    <a:pt x="4535" y="5384"/>
                    <a:pt x="4638" y="5423"/>
                  </a:cubicBezTo>
                  <a:cubicBezTo>
                    <a:pt x="4867" y="5480"/>
                    <a:pt x="5069" y="5680"/>
                    <a:pt x="5268" y="5881"/>
                  </a:cubicBezTo>
                  <a:cubicBezTo>
                    <a:pt x="5543" y="6128"/>
                    <a:pt x="5872" y="6455"/>
                    <a:pt x="6382" y="6455"/>
                  </a:cubicBezTo>
                  <a:cubicBezTo>
                    <a:pt x="6402" y="6455"/>
                    <a:pt x="6422" y="6455"/>
                    <a:pt x="6443" y="6454"/>
                  </a:cubicBezTo>
                  <a:lnTo>
                    <a:pt x="6672" y="6454"/>
                  </a:lnTo>
                  <a:cubicBezTo>
                    <a:pt x="7015" y="6367"/>
                    <a:pt x="7473" y="6225"/>
                    <a:pt x="7615" y="5881"/>
                  </a:cubicBezTo>
                  <a:cubicBezTo>
                    <a:pt x="7787" y="5508"/>
                    <a:pt x="7615" y="5194"/>
                    <a:pt x="7444" y="4908"/>
                  </a:cubicBezTo>
                  <a:cubicBezTo>
                    <a:pt x="7386" y="4793"/>
                    <a:pt x="7329" y="4649"/>
                    <a:pt x="7302" y="4534"/>
                  </a:cubicBezTo>
                  <a:cubicBezTo>
                    <a:pt x="7215" y="4305"/>
                    <a:pt x="7157" y="4191"/>
                    <a:pt x="7073" y="4076"/>
                  </a:cubicBezTo>
                  <a:cubicBezTo>
                    <a:pt x="7073" y="4049"/>
                    <a:pt x="7073" y="4019"/>
                    <a:pt x="7100" y="3790"/>
                  </a:cubicBezTo>
                  <a:cubicBezTo>
                    <a:pt x="7100" y="3763"/>
                    <a:pt x="7187" y="3676"/>
                    <a:pt x="7215" y="3648"/>
                  </a:cubicBezTo>
                  <a:cubicBezTo>
                    <a:pt x="7416" y="3447"/>
                    <a:pt x="7702" y="3160"/>
                    <a:pt x="7588" y="2702"/>
                  </a:cubicBezTo>
                  <a:cubicBezTo>
                    <a:pt x="7501" y="2274"/>
                    <a:pt x="7329" y="1988"/>
                    <a:pt x="7043" y="1844"/>
                  </a:cubicBezTo>
                  <a:cubicBezTo>
                    <a:pt x="6936" y="1798"/>
                    <a:pt x="6826" y="1779"/>
                    <a:pt x="6714" y="1779"/>
                  </a:cubicBezTo>
                  <a:cubicBezTo>
                    <a:pt x="6405" y="1779"/>
                    <a:pt x="6085" y="1926"/>
                    <a:pt x="5813" y="2073"/>
                  </a:cubicBezTo>
                  <a:cubicBezTo>
                    <a:pt x="5840" y="1958"/>
                    <a:pt x="5898" y="1844"/>
                    <a:pt x="5955" y="1729"/>
                  </a:cubicBezTo>
                  <a:cubicBezTo>
                    <a:pt x="6127" y="1328"/>
                    <a:pt x="6328" y="900"/>
                    <a:pt x="6127" y="499"/>
                  </a:cubicBezTo>
                  <a:cubicBezTo>
                    <a:pt x="5985" y="240"/>
                    <a:pt x="5726" y="98"/>
                    <a:pt x="5382" y="11"/>
                  </a:cubicBezTo>
                  <a:cubicBezTo>
                    <a:pt x="5358" y="3"/>
                    <a:pt x="5333" y="0"/>
                    <a:pt x="530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688221" y="1563008"/>
              <a:ext cx="241375" cy="204925"/>
            </a:xfrm>
            <a:custGeom>
              <a:avLst/>
              <a:gdLst/>
              <a:ahLst/>
              <a:cxnLst/>
              <a:rect l="l" t="t" r="r" b="b"/>
              <a:pathLst>
                <a:path w="11933" h="10131" extrusionOk="0">
                  <a:moveTo>
                    <a:pt x="6503" y="0"/>
                  </a:moveTo>
                  <a:cubicBezTo>
                    <a:pt x="5954" y="0"/>
                    <a:pt x="5368" y="281"/>
                    <a:pt x="4805" y="578"/>
                  </a:cubicBezTo>
                  <a:cubicBezTo>
                    <a:pt x="3775" y="1178"/>
                    <a:pt x="2744" y="1093"/>
                    <a:pt x="1713" y="1608"/>
                  </a:cubicBezTo>
                  <a:cubicBezTo>
                    <a:pt x="661" y="2197"/>
                    <a:pt x="0" y="3017"/>
                    <a:pt x="1253" y="3017"/>
                  </a:cubicBezTo>
                  <a:cubicBezTo>
                    <a:pt x="1399" y="3017"/>
                    <a:pt x="1571" y="3006"/>
                    <a:pt x="1771" y="2982"/>
                  </a:cubicBezTo>
                  <a:cubicBezTo>
                    <a:pt x="2720" y="2865"/>
                    <a:pt x="3614" y="2375"/>
                    <a:pt x="4544" y="2375"/>
                  </a:cubicBezTo>
                  <a:cubicBezTo>
                    <a:pt x="4762" y="2375"/>
                    <a:pt x="4983" y="2402"/>
                    <a:pt x="5206" y="2467"/>
                  </a:cubicBezTo>
                  <a:cubicBezTo>
                    <a:pt x="6866" y="2895"/>
                    <a:pt x="5836" y="3555"/>
                    <a:pt x="4805" y="3926"/>
                  </a:cubicBezTo>
                  <a:cubicBezTo>
                    <a:pt x="3573" y="4356"/>
                    <a:pt x="3630" y="4727"/>
                    <a:pt x="3030" y="5872"/>
                  </a:cubicBezTo>
                  <a:cubicBezTo>
                    <a:pt x="2687" y="6589"/>
                    <a:pt x="1313" y="7677"/>
                    <a:pt x="1713" y="8621"/>
                  </a:cubicBezTo>
                  <a:cubicBezTo>
                    <a:pt x="1882" y="9049"/>
                    <a:pt x="2072" y="9214"/>
                    <a:pt x="2269" y="9214"/>
                  </a:cubicBezTo>
                  <a:cubicBezTo>
                    <a:pt x="2809" y="9214"/>
                    <a:pt x="3394" y="7974"/>
                    <a:pt x="3688" y="7533"/>
                  </a:cubicBezTo>
                  <a:cubicBezTo>
                    <a:pt x="4175" y="6761"/>
                    <a:pt x="5492" y="4929"/>
                    <a:pt x="6436" y="4727"/>
                  </a:cubicBezTo>
                  <a:cubicBezTo>
                    <a:pt x="6522" y="4709"/>
                    <a:pt x="6604" y="4700"/>
                    <a:pt x="6681" y="4700"/>
                  </a:cubicBezTo>
                  <a:cubicBezTo>
                    <a:pt x="7783" y="4700"/>
                    <a:pt x="7976" y="6507"/>
                    <a:pt x="7466" y="7391"/>
                  </a:cubicBezTo>
                  <a:cubicBezTo>
                    <a:pt x="7210" y="8048"/>
                    <a:pt x="6378" y="8048"/>
                    <a:pt x="6237" y="8765"/>
                  </a:cubicBezTo>
                  <a:cubicBezTo>
                    <a:pt x="6092" y="9566"/>
                    <a:pt x="6637" y="9937"/>
                    <a:pt x="7324" y="10082"/>
                  </a:cubicBezTo>
                  <a:cubicBezTo>
                    <a:pt x="7472" y="10115"/>
                    <a:pt x="7643" y="10130"/>
                    <a:pt x="7830" y="10130"/>
                  </a:cubicBezTo>
                  <a:cubicBezTo>
                    <a:pt x="8951" y="10130"/>
                    <a:pt x="10636" y="9565"/>
                    <a:pt x="11103" y="8708"/>
                  </a:cubicBezTo>
                  <a:lnTo>
                    <a:pt x="11046" y="8708"/>
                  </a:lnTo>
                  <a:cubicBezTo>
                    <a:pt x="11825" y="8075"/>
                    <a:pt x="11646" y="7884"/>
                    <a:pt x="11143" y="7884"/>
                  </a:cubicBezTo>
                  <a:cubicBezTo>
                    <a:pt x="10372" y="7884"/>
                    <a:pt x="8840" y="8334"/>
                    <a:pt x="8840" y="8334"/>
                  </a:cubicBezTo>
                  <a:cubicBezTo>
                    <a:pt x="7753" y="7849"/>
                    <a:pt x="10015" y="5815"/>
                    <a:pt x="10416" y="5586"/>
                  </a:cubicBezTo>
                  <a:cubicBezTo>
                    <a:pt x="11046" y="5300"/>
                    <a:pt x="11932" y="5586"/>
                    <a:pt x="11646" y="4269"/>
                  </a:cubicBezTo>
                  <a:cubicBezTo>
                    <a:pt x="11447" y="3353"/>
                    <a:pt x="10902" y="3555"/>
                    <a:pt x="10072" y="3498"/>
                  </a:cubicBezTo>
                  <a:cubicBezTo>
                    <a:pt x="9470" y="3411"/>
                    <a:pt x="8554" y="3411"/>
                    <a:pt x="8211" y="2696"/>
                  </a:cubicBezTo>
                  <a:cubicBezTo>
                    <a:pt x="7897" y="2124"/>
                    <a:pt x="8497" y="1521"/>
                    <a:pt x="8011" y="1036"/>
                  </a:cubicBezTo>
                  <a:lnTo>
                    <a:pt x="7897" y="949"/>
                  </a:lnTo>
                  <a:cubicBezTo>
                    <a:pt x="7496" y="245"/>
                    <a:pt x="7015" y="0"/>
                    <a:pt x="650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688686" y="1555765"/>
              <a:ext cx="244368" cy="219286"/>
            </a:xfrm>
            <a:custGeom>
              <a:avLst/>
              <a:gdLst/>
              <a:ahLst/>
              <a:cxnLst/>
              <a:rect l="l" t="t" r="r" b="b"/>
              <a:pathLst>
                <a:path w="12081" h="10841" extrusionOk="0">
                  <a:moveTo>
                    <a:pt x="6490" y="735"/>
                  </a:moveTo>
                  <a:cubicBezTo>
                    <a:pt x="6911" y="735"/>
                    <a:pt x="7239" y="955"/>
                    <a:pt x="7530" y="1478"/>
                  </a:cubicBezTo>
                  <a:cubicBezTo>
                    <a:pt x="7588" y="1565"/>
                    <a:pt x="7672" y="1623"/>
                    <a:pt x="7759" y="1650"/>
                  </a:cubicBezTo>
                  <a:cubicBezTo>
                    <a:pt x="7844" y="1765"/>
                    <a:pt x="7844" y="1879"/>
                    <a:pt x="7787" y="2166"/>
                  </a:cubicBezTo>
                  <a:cubicBezTo>
                    <a:pt x="7730" y="2452"/>
                    <a:pt x="7672" y="2853"/>
                    <a:pt x="7874" y="3196"/>
                  </a:cubicBezTo>
                  <a:cubicBezTo>
                    <a:pt x="8275" y="4027"/>
                    <a:pt x="9191" y="4112"/>
                    <a:pt x="9791" y="4169"/>
                  </a:cubicBezTo>
                  <a:lnTo>
                    <a:pt x="10020" y="4199"/>
                  </a:lnTo>
                  <a:cubicBezTo>
                    <a:pt x="10191" y="4227"/>
                    <a:pt x="10363" y="4227"/>
                    <a:pt x="10508" y="4227"/>
                  </a:cubicBezTo>
                  <a:cubicBezTo>
                    <a:pt x="11050" y="4227"/>
                    <a:pt x="11165" y="4227"/>
                    <a:pt x="11279" y="4714"/>
                  </a:cubicBezTo>
                  <a:cubicBezTo>
                    <a:pt x="11366" y="5115"/>
                    <a:pt x="11309" y="5230"/>
                    <a:pt x="11279" y="5287"/>
                  </a:cubicBezTo>
                  <a:cubicBezTo>
                    <a:pt x="11222" y="5372"/>
                    <a:pt x="11023" y="5401"/>
                    <a:pt x="10821" y="5459"/>
                  </a:cubicBezTo>
                  <a:cubicBezTo>
                    <a:pt x="10650" y="5486"/>
                    <a:pt x="10450" y="5516"/>
                    <a:pt x="10221" y="5630"/>
                  </a:cubicBezTo>
                  <a:cubicBezTo>
                    <a:pt x="9878" y="5802"/>
                    <a:pt x="8130" y="7291"/>
                    <a:pt x="8160" y="8292"/>
                  </a:cubicBezTo>
                  <a:cubicBezTo>
                    <a:pt x="8160" y="8608"/>
                    <a:pt x="8359" y="8894"/>
                    <a:pt x="8675" y="9036"/>
                  </a:cubicBezTo>
                  <a:cubicBezTo>
                    <a:pt x="8704" y="9051"/>
                    <a:pt x="8747" y="9058"/>
                    <a:pt x="8793" y="9058"/>
                  </a:cubicBezTo>
                  <a:cubicBezTo>
                    <a:pt x="8840" y="9058"/>
                    <a:pt x="8890" y="9051"/>
                    <a:pt x="8932" y="9036"/>
                  </a:cubicBezTo>
                  <a:cubicBezTo>
                    <a:pt x="9706" y="8807"/>
                    <a:pt x="10535" y="8635"/>
                    <a:pt x="10993" y="8608"/>
                  </a:cubicBezTo>
                  <a:lnTo>
                    <a:pt x="10993" y="8608"/>
                  </a:lnTo>
                  <a:cubicBezTo>
                    <a:pt x="10936" y="8665"/>
                    <a:pt x="10879" y="8722"/>
                    <a:pt x="10794" y="8779"/>
                  </a:cubicBezTo>
                  <a:cubicBezTo>
                    <a:pt x="10707" y="8837"/>
                    <a:pt x="10650" y="8951"/>
                    <a:pt x="10650" y="9066"/>
                  </a:cubicBezTo>
                  <a:cubicBezTo>
                    <a:pt x="10135" y="9704"/>
                    <a:pt x="8712" y="10132"/>
                    <a:pt x="7794" y="10132"/>
                  </a:cubicBezTo>
                  <a:cubicBezTo>
                    <a:pt x="7642" y="10132"/>
                    <a:pt x="7504" y="10121"/>
                    <a:pt x="7386" y="10096"/>
                  </a:cubicBezTo>
                  <a:cubicBezTo>
                    <a:pt x="6557" y="9895"/>
                    <a:pt x="6527" y="9524"/>
                    <a:pt x="6585" y="9208"/>
                  </a:cubicBezTo>
                  <a:cubicBezTo>
                    <a:pt x="6614" y="8979"/>
                    <a:pt x="6756" y="8864"/>
                    <a:pt x="7043" y="8692"/>
                  </a:cubicBezTo>
                  <a:cubicBezTo>
                    <a:pt x="7301" y="8521"/>
                    <a:pt x="7615" y="8292"/>
                    <a:pt x="7759" y="7948"/>
                  </a:cubicBezTo>
                  <a:cubicBezTo>
                    <a:pt x="8217" y="7176"/>
                    <a:pt x="8188" y="5887"/>
                    <a:pt x="7672" y="5230"/>
                  </a:cubicBezTo>
                  <a:cubicBezTo>
                    <a:pt x="7416" y="4856"/>
                    <a:pt x="7072" y="4685"/>
                    <a:pt x="6672" y="4685"/>
                  </a:cubicBezTo>
                  <a:cubicBezTo>
                    <a:pt x="6557" y="4685"/>
                    <a:pt x="6443" y="4685"/>
                    <a:pt x="6328" y="4714"/>
                  </a:cubicBezTo>
                  <a:cubicBezTo>
                    <a:pt x="5011" y="5028"/>
                    <a:pt x="3436" y="7605"/>
                    <a:pt x="3378" y="7692"/>
                  </a:cubicBezTo>
                  <a:cubicBezTo>
                    <a:pt x="3321" y="7806"/>
                    <a:pt x="3236" y="7948"/>
                    <a:pt x="3122" y="8092"/>
                  </a:cubicBezTo>
                  <a:cubicBezTo>
                    <a:pt x="2950" y="8379"/>
                    <a:pt x="2462" y="9208"/>
                    <a:pt x="2233" y="9208"/>
                  </a:cubicBezTo>
                  <a:cubicBezTo>
                    <a:pt x="2233" y="9208"/>
                    <a:pt x="2149" y="9180"/>
                    <a:pt x="2034" y="8837"/>
                  </a:cubicBezTo>
                  <a:cubicBezTo>
                    <a:pt x="1832" y="8379"/>
                    <a:pt x="2320" y="7776"/>
                    <a:pt x="2749" y="7204"/>
                  </a:cubicBezTo>
                  <a:cubicBezTo>
                    <a:pt x="2978" y="6918"/>
                    <a:pt x="3207" y="6661"/>
                    <a:pt x="3321" y="6402"/>
                  </a:cubicBezTo>
                  <a:cubicBezTo>
                    <a:pt x="3436" y="6173"/>
                    <a:pt x="3523" y="5974"/>
                    <a:pt x="3607" y="5802"/>
                  </a:cubicBezTo>
                  <a:cubicBezTo>
                    <a:pt x="3951" y="5115"/>
                    <a:pt x="4038" y="4914"/>
                    <a:pt x="4897" y="4627"/>
                  </a:cubicBezTo>
                  <a:cubicBezTo>
                    <a:pt x="5927" y="4256"/>
                    <a:pt x="6443" y="3826"/>
                    <a:pt x="6413" y="3368"/>
                  </a:cubicBezTo>
                  <a:cubicBezTo>
                    <a:pt x="6385" y="2825"/>
                    <a:pt x="5755" y="2596"/>
                    <a:pt x="5297" y="2482"/>
                  </a:cubicBezTo>
                  <a:cubicBezTo>
                    <a:pt x="5027" y="2400"/>
                    <a:pt x="4762" y="2367"/>
                    <a:pt x="4502" y="2367"/>
                  </a:cubicBezTo>
                  <a:cubicBezTo>
                    <a:pt x="3937" y="2367"/>
                    <a:pt x="3393" y="2524"/>
                    <a:pt x="2863" y="2681"/>
                  </a:cubicBezTo>
                  <a:cubicBezTo>
                    <a:pt x="2462" y="2825"/>
                    <a:pt x="2091" y="2940"/>
                    <a:pt x="1718" y="2967"/>
                  </a:cubicBezTo>
                  <a:cubicBezTo>
                    <a:pt x="1499" y="2996"/>
                    <a:pt x="1340" y="3003"/>
                    <a:pt x="1221" y="3003"/>
                  </a:cubicBezTo>
                  <a:cubicBezTo>
                    <a:pt x="1107" y="3003"/>
                    <a:pt x="1030" y="2997"/>
                    <a:pt x="974" y="2997"/>
                  </a:cubicBezTo>
                  <a:cubicBezTo>
                    <a:pt x="1061" y="2825"/>
                    <a:pt x="1347" y="2566"/>
                    <a:pt x="1862" y="2280"/>
                  </a:cubicBezTo>
                  <a:cubicBezTo>
                    <a:pt x="2290" y="2051"/>
                    <a:pt x="2749" y="1966"/>
                    <a:pt x="3236" y="1852"/>
                  </a:cubicBezTo>
                  <a:cubicBezTo>
                    <a:pt x="3779" y="1737"/>
                    <a:pt x="4352" y="1593"/>
                    <a:pt x="4954" y="1279"/>
                  </a:cubicBezTo>
                  <a:cubicBezTo>
                    <a:pt x="5587" y="941"/>
                    <a:pt x="6082" y="735"/>
                    <a:pt x="6490" y="735"/>
                  </a:cubicBezTo>
                  <a:close/>
                  <a:moveTo>
                    <a:pt x="6472" y="0"/>
                  </a:moveTo>
                  <a:cubicBezTo>
                    <a:pt x="5769" y="0"/>
                    <a:pt x="5079" y="370"/>
                    <a:pt x="4610" y="620"/>
                  </a:cubicBezTo>
                  <a:cubicBezTo>
                    <a:pt x="4095" y="906"/>
                    <a:pt x="3607" y="1020"/>
                    <a:pt x="3065" y="1135"/>
                  </a:cubicBezTo>
                  <a:cubicBezTo>
                    <a:pt x="2577" y="1249"/>
                    <a:pt x="2061" y="1364"/>
                    <a:pt x="1519" y="1650"/>
                  </a:cubicBezTo>
                  <a:cubicBezTo>
                    <a:pt x="1061" y="1909"/>
                    <a:pt x="0" y="2566"/>
                    <a:pt x="229" y="3226"/>
                  </a:cubicBezTo>
                  <a:cubicBezTo>
                    <a:pt x="349" y="3623"/>
                    <a:pt x="772" y="3731"/>
                    <a:pt x="1221" y="3731"/>
                  </a:cubicBezTo>
                  <a:cubicBezTo>
                    <a:pt x="1418" y="3731"/>
                    <a:pt x="1621" y="3710"/>
                    <a:pt x="1805" y="3684"/>
                  </a:cubicBezTo>
                  <a:cubicBezTo>
                    <a:pt x="2233" y="3654"/>
                    <a:pt x="2664" y="3512"/>
                    <a:pt x="3065" y="3398"/>
                  </a:cubicBezTo>
                  <a:cubicBezTo>
                    <a:pt x="3573" y="3235"/>
                    <a:pt x="4053" y="3086"/>
                    <a:pt x="4524" y="3086"/>
                  </a:cubicBezTo>
                  <a:cubicBezTo>
                    <a:pt x="4716" y="3086"/>
                    <a:pt x="4906" y="3110"/>
                    <a:pt x="5096" y="3169"/>
                  </a:cubicBezTo>
                  <a:cubicBezTo>
                    <a:pt x="5439" y="3283"/>
                    <a:pt x="5611" y="3368"/>
                    <a:pt x="5668" y="3398"/>
                  </a:cubicBezTo>
                  <a:cubicBezTo>
                    <a:pt x="5554" y="3512"/>
                    <a:pt x="5268" y="3711"/>
                    <a:pt x="4668" y="3940"/>
                  </a:cubicBezTo>
                  <a:cubicBezTo>
                    <a:pt x="3550" y="4314"/>
                    <a:pt x="3351" y="4685"/>
                    <a:pt x="2950" y="5486"/>
                  </a:cubicBezTo>
                  <a:cubicBezTo>
                    <a:pt x="2893" y="5658"/>
                    <a:pt x="2778" y="5859"/>
                    <a:pt x="2664" y="6088"/>
                  </a:cubicBezTo>
                  <a:cubicBezTo>
                    <a:pt x="2577" y="6260"/>
                    <a:pt x="2378" y="6517"/>
                    <a:pt x="2176" y="6776"/>
                  </a:cubicBezTo>
                  <a:cubicBezTo>
                    <a:pt x="1661" y="7433"/>
                    <a:pt x="1003" y="8292"/>
                    <a:pt x="1347" y="9123"/>
                  </a:cubicBezTo>
                  <a:cubicBezTo>
                    <a:pt x="1546" y="9638"/>
                    <a:pt x="1832" y="9895"/>
                    <a:pt x="2176" y="9924"/>
                  </a:cubicBezTo>
                  <a:cubicBezTo>
                    <a:pt x="2206" y="9928"/>
                    <a:pt x="2237" y="9930"/>
                    <a:pt x="2266" y="9930"/>
                  </a:cubicBezTo>
                  <a:cubicBezTo>
                    <a:pt x="2883" y="9930"/>
                    <a:pt x="3369" y="9119"/>
                    <a:pt x="3752" y="8463"/>
                  </a:cubicBezTo>
                  <a:cubicBezTo>
                    <a:pt x="3836" y="8321"/>
                    <a:pt x="3923" y="8207"/>
                    <a:pt x="3981" y="8092"/>
                  </a:cubicBezTo>
                  <a:cubicBezTo>
                    <a:pt x="4610" y="7089"/>
                    <a:pt x="5783" y="5601"/>
                    <a:pt x="6500" y="5429"/>
                  </a:cubicBezTo>
                  <a:cubicBezTo>
                    <a:pt x="6560" y="5415"/>
                    <a:pt x="6618" y="5408"/>
                    <a:pt x="6672" y="5408"/>
                  </a:cubicBezTo>
                  <a:cubicBezTo>
                    <a:pt x="6848" y="5408"/>
                    <a:pt x="6991" y="5483"/>
                    <a:pt x="7100" y="5658"/>
                  </a:cubicBezTo>
                  <a:cubicBezTo>
                    <a:pt x="7416" y="6088"/>
                    <a:pt x="7443" y="7062"/>
                    <a:pt x="7130" y="7605"/>
                  </a:cubicBezTo>
                  <a:cubicBezTo>
                    <a:pt x="7043" y="7806"/>
                    <a:pt x="6843" y="7948"/>
                    <a:pt x="6642" y="8063"/>
                  </a:cubicBezTo>
                  <a:cubicBezTo>
                    <a:pt x="6328" y="8264"/>
                    <a:pt x="5955" y="8521"/>
                    <a:pt x="5870" y="9066"/>
                  </a:cubicBezTo>
                  <a:cubicBezTo>
                    <a:pt x="5698" y="9952"/>
                    <a:pt x="6214" y="10582"/>
                    <a:pt x="7244" y="10783"/>
                  </a:cubicBezTo>
                  <a:cubicBezTo>
                    <a:pt x="7416" y="10841"/>
                    <a:pt x="7588" y="10841"/>
                    <a:pt x="7817" y="10841"/>
                  </a:cubicBezTo>
                  <a:cubicBezTo>
                    <a:pt x="9046" y="10841"/>
                    <a:pt x="10851" y="10238"/>
                    <a:pt x="11394" y="9237"/>
                  </a:cubicBezTo>
                  <a:lnTo>
                    <a:pt x="11424" y="9208"/>
                  </a:lnTo>
                  <a:cubicBezTo>
                    <a:pt x="11710" y="8951"/>
                    <a:pt x="12053" y="8578"/>
                    <a:pt x="11852" y="8207"/>
                  </a:cubicBezTo>
                  <a:cubicBezTo>
                    <a:pt x="11802" y="8089"/>
                    <a:pt x="11692" y="7882"/>
                    <a:pt x="11078" y="7882"/>
                  </a:cubicBezTo>
                  <a:cubicBezTo>
                    <a:pt x="10645" y="7882"/>
                    <a:pt x="9962" y="7984"/>
                    <a:pt x="8875" y="8292"/>
                  </a:cubicBezTo>
                  <a:lnTo>
                    <a:pt x="8875" y="8264"/>
                  </a:lnTo>
                  <a:cubicBezTo>
                    <a:pt x="8875" y="7749"/>
                    <a:pt x="10221" y="6459"/>
                    <a:pt x="10535" y="6288"/>
                  </a:cubicBezTo>
                  <a:cubicBezTo>
                    <a:pt x="10679" y="6230"/>
                    <a:pt x="10821" y="6203"/>
                    <a:pt x="10966" y="6146"/>
                  </a:cubicBezTo>
                  <a:cubicBezTo>
                    <a:pt x="11279" y="6088"/>
                    <a:pt x="11653" y="6031"/>
                    <a:pt x="11882" y="5688"/>
                  </a:cubicBezTo>
                  <a:cubicBezTo>
                    <a:pt x="12053" y="5401"/>
                    <a:pt x="12081" y="5058"/>
                    <a:pt x="11996" y="4570"/>
                  </a:cubicBezTo>
                  <a:cubicBezTo>
                    <a:pt x="11767" y="3540"/>
                    <a:pt x="11108" y="3512"/>
                    <a:pt x="10508" y="3512"/>
                  </a:cubicBezTo>
                  <a:cubicBezTo>
                    <a:pt x="10393" y="3512"/>
                    <a:pt x="10249" y="3512"/>
                    <a:pt x="10107" y="3482"/>
                  </a:cubicBezTo>
                  <a:lnTo>
                    <a:pt x="9878" y="3455"/>
                  </a:lnTo>
                  <a:cubicBezTo>
                    <a:pt x="9218" y="3398"/>
                    <a:pt x="8733" y="3311"/>
                    <a:pt x="8504" y="2853"/>
                  </a:cubicBezTo>
                  <a:cubicBezTo>
                    <a:pt x="8417" y="2711"/>
                    <a:pt x="8446" y="2566"/>
                    <a:pt x="8504" y="2310"/>
                  </a:cubicBezTo>
                  <a:cubicBezTo>
                    <a:pt x="8561" y="1966"/>
                    <a:pt x="8646" y="1536"/>
                    <a:pt x="8275" y="1135"/>
                  </a:cubicBezTo>
                  <a:cubicBezTo>
                    <a:pt x="8217" y="1078"/>
                    <a:pt x="8160" y="1050"/>
                    <a:pt x="8130" y="1050"/>
                  </a:cubicBezTo>
                  <a:cubicBezTo>
                    <a:pt x="7650" y="256"/>
                    <a:pt x="7057" y="0"/>
                    <a:pt x="647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6028501" y="1042465"/>
              <a:ext cx="248454" cy="389743"/>
            </a:xfrm>
            <a:custGeom>
              <a:avLst/>
              <a:gdLst/>
              <a:ahLst/>
              <a:cxnLst/>
              <a:rect l="l" t="t" r="r" b="b"/>
              <a:pathLst>
                <a:path w="12283" h="19268" extrusionOk="0">
                  <a:moveTo>
                    <a:pt x="11939" y="1"/>
                  </a:moveTo>
                  <a:cubicBezTo>
                    <a:pt x="10852" y="1118"/>
                    <a:pt x="9619" y="2149"/>
                    <a:pt x="8447" y="3150"/>
                  </a:cubicBezTo>
                  <a:cubicBezTo>
                    <a:pt x="7474" y="3981"/>
                    <a:pt x="6470" y="4840"/>
                    <a:pt x="5527" y="5699"/>
                  </a:cubicBezTo>
                  <a:cubicBezTo>
                    <a:pt x="4783" y="6443"/>
                    <a:pt x="3951" y="7015"/>
                    <a:pt x="3093" y="7615"/>
                  </a:cubicBezTo>
                  <a:cubicBezTo>
                    <a:pt x="2836" y="7760"/>
                    <a:pt x="2607" y="7931"/>
                    <a:pt x="2378" y="8103"/>
                  </a:cubicBezTo>
                  <a:cubicBezTo>
                    <a:pt x="2206" y="8245"/>
                    <a:pt x="2005" y="8360"/>
                    <a:pt x="1833" y="8474"/>
                  </a:cubicBezTo>
                  <a:cubicBezTo>
                    <a:pt x="1318" y="8818"/>
                    <a:pt x="775" y="9191"/>
                    <a:pt x="489" y="9706"/>
                  </a:cubicBezTo>
                  <a:cubicBezTo>
                    <a:pt x="31" y="10393"/>
                    <a:pt x="1" y="10478"/>
                    <a:pt x="58" y="10650"/>
                  </a:cubicBezTo>
                  <a:cubicBezTo>
                    <a:pt x="145" y="10794"/>
                    <a:pt x="287" y="10822"/>
                    <a:pt x="344" y="10822"/>
                  </a:cubicBezTo>
                  <a:cubicBezTo>
                    <a:pt x="431" y="10822"/>
                    <a:pt x="546" y="10851"/>
                    <a:pt x="631" y="11108"/>
                  </a:cubicBezTo>
                  <a:cubicBezTo>
                    <a:pt x="1061" y="12111"/>
                    <a:pt x="1260" y="12425"/>
                    <a:pt x="1547" y="12512"/>
                  </a:cubicBezTo>
                  <a:cubicBezTo>
                    <a:pt x="1594" y="12529"/>
                    <a:pt x="1642" y="12537"/>
                    <a:pt x="1690" y="12537"/>
                  </a:cubicBezTo>
                  <a:cubicBezTo>
                    <a:pt x="1871" y="12537"/>
                    <a:pt x="2052" y="12424"/>
                    <a:pt x="2234" y="12310"/>
                  </a:cubicBezTo>
                  <a:cubicBezTo>
                    <a:pt x="2493" y="12138"/>
                    <a:pt x="2806" y="11939"/>
                    <a:pt x="3294" y="11825"/>
                  </a:cubicBezTo>
                  <a:cubicBezTo>
                    <a:pt x="3494" y="11787"/>
                    <a:pt x="3667" y="11765"/>
                    <a:pt x="3807" y="11765"/>
                  </a:cubicBezTo>
                  <a:cubicBezTo>
                    <a:pt x="3988" y="11765"/>
                    <a:pt x="4116" y="11801"/>
                    <a:pt x="4180" y="11882"/>
                  </a:cubicBezTo>
                  <a:cubicBezTo>
                    <a:pt x="4439" y="12196"/>
                    <a:pt x="4066" y="13141"/>
                    <a:pt x="3837" y="13714"/>
                  </a:cubicBezTo>
                  <a:cubicBezTo>
                    <a:pt x="3780" y="13856"/>
                    <a:pt x="3695" y="13970"/>
                    <a:pt x="3638" y="14085"/>
                  </a:cubicBezTo>
                  <a:cubicBezTo>
                    <a:pt x="3436" y="14429"/>
                    <a:pt x="3264" y="14715"/>
                    <a:pt x="3264" y="15402"/>
                  </a:cubicBezTo>
                  <a:cubicBezTo>
                    <a:pt x="3322" y="15688"/>
                    <a:pt x="3523" y="15974"/>
                    <a:pt x="3722" y="16233"/>
                  </a:cubicBezTo>
                  <a:cubicBezTo>
                    <a:pt x="3924" y="16519"/>
                    <a:pt x="4123" y="16776"/>
                    <a:pt x="4096" y="17062"/>
                  </a:cubicBezTo>
                  <a:cubicBezTo>
                    <a:pt x="4038" y="17550"/>
                    <a:pt x="2092" y="18695"/>
                    <a:pt x="1547" y="18780"/>
                  </a:cubicBezTo>
                  <a:lnTo>
                    <a:pt x="1634" y="19268"/>
                  </a:lnTo>
                  <a:cubicBezTo>
                    <a:pt x="2234" y="19153"/>
                    <a:pt x="4467" y="17951"/>
                    <a:pt x="4581" y="17119"/>
                  </a:cubicBezTo>
                  <a:cubicBezTo>
                    <a:pt x="4638" y="16634"/>
                    <a:pt x="4352" y="16261"/>
                    <a:pt x="4096" y="15917"/>
                  </a:cubicBezTo>
                  <a:cubicBezTo>
                    <a:pt x="3951" y="15718"/>
                    <a:pt x="3780" y="15516"/>
                    <a:pt x="3752" y="15345"/>
                  </a:cubicBezTo>
                  <a:cubicBezTo>
                    <a:pt x="3752" y="14859"/>
                    <a:pt x="3867" y="14658"/>
                    <a:pt x="4066" y="14344"/>
                  </a:cubicBezTo>
                  <a:cubicBezTo>
                    <a:pt x="4123" y="14199"/>
                    <a:pt x="4210" y="14085"/>
                    <a:pt x="4295" y="13886"/>
                  </a:cubicBezTo>
                  <a:cubicBezTo>
                    <a:pt x="4611" y="13084"/>
                    <a:pt x="4982" y="12111"/>
                    <a:pt x="4554" y="11566"/>
                  </a:cubicBezTo>
                  <a:cubicBezTo>
                    <a:pt x="4377" y="11371"/>
                    <a:pt x="4122" y="11269"/>
                    <a:pt x="3761" y="11269"/>
                  </a:cubicBezTo>
                  <a:cubicBezTo>
                    <a:pt x="3591" y="11269"/>
                    <a:pt x="3399" y="11292"/>
                    <a:pt x="3180" y="11337"/>
                  </a:cubicBezTo>
                  <a:cubicBezTo>
                    <a:pt x="2607" y="11481"/>
                    <a:pt x="2234" y="11738"/>
                    <a:pt x="1977" y="11882"/>
                  </a:cubicBezTo>
                  <a:cubicBezTo>
                    <a:pt x="1863" y="11967"/>
                    <a:pt x="1718" y="12054"/>
                    <a:pt x="1691" y="12054"/>
                  </a:cubicBezTo>
                  <a:cubicBezTo>
                    <a:pt x="1576" y="12024"/>
                    <a:pt x="1375" y="11653"/>
                    <a:pt x="1089" y="10909"/>
                  </a:cubicBezTo>
                  <a:cubicBezTo>
                    <a:pt x="947" y="10593"/>
                    <a:pt x="775" y="10451"/>
                    <a:pt x="631" y="10393"/>
                  </a:cubicBezTo>
                  <a:cubicBezTo>
                    <a:pt x="688" y="10279"/>
                    <a:pt x="775" y="10135"/>
                    <a:pt x="889" y="9963"/>
                  </a:cubicBezTo>
                  <a:cubicBezTo>
                    <a:pt x="1146" y="9534"/>
                    <a:pt x="1604" y="9218"/>
                    <a:pt x="2092" y="8875"/>
                  </a:cubicBezTo>
                  <a:cubicBezTo>
                    <a:pt x="2291" y="8760"/>
                    <a:pt x="2493" y="8618"/>
                    <a:pt x="2664" y="8504"/>
                  </a:cubicBezTo>
                  <a:cubicBezTo>
                    <a:pt x="2893" y="8332"/>
                    <a:pt x="3122" y="8160"/>
                    <a:pt x="3351" y="8016"/>
                  </a:cubicBezTo>
                  <a:cubicBezTo>
                    <a:pt x="4210" y="7444"/>
                    <a:pt x="5069" y="6844"/>
                    <a:pt x="5870" y="6070"/>
                  </a:cubicBezTo>
                  <a:cubicBezTo>
                    <a:pt x="6787" y="5183"/>
                    <a:pt x="7787" y="4324"/>
                    <a:pt x="8761" y="3493"/>
                  </a:cubicBezTo>
                  <a:cubicBezTo>
                    <a:pt x="9963" y="2492"/>
                    <a:pt x="11165" y="1462"/>
                    <a:pt x="12283" y="344"/>
                  </a:cubicBezTo>
                  <a:lnTo>
                    <a:pt x="1193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6099162" y="1544923"/>
              <a:ext cx="647988" cy="37279"/>
            </a:xfrm>
            <a:custGeom>
              <a:avLst/>
              <a:gdLst/>
              <a:ahLst/>
              <a:cxnLst/>
              <a:rect l="l" t="t" r="r" b="b"/>
              <a:pathLst>
                <a:path w="32035" h="1843" extrusionOk="0">
                  <a:moveTo>
                    <a:pt x="25773" y="0"/>
                  </a:moveTo>
                  <a:cubicBezTo>
                    <a:pt x="25137" y="0"/>
                    <a:pt x="24479" y="34"/>
                    <a:pt x="23875" y="68"/>
                  </a:cubicBezTo>
                  <a:cubicBezTo>
                    <a:pt x="23390" y="98"/>
                    <a:pt x="22931" y="125"/>
                    <a:pt x="22588" y="125"/>
                  </a:cubicBezTo>
                  <a:cubicBezTo>
                    <a:pt x="20012" y="155"/>
                    <a:pt x="17378" y="327"/>
                    <a:pt x="14829" y="498"/>
                  </a:cubicBezTo>
                  <a:cubicBezTo>
                    <a:pt x="11943" y="683"/>
                    <a:pt x="9006" y="879"/>
                    <a:pt x="6090" y="879"/>
                  </a:cubicBezTo>
                  <a:cubicBezTo>
                    <a:pt x="4062" y="879"/>
                    <a:pt x="2043" y="784"/>
                    <a:pt x="58" y="526"/>
                  </a:cubicBezTo>
                  <a:lnTo>
                    <a:pt x="0" y="984"/>
                  </a:lnTo>
                  <a:cubicBezTo>
                    <a:pt x="2039" y="1260"/>
                    <a:pt x="4118" y="1360"/>
                    <a:pt x="6205" y="1360"/>
                  </a:cubicBezTo>
                  <a:cubicBezTo>
                    <a:pt x="9101" y="1360"/>
                    <a:pt x="12014" y="1168"/>
                    <a:pt x="14859" y="984"/>
                  </a:cubicBezTo>
                  <a:cubicBezTo>
                    <a:pt x="17405" y="812"/>
                    <a:pt x="20039" y="640"/>
                    <a:pt x="22588" y="613"/>
                  </a:cubicBezTo>
                  <a:cubicBezTo>
                    <a:pt x="22959" y="613"/>
                    <a:pt x="23417" y="583"/>
                    <a:pt x="23905" y="556"/>
                  </a:cubicBezTo>
                  <a:cubicBezTo>
                    <a:pt x="24481" y="519"/>
                    <a:pt x="25149" y="483"/>
                    <a:pt x="25795" y="483"/>
                  </a:cubicBezTo>
                  <a:cubicBezTo>
                    <a:pt x="26688" y="483"/>
                    <a:pt x="27540" y="552"/>
                    <a:pt x="28055" y="785"/>
                  </a:cubicBezTo>
                  <a:cubicBezTo>
                    <a:pt x="28084" y="812"/>
                    <a:pt x="28142" y="927"/>
                    <a:pt x="28142" y="1014"/>
                  </a:cubicBezTo>
                  <a:cubicBezTo>
                    <a:pt x="28226" y="1270"/>
                    <a:pt x="28341" y="1671"/>
                    <a:pt x="28714" y="1758"/>
                  </a:cubicBezTo>
                  <a:cubicBezTo>
                    <a:pt x="28841" y="1815"/>
                    <a:pt x="28959" y="1836"/>
                    <a:pt x="29068" y="1836"/>
                  </a:cubicBezTo>
                  <a:cubicBezTo>
                    <a:pt x="29228" y="1836"/>
                    <a:pt x="29367" y="1792"/>
                    <a:pt x="29486" y="1758"/>
                  </a:cubicBezTo>
                  <a:cubicBezTo>
                    <a:pt x="29600" y="1701"/>
                    <a:pt x="29715" y="1671"/>
                    <a:pt x="29802" y="1671"/>
                  </a:cubicBezTo>
                  <a:cubicBezTo>
                    <a:pt x="30116" y="1671"/>
                    <a:pt x="30374" y="1586"/>
                    <a:pt x="30603" y="1499"/>
                  </a:cubicBezTo>
                  <a:cubicBezTo>
                    <a:pt x="30791" y="1429"/>
                    <a:pt x="30935" y="1373"/>
                    <a:pt x="31064" y="1373"/>
                  </a:cubicBezTo>
                  <a:cubicBezTo>
                    <a:pt x="31249" y="1373"/>
                    <a:pt x="31402" y="1489"/>
                    <a:pt x="31604" y="1843"/>
                  </a:cubicBezTo>
                  <a:lnTo>
                    <a:pt x="32035" y="1614"/>
                  </a:lnTo>
                  <a:cubicBezTo>
                    <a:pt x="31717" y="1047"/>
                    <a:pt x="31391" y="888"/>
                    <a:pt x="31077" y="888"/>
                  </a:cubicBezTo>
                  <a:cubicBezTo>
                    <a:pt x="30852" y="888"/>
                    <a:pt x="30634" y="969"/>
                    <a:pt x="30432" y="1041"/>
                  </a:cubicBezTo>
                  <a:cubicBezTo>
                    <a:pt x="30230" y="1098"/>
                    <a:pt x="30031" y="1185"/>
                    <a:pt x="29802" y="1185"/>
                  </a:cubicBezTo>
                  <a:cubicBezTo>
                    <a:pt x="29630" y="1185"/>
                    <a:pt x="29486" y="1243"/>
                    <a:pt x="29344" y="1300"/>
                  </a:cubicBezTo>
                  <a:cubicBezTo>
                    <a:pt x="29220" y="1335"/>
                    <a:pt x="29140" y="1359"/>
                    <a:pt x="29064" y="1359"/>
                  </a:cubicBezTo>
                  <a:cubicBezTo>
                    <a:pt x="29016" y="1359"/>
                    <a:pt x="28969" y="1350"/>
                    <a:pt x="28913" y="1327"/>
                  </a:cubicBezTo>
                  <a:lnTo>
                    <a:pt x="28856" y="1300"/>
                  </a:lnTo>
                  <a:cubicBezTo>
                    <a:pt x="28742" y="1270"/>
                    <a:pt x="28684" y="1128"/>
                    <a:pt x="28627" y="899"/>
                  </a:cubicBezTo>
                  <a:cubicBezTo>
                    <a:pt x="28542" y="670"/>
                    <a:pt x="28485" y="411"/>
                    <a:pt x="28256" y="354"/>
                  </a:cubicBezTo>
                  <a:cubicBezTo>
                    <a:pt x="27652" y="78"/>
                    <a:pt x="26737" y="0"/>
                    <a:pt x="2577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6917460" y="1603851"/>
              <a:ext cx="258831" cy="120252"/>
            </a:xfrm>
            <a:custGeom>
              <a:avLst/>
              <a:gdLst/>
              <a:ahLst/>
              <a:cxnLst/>
              <a:rect l="l" t="t" r="r" b="b"/>
              <a:pathLst>
                <a:path w="12796" h="5945" extrusionOk="0">
                  <a:moveTo>
                    <a:pt x="11553" y="0"/>
                  </a:moveTo>
                  <a:cubicBezTo>
                    <a:pt x="11499" y="0"/>
                    <a:pt x="11446" y="6"/>
                    <a:pt x="11394" y="18"/>
                  </a:cubicBezTo>
                  <a:cubicBezTo>
                    <a:pt x="10993" y="105"/>
                    <a:pt x="10764" y="505"/>
                    <a:pt x="10562" y="819"/>
                  </a:cubicBezTo>
                  <a:cubicBezTo>
                    <a:pt x="10477" y="991"/>
                    <a:pt x="10390" y="1135"/>
                    <a:pt x="10276" y="1250"/>
                  </a:cubicBezTo>
                  <a:cubicBezTo>
                    <a:pt x="9247" y="2279"/>
                    <a:pt x="8569" y="2755"/>
                    <a:pt x="7549" y="2755"/>
                  </a:cubicBezTo>
                  <a:cubicBezTo>
                    <a:pt x="7237" y="2755"/>
                    <a:pt x="6893" y="2711"/>
                    <a:pt x="6497" y="2624"/>
                  </a:cubicBezTo>
                  <a:lnTo>
                    <a:pt x="6268" y="2594"/>
                  </a:lnTo>
                  <a:cubicBezTo>
                    <a:pt x="5925" y="2520"/>
                    <a:pt x="5614" y="2452"/>
                    <a:pt x="5311" y="2452"/>
                  </a:cubicBezTo>
                  <a:cubicBezTo>
                    <a:pt x="4907" y="2452"/>
                    <a:pt x="4518" y="2574"/>
                    <a:pt x="4093" y="2967"/>
                  </a:cubicBezTo>
                  <a:cubicBezTo>
                    <a:pt x="3749" y="3253"/>
                    <a:pt x="3607" y="3567"/>
                    <a:pt x="3463" y="3826"/>
                  </a:cubicBezTo>
                  <a:cubicBezTo>
                    <a:pt x="3321" y="4140"/>
                    <a:pt x="3206" y="4369"/>
                    <a:pt x="2748" y="4456"/>
                  </a:cubicBezTo>
                  <a:cubicBezTo>
                    <a:pt x="2567" y="4490"/>
                    <a:pt x="2407" y="4504"/>
                    <a:pt x="2264" y="4504"/>
                  </a:cubicBezTo>
                  <a:cubicBezTo>
                    <a:pt x="1931" y="4504"/>
                    <a:pt x="1689" y="4430"/>
                    <a:pt x="1489" y="4369"/>
                  </a:cubicBezTo>
                  <a:cubicBezTo>
                    <a:pt x="1324" y="4318"/>
                    <a:pt x="1185" y="4289"/>
                    <a:pt x="1062" y="4289"/>
                  </a:cubicBezTo>
                  <a:cubicBezTo>
                    <a:pt x="629" y="4289"/>
                    <a:pt x="402" y="4657"/>
                    <a:pt x="0" y="5773"/>
                  </a:cubicBezTo>
                  <a:lnTo>
                    <a:pt x="458" y="5944"/>
                  </a:lnTo>
                  <a:cubicBezTo>
                    <a:pt x="804" y="4993"/>
                    <a:pt x="921" y="4776"/>
                    <a:pt x="1118" y="4776"/>
                  </a:cubicBezTo>
                  <a:cubicBezTo>
                    <a:pt x="1182" y="4776"/>
                    <a:pt x="1254" y="4799"/>
                    <a:pt x="1344" y="4827"/>
                  </a:cubicBezTo>
                  <a:cubicBezTo>
                    <a:pt x="1576" y="4891"/>
                    <a:pt x="1885" y="4984"/>
                    <a:pt x="2315" y="4984"/>
                  </a:cubicBezTo>
                  <a:cubicBezTo>
                    <a:pt x="2471" y="4984"/>
                    <a:pt x="2643" y="4972"/>
                    <a:pt x="2833" y="4941"/>
                  </a:cubicBezTo>
                  <a:cubicBezTo>
                    <a:pt x="3550" y="4799"/>
                    <a:pt x="3749" y="4399"/>
                    <a:pt x="3921" y="4025"/>
                  </a:cubicBezTo>
                  <a:cubicBezTo>
                    <a:pt x="4035" y="3796"/>
                    <a:pt x="4150" y="3540"/>
                    <a:pt x="4409" y="3338"/>
                  </a:cubicBezTo>
                  <a:cubicBezTo>
                    <a:pt x="4738" y="3026"/>
                    <a:pt x="5019" y="2922"/>
                    <a:pt x="5346" y="2922"/>
                  </a:cubicBezTo>
                  <a:cubicBezTo>
                    <a:pt x="5588" y="2922"/>
                    <a:pt x="5854" y="2979"/>
                    <a:pt x="6183" y="3052"/>
                  </a:cubicBezTo>
                  <a:lnTo>
                    <a:pt x="6383" y="3109"/>
                  </a:lnTo>
                  <a:cubicBezTo>
                    <a:pt x="6804" y="3197"/>
                    <a:pt x="7177" y="3241"/>
                    <a:pt x="7518" y="3241"/>
                  </a:cubicBezTo>
                  <a:cubicBezTo>
                    <a:pt x="8729" y="3241"/>
                    <a:pt x="9532" y="2687"/>
                    <a:pt x="10649" y="1593"/>
                  </a:cubicBezTo>
                  <a:cubicBezTo>
                    <a:pt x="10764" y="1449"/>
                    <a:pt x="10878" y="1250"/>
                    <a:pt x="10993" y="1078"/>
                  </a:cubicBezTo>
                  <a:cubicBezTo>
                    <a:pt x="11135" y="819"/>
                    <a:pt x="11306" y="533"/>
                    <a:pt x="11478" y="505"/>
                  </a:cubicBezTo>
                  <a:cubicBezTo>
                    <a:pt x="11504" y="500"/>
                    <a:pt x="11529" y="498"/>
                    <a:pt x="11555" y="498"/>
                  </a:cubicBezTo>
                  <a:cubicBezTo>
                    <a:pt x="11674" y="498"/>
                    <a:pt x="11800" y="553"/>
                    <a:pt x="11966" y="647"/>
                  </a:cubicBezTo>
                  <a:cubicBezTo>
                    <a:pt x="12252" y="849"/>
                    <a:pt x="12280" y="1479"/>
                    <a:pt x="12280" y="2051"/>
                  </a:cubicBezTo>
                  <a:cubicBezTo>
                    <a:pt x="12280" y="2280"/>
                    <a:pt x="12310" y="2509"/>
                    <a:pt x="12310" y="2708"/>
                  </a:cubicBezTo>
                  <a:lnTo>
                    <a:pt x="12795" y="2651"/>
                  </a:lnTo>
                  <a:cubicBezTo>
                    <a:pt x="12768" y="2479"/>
                    <a:pt x="12768" y="2250"/>
                    <a:pt x="12768" y="2021"/>
                  </a:cubicBezTo>
                  <a:cubicBezTo>
                    <a:pt x="12768" y="1364"/>
                    <a:pt x="12738" y="620"/>
                    <a:pt x="12252" y="247"/>
                  </a:cubicBezTo>
                  <a:cubicBezTo>
                    <a:pt x="12000" y="88"/>
                    <a:pt x="11767" y="0"/>
                    <a:pt x="1155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7144454" y="1573527"/>
              <a:ext cx="18549" cy="37643"/>
            </a:xfrm>
            <a:custGeom>
              <a:avLst/>
              <a:gdLst/>
              <a:ahLst/>
              <a:cxnLst/>
              <a:rect l="l" t="t" r="r" b="b"/>
              <a:pathLst>
                <a:path w="917" h="1861" extrusionOk="0">
                  <a:moveTo>
                    <a:pt x="688" y="0"/>
                  </a:moveTo>
                  <a:cubicBezTo>
                    <a:pt x="1" y="344"/>
                    <a:pt x="1" y="1146"/>
                    <a:pt x="1" y="1860"/>
                  </a:cubicBezTo>
                  <a:lnTo>
                    <a:pt x="486" y="1860"/>
                  </a:lnTo>
                  <a:cubicBezTo>
                    <a:pt x="486" y="1230"/>
                    <a:pt x="486" y="658"/>
                    <a:pt x="917" y="429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5988568" y="1983880"/>
              <a:ext cx="385678" cy="200576"/>
            </a:xfrm>
            <a:custGeom>
              <a:avLst/>
              <a:gdLst/>
              <a:ahLst/>
              <a:cxnLst/>
              <a:rect l="l" t="t" r="r" b="b"/>
              <a:pathLst>
                <a:path w="19067" h="9916" extrusionOk="0">
                  <a:moveTo>
                    <a:pt x="1647" y="1"/>
                  </a:moveTo>
                  <a:cubicBezTo>
                    <a:pt x="1585" y="1"/>
                    <a:pt x="1522" y="4"/>
                    <a:pt x="1460" y="11"/>
                  </a:cubicBezTo>
                  <a:cubicBezTo>
                    <a:pt x="917" y="68"/>
                    <a:pt x="429" y="384"/>
                    <a:pt x="1" y="927"/>
                  </a:cubicBezTo>
                  <a:lnTo>
                    <a:pt x="372" y="1243"/>
                  </a:lnTo>
                  <a:cubicBezTo>
                    <a:pt x="745" y="785"/>
                    <a:pt x="1089" y="556"/>
                    <a:pt x="1517" y="498"/>
                  </a:cubicBezTo>
                  <a:cubicBezTo>
                    <a:pt x="1560" y="494"/>
                    <a:pt x="1604" y="492"/>
                    <a:pt x="1647" y="492"/>
                  </a:cubicBezTo>
                  <a:cubicBezTo>
                    <a:pt x="2476" y="492"/>
                    <a:pt x="3426" y="1252"/>
                    <a:pt x="4322" y="1987"/>
                  </a:cubicBezTo>
                  <a:cubicBezTo>
                    <a:pt x="5124" y="2644"/>
                    <a:pt x="5868" y="3274"/>
                    <a:pt x="6642" y="3446"/>
                  </a:cubicBezTo>
                  <a:cubicBezTo>
                    <a:pt x="6751" y="3470"/>
                    <a:pt x="6860" y="3481"/>
                    <a:pt x="6971" y="3481"/>
                  </a:cubicBezTo>
                  <a:cubicBezTo>
                    <a:pt x="7646" y="3481"/>
                    <a:pt x="8354" y="3064"/>
                    <a:pt x="9017" y="2644"/>
                  </a:cubicBezTo>
                  <a:cubicBezTo>
                    <a:pt x="9633" y="2265"/>
                    <a:pt x="10229" y="1907"/>
                    <a:pt x="10757" y="1907"/>
                  </a:cubicBezTo>
                  <a:cubicBezTo>
                    <a:pt x="10867" y="1907"/>
                    <a:pt x="10974" y="1923"/>
                    <a:pt x="11078" y="1957"/>
                  </a:cubicBezTo>
                  <a:cubicBezTo>
                    <a:pt x="11509" y="2101"/>
                    <a:pt x="11880" y="2530"/>
                    <a:pt x="12223" y="3304"/>
                  </a:cubicBezTo>
                  <a:cubicBezTo>
                    <a:pt x="12368" y="3618"/>
                    <a:pt x="12338" y="4018"/>
                    <a:pt x="12338" y="4449"/>
                  </a:cubicBezTo>
                  <a:cubicBezTo>
                    <a:pt x="12310" y="5221"/>
                    <a:pt x="12280" y="6224"/>
                    <a:pt x="13483" y="6453"/>
                  </a:cubicBezTo>
                  <a:cubicBezTo>
                    <a:pt x="13572" y="6472"/>
                    <a:pt x="13656" y="6482"/>
                    <a:pt x="13736" y="6482"/>
                  </a:cubicBezTo>
                  <a:cubicBezTo>
                    <a:pt x="14354" y="6482"/>
                    <a:pt x="14721" y="5936"/>
                    <a:pt x="15001" y="5479"/>
                  </a:cubicBezTo>
                  <a:cubicBezTo>
                    <a:pt x="15316" y="4994"/>
                    <a:pt x="15528" y="4673"/>
                    <a:pt x="15899" y="4673"/>
                  </a:cubicBezTo>
                  <a:cubicBezTo>
                    <a:pt x="15966" y="4673"/>
                    <a:pt x="16038" y="4684"/>
                    <a:pt x="16116" y="4705"/>
                  </a:cubicBezTo>
                  <a:cubicBezTo>
                    <a:pt x="16891" y="4934"/>
                    <a:pt x="16918" y="5651"/>
                    <a:pt x="16948" y="6766"/>
                  </a:cubicBezTo>
                  <a:cubicBezTo>
                    <a:pt x="16948" y="8026"/>
                    <a:pt x="16948" y="9572"/>
                    <a:pt x="18979" y="9915"/>
                  </a:cubicBezTo>
                  <a:lnTo>
                    <a:pt x="19066" y="9457"/>
                  </a:lnTo>
                  <a:cubicBezTo>
                    <a:pt x="17433" y="9171"/>
                    <a:pt x="17433" y="7999"/>
                    <a:pt x="17433" y="6766"/>
                  </a:cubicBezTo>
                  <a:cubicBezTo>
                    <a:pt x="17406" y="5708"/>
                    <a:pt x="17406" y="4591"/>
                    <a:pt x="16231" y="4247"/>
                  </a:cubicBezTo>
                  <a:cubicBezTo>
                    <a:pt x="16103" y="4209"/>
                    <a:pt x="15985" y="4192"/>
                    <a:pt x="15875" y="4192"/>
                  </a:cubicBezTo>
                  <a:cubicBezTo>
                    <a:pt x="15247" y="4192"/>
                    <a:pt x="14893" y="4759"/>
                    <a:pt x="14600" y="5221"/>
                  </a:cubicBezTo>
                  <a:cubicBezTo>
                    <a:pt x="14302" y="5669"/>
                    <a:pt x="14089" y="5987"/>
                    <a:pt x="13738" y="5987"/>
                  </a:cubicBezTo>
                  <a:cubicBezTo>
                    <a:pt x="13685" y="5987"/>
                    <a:pt x="13630" y="5980"/>
                    <a:pt x="13570" y="5965"/>
                  </a:cubicBezTo>
                  <a:cubicBezTo>
                    <a:pt x="12826" y="5823"/>
                    <a:pt x="12796" y="5335"/>
                    <a:pt x="12826" y="4449"/>
                  </a:cubicBezTo>
                  <a:cubicBezTo>
                    <a:pt x="12826" y="3991"/>
                    <a:pt x="12853" y="3503"/>
                    <a:pt x="12654" y="3102"/>
                  </a:cubicBezTo>
                  <a:cubicBezTo>
                    <a:pt x="12280" y="2216"/>
                    <a:pt x="11822" y="1671"/>
                    <a:pt x="11250" y="1499"/>
                  </a:cubicBezTo>
                  <a:cubicBezTo>
                    <a:pt x="11086" y="1442"/>
                    <a:pt x="10921" y="1417"/>
                    <a:pt x="10757" y="1417"/>
                  </a:cubicBezTo>
                  <a:cubicBezTo>
                    <a:pt x="10091" y="1417"/>
                    <a:pt x="9425" y="1830"/>
                    <a:pt x="8761" y="2243"/>
                  </a:cubicBezTo>
                  <a:cubicBezTo>
                    <a:pt x="8150" y="2626"/>
                    <a:pt x="7495" y="3007"/>
                    <a:pt x="6934" y="3007"/>
                  </a:cubicBezTo>
                  <a:cubicBezTo>
                    <a:pt x="6863" y="3007"/>
                    <a:pt x="6794" y="3001"/>
                    <a:pt x="6727" y="2988"/>
                  </a:cubicBezTo>
                  <a:cubicBezTo>
                    <a:pt x="6097" y="2816"/>
                    <a:pt x="5383" y="2243"/>
                    <a:pt x="4638" y="1614"/>
                  </a:cubicBezTo>
                  <a:cubicBezTo>
                    <a:pt x="3668" y="833"/>
                    <a:pt x="2648" y="1"/>
                    <a:pt x="164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6443142" y="2381954"/>
              <a:ext cx="110038" cy="91509"/>
            </a:xfrm>
            <a:custGeom>
              <a:avLst/>
              <a:gdLst/>
              <a:ahLst/>
              <a:cxnLst/>
              <a:rect l="l" t="t" r="r" b="b"/>
              <a:pathLst>
                <a:path w="5440" h="4524" extrusionOk="0">
                  <a:moveTo>
                    <a:pt x="5355" y="0"/>
                  </a:moveTo>
                  <a:cubicBezTo>
                    <a:pt x="5011" y="85"/>
                    <a:pt x="4753" y="286"/>
                    <a:pt x="4524" y="516"/>
                  </a:cubicBezTo>
                  <a:cubicBezTo>
                    <a:pt x="4324" y="657"/>
                    <a:pt x="4153" y="829"/>
                    <a:pt x="3981" y="887"/>
                  </a:cubicBezTo>
                  <a:cubicBezTo>
                    <a:pt x="3809" y="916"/>
                    <a:pt x="3466" y="916"/>
                    <a:pt x="3179" y="916"/>
                  </a:cubicBezTo>
                  <a:cubicBezTo>
                    <a:pt x="2749" y="916"/>
                    <a:pt x="2492" y="916"/>
                    <a:pt x="2378" y="1001"/>
                  </a:cubicBezTo>
                  <a:lnTo>
                    <a:pt x="2321" y="1031"/>
                  </a:lnTo>
                  <a:cubicBezTo>
                    <a:pt x="1805" y="1516"/>
                    <a:pt x="1947" y="1974"/>
                    <a:pt x="2034" y="2318"/>
                  </a:cubicBezTo>
                  <a:cubicBezTo>
                    <a:pt x="2119" y="2634"/>
                    <a:pt x="2149" y="2806"/>
                    <a:pt x="2004" y="3035"/>
                  </a:cubicBezTo>
                  <a:cubicBezTo>
                    <a:pt x="1920" y="3149"/>
                    <a:pt x="1661" y="3234"/>
                    <a:pt x="1375" y="3348"/>
                  </a:cubicBezTo>
                  <a:cubicBezTo>
                    <a:pt x="917" y="3520"/>
                    <a:pt x="344" y="3722"/>
                    <a:pt x="1" y="4264"/>
                  </a:cubicBezTo>
                  <a:lnTo>
                    <a:pt x="401" y="4523"/>
                  </a:lnTo>
                  <a:cubicBezTo>
                    <a:pt x="660" y="4122"/>
                    <a:pt x="1146" y="3951"/>
                    <a:pt x="1546" y="3806"/>
                  </a:cubicBezTo>
                  <a:cubicBezTo>
                    <a:pt x="1920" y="3664"/>
                    <a:pt x="2263" y="3550"/>
                    <a:pt x="2405" y="3291"/>
                  </a:cubicBezTo>
                  <a:cubicBezTo>
                    <a:pt x="2664" y="2890"/>
                    <a:pt x="2577" y="2519"/>
                    <a:pt x="2492" y="2203"/>
                  </a:cubicBezTo>
                  <a:cubicBezTo>
                    <a:pt x="2405" y="1890"/>
                    <a:pt x="2348" y="1688"/>
                    <a:pt x="2607" y="1432"/>
                  </a:cubicBezTo>
                  <a:cubicBezTo>
                    <a:pt x="2721" y="1402"/>
                    <a:pt x="3008" y="1402"/>
                    <a:pt x="3179" y="1402"/>
                  </a:cubicBezTo>
                  <a:cubicBezTo>
                    <a:pt x="3523" y="1402"/>
                    <a:pt x="3894" y="1402"/>
                    <a:pt x="4123" y="1345"/>
                  </a:cubicBezTo>
                  <a:cubicBezTo>
                    <a:pt x="4409" y="1230"/>
                    <a:pt x="4638" y="1031"/>
                    <a:pt x="4840" y="859"/>
                  </a:cubicBezTo>
                  <a:cubicBezTo>
                    <a:pt x="5039" y="687"/>
                    <a:pt x="5211" y="516"/>
                    <a:pt x="5440" y="486"/>
                  </a:cubicBezTo>
                  <a:lnTo>
                    <a:pt x="5355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6477896" y="2461860"/>
              <a:ext cx="66629" cy="50387"/>
            </a:xfrm>
            <a:custGeom>
              <a:avLst/>
              <a:gdLst/>
              <a:ahLst/>
              <a:cxnLst/>
              <a:rect l="l" t="t" r="r" b="b"/>
              <a:pathLst>
                <a:path w="3294" h="2491" extrusionOk="0">
                  <a:moveTo>
                    <a:pt x="2806" y="1"/>
                  </a:moveTo>
                  <a:cubicBezTo>
                    <a:pt x="2606" y="860"/>
                    <a:pt x="2119" y="1001"/>
                    <a:pt x="1489" y="1173"/>
                  </a:cubicBezTo>
                  <a:cubicBezTo>
                    <a:pt x="946" y="1345"/>
                    <a:pt x="344" y="1517"/>
                    <a:pt x="0" y="2291"/>
                  </a:cubicBezTo>
                  <a:lnTo>
                    <a:pt x="431" y="2490"/>
                  </a:lnTo>
                  <a:cubicBezTo>
                    <a:pt x="687" y="1918"/>
                    <a:pt x="1118" y="1776"/>
                    <a:pt x="1633" y="1631"/>
                  </a:cubicBezTo>
                  <a:cubicBezTo>
                    <a:pt x="2263" y="1460"/>
                    <a:pt x="3007" y="1231"/>
                    <a:pt x="3293" y="115"/>
                  </a:cubicBezTo>
                  <a:lnTo>
                    <a:pt x="2806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6514390" y="2487350"/>
              <a:ext cx="35317" cy="46341"/>
            </a:xfrm>
            <a:custGeom>
              <a:avLst/>
              <a:gdLst/>
              <a:ahLst/>
              <a:cxnLst/>
              <a:rect l="l" t="t" r="r" b="b"/>
              <a:pathLst>
                <a:path w="1746" h="2291" extrusionOk="0">
                  <a:moveTo>
                    <a:pt x="268" y="1"/>
                  </a:moveTo>
                  <a:cubicBezTo>
                    <a:pt x="185" y="1"/>
                    <a:pt x="96" y="9"/>
                    <a:pt x="1" y="28"/>
                  </a:cubicBezTo>
                  <a:lnTo>
                    <a:pt x="86" y="486"/>
                  </a:lnTo>
                  <a:cubicBezTo>
                    <a:pt x="139" y="477"/>
                    <a:pt x="189" y="473"/>
                    <a:pt x="236" y="473"/>
                  </a:cubicBezTo>
                  <a:cubicBezTo>
                    <a:pt x="665" y="473"/>
                    <a:pt x="828" y="826"/>
                    <a:pt x="1059" y="1574"/>
                  </a:cubicBezTo>
                  <a:cubicBezTo>
                    <a:pt x="1116" y="1832"/>
                    <a:pt x="1203" y="2089"/>
                    <a:pt x="1288" y="2290"/>
                  </a:cubicBezTo>
                  <a:lnTo>
                    <a:pt x="1746" y="2089"/>
                  </a:lnTo>
                  <a:cubicBezTo>
                    <a:pt x="1661" y="1917"/>
                    <a:pt x="1574" y="1688"/>
                    <a:pt x="1517" y="1459"/>
                  </a:cubicBezTo>
                  <a:cubicBezTo>
                    <a:pt x="1336" y="836"/>
                    <a:pt x="1084" y="1"/>
                    <a:pt x="268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6553170" y="2479784"/>
              <a:ext cx="85724" cy="63717"/>
            </a:xfrm>
            <a:custGeom>
              <a:avLst/>
              <a:gdLst/>
              <a:ahLst/>
              <a:cxnLst/>
              <a:rect l="l" t="t" r="r" b="b"/>
              <a:pathLst>
                <a:path w="4238" h="3150" extrusionOk="0">
                  <a:moveTo>
                    <a:pt x="4095" y="1"/>
                  </a:moveTo>
                  <a:cubicBezTo>
                    <a:pt x="3924" y="58"/>
                    <a:pt x="3752" y="145"/>
                    <a:pt x="3550" y="230"/>
                  </a:cubicBezTo>
                  <a:cubicBezTo>
                    <a:pt x="3294" y="345"/>
                    <a:pt x="3065" y="432"/>
                    <a:pt x="2806" y="489"/>
                  </a:cubicBezTo>
                  <a:cubicBezTo>
                    <a:pt x="2692" y="546"/>
                    <a:pt x="2463" y="603"/>
                    <a:pt x="2234" y="661"/>
                  </a:cubicBezTo>
                  <a:cubicBezTo>
                    <a:pt x="1947" y="745"/>
                    <a:pt x="1661" y="832"/>
                    <a:pt x="1519" y="890"/>
                  </a:cubicBezTo>
                  <a:cubicBezTo>
                    <a:pt x="431" y="1405"/>
                    <a:pt x="1" y="1691"/>
                    <a:pt x="1" y="3150"/>
                  </a:cubicBezTo>
                  <a:lnTo>
                    <a:pt x="488" y="3150"/>
                  </a:lnTo>
                  <a:cubicBezTo>
                    <a:pt x="488" y="1920"/>
                    <a:pt x="745" y="1806"/>
                    <a:pt x="1691" y="1348"/>
                  </a:cubicBezTo>
                  <a:cubicBezTo>
                    <a:pt x="1833" y="1290"/>
                    <a:pt x="2119" y="1203"/>
                    <a:pt x="2378" y="1146"/>
                  </a:cubicBezTo>
                  <a:cubicBezTo>
                    <a:pt x="2607" y="1061"/>
                    <a:pt x="2836" y="1004"/>
                    <a:pt x="2950" y="974"/>
                  </a:cubicBezTo>
                  <a:cubicBezTo>
                    <a:pt x="3207" y="890"/>
                    <a:pt x="3493" y="775"/>
                    <a:pt x="3722" y="661"/>
                  </a:cubicBezTo>
                  <a:cubicBezTo>
                    <a:pt x="3924" y="603"/>
                    <a:pt x="4095" y="516"/>
                    <a:pt x="4237" y="489"/>
                  </a:cubicBezTo>
                  <a:lnTo>
                    <a:pt x="4095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6597796" y="2583480"/>
              <a:ext cx="26640" cy="13310"/>
            </a:xfrm>
            <a:custGeom>
              <a:avLst/>
              <a:gdLst/>
              <a:ahLst/>
              <a:cxnLst/>
              <a:rect l="l" t="t" r="r" b="b"/>
              <a:pathLst>
                <a:path w="1317" h="658" extrusionOk="0">
                  <a:moveTo>
                    <a:pt x="1317" y="0"/>
                  </a:moveTo>
                  <a:cubicBezTo>
                    <a:pt x="916" y="0"/>
                    <a:pt x="543" y="85"/>
                    <a:pt x="172" y="142"/>
                  </a:cubicBezTo>
                  <a:lnTo>
                    <a:pt x="0" y="200"/>
                  </a:lnTo>
                  <a:lnTo>
                    <a:pt x="85" y="658"/>
                  </a:lnTo>
                  <a:lnTo>
                    <a:pt x="286" y="630"/>
                  </a:lnTo>
                  <a:cubicBezTo>
                    <a:pt x="630" y="543"/>
                    <a:pt x="944" y="486"/>
                    <a:pt x="1317" y="486"/>
                  </a:cubicBezTo>
                  <a:lnTo>
                    <a:pt x="1317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635402" y="2624019"/>
              <a:ext cx="21482" cy="40556"/>
            </a:xfrm>
            <a:custGeom>
              <a:avLst/>
              <a:gdLst/>
              <a:ahLst/>
              <a:cxnLst/>
              <a:rect l="l" t="t" r="r" b="b"/>
              <a:pathLst>
                <a:path w="1062" h="2005" extrusionOk="0">
                  <a:moveTo>
                    <a:pt x="660" y="0"/>
                  </a:moveTo>
                  <a:cubicBezTo>
                    <a:pt x="1" y="687"/>
                    <a:pt x="344" y="1431"/>
                    <a:pt x="603" y="2004"/>
                  </a:cubicBezTo>
                  <a:lnTo>
                    <a:pt x="1061" y="1802"/>
                  </a:lnTo>
                  <a:cubicBezTo>
                    <a:pt x="745" y="1173"/>
                    <a:pt x="603" y="772"/>
                    <a:pt x="1004" y="344"/>
                  </a:cubicBezTo>
                  <a:lnTo>
                    <a:pt x="660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6758174" y="2647182"/>
              <a:ext cx="38837" cy="47494"/>
            </a:xfrm>
            <a:custGeom>
              <a:avLst/>
              <a:gdLst/>
              <a:ahLst/>
              <a:cxnLst/>
              <a:rect l="l" t="t" r="r" b="b"/>
              <a:pathLst>
                <a:path w="1920" h="2348" extrusionOk="0">
                  <a:moveTo>
                    <a:pt x="1576" y="0"/>
                  </a:moveTo>
                  <a:lnTo>
                    <a:pt x="1118" y="172"/>
                  </a:lnTo>
                  <a:cubicBezTo>
                    <a:pt x="1290" y="687"/>
                    <a:pt x="1347" y="1459"/>
                    <a:pt x="1" y="1890"/>
                  </a:cubicBezTo>
                  <a:lnTo>
                    <a:pt x="145" y="2348"/>
                  </a:lnTo>
                  <a:cubicBezTo>
                    <a:pt x="1404" y="1947"/>
                    <a:pt x="1920" y="1116"/>
                    <a:pt x="1576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6853151" y="2585199"/>
              <a:ext cx="538537" cy="1196315"/>
            </a:xfrm>
            <a:custGeom>
              <a:avLst/>
              <a:gdLst/>
              <a:ahLst/>
              <a:cxnLst/>
              <a:rect l="l" t="t" r="r" b="b"/>
              <a:pathLst>
                <a:path w="26624" h="59143" extrusionOk="0">
                  <a:moveTo>
                    <a:pt x="2691" y="0"/>
                  </a:moveTo>
                  <a:cubicBezTo>
                    <a:pt x="2520" y="172"/>
                    <a:pt x="2577" y="458"/>
                    <a:pt x="2691" y="1118"/>
                  </a:cubicBezTo>
                  <a:cubicBezTo>
                    <a:pt x="2749" y="1489"/>
                    <a:pt x="2920" y="2462"/>
                    <a:pt x="2749" y="2576"/>
                  </a:cubicBezTo>
                  <a:cubicBezTo>
                    <a:pt x="2749" y="2576"/>
                    <a:pt x="2745" y="2577"/>
                    <a:pt x="2735" y="2577"/>
                  </a:cubicBezTo>
                  <a:cubicBezTo>
                    <a:pt x="2696" y="2577"/>
                    <a:pt x="2559" y="2558"/>
                    <a:pt x="2233" y="2347"/>
                  </a:cubicBezTo>
                  <a:cubicBezTo>
                    <a:pt x="2148" y="2263"/>
                    <a:pt x="2034" y="1718"/>
                    <a:pt x="1977" y="1404"/>
                  </a:cubicBezTo>
                  <a:cubicBezTo>
                    <a:pt x="1832" y="717"/>
                    <a:pt x="1718" y="172"/>
                    <a:pt x="1347" y="115"/>
                  </a:cubicBezTo>
                  <a:cubicBezTo>
                    <a:pt x="1334" y="113"/>
                    <a:pt x="1322" y="113"/>
                    <a:pt x="1309" y="113"/>
                  </a:cubicBezTo>
                  <a:cubicBezTo>
                    <a:pt x="1010" y="113"/>
                    <a:pt x="761" y="434"/>
                    <a:pt x="431" y="1232"/>
                  </a:cubicBezTo>
                  <a:cubicBezTo>
                    <a:pt x="58" y="2205"/>
                    <a:pt x="172" y="3206"/>
                    <a:pt x="717" y="4152"/>
                  </a:cubicBezTo>
                  <a:cubicBezTo>
                    <a:pt x="1546" y="5554"/>
                    <a:pt x="3236" y="6499"/>
                    <a:pt x="4466" y="6671"/>
                  </a:cubicBezTo>
                  <a:cubicBezTo>
                    <a:pt x="4725" y="6699"/>
                    <a:pt x="4954" y="6728"/>
                    <a:pt x="5153" y="6728"/>
                  </a:cubicBezTo>
                  <a:cubicBezTo>
                    <a:pt x="6099" y="6813"/>
                    <a:pt x="6271" y="6843"/>
                    <a:pt x="6271" y="7988"/>
                  </a:cubicBezTo>
                  <a:cubicBezTo>
                    <a:pt x="6271" y="8187"/>
                    <a:pt x="6184" y="8446"/>
                    <a:pt x="6099" y="8703"/>
                  </a:cubicBezTo>
                  <a:cubicBezTo>
                    <a:pt x="5984" y="9019"/>
                    <a:pt x="5840" y="9390"/>
                    <a:pt x="5897" y="9763"/>
                  </a:cubicBezTo>
                  <a:cubicBezTo>
                    <a:pt x="5955" y="10248"/>
                    <a:pt x="6271" y="10592"/>
                    <a:pt x="6527" y="10878"/>
                  </a:cubicBezTo>
                  <a:cubicBezTo>
                    <a:pt x="6729" y="11107"/>
                    <a:pt x="6871" y="11309"/>
                    <a:pt x="6928" y="11508"/>
                  </a:cubicBezTo>
                  <a:cubicBezTo>
                    <a:pt x="6985" y="11909"/>
                    <a:pt x="6985" y="12167"/>
                    <a:pt x="6871" y="12339"/>
                  </a:cubicBezTo>
                  <a:cubicBezTo>
                    <a:pt x="6729" y="12511"/>
                    <a:pt x="6385" y="12538"/>
                    <a:pt x="5984" y="12568"/>
                  </a:cubicBezTo>
                  <a:cubicBezTo>
                    <a:pt x="5641" y="12596"/>
                    <a:pt x="5210" y="12626"/>
                    <a:pt x="4867" y="12768"/>
                  </a:cubicBezTo>
                  <a:cubicBezTo>
                    <a:pt x="3264" y="13484"/>
                    <a:pt x="3637" y="14428"/>
                    <a:pt x="4008" y="15344"/>
                  </a:cubicBezTo>
                  <a:cubicBezTo>
                    <a:pt x="4095" y="15573"/>
                    <a:pt x="4210" y="15832"/>
                    <a:pt x="4267" y="16061"/>
                  </a:cubicBezTo>
                  <a:cubicBezTo>
                    <a:pt x="4496" y="16920"/>
                    <a:pt x="4237" y="17549"/>
                    <a:pt x="4008" y="18236"/>
                  </a:cubicBezTo>
                  <a:cubicBezTo>
                    <a:pt x="3836" y="18637"/>
                    <a:pt x="3694" y="19065"/>
                    <a:pt x="3637" y="19553"/>
                  </a:cubicBezTo>
                  <a:cubicBezTo>
                    <a:pt x="3580" y="19897"/>
                    <a:pt x="3665" y="20126"/>
                    <a:pt x="3722" y="20325"/>
                  </a:cubicBezTo>
                  <a:cubicBezTo>
                    <a:pt x="3809" y="20554"/>
                    <a:pt x="3866" y="20641"/>
                    <a:pt x="3493" y="20955"/>
                  </a:cubicBezTo>
                  <a:cubicBezTo>
                    <a:pt x="3378" y="21069"/>
                    <a:pt x="3092" y="21069"/>
                    <a:pt x="2778" y="21069"/>
                  </a:cubicBezTo>
                  <a:cubicBezTo>
                    <a:pt x="2673" y="21061"/>
                    <a:pt x="2566" y="21055"/>
                    <a:pt x="2458" y="21055"/>
                  </a:cubicBezTo>
                  <a:cubicBezTo>
                    <a:pt x="2212" y="21055"/>
                    <a:pt x="1966" y="21085"/>
                    <a:pt x="1748" y="21184"/>
                  </a:cubicBezTo>
                  <a:cubicBezTo>
                    <a:pt x="516" y="21786"/>
                    <a:pt x="0" y="23618"/>
                    <a:pt x="58" y="25134"/>
                  </a:cubicBezTo>
                  <a:cubicBezTo>
                    <a:pt x="115" y="26882"/>
                    <a:pt x="832" y="28226"/>
                    <a:pt x="1947" y="28684"/>
                  </a:cubicBezTo>
                  <a:cubicBezTo>
                    <a:pt x="2075" y="28732"/>
                    <a:pt x="2194" y="28751"/>
                    <a:pt x="2304" y="28751"/>
                  </a:cubicBezTo>
                  <a:cubicBezTo>
                    <a:pt x="2588" y="28751"/>
                    <a:pt x="2813" y="28624"/>
                    <a:pt x="2978" y="28542"/>
                  </a:cubicBezTo>
                  <a:cubicBezTo>
                    <a:pt x="3144" y="28442"/>
                    <a:pt x="3252" y="28381"/>
                    <a:pt x="3370" y="28381"/>
                  </a:cubicBezTo>
                  <a:cubicBezTo>
                    <a:pt x="3455" y="28381"/>
                    <a:pt x="3545" y="28413"/>
                    <a:pt x="3665" y="28485"/>
                  </a:cubicBezTo>
                  <a:cubicBezTo>
                    <a:pt x="3836" y="28569"/>
                    <a:pt x="3866" y="28741"/>
                    <a:pt x="3894" y="29057"/>
                  </a:cubicBezTo>
                  <a:cubicBezTo>
                    <a:pt x="3923" y="29343"/>
                    <a:pt x="3981" y="29687"/>
                    <a:pt x="4237" y="30001"/>
                  </a:cubicBezTo>
                  <a:cubicBezTo>
                    <a:pt x="4656" y="30388"/>
                    <a:pt x="5048" y="30536"/>
                    <a:pt x="5414" y="30536"/>
                  </a:cubicBezTo>
                  <a:cubicBezTo>
                    <a:pt x="6076" y="30536"/>
                    <a:pt x="6650" y="30053"/>
                    <a:pt x="7130" y="29630"/>
                  </a:cubicBezTo>
                  <a:cubicBezTo>
                    <a:pt x="7530" y="29286"/>
                    <a:pt x="7931" y="28970"/>
                    <a:pt x="8302" y="28885"/>
                  </a:cubicBezTo>
                  <a:cubicBezTo>
                    <a:pt x="8404" y="28866"/>
                    <a:pt x="8496" y="28856"/>
                    <a:pt x="8582" y="28856"/>
                  </a:cubicBezTo>
                  <a:cubicBezTo>
                    <a:pt x="9244" y="28856"/>
                    <a:pt x="9452" y="29431"/>
                    <a:pt x="9706" y="30344"/>
                  </a:cubicBezTo>
                  <a:cubicBezTo>
                    <a:pt x="9878" y="30860"/>
                    <a:pt x="10020" y="31405"/>
                    <a:pt x="10363" y="31718"/>
                  </a:cubicBezTo>
                  <a:cubicBezTo>
                    <a:pt x="10851" y="32234"/>
                    <a:pt x="11538" y="32263"/>
                    <a:pt x="12195" y="32263"/>
                  </a:cubicBezTo>
                  <a:cubicBezTo>
                    <a:pt x="12768" y="32291"/>
                    <a:pt x="13283" y="32291"/>
                    <a:pt x="13656" y="32577"/>
                  </a:cubicBezTo>
                  <a:cubicBezTo>
                    <a:pt x="13885" y="32836"/>
                    <a:pt x="13970" y="33122"/>
                    <a:pt x="14057" y="33379"/>
                  </a:cubicBezTo>
                  <a:cubicBezTo>
                    <a:pt x="14114" y="33665"/>
                    <a:pt x="14199" y="33951"/>
                    <a:pt x="14458" y="34210"/>
                  </a:cubicBezTo>
                  <a:cubicBezTo>
                    <a:pt x="14715" y="34524"/>
                    <a:pt x="14944" y="34725"/>
                    <a:pt x="15145" y="34897"/>
                  </a:cubicBezTo>
                  <a:cubicBezTo>
                    <a:pt x="15402" y="35126"/>
                    <a:pt x="15631" y="35298"/>
                    <a:pt x="15802" y="35612"/>
                  </a:cubicBezTo>
                  <a:cubicBezTo>
                    <a:pt x="15802" y="35641"/>
                    <a:pt x="15745" y="35841"/>
                    <a:pt x="15745" y="35928"/>
                  </a:cubicBezTo>
                  <a:cubicBezTo>
                    <a:pt x="15688" y="36184"/>
                    <a:pt x="15631" y="36413"/>
                    <a:pt x="15718" y="36585"/>
                  </a:cubicBezTo>
                  <a:cubicBezTo>
                    <a:pt x="15917" y="36958"/>
                    <a:pt x="16146" y="37073"/>
                    <a:pt x="16405" y="37157"/>
                  </a:cubicBezTo>
                  <a:cubicBezTo>
                    <a:pt x="16547" y="37244"/>
                    <a:pt x="16691" y="37302"/>
                    <a:pt x="16863" y="37444"/>
                  </a:cubicBezTo>
                  <a:cubicBezTo>
                    <a:pt x="17034" y="37588"/>
                    <a:pt x="17234" y="37730"/>
                    <a:pt x="17405" y="37874"/>
                  </a:cubicBezTo>
                  <a:cubicBezTo>
                    <a:pt x="18207" y="38447"/>
                    <a:pt x="18951" y="39019"/>
                    <a:pt x="18894" y="40135"/>
                  </a:cubicBezTo>
                  <a:cubicBezTo>
                    <a:pt x="18837" y="40650"/>
                    <a:pt x="18695" y="40936"/>
                    <a:pt x="18523" y="41252"/>
                  </a:cubicBezTo>
                  <a:cubicBezTo>
                    <a:pt x="18264" y="41738"/>
                    <a:pt x="18008" y="42196"/>
                    <a:pt x="18638" y="43284"/>
                  </a:cubicBezTo>
                  <a:cubicBezTo>
                    <a:pt x="18894" y="43714"/>
                    <a:pt x="19238" y="44028"/>
                    <a:pt x="19581" y="44344"/>
                  </a:cubicBezTo>
                  <a:cubicBezTo>
                    <a:pt x="19840" y="44600"/>
                    <a:pt x="20096" y="44829"/>
                    <a:pt x="20298" y="45145"/>
                  </a:cubicBezTo>
                  <a:cubicBezTo>
                    <a:pt x="20497" y="45374"/>
                    <a:pt x="20641" y="45661"/>
                    <a:pt x="20783" y="45917"/>
                  </a:cubicBezTo>
                  <a:cubicBezTo>
                    <a:pt x="21012" y="46348"/>
                    <a:pt x="21241" y="46776"/>
                    <a:pt x="21729" y="47119"/>
                  </a:cubicBezTo>
                  <a:cubicBezTo>
                    <a:pt x="22157" y="47378"/>
                    <a:pt x="22673" y="47436"/>
                    <a:pt x="23103" y="47493"/>
                  </a:cubicBezTo>
                  <a:cubicBezTo>
                    <a:pt x="23589" y="47550"/>
                    <a:pt x="23990" y="47578"/>
                    <a:pt x="24161" y="47836"/>
                  </a:cubicBezTo>
                  <a:cubicBezTo>
                    <a:pt x="24306" y="48036"/>
                    <a:pt x="24306" y="48379"/>
                    <a:pt x="24191" y="48894"/>
                  </a:cubicBezTo>
                  <a:lnTo>
                    <a:pt x="24191" y="48952"/>
                  </a:lnTo>
                  <a:cubicBezTo>
                    <a:pt x="24191" y="49009"/>
                    <a:pt x="24019" y="49123"/>
                    <a:pt x="23905" y="49181"/>
                  </a:cubicBezTo>
                  <a:cubicBezTo>
                    <a:pt x="23676" y="49325"/>
                    <a:pt x="23417" y="49467"/>
                    <a:pt x="23360" y="49753"/>
                  </a:cubicBezTo>
                  <a:cubicBezTo>
                    <a:pt x="23275" y="50097"/>
                    <a:pt x="23474" y="50326"/>
                    <a:pt x="23589" y="50497"/>
                  </a:cubicBezTo>
                  <a:cubicBezTo>
                    <a:pt x="23646" y="50555"/>
                    <a:pt x="23733" y="50642"/>
                    <a:pt x="23733" y="50669"/>
                  </a:cubicBezTo>
                  <a:cubicBezTo>
                    <a:pt x="23733" y="50985"/>
                    <a:pt x="23790" y="51242"/>
                    <a:pt x="23848" y="51471"/>
                  </a:cubicBezTo>
                  <a:cubicBezTo>
                    <a:pt x="23932" y="51871"/>
                    <a:pt x="24019" y="52158"/>
                    <a:pt x="23761" y="52588"/>
                  </a:cubicBezTo>
                  <a:cubicBezTo>
                    <a:pt x="23532" y="52932"/>
                    <a:pt x="23161" y="53131"/>
                    <a:pt x="22787" y="53333"/>
                  </a:cubicBezTo>
                  <a:cubicBezTo>
                    <a:pt x="22100" y="53704"/>
                    <a:pt x="21299" y="54134"/>
                    <a:pt x="21443" y="55451"/>
                  </a:cubicBezTo>
                  <a:cubicBezTo>
                    <a:pt x="21557" y="56596"/>
                    <a:pt x="22416" y="56853"/>
                    <a:pt x="23245" y="57082"/>
                  </a:cubicBezTo>
                  <a:cubicBezTo>
                    <a:pt x="23733" y="57226"/>
                    <a:pt x="24248" y="57398"/>
                    <a:pt x="24619" y="57711"/>
                  </a:cubicBezTo>
                  <a:cubicBezTo>
                    <a:pt x="24677" y="57769"/>
                    <a:pt x="24706" y="57856"/>
                    <a:pt x="24734" y="58027"/>
                  </a:cubicBezTo>
                  <a:cubicBezTo>
                    <a:pt x="24791" y="58227"/>
                    <a:pt x="24848" y="58513"/>
                    <a:pt x="25192" y="58799"/>
                  </a:cubicBezTo>
                  <a:cubicBezTo>
                    <a:pt x="25622" y="59143"/>
                    <a:pt x="26138" y="59143"/>
                    <a:pt x="26623" y="59143"/>
                  </a:cubicBezTo>
                  <a:lnTo>
                    <a:pt x="26623" y="58657"/>
                  </a:lnTo>
                  <a:cubicBezTo>
                    <a:pt x="26195" y="58657"/>
                    <a:pt x="25794" y="58657"/>
                    <a:pt x="25478" y="58428"/>
                  </a:cubicBezTo>
                  <a:cubicBezTo>
                    <a:pt x="25279" y="58256"/>
                    <a:pt x="25249" y="58085"/>
                    <a:pt x="25222" y="57913"/>
                  </a:cubicBezTo>
                  <a:cubicBezTo>
                    <a:pt x="25164" y="57741"/>
                    <a:pt x="25135" y="57540"/>
                    <a:pt x="24935" y="57368"/>
                  </a:cubicBezTo>
                  <a:cubicBezTo>
                    <a:pt x="24477" y="56940"/>
                    <a:pt x="23905" y="56768"/>
                    <a:pt x="23390" y="56624"/>
                  </a:cubicBezTo>
                  <a:cubicBezTo>
                    <a:pt x="22501" y="56367"/>
                    <a:pt x="22015" y="56195"/>
                    <a:pt x="21928" y="55394"/>
                  </a:cubicBezTo>
                  <a:cubicBezTo>
                    <a:pt x="21814" y="54391"/>
                    <a:pt x="22329" y="54104"/>
                    <a:pt x="23016" y="53761"/>
                  </a:cubicBezTo>
                  <a:cubicBezTo>
                    <a:pt x="23417" y="53532"/>
                    <a:pt x="23848" y="53303"/>
                    <a:pt x="24161" y="52845"/>
                  </a:cubicBezTo>
                  <a:cubicBezTo>
                    <a:pt x="24535" y="52245"/>
                    <a:pt x="24420" y="51787"/>
                    <a:pt x="24306" y="51356"/>
                  </a:cubicBezTo>
                  <a:cubicBezTo>
                    <a:pt x="24248" y="51157"/>
                    <a:pt x="24219" y="50928"/>
                    <a:pt x="24219" y="50669"/>
                  </a:cubicBezTo>
                  <a:cubicBezTo>
                    <a:pt x="24219" y="50470"/>
                    <a:pt x="24077" y="50326"/>
                    <a:pt x="23990" y="50184"/>
                  </a:cubicBezTo>
                  <a:cubicBezTo>
                    <a:pt x="23848" y="50039"/>
                    <a:pt x="23818" y="49955"/>
                    <a:pt x="23848" y="49868"/>
                  </a:cubicBezTo>
                  <a:cubicBezTo>
                    <a:pt x="23848" y="49783"/>
                    <a:pt x="24019" y="49696"/>
                    <a:pt x="24161" y="49611"/>
                  </a:cubicBezTo>
                  <a:cubicBezTo>
                    <a:pt x="24363" y="49467"/>
                    <a:pt x="24649" y="49295"/>
                    <a:pt x="24649" y="48981"/>
                  </a:cubicBezTo>
                  <a:cubicBezTo>
                    <a:pt x="24821" y="48322"/>
                    <a:pt x="24791" y="47894"/>
                    <a:pt x="24562" y="47550"/>
                  </a:cubicBezTo>
                  <a:cubicBezTo>
                    <a:pt x="24276" y="47149"/>
                    <a:pt x="23733" y="47062"/>
                    <a:pt x="23161" y="47005"/>
                  </a:cubicBezTo>
                  <a:cubicBezTo>
                    <a:pt x="22760" y="46948"/>
                    <a:pt x="22329" y="46890"/>
                    <a:pt x="21986" y="46719"/>
                  </a:cubicBezTo>
                  <a:cubicBezTo>
                    <a:pt x="21615" y="46462"/>
                    <a:pt x="21413" y="46089"/>
                    <a:pt x="21214" y="45688"/>
                  </a:cubicBezTo>
                  <a:cubicBezTo>
                    <a:pt x="21070" y="45402"/>
                    <a:pt x="20898" y="45116"/>
                    <a:pt x="20699" y="44859"/>
                  </a:cubicBezTo>
                  <a:cubicBezTo>
                    <a:pt x="20470" y="44516"/>
                    <a:pt x="20183" y="44257"/>
                    <a:pt x="19925" y="44000"/>
                  </a:cubicBezTo>
                  <a:cubicBezTo>
                    <a:pt x="19581" y="43684"/>
                    <a:pt x="19295" y="43428"/>
                    <a:pt x="19066" y="43027"/>
                  </a:cubicBezTo>
                  <a:cubicBezTo>
                    <a:pt x="18550" y="42196"/>
                    <a:pt x="18722" y="41909"/>
                    <a:pt x="18951" y="41481"/>
                  </a:cubicBezTo>
                  <a:cubicBezTo>
                    <a:pt x="19123" y="41165"/>
                    <a:pt x="19325" y="40794"/>
                    <a:pt x="19352" y="40164"/>
                  </a:cubicBezTo>
                  <a:cubicBezTo>
                    <a:pt x="19439" y="38790"/>
                    <a:pt x="18523" y="38103"/>
                    <a:pt x="17721" y="37473"/>
                  </a:cubicBezTo>
                  <a:cubicBezTo>
                    <a:pt x="17520" y="37359"/>
                    <a:pt x="17348" y="37215"/>
                    <a:pt x="17176" y="37073"/>
                  </a:cubicBezTo>
                  <a:cubicBezTo>
                    <a:pt x="16947" y="36871"/>
                    <a:pt x="16748" y="36786"/>
                    <a:pt x="16604" y="36729"/>
                  </a:cubicBezTo>
                  <a:cubicBezTo>
                    <a:pt x="16375" y="36642"/>
                    <a:pt x="16260" y="36585"/>
                    <a:pt x="16146" y="36386"/>
                  </a:cubicBezTo>
                  <a:cubicBezTo>
                    <a:pt x="16146" y="36328"/>
                    <a:pt x="16176" y="36157"/>
                    <a:pt x="16203" y="36042"/>
                  </a:cubicBezTo>
                  <a:cubicBezTo>
                    <a:pt x="16260" y="35813"/>
                    <a:pt x="16318" y="35584"/>
                    <a:pt x="16233" y="35412"/>
                  </a:cubicBezTo>
                  <a:cubicBezTo>
                    <a:pt x="16004" y="34982"/>
                    <a:pt x="15745" y="34753"/>
                    <a:pt x="15459" y="34524"/>
                  </a:cubicBezTo>
                  <a:cubicBezTo>
                    <a:pt x="15260" y="34352"/>
                    <a:pt x="15058" y="34180"/>
                    <a:pt x="14829" y="33894"/>
                  </a:cubicBezTo>
                  <a:cubicBezTo>
                    <a:pt x="14630" y="33722"/>
                    <a:pt x="14573" y="33493"/>
                    <a:pt x="14515" y="33237"/>
                  </a:cubicBezTo>
                  <a:cubicBezTo>
                    <a:pt x="14428" y="32950"/>
                    <a:pt x="14314" y="32607"/>
                    <a:pt x="13970" y="32234"/>
                  </a:cubicBezTo>
                  <a:cubicBezTo>
                    <a:pt x="13485" y="31805"/>
                    <a:pt x="12825" y="31805"/>
                    <a:pt x="12195" y="31776"/>
                  </a:cubicBezTo>
                  <a:cubicBezTo>
                    <a:pt x="11623" y="31776"/>
                    <a:pt x="11050" y="31748"/>
                    <a:pt x="10707" y="31375"/>
                  </a:cubicBezTo>
                  <a:cubicBezTo>
                    <a:pt x="10450" y="31146"/>
                    <a:pt x="10306" y="30660"/>
                    <a:pt x="10191" y="30202"/>
                  </a:cubicBezTo>
                  <a:cubicBezTo>
                    <a:pt x="9964" y="29390"/>
                    <a:pt x="9668" y="28375"/>
                    <a:pt x="8626" y="28375"/>
                  </a:cubicBezTo>
                  <a:cubicBezTo>
                    <a:pt x="8493" y="28375"/>
                    <a:pt x="8347" y="28392"/>
                    <a:pt x="8188" y="28427"/>
                  </a:cubicBezTo>
                  <a:cubicBezTo>
                    <a:pt x="7702" y="28542"/>
                    <a:pt x="7244" y="28913"/>
                    <a:pt x="6814" y="29256"/>
                  </a:cubicBezTo>
                  <a:cubicBezTo>
                    <a:pt x="6276" y="29722"/>
                    <a:pt x="5850" y="30054"/>
                    <a:pt x="5411" y="30054"/>
                  </a:cubicBezTo>
                  <a:cubicBezTo>
                    <a:pt x="5148" y="30054"/>
                    <a:pt x="4880" y="29936"/>
                    <a:pt x="4581" y="29657"/>
                  </a:cubicBezTo>
                  <a:cubicBezTo>
                    <a:pt x="4439" y="29485"/>
                    <a:pt x="4409" y="29256"/>
                    <a:pt x="4381" y="29000"/>
                  </a:cubicBezTo>
                  <a:cubicBezTo>
                    <a:pt x="4324" y="28656"/>
                    <a:pt x="4294" y="28256"/>
                    <a:pt x="3894" y="28054"/>
                  </a:cubicBezTo>
                  <a:cubicBezTo>
                    <a:pt x="3708" y="27934"/>
                    <a:pt x="3534" y="27889"/>
                    <a:pt x="3376" y="27889"/>
                  </a:cubicBezTo>
                  <a:cubicBezTo>
                    <a:pt x="3122" y="27889"/>
                    <a:pt x="2908" y="28005"/>
                    <a:pt x="2749" y="28111"/>
                  </a:cubicBezTo>
                  <a:cubicBezTo>
                    <a:pt x="2575" y="28209"/>
                    <a:pt x="2452" y="28267"/>
                    <a:pt x="2320" y="28267"/>
                  </a:cubicBezTo>
                  <a:cubicBezTo>
                    <a:pt x="2258" y="28267"/>
                    <a:pt x="2193" y="28254"/>
                    <a:pt x="2119" y="28226"/>
                  </a:cubicBezTo>
                  <a:cubicBezTo>
                    <a:pt x="1031" y="27798"/>
                    <a:pt x="573" y="26337"/>
                    <a:pt x="545" y="25134"/>
                  </a:cubicBezTo>
                  <a:cubicBezTo>
                    <a:pt x="488" y="23504"/>
                    <a:pt x="1088" y="22043"/>
                    <a:pt x="1977" y="21614"/>
                  </a:cubicBezTo>
                  <a:cubicBezTo>
                    <a:pt x="2176" y="21527"/>
                    <a:pt x="2462" y="21527"/>
                    <a:pt x="2749" y="21527"/>
                  </a:cubicBezTo>
                  <a:cubicBezTo>
                    <a:pt x="2858" y="21535"/>
                    <a:pt x="2965" y="21540"/>
                    <a:pt x="3068" y="21540"/>
                  </a:cubicBezTo>
                  <a:cubicBezTo>
                    <a:pt x="3373" y="21540"/>
                    <a:pt x="3645" y="21491"/>
                    <a:pt x="3836" y="21298"/>
                  </a:cubicBezTo>
                  <a:cubicBezTo>
                    <a:pt x="4381" y="20813"/>
                    <a:pt x="4324" y="20497"/>
                    <a:pt x="4180" y="20153"/>
                  </a:cubicBezTo>
                  <a:cubicBezTo>
                    <a:pt x="4123" y="19981"/>
                    <a:pt x="4065" y="19839"/>
                    <a:pt x="4095" y="19610"/>
                  </a:cubicBezTo>
                  <a:cubicBezTo>
                    <a:pt x="4152" y="19180"/>
                    <a:pt x="4324" y="18779"/>
                    <a:pt x="4439" y="18408"/>
                  </a:cubicBezTo>
                  <a:cubicBezTo>
                    <a:pt x="4725" y="17691"/>
                    <a:pt x="4981" y="16947"/>
                    <a:pt x="4725" y="15916"/>
                  </a:cubicBezTo>
                  <a:cubicBezTo>
                    <a:pt x="4668" y="15660"/>
                    <a:pt x="4553" y="15401"/>
                    <a:pt x="4466" y="15172"/>
                  </a:cubicBezTo>
                  <a:cubicBezTo>
                    <a:pt x="4095" y="14256"/>
                    <a:pt x="3894" y="13741"/>
                    <a:pt x="5068" y="13226"/>
                  </a:cubicBezTo>
                  <a:cubicBezTo>
                    <a:pt x="5355" y="13084"/>
                    <a:pt x="5698" y="13054"/>
                    <a:pt x="6042" y="13054"/>
                  </a:cubicBezTo>
                  <a:cubicBezTo>
                    <a:pt x="6500" y="12997"/>
                    <a:pt x="6985" y="12969"/>
                    <a:pt x="7244" y="12626"/>
                  </a:cubicBezTo>
                  <a:cubicBezTo>
                    <a:pt x="7443" y="12339"/>
                    <a:pt x="7501" y="11966"/>
                    <a:pt x="7386" y="11423"/>
                  </a:cubicBezTo>
                  <a:cubicBezTo>
                    <a:pt x="7329" y="11080"/>
                    <a:pt x="7100" y="10821"/>
                    <a:pt x="6901" y="10564"/>
                  </a:cubicBezTo>
                  <a:cubicBezTo>
                    <a:pt x="6642" y="10306"/>
                    <a:pt x="6443" y="10049"/>
                    <a:pt x="6385" y="9676"/>
                  </a:cubicBezTo>
                  <a:cubicBezTo>
                    <a:pt x="6355" y="9419"/>
                    <a:pt x="6443" y="9133"/>
                    <a:pt x="6557" y="8847"/>
                  </a:cubicBezTo>
                  <a:cubicBezTo>
                    <a:pt x="6642" y="8561"/>
                    <a:pt x="6756" y="8274"/>
                    <a:pt x="6756" y="7988"/>
                  </a:cubicBezTo>
                  <a:cubicBezTo>
                    <a:pt x="6756" y="6470"/>
                    <a:pt x="6241" y="6355"/>
                    <a:pt x="5183" y="6270"/>
                  </a:cubicBezTo>
                  <a:cubicBezTo>
                    <a:pt x="5011" y="6241"/>
                    <a:pt x="4782" y="6213"/>
                    <a:pt x="4523" y="6183"/>
                  </a:cubicBezTo>
                  <a:cubicBezTo>
                    <a:pt x="3408" y="6041"/>
                    <a:pt x="1890" y="5183"/>
                    <a:pt x="1118" y="3893"/>
                  </a:cubicBezTo>
                  <a:cubicBezTo>
                    <a:pt x="660" y="3064"/>
                    <a:pt x="573" y="2233"/>
                    <a:pt x="889" y="1404"/>
                  </a:cubicBezTo>
                  <a:cubicBezTo>
                    <a:pt x="1088" y="946"/>
                    <a:pt x="1203" y="744"/>
                    <a:pt x="1290" y="660"/>
                  </a:cubicBezTo>
                  <a:cubicBezTo>
                    <a:pt x="1374" y="831"/>
                    <a:pt x="1432" y="1232"/>
                    <a:pt x="1489" y="1489"/>
                  </a:cubicBezTo>
                  <a:cubicBezTo>
                    <a:pt x="1633" y="2205"/>
                    <a:pt x="1748" y="2634"/>
                    <a:pt x="2004" y="2778"/>
                  </a:cubicBezTo>
                  <a:cubicBezTo>
                    <a:pt x="2113" y="2842"/>
                    <a:pt x="2435" y="3055"/>
                    <a:pt x="2734" y="3055"/>
                  </a:cubicBezTo>
                  <a:cubicBezTo>
                    <a:pt x="2830" y="3055"/>
                    <a:pt x="2924" y="3033"/>
                    <a:pt x="3007" y="2977"/>
                  </a:cubicBezTo>
                  <a:cubicBezTo>
                    <a:pt x="3436" y="2691"/>
                    <a:pt x="3294" y="1862"/>
                    <a:pt x="3149" y="1060"/>
                  </a:cubicBezTo>
                  <a:cubicBezTo>
                    <a:pt x="3122" y="774"/>
                    <a:pt x="3035" y="373"/>
                    <a:pt x="3065" y="286"/>
                  </a:cubicBezTo>
                  <a:lnTo>
                    <a:pt x="3065" y="286"/>
                  </a:lnTo>
                  <a:lnTo>
                    <a:pt x="3035" y="31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719961" y="2843468"/>
              <a:ext cx="216576" cy="158685"/>
            </a:xfrm>
            <a:custGeom>
              <a:avLst/>
              <a:gdLst/>
              <a:ahLst/>
              <a:cxnLst/>
              <a:rect l="l" t="t" r="r" b="b"/>
              <a:pathLst>
                <a:path w="10707" h="7845" extrusionOk="0">
                  <a:moveTo>
                    <a:pt x="57" y="1"/>
                  </a:moveTo>
                  <a:lnTo>
                    <a:pt x="0" y="488"/>
                  </a:lnTo>
                  <a:cubicBezTo>
                    <a:pt x="545" y="546"/>
                    <a:pt x="889" y="917"/>
                    <a:pt x="1232" y="1317"/>
                  </a:cubicBezTo>
                  <a:cubicBezTo>
                    <a:pt x="1603" y="1718"/>
                    <a:pt x="2004" y="2206"/>
                    <a:pt x="2721" y="2320"/>
                  </a:cubicBezTo>
                  <a:cubicBezTo>
                    <a:pt x="2761" y="2324"/>
                    <a:pt x="2801" y="2326"/>
                    <a:pt x="2839" y="2326"/>
                  </a:cubicBezTo>
                  <a:cubicBezTo>
                    <a:pt x="3101" y="2326"/>
                    <a:pt x="3323" y="2248"/>
                    <a:pt x="3522" y="2149"/>
                  </a:cubicBezTo>
                  <a:cubicBezTo>
                    <a:pt x="3721" y="2076"/>
                    <a:pt x="3885" y="2004"/>
                    <a:pt x="4066" y="2004"/>
                  </a:cubicBezTo>
                  <a:cubicBezTo>
                    <a:pt x="4172" y="2004"/>
                    <a:pt x="4282" y="2028"/>
                    <a:pt x="4409" y="2091"/>
                  </a:cubicBezTo>
                  <a:cubicBezTo>
                    <a:pt x="4782" y="2291"/>
                    <a:pt x="4839" y="2462"/>
                    <a:pt x="4954" y="2778"/>
                  </a:cubicBezTo>
                  <a:cubicBezTo>
                    <a:pt x="5011" y="2950"/>
                    <a:pt x="5068" y="3122"/>
                    <a:pt x="5240" y="3378"/>
                  </a:cubicBezTo>
                  <a:cubicBezTo>
                    <a:pt x="6126" y="4524"/>
                    <a:pt x="6813" y="4782"/>
                    <a:pt x="7958" y="5211"/>
                  </a:cubicBezTo>
                  <a:lnTo>
                    <a:pt x="8160" y="5298"/>
                  </a:lnTo>
                  <a:cubicBezTo>
                    <a:pt x="8274" y="5325"/>
                    <a:pt x="8359" y="5382"/>
                    <a:pt x="8474" y="5440"/>
                  </a:cubicBezTo>
                  <a:cubicBezTo>
                    <a:pt x="8989" y="5641"/>
                    <a:pt x="9420" y="5840"/>
                    <a:pt x="9706" y="6271"/>
                  </a:cubicBezTo>
                  <a:cubicBezTo>
                    <a:pt x="9820" y="6443"/>
                    <a:pt x="9848" y="6614"/>
                    <a:pt x="9905" y="6843"/>
                  </a:cubicBezTo>
                  <a:cubicBezTo>
                    <a:pt x="9962" y="7157"/>
                    <a:pt x="10020" y="7530"/>
                    <a:pt x="10393" y="7844"/>
                  </a:cubicBezTo>
                  <a:lnTo>
                    <a:pt x="10707" y="7501"/>
                  </a:lnTo>
                  <a:cubicBezTo>
                    <a:pt x="10450" y="7272"/>
                    <a:pt x="10420" y="7043"/>
                    <a:pt x="10363" y="6756"/>
                  </a:cubicBezTo>
                  <a:cubicBezTo>
                    <a:pt x="10336" y="6527"/>
                    <a:pt x="10278" y="6241"/>
                    <a:pt x="10107" y="6012"/>
                  </a:cubicBezTo>
                  <a:cubicBezTo>
                    <a:pt x="9763" y="5440"/>
                    <a:pt x="9191" y="5211"/>
                    <a:pt x="8675" y="4982"/>
                  </a:cubicBezTo>
                  <a:cubicBezTo>
                    <a:pt x="8561" y="4924"/>
                    <a:pt x="8446" y="4897"/>
                    <a:pt x="8332" y="4840"/>
                  </a:cubicBezTo>
                  <a:lnTo>
                    <a:pt x="8130" y="4753"/>
                  </a:lnTo>
                  <a:cubicBezTo>
                    <a:pt x="7015" y="4324"/>
                    <a:pt x="6442" y="4123"/>
                    <a:pt x="5641" y="3092"/>
                  </a:cubicBezTo>
                  <a:cubicBezTo>
                    <a:pt x="5526" y="2920"/>
                    <a:pt x="5469" y="2778"/>
                    <a:pt x="5412" y="2607"/>
                  </a:cubicBezTo>
                  <a:cubicBezTo>
                    <a:pt x="5297" y="2291"/>
                    <a:pt x="5183" y="1947"/>
                    <a:pt x="4610" y="1661"/>
                  </a:cubicBezTo>
                  <a:cubicBezTo>
                    <a:pt x="4411" y="1550"/>
                    <a:pt x="4224" y="1508"/>
                    <a:pt x="4049" y="1508"/>
                  </a:cubicBezTo>
                  <a:cubicBezTo>
                    <a:pt x="3774" y="1508"/>
                    <a:pt x="3531" y="1613"/>
                    <a:pt x="3321" y="1718"/>
                  </a:cubicBezTo>
                  <a:cubicBezTo>
                    <a:pt x="3173" y="1767"/>
                    <a:pt x="3025" y="1839"/>
                    <a:pt x="2878" y="1839"/>
                  </a:cubicBezTo>
                  <a:cubicBezTo>
                    <a:pt x="2854" y="1839"/>
                    <a:pt x="2830" y="1837"/>
                    <a:pt x="2806" y="1833"/>
                  </a:cubicBezTo>
                  <a:cubicBezTo>
                    <a:pt x="2263" y="1748"/>
                    <a:pt x="1919" y="1375"/>
                    <a:pt x="1576" y="1004"/>
                  </a:cubicBezTo>
                  <a:cubicBezTo>
                    <a:pt x="1203" y="573"/>
                    <a:pt x="802" y="11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6689839" y="2886921"/>
              <a:ext cx="129719" cy="149421"/>
            </a:xfrm>
            <a:custGeom>
              <a:avLst/>
              <a:gdLst/>
              <a:ahLst/>
              <a:cxnLst/>
              <a:rect l="l" t="t" r="r" b="b"/>
              <a:pathLst>
                <a:path w="6413" h="7387" extrusionOk="0">
                  <a:moveTo>
                    <a:pt x="6069" y="1"/>
                  </a:moveTo>
                  <a:lnTo>
                    <a:pt x="5584" y="28"/>
                  </a:lnTo>
                  <a:cubicBezTo>
                    <a:pt x="5584" y="172"/>
                    <a:pt x="5611" y="344"/>
                    <a:pt x="5641" y="516"/>
                  </a:cubicBezTo>
                  <a:cubicBezTo>
                    <a:pt x="5726" y="1489"/>
                    <a:pt x="5898" y="2921"/>
                    <a:pt x="5355" y="3436"/>
                  </a:cubicBezTo>
                  <a:cubicBezTo>
                    <a:pt x="5126" y="3692"/>
                    <a:pt x="4695" y="3779"/>
                    <a:pt x="4267" y="3837"/>
                  </a:cubicBezTo>
                  <a:cubicBezTo>
                    <a:pt x="3779" y="3921"/>
                    <a:pt x="3179" y="4036"/>
                    <a:pt x="2806" y="4524"/>
                  </a:cubicBezTo>
                  <a:cubicBezTo>
                    <a:pt x="2577" y="4810"/>
                    <a:pt x="2520" y="5268"/>
                    <a:pt x="2463" y="5696"/>
                  </a:cubicBezTo>
                  <a:cubicBezTo>
                    <a:pt x="2378" y="6356"/>
                    <a:pt x="2321" y="6757"/>
                    <a:pt x="1977" y="6841"/>
                  </a:cubicBezTo>
                  <a:cubicBezTo>
                    <a:pt x="1909" y="6866"/>
                    <a:pt x="1846" y="6878"/>
                    <a:pt x="1787" y="6878"/>
                  </a:cubicBezTo>
                  <a:cubicBezTo>
                    <a:pt x="1495" y="6878"/>
                    <a:pt x="1289" y="6588"/>
                    <a:pt x="1004" y="6040"/>
                  </a:cubicBezTo>
                  <a:cubicBezTo>
                    <a:pt x="745" y="5639"/>
                    <a:pt x="516" y="5211"/>
                    <a:pt x="115" y="5096"/>
                  </a:cubicBezTo>
                  <a:lnTo>
                    <a:pt x="1" y="5554"/>
                  </a:lnTo>
                  <a:cubicBezTo>
                    <a:pt x="202" y="5611"/>
                    <a:pt x="374" y="5955"/>
                    <a:pt x="573" y="6269"/>
                  </a:cubicBezTo>
                  <a:cubicBezTo>
                    <a:pt x="832" y="6757"/>
                    <a:pt x="1175" y="7386"/>
                    <a:pt x="1775" y="7386"/>
                  </a:cubicBezTo>
                  <a:cubicBezTo>
                    <a:pt x="1890" y="7386"/>
                    <a:pt x="2004" y="7357"/>
                    <a:pt x="2119" y="7299"/>
                  </a:cubicBezTo>
                  <a:cubicBezTo>
                    <a:pt x="2779" y="7157"/>
                    <a:pt x="2863" y="6413"/>
                    <a:pt x="2950" y="5753"/>
                  </a:cubicBezTo>
                  <a:cubicBezTo>
                    <a:pt x="2978" y="5382"/>
                    <a:pt x="3035" y="4982"/>
                    <a:pt x="3179" y="4810"/>
                  </a:cubicBezTo>
                  <a:cubicBezTo>
                    <a:pt x="3436" y="4466"/>
                    <a:pt x="3894" y="4409"/>
                    <a:pt x="4352" y="4322"/>
                  </a:cubicBezTo>
                  <a:cubicBezTo>
                    <a:pt x="4840" y="4237"/>
                    <a:pt x="5355" y="4150"/>
                    <a:pt x="5698" y="3779"/>
                  </a:cubicBezTo>
                  <a:cubicBezTo>
                    <a:pt x="6413" y="3120"/>
                    <a:pt x="6241" y="1574"/>
                    <a:pt x="6099" y="459"/>
                  </a:cubicBezTo>
                  <a:cubicBezTo>
                    <a:pt x="6099" y="287"/>
                    <a:pt x="6069" y="143"/>
                    <a:pt x="606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6988668" y="2660473"/>
              <a:ext cx="184151" cy="217749"/>
            </a:xfrm>
            <a:custGeom>
              <a:avLst/>
              <a:gdLst/>
              <a:ahLst/>
              <a:cxnLst/>
              <a:rect l="l" t="t" r="r" b="b"/>
              <a:pathLst>
                <a:path w="9104" h="10765" extrusionOk="0">
                  <a:moveTo>
                    <a:pt x="8618" y="0"/>
                  </a:moveTo>
                  <a:cubicBezTo>
                    <a:pt x="8618" y="603"/>
                    <a:pt x="8389" y="889"/>
                    <a:pt x="8073" y="1260"/>
                  </a:cubicBezTo>
                  <a:cubicBezTo>
                    <a:pt x="7844" y="1519"/>
                    <a:pt x="7615" y="1805"/>
                    <a:pt x="7443" y="2233"/>
                  </a:cubicBezTo>
                  <a:cubicBezTo>
                    <a:pt x="7214" y="2836"/>
                    <a:pt x="7301" y="3236"/>
                    <a:pt x="7386" y="3580"/>
                  </a:cubicBezTo>
                  <a:cubicBezTo>
                    <a:pt x="7443" y="3836"/>
                    <a:pt x="7500" y="4065"/>
                    <a:pt x="7443" y="4382"/>
                  </a:cubicBezTo>
                  <a:cubicBezTo>
                    <a:pt x="7214" y="5320"/>
                    <a:pt x="6787" y="5529"/>
                    <a:pt x="6217" y="5529"/>
                  </a:cubicBezTo>
                  <a:cubicBezTo>
                    <a:pt x="6005" y="5529"/>
                    <a:pt x="5774" y="5500"/>
                    <a:pt x="5526" y="5469"/>
                  </a:cubicBezTo>
                  <a:cubicBezTo>
                    <a:pt x="5253" y="5421"/>
                    <a:pt x="4990" y="5381"/>
                    <a:pt x="4730" y="5381"/>
                  </a:cubicBezTo>
                  <a:cubicBezTo>
                    <a:pt x="4526" y="5381"/>
                    <a:pt x="4324" y="5406"/>
                    <a:pt x="4122" y="5469"/>
                  </a:cubicBezTo>
                  <a:cubicBezTo>
                    <a:pt x="3751" y="5611"/>
                    <a:pt x="3522" y="5783"/>
                    <a:pt x="3408" y="6042"/>
                  </a:cubicBezTo>
                  <a:cubicBezTo>
                    <a:pt x="3206" y="6443"/>
                    <a:pt x="3408" y="6901"/>
                    <a:pt x="3579" y="7416"/>
                  </a:cubicBezTo>
                  <a:cubicBezTo>
                    <a:pt x="3809" y="8016"/>
                    <a:pt x="4038" y="8646"/>
                    <a:pt x="3721" y="9248"/>
                  </a:cubicBezTo>
                  <a:cubicBezTo>
                    <a:pt x="3378" y="9791"/>
                    <a:pt x="2920" y="10164"/>
                    <a:pt x="2462" y="10249"/>
                  </a:cubicBezTo>
                  <a:cubicBezTo>
                    <a:pt x="2372" y="10272"/>
                    <a:pt x="2284" y="10283"/>
                    <a:pt x="2197" y="10283"/>
                  </a:cubicBezTo>
                  <a:cubicBezTo>
                    <a:pt x="1954" y="10283"/>
                    <a:pt x="1722" y="10197"/>
                    <a:pt x="1489" y="10050"/>
                  </a:cubicBezTo>
                  <a:cubicBezTo>
                    <a:pt x="1289" y="9905"/>
                    <a:pt x="1202" y="9676"/>
                    <a:pt x="1088" y="9420"/>
                  </a:cubicBezTo>
                  <a:cubicBezTo>
                    <a:pt x="973" y="9019"/>
                    <a:pt x="774" y="8531"/>
                    <a:pt x="172" y="8275"/>
                  </a:cubicBezTo>
                  <a:lnTo>
                    <a:pt x="0" y="8733"/>
                  </a:lnTo>
                  <a:cubicBezTo>
                    <a:pt x="401" y="8905"/>
                    <a:pt x="515" y="9218"/>
                    <a:pt x="630" y="9562"/>
                  </a:cubicBezTo>
                  <a:cubicBezTo>
                    <a:pt x="744" y="9878"/>
                    <a:pt x="889" y="10249"/>
                    <a:pt x="1232" y="10450"/>
                  </a:cubicBezTo>
                  <a:cubicBezTo>
                    <a:pt x="1546" y="10650"/>
                    <a:pt x="1889" y="10764"/>
                    <a:pt x="2205" y="10764"/>
                  </a:cubicBezTo>
                  <a:cubicBezTo>
                    <a:pt x="2320" y="10764"/>
                    <a:pt x="2434" y="10764"/>
                    <a:pt x="2549" y="10737"/>
                  </a:cubicBezTo>
                  <a:cubicBezTo>
                    <a:pt x="3149" y="10592"/>
                    <a:pt x="3721" y="10164"/>
                    <a:pt x="4152" y="9505"/>
                  </a:cubicBezTo>
                  <a:cubicBezTo>
                    <a:pt x="4580" y="8676"/>
                    <a:pt x="4267" y="7874"/>
                    <a:pt x="4038" y="7244"/>
                  </a:cubicBezTo>
                  <a:cubicBezTo>
                    <a:pt x="3866" y="6814"/>
                    <a:pt x="3751" y="6470"/>
                    <a:pt x="3836" y="6241"/>
                  </a:cubicBezTo>
                  <a:cubicBezTo>
                    <a:pt x="3893" y="6127"/>
                    <a:pt x="4038" y="6012"/>
                    <a:pt x="4267" y="5927"/>
                  </a:cubicBezTo>
                  <a:cubicBezTo>
                    <a:pt x="4421" y="5888"/>
                    <a:pt x="4587" y="5873"/>
                    <a:pt x="4762" y="5873"/>
                  </a:cubicBezTo>
                  <a:cubicBezTo>
                    <a:pt x="4976" y="5873"/>
                    <a:pt x="5204" y="5896"/>
                    <a:pt x="5439" y="5927"/>
                  </a:cubicBezTo>
                  <a:cubicBezTo>
                    <a:pt x="5693" y="5967"/>
                    <a:pt x="5962" y="6006"/>
                    <a:pt x="6228" y="6006"/>
                  </a:cubicBezTo>
                  <a:cubicBezTo>
                    <a:pt x="6922" y="6006"/>
                    <a:pt x="7591" y="5737"/>
                    <a:pt x="7901" y="4496"/>
                  </a:cubicBezTo>
                  <a:cubicBezTo>
                    <a:pt x="7988" y="4065"/>
                    <a:pt x="7931" y="3752"/>
                    <a:pt x="7874" y="3465"/>
                  </a:cubicBezTo>
                  <a:cubicBezTo>
                    <a:pt x="7786" y="3149"/>
                    <a:pt x="7729" y="2893"/>
                    <a:pt x="7901" y="2405"/>
                  </a:cubicBezTo>
                  <a:cubicBezTo>
                    <a:pt x="8045" y="2062"/>
                    <a:pt x="8217" y="1833"/>
                    <a:pt x="8446" y="1576"/>
                  </a:cubicBezTo>
                  <a:cubicBezTo>
                    <a:pt x="8760" y="1175"/>
                    <a:pt x="9103" y="775"/>
                    <a:pt x="91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145021" y="2743858"/>
              <a:ext cx="226447" cy="119909"/>
            </a:xfrm>
            <a:custGeom>
              <a:avLst/>
              <a:gdLst/>
              <a:ahLst/>
              <a:cxnLst/>
              <a:rect l="l" t="t" r="r" b="b"/>
              <a:pathLst>
                <a:path w="11195" h="5928" extrusionOk="0">
                  <a:moveTo>
                    <a:pt x="57" y="1"/>
                  </a:moveTo>
                  <a:lnTo>
                    <a:pt x="0" y="459"/>
                  </a:lnTo>
                  <a:cubicBezTo>
                    <a:pt x="1088" y="573"/>
                    <a:pt x="1118" y="1661"/>
                    <a:pt x="1061" y="3321"/>
                  </a:cubicBezTo>
                  <a:cubicBezTo>
                    <a:pt x="1031" y="4409"/>
                    <a:pt x="1003" y="5440"/>
                    <a:pt x="1633" y="5813"/>
                  </a:cubicBezTo>
                  <a:cubicBezTo>
                    <a:pt x="1775" y="5898"/>
                    <a:pt x="1947" y="5928"/>
                    <a:pt x="2119" y="5928"/>
                  </a:cubicBezTo>
                  <a:cubicBezTo>
                    <a:pt x="2634" y="5928"/>
                    <a:pt x="3293" y="5669"/>
                    <a:pt x="4180" y="5096"/>
                  </a:cubicBezTo>
                  <a:cubicBezTo>
                    <a:pt x="4210" y="5069"/>
                    <a:pt x="4352" y="5069"/>
                    <a:pt x="4439" y="5069"/>
                  </a:cubicBezTo>
                  <a:cubicBezTo>
                    <a:pt x="4581" y="5069"/>
                    <a:pt x="4782" y="5069"/>
                    <a:pt x="4981" y="4982"/>
                  </a:cubicBezTo>
                  <a:cubicBezTo>
                    <a:pt x="5240" y="4867"/>
                    <a:pt x="5325" y="4638"/>
                    <a:pt x="5382" y="4439"/>
                  </a:cubicBezTo>
                  <a:cubicBezTo>
                    <a:pt x="5439" y="4210"/>
                    <a:pt x="5497" y="4095"/>
                    <a:pt x="5668" y="4038"/>
                  </a:cubicBezTo>
                  <a:cubicBezTo>
                    <a:pt x="5788" y="4008"/>
                    <a:pt x="5887" y="3994"/>
                    <a:pt x="5971" y="3994"/>
                  </a:cubicBezTo>
                  <a:cubicBezTo>
                    <a:pt x="6292" y="3994"/>
                    <a:pt x="6397" y="4195"/>
                    <a:pt x="6557" y="4466"/>
                  </a:cubicBezTo>
                  <a:cubicBezTo>
                    <a:pt x="6699" y="4695"/>
                    <a:pt x="6843" y="4954"/>
                    <a:pt x="7157" y="5096"/>
                  </a:cubicBezTo>
                  <a:cubicBezTo>
                    <a:pt x="7516" y="5253"/>
                    <a:pt x="7827" y="5320"/>
                    <a:pt x="8100" y="5320"/>
                  </a:cubicBezTo>
                  <a:cubicBezTo>
                    <a:pt x="9029" y="5320"/>
                    <a:pt x="9527" y="4544"/>
                    <a:pt x="9992" y="3837"/>
                  </a:cubicBezTo>
                  <a:cubicBezTo>
                    <a:pt x="10336" y="3321"/>
                    <a:pt x="10679" y="2779"/>
                    <a:pt x="11194" y="2463"/>
                  </a:cubicBezTo>
                  <a:lnTo>
                    <a:pt x="10965" y="2062"/>
                  </a:lnTo>
                  <a:cubicBezTo>
                    <a:pt x="10336" y="2405"/>
                    <a:pt x="9935" y="3035"/>
                    <a:pt x="9591" y="3580"/>
                  </a:cubicBezTo>
                  <a:cubicBezTo>
                    <a:pt x="9116" y="4271"/>
                    <a:pt x="8755" y="4832"/>
                    <a:pt x="8103" y="4832"/>
                  </a:cubicBezTo>
                  <a:cubicBezTo>
                    <a:pt x="7890" y="4832"/>
                    <a:pt x="7647" y="4772"/>
                    <a:pt x="7358" y="4638"/>
                  </a:cubicBezTo>
                  <a:cubicBezTo>
                    <a:pt x="7187" y="4581"/>
                    <a:pt x="7100" y="4409"/>
                    <a:pt x="6985" y="4210"/>
                  </a:cubicBezTo>
                  <a:cubicBezTo>
                    <a:pt x="6797" y="3903"/>
                    <a:pt x="6570" y="3521"/>
                    <a:pt x="5973" y="3521"/>
                  </a:cubicBezTo>
                  <a:cubicBezTo>
                    <a:pt x="5843" y="3521"/>
                    <a:pt x="5695" y="3539"/>
                    <a:pt x="5526" y="3580"/>
                  </a:cubicBezTo>
                  <a:cubicBezTo>
                    <a:pt x="5096" y="3722"/>
                    <a:pt x="5011" y="4038"/>
                    <a:pt x="4924" y="4295"/>
                  </a:cubicBezTo>
                  <a:cubicBezTo>
                    <a:pt x="4867" y="4439"/>
                    <a:pt x="4839" y="4524"/>
                    <a:pt x="4810" y="4554"/>
                  </a:cubicBezTo>
                  <a:cubicBezTo>
                    <a:pt x="4725" y="4585"/>
                    <a:pt x="4621" y="4589"/>
                    <a:pt x="4508" y="4589"/>
                  </a:cubicBezTo>
                  <a:cubicBezTo>
                    <a:pt x="4469" y="4589"/>
                    <a:pt x="4429" y="4588"/>
                    <a:pt x="4388" y="4588"/>
                  </a:cubicBezTo>
                  <a:cubicBezTo>
                    <a:pt x="4231" y="4588"/>
                    <a:pt x="4066" y="4596"/>
                    <a:pt x="3923" y="4668"/>
                  </a:cubicBezTo>
                  <a:cubicBezTo>
                    <a:pt x="2991" y="5268"/>
                    <a:pt x="2449" y="5449"/>
                    <a:pt x="2134" y="5449"/>
                  </a:cubicBezTo>
                  <a:cubicBezTo>
                    <a:pt x="2013" y="5449"/>
                    <a:pt x="1926" y="5422"/>
                    <a:pt x="1862" y="5383"/>
                  </a:cubicBezTo>
                  <a:cubicBezTo>
                    <a:pt x="1489" y="5183"/>
                    <a:pt x="1519" y="4237"/>
                    <a:pt x="1546" y="3351"/>
                  </a:cubicBezTo>
                  <a:cubicBezTo>
                    <a:pt x="1603" y="1920"/>
                    <a:pt x="1661" y="14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7276491" y="2727088"/>
              <a:ext cx="31292" cy="104253"/>
            </a:xfrm>
            <a:custGeom>
              <a:avLst/>
              <a:gdLst/>
              <a:ahLst/>
              <a:cxnLst/>
              <a:rect l="l" t="t" r="r" b="b"/>
              <a:pathLst>
                <a:path w="1547" h="5154" extrusionOk="0">
                  <a:moveTo>
                    <a:pt x="1260" y="1"/>
                  </a:moveTo>
                  <a:cubicBezTo>
                    <a:pt x="257" y="772"/>
                    <a:pt x="314" y="1776"/>
                    <a:pt x="372" y="2749"/>
                  </a:cubicBezTo>
                  <a:cubicBezTo>
                    <a:pt x="401" y="3521"/>
                    <a:pt x="459" y="4237"/>
                    <a:pt x="1" y="4895"/>
                  </a:cubicBezTo>
                  <a:lnTo>
                    <a:pt x="401" y="5153"/>
                  </a:lnTo>
                  <a:cubicBezTo>
                    <a:pt x="944" y="4379"/>
                    <a:pt x="887" y="3550"/>
                    <a:pt x="859" y="2719"/>
                  </a:cubicBezTo>
                  <a:cubicBezTo>
                    <a:pt x="802" y="1803"/>
                    <a:pt x="745" y="1001"/>
                    <a:pt x="1546" y="372"/>
                  </a:cubicBezTo>
                  <a:lnTo>
                    <a:pt x="1260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7196585" y="2721302"/>
              <a:ext cx="40556" cy="115216"/>
            </a:xfrm>
            <a:custGeom>
              <a:avLst/>
              <a:gdLst/>
              <a:ahLst/>
              <a:cxnLst/>
              <a:rect l="l" t="t" r="r" b="b"/>
              <a:pathLst>
                <a:path w="2005" h="5696" extrusionOk="0">
                  <a:moveTo>
                    <a:pt x="1173" y="0"/>
                  </a:moveTo>
                  <a:cubicBezTo>
                    <a:pt x="1173" y="401"/>
                    <a:pt x="944" y="829"/>
                    <a:pt x="687" y="1287"/>
                  </a:cubicBezTo>
                  <a:cubicBezTo>
                    <a:pt x="344" y="1860"/>
                    <a:pt x="0" y="2462"/>
                    <a:pt x="172" y="3177"/>
                  </a:cubicBezTo>
                  <a:cubicBezTo>
                    <a:pt x="344" y="3578"/>
                    <a:pt x="630" y="3749"/>
                    <a:pt x="886" y="3921"/>
                  </a:cubicBezTo>
                  <a:cubicBezTo>
                    <a:pt x="1145" y="4065"/>
                    <a:pt x="1344" y="4207"/>
                    <a:pt x="1459" y="4523"/>
                  </a:cubicBezTo>
                  <a:cubicBezTo>
                    <a:pt x="1516" y="4665"/>
                    <a:pt x="1489" y="5066"/>
                    <a:pt x="1459" y="5352"/>
                  </a:cubicBezTo>
                  <a:lnTo>
                    <a:pt x="1459" y="5696"/>
                  </a:lnTo>
                  <a:lnTo>
                    <a:pt x="1917" y="5696"/>
                  </a:lnTo>
                  <a:cubicBezTo>
                    <a:pt x="1917" y="5611"/>
                    <a:pt x="1947" y="5497"/>
                    <a:pt x="1947" y="5382"/>
                  </a:cubicBezTo>
                  <a:cubicBezTo>
                    <a:pt x="1974" y="5009"/>
                    <a:pt x="2004" y="4608"/>
                    <a:pt x="1917" y="4352"/>
                  </a:cubicBezTo>
                  <a:cubicBezTo>
                    <a:pt x="1745" y="3864"/>
                    <a:pt x="1402" y="3665"/>
                    <a:pt x="1145" y="3493"/>
                  </a:cubicBezTo>
                  <a:cubicBezTo>
                    <a:pt x="916" y="3349"/>
                    <a:pt x="744" y="3234"/>
                    <a:pt x="630" y="3035"/>
                  </a:cubicBezTo>
                  <a:cubicBezTo>
                    <a:pt x="515" y="2547"/>
                    <a:pt x="802" y="2032"/>
                    <a:pt x="1088" y="1517"/>
                  </a:cubicBezTo>
                  <a:cubicBezTo>
                    <a:pt x="1374" y="1031"/>
                    <a:pt x="1661" y="543"/>
                    <a:pt x="166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6952194" y="3195014"/>
              <a:ext cx="30685" cy="197441"/>
            </a:xfrm>
            <a:custGeom>
              <a:avLst/>
              <a:gdLst/>
              <a:ahLst/>
              <a:cxnLst/>
              <a:rect l="l" t="t" r="r" b="b"/>
              <a:pathLst>
                <a:path w="1517" h="9761" extrusionOk="0">
                  <a:moveTo>
                    <a:pt x="745" y="0"/>
                  </a:moveTo>
                  <a:lnTo>
                    <a:pt x="287" y="115"/>
                  </a:lnTo>
                  <a:cubicBezTo>
                    <a:pt x="372" y="486"/>
                    <a:pt x="486" y="802"/>
                    <a:pt x="630" y="1145"/>
                  </a:cubicBezTo>
                  <a:cubicBezTo>
                    <a:pt x="830" y="1603"/>
                    <a:pt x="1001" y="2031"/>
                    <a:pt x="1001" y="2576"/>
                  </a:cubicBezTo>
                  <a:cubicBezTo>
                    <a:pt x="1001" y="3149"/>
                    <a:pt x="830" y="3634"/>
                    <a:pt x="658" y="4150"/>
                  </a:cubicBezTo>
                  <a:cubicBezTo>
                    <a:pt x="516" y="4551"/>
                    <a:pt x="372" y="4951"/>
                    <a:pt x="287" y="5439"/>
                  </a:cubicBezTo>
                  <a:cubicBezTo>
                    <a:pt x="172" y="6183"/>
                    <a:pt x="429" y="6898"/>
                    <a:pt x="630" y="7500"/>
                  </a:cubicBezTo>
                  <a:cubicBezTo>
                    <a:pt x="830" y="8043"/>
                    <a:pt x="1001" y="8501"/>
                    <a:pt x="830" y="8817"/>
                  </a:cubicBezTo>
                  <a:cubicBezTo>
                    <a:pt x="715" y="9016"/>
                    <a:pt x="459" y="9188"/>
                    <a:pt x="1" y="9303"/>
                  </a:cubicBezTo>
                  <a:lnTo>
                    <a:pt x="115" y="9761"/>
                  </a:lnTo>
                  <a:cubicBezTo>
                    <a:pt x="715" y="9619"/>
                    <a:pt x="1088" y="9390"/>
                    <a:pt x="1260" y="9046"/>
                  </a:cubicBezTo>
                  <a:cubicBezTo>
                    <a:pt x="1517" y="8558"/>
                    <a:pt x="1317" y="7958"/>
                    <a:pt x="1088" y="7328"/>
                  </a:cubicBezTo>
                  <a:cubicBezTo>
                    <a:pt x="887" y="6783"/>
                    <a:pt x="658" y="6126"/>
                    <a:pt x="772" y="5496"/>
                  </a:cubicBezTo>
                  <a:cubicBezTo>
                    <a:pt x="830" y="5096"/>
                    <a:pt x="974" y="4695"/>
                    <a:pt x="1116" y="4322"/>
                  </a:cubicBezTo>
                  <a:cubicBezTo>
                    <a:pt x="1288" y="3779"/>
                    <a:pt x="1489" y="3234"/>
                    <a:pt x="1489" y="2576"/>
                  </a:cubicBezTo>
                  <a:cubicBezTo>
                    <a:pt x="1489" y="1947"/>
                    <a:pt x="1288" y="1431"/>
                    <a:pt x="1088" y="944"/>
                  </a:cubicBezTo>
                  <a:cubicBezTo>
                    <a:pt x="944" y="630"/>
                    <a:pt x="830" y="344"/>
                    <a:pt x="745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6966658" y="3376836"/>
              <a:ext cx="254786" cy="930526"/>
            </a:xfrm>
            <a:custGeom>
              <a:avLst/>
              <a:gdLst/>
              <a:ahLst/>
              <a:cxnLst/>
              <a:rect l="l" t="t" r="r" b="b"/>
              <a:pathLst>
                <a:path w="12596" h="46003" extrusionOk="0">
                  <a:moveTo>
                    <a:pt x="0" y="1"/>
                  </a:moveTo>
                  <a:lnTo>
                    <a:pt x="0" y="486"/>
                  </a:lnTo>
                  <a:cubicBezTo>
                    <a:pt x="1175" y="486"/>
                    <a:pt x="1489" y="2433"/>
                    <a:pt x="1748" y="4151"/>
                  </a:cubicBezTo>
                  <a:cubicBezTo>
                    <a:pt x="1919" y="5211"/>
                    <a:pt x="2091" y="6212"/>
                    <a:pt x="2435" y="6757"/>
                  </a:cubicBezTo>
                  <a:cubicBezTo>
                    <a:pt x="2577" y="6956"/>
                    <a:pt x="2778" y="7043"/>
                    <a:pt x="2950" y="7157"/>
                  </a:cubicBezTo>
                  <a:cubicBezTo>
                    <a:pt x="3206" y="7272"/>
                    <a:pt x="3408" y="7357"/>
                    <a:pt x="3493" y="7730"/>
                  </a:cubicBezTo>
                  <a:cubicBezTo>
                    <a:pt x="3637" y="8330"/>
                    <a:pt x="3522" y="8474"/>
                    <a:pt x="3264" y="8761"/>
                  </a:cubicBezTo>
                  <a:cubicBezTo>
                    <a:pt x="3206" y="8818"/>
                    <a:pt x="3149" y="8903"/>
                    <a:pt x="3092" y="8990"/>
                  </a:cubicBezTo>
                  <a:cubicBezTo>
                    <a:pt x="2950" y="9161"/>
                    <a:pt x="2806" y="9246"/>
                    <a:pt x="2606" y="9333"/>
                  </a:cubicBezTo>
                  <a:cubicBezTo>
                    <a:pt x="2348" y="9448"/>
                    <a:pt x="2061" y="9590"/>
                    <a:pt x="1890" y="9990"/>
                  </a:cubicBezTo>
                  <a:cubicBezTo>
                    <a:pt x="1546" y="10593"/>
                    <a:pt x="1661" y="11250"/>
                    <a:pt x="1775" y="11822"/>
                  </a:cubicBezTo>
                  <a:cubicBezTo>
                    <a:pt x="1805" y="11967"/>
                    <a:pt x="1832" y="12109"/>
                    <a:pt x="1862" y="12223"/>
                  </a:cubicBezTo>
                  <a:cubicBezTo>
                    <a:pt x="1890" y="13025"/>
                    <a:pt x="1775" y="13913"/>
                    <a:pt x="1661" y="14829"/>
                  </a:cubicBezTo>
                  <a:cubicBezTo>
                    <a:pt x="1432" y="16689"/>
                    <a:pt x="1203" y="18608"/>
                    <a:pt x="1977" y="20067"/>
                  </a:cubicBezTo>
                  <a:cubicBezTo>
                    <a:pt x="2233" y="20582"/>
                    <a:pt x="2606" y="20926"/>
                    <a:pt x="2920" y="21212"/>
                  </a:cubicBezTo>
                  <a:cubicBezTo>
                    <a:pt x="3435" y="21727"/>
                    <a:pt x="3836" y="22071"/>
                    <a:pt x="3664" y="23216"/>
                  </a:cubicBezTo>
                  <a:cubicBezTo>
                    <a:pt x="3637" y="23589"/>
                    <a:pt x="3493" y="23903"/>
                    <a:pt x="3351" y="24246"/>
                  </a:cubicBezTo>
                  <a:cubicBezTo>
                    <a:pt x="3236" y="24562"/>
                    <a:pt x="3092" y="24876"/>
                    <a:pt x="3035" y="25192"/>
                  </a:cubicBezTo>
                  <a:cubicBezTo>
                    <a:pt x="2835" y="25994"/>
                    <a:pt x="2893" y="26566"/>
                    <a:pt x="2977" y="27253"/>
                  </a:cubicBezTo>
                  <a:cubicBezTo>
                    <a:pt x="3007" y="27453"/>
                    <a:pt x="3007" y="27654"/>
                    <a:pt x="3035" y="27911"/>
                  </a:cubicBezTo>
                  <a:cubicBezTo>
                    <a:pt x="3122" y="28341"/>
                    <a:pt x="3122" y="28884"/>
                    <a:pt x="3092" y="29429"/>
                  </a:cubicBezTo>
                  <a:cubicBezTo>
                    <a:pt x="3092" y="30116"/>
                    <a:pt x="3064" y="30831"/>
                    <a:pt x="3236" y="31346"/>
                  </a:cubicBezTo>
                  <a:cubicBezTo>
                    <a:pt x="3408" y="31861"/>
                    <a:pt x="3779" y="32147"/>
                    <a:pt x="4122" y="32406"/>
                  </a:cubicBezTo>
                  <a:cubicBezTo>
                    <a:pt x="4409" y="32605"/>
                    <a:pt x="4638" y="32807"/>
                    <a:pt x="4782" y="33093"/>
                  </a:cubicBezTo>
                  <a:cubicBezTo>
                    <a:pt x="4839" y="33235"/>
                    <a:pt x="4809" y="33494"/>
                    <a:pt x="4752" y="33723"/>
                  </a:cubicBezTo>
                  <a:cubicBezTo>
                    <a:pt x="4695" y="34037"/>
                    <a:pt x="4610" y="34410"/>
                    <a:pt x="4809" y="34667"/>
                  </a:cubicBezTo>
                  <a:cubicBezTo>
                    <a:pt x="4981" y="35010"/>
                    <a:pt x="5355" y="35097"/>
                    <a:pt x="5698" y="35154"/>
                  </a:cubicBezTo>
                  <a:cubicBezTo>
                    <a:pt x="5955" y="35239"/>
                    <a:pt x="6184" y="35296"/>
                    <a:pt x="6271" y="35441"/>
                  </a:cubicBezTo>
                  <a:cubicBezTo>
                    <a:pt x="6614" y="35956"/>
                    <a:pt x="6442" y="36528"/>
                    <a:pt x="6271" y="37158"/>
                  </a:cubicBezTo>
                  <a:cubicBezTo>
                    <a:pt x="6126" y="37586"/>
                    <a:pt x="6012" y="38017"/>
                    <a:pt x="6042" y="38445"/>
                  </a:cubicBezTo>
                  <a:cubicBezTo>
                    <a:pt x="6099" y="38960"/>
                    <a:pt x="6328" y="39533"/>
                    <a:pt x="6527" y="40106"/>
                  </a:cubicBezTo>
                  <a:cubicBezTo>
                    <a:pt x="6671" y="40506"/>
                    <a:pt x="6813" y="40907"/>
                    <a:pt x="6871" y="41251"/>
                  </a:cubicBezTo>
                  <a:cubicBezTo>
                    <a:pt x="7100" y="42224"/>
                    <a:pt x="7358" y="42654"/>
                    <a:pt x="7729" y="43254"/>
                  </a:cubicBezTo>
                  <a:cubicBezTo>
                    <a:pt x="7844" y="43484"/>
                    <a:pt x="8016" y="43713"/>
                    <a:pt x="8187" y="44056"/>
                  </a:cubicBezTo>
                  <a:cubicBezTo>
                    <a:pt x="8359" y="44315"/>
                    <a:pt x="8446" y="44544"/>
                    <a:pt x="8503" y="44800"/>
                  </a:cubicBezTo>
                  <a:cubicBezTo>
                    <a:pt x="8703" y="45316"/>
                    <a:pt x="8874" y="45831"/>
                    <a:pt x="9820" y="46003"/>
                  </a:cubicBezTo>
                  <a:lnTo>
                    <a:pt x="10049" y="46003"/>
                  </a:lnTo>
                  <a:cubicBezTo>
                    <a:pt x="10450" y="46003"/>
                    <a:pt x="10764" y="45861"/>
                    <a:pt x="11080" y="45716"/>
                  </a:cubicBezTo>
                  <a:cubicBezTo>
                    <a:pt x="11351" y="45573"/>
                    <a:pt x="11551" y="45481"/>
                    <a:pt x="11726" y="45481"/>
                  </a:cubicBezTo>
                  <a:cubicBezTo>
                    <a:pt x="11902" y="45481"/>
                    <a:pt x="12053" y="45574"/>
                    <a:pt x="12225" y="45803"/>
                  </a:cubicBezTo>
                  <a:lnTo>
                    <a:pt x="12596" y="45517"/>
                  </a:lnTo>
                  <a:cubicBezTo>
                    <a:pt x="12304" y="45127"/>
                    <a:pt x="12005" y="45001"/>
                    <a:pt x="11715" y="45001"/>
                  </a:cubicBezTo>
                  <a:cubicBezTo>
                    <a:pt x="11410" y="45001"/>
                    <a:pt x="11115" y="45141"/>
                    <a:pt x="10851" y="45258"/>
                  </a:cubicBezTo>
                  <a:cubicBezTo>
                    <a:pt x="10583" y="45404"/>
                    <a:pt x="10317" y="45530"/>
                    <a:pt x="10049" y="45530"/>
                  </a:cubicBezTo>
                  <a:cubicBezTo>
                    <a:pt x="10001" y="45530"/>
                    <a:pt x="9953" y="45526"/>
                    <a:pt x="9905" y="45517"/>
                  </a:cubicBezTo>
                  <a:cubicBezTo>
                    <a:pt x="9248" y="45403"/>
                    <a:pt x="9133" y="45144"/>
                    <a:pt x="8962" y="44629"/>
                  </a:cubicBezTo>
                  <a:cubicBezTo>
                    <a:pt x="8874" y="44372"/>
                    <a:pt x="8790" y="44086"/>
                    <a:pt x="8618" y="43800"/>
                  </a:cubicBezTo>
                  <a:cubicBezTo>
                    <a:pt x="8416" y="43484"/>
                    <a:pt x="8274" y="43227"/>
                    <a:pt x="8130" y="42998"/>
                  </a:cubicBezTo>
                  <a:cubicBezTo>
                    <a:pt x="7787" y="42425"/>
                    <a:pt x="7530" y="42025"/>
                    <a:pt x="7358" y="41166"/>
                  </a:cubicBezTo>
                  <a:cubicBezTo>
                    <a:pt x="7271" y="40765"/>
                    <a:pt x="7129" y="40335"/>
                    <a:pt x="6958" y="39934"/>
                  </a:cubicBezTo>
                  <a:cubicBezTo>
                    <a:pt x="6786" y="39391"/>
                    <a:pt x="6584" y="38846"/>
                    <a:pt x="6527" y="38388"/>
                  </a:cubicBezTo>
                  <a:cubicBezTo>
                    <a:pt x="6500" y="38044"/>
                    <a:pt x="6614" y="37673"/>
                    <a:pt x="6729" y="37300"/>
                  </a:cubicBezTo>
                  <a:cubicBezTo>
                    <a:pt x="6928" y="36613"/>
                    <a:pt x="7129" y="35869"/>
                    <a:pt x="6699" y="35212"/>
                  </a:cubicBezTo>
                  <a:cubicBezTo>
                    <a:pt x="6500" y="34868"/>
                    <a:pt x="6126" y="34781"/>
                    <a:pt x="5813" y="34696"/>
                  </a:cubicBezTo>
                  <a:cubicBezTo>
                    <a:pt x="5554" y="34639"/>
                    <a:pt x="5297" y="34582"/>
                    <a:pt x="5210" y="34410"/>
                  </a:cubicBezTo>
                  <a:cubicBezTo>
                    <a:pt x="5126" y="34296"/>
                    <a:pt x="5183" y="34066"/>
                    <a:pt x="5240" y="33808"/>
                  </a:cubicBezTo>
                  <a:cubicBezTo>
                    <a:pt x="5297" y="33521"/>
                    <a:pt x="5355" y="33208"/>
                    <a:pt x="5240" y="32892"/>
                  </a:cubicBezTo>
                  <a:cubicBezTo>
                    <a:pt x="5039" y="32491"/>
                    <a:pt x="4695" y="32234"/>
                    <a:pt x="4409" y="32033"/>
                  </a:cubicBezTo>
                  <a:cubicBezTo>
                    <a:pt x="4095" y="31776"/>
                    <a:pt x="3809" y="31575"/>
                    <a:pt x="3694" y="31174"/>
                  </a:cubicBezTo>
                  <a:cubicBezTo>
                    <a:pt x="3550" y="30746"/>
                    <a:pt x="3580" y="30086"/>
                    <a:pt x="3580" y="29429"/>
                  </a:cubicBezTo>
                  <a:cubicBezTo>
                    <a:pt x="3580" y="28884"/>
                    <a:pt x="3607" y="28284"/>
                    <a:pt x="3522" y="27853"/>
                  </a:cubicBezTo>
                  <a:cubicBezTo>
                    <a:pt x="3493" y="27624"/>
                    <a:pt x="3465" y="27395"/>
                    <a:pt x="3435" y="27196"/>
                  </a:cubicBezTo>
                  <a:cubicBezTo>
                    <a:pt x="3378" y="26537"/>
                    <a:pt x="3321" y="26051"/>
                    <a:pt x="3522" y="25307"/>
                  </a:cubicBezTo>
                  <a:cubicBezTo>
                    <a:pt x="3550" y="25020"/>
                    <a:pt x="3664" y="24734"/>
                    <a:pt x="3809" y="24418"/>
                  </a:cubicBezTo>
                  <a:cubicBezTo>
                    <a:pt x="3951" y="24075"/>
                    <a:pt x="4095" y="23704"/>
                    <a:pt x="4152" y="23273"/>
                  </a:cubicBezTo>
                  <a:cubicBezTo>
                    <a:pt x="4351" y="21899"/>
                    <a:pt x="3809" y="21384"/>
                    <a:pt x="3236" y="20868"/>
                  </a:cubicBezTo>
                  <a:cubicBezTo>
                    <a:pt x="2950" y="20582"/>
                    <a:pt x="2634" y="20296"/>
                    <a:pt x="2405" y="19838"/>
                  </a:cubicBezTo>
                  <a:cubicBezTo>
                    <a:pt x="1718" y="18521"/>
                    <a:pt x="1919" y="16661"/>
                    <a:pt x="2148" y="14887"/>
                  </a:cubicBezTo>
                  <a:cubicBezTo>
                    <a:pt x="2263" y="13941"/>
                    <a:pt x="2377" y="13025"/>
                    <a:pt x="2320" y="12196"/>
                  </a:cubicBezTo>
                  <a:cubicBezTo>
                    <a:pt x="2320" y="12051"/>
                    <a:pt x="2290" y="11909"/>
                    <a:pt x="2263" y="11738"/>
                  </a:cubicBezTo>
                  <a:cubicBezTo>
                    <a:pt x="2148" y="11222"/>
                    <a:pt x="2061" y="10677"/>
                    <a:pt x="2320" y="10192"/>
                  </a:cubicBezTo>
                  <a:cubicBezTo>
                    <a:pt x="2435" y="9963"/>
                    <a:pt x="2606" y="9876"/>
                    <a:pt x="2806" y="9761"/>
                  </a:cubicBezTo>
                  <a:cubicBezTo>
                    <a:pt x="3035" y="9677"/>
                    <a:pt x="3264" y="9532"/>
                    <a:pt x="3465" y="9276"/>
                  </a:cubicBezTo>
                  <a:cubicBezTo>
                    <a:pt x="3522" y="9189"/>
                    <a:pt x="3580" y="9132"/>
                    <a:pt x="3637" y="9074"/>
                  </a:cubicBezTo>
                  <a:cubicBezTo>
                    <a:pt x="3951" y="8703"/>
                    <a:pt x="4152" y="8417"/>
                    <a:pt x="3980" y="7643"/>
                  </a:cubicBezTo>
                  <a:cubicBezTo>
                    <a:pt x="3836" y="7043"/>
                    <a:pt x="3435" y="6841"/>
                    <a:pt x="3179" y="6699"/>
                  </a:cubicBezTo>
                  <a:cubicBezTo>
                    <a:pt x="3035" y="6642"/>
                    <a:pt x="2893" y="6585"/>
                    <a:pt x="2835" y="6498"/>
                  </a:cubicBezTo>
                  <a:cubicBezTo>
                    <a:pt x="2549" y="6040"/>
                    <a:pt x="2405" y="5096"/>
                    <a:pt x="2233" y="4093"/>
                  </a:cubicBezTo>
                  <a:cubicBezTo>
                    <a:pt x="1947" y="2176"/>
                    <a:pt x="1603" y="1"/>
                    <a:pt x="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7253329" y="3696501"/>
              <a:ext cx="49214" cy="139550"/>
            </a:xfrm>
            <a:custGeom>
              <a:avLst/>
              <a:gdLst/>
              <a:ahLst/>
              <a:cxnLst/>
              <a:rect l="l" t="t" r="r" b="b"/>
              <a:pathLst>
                <a:path w="2433" h="6899" extrusionOk="0">
                  <a:moveTo>
                    <a:pt x="2119" y="1"/>
                  </a:moveTo>
                  <a:cubicBezTo>
                    <a:pt x="1947" y="143"/>
                    <a:pt x="1661" y="200"/>
                    <a:pt x="1375" y="230"/>
                  </a:cubicBezTo>
                  <a:cubicBezTo>
                    <a:pt x="944" y="314"/>
                    <a:pt x="516" y="401"/>
                    <a:pt x="314" y="745"/>
                  </a:cubicBezTo>
                  <a:cubicBezTo>
                    <a:pt x="1" y="1345"/>
                    <a:pt x="372" y="1975"/>
                    <a:pt x="658" y="2520"/>
                  </a:cubicBezTo>
                  <a:cubicBezTo>
                    <a:pt x="772" y="2719"/>
                    <a:pt x="887" y="2921"/>
                    <a:pt x="944" y="3063"/>
                  </a:cubicBezTo>
                  <a:cubicBezTo>
                    <a:pt x="1059" y="3436"/>
                    <a:pt x="1031" y="3979"/>
                    <a:pt x="1031" y="4494"/>
                  </a:cubicBezTo>
                  <a:cubicBezTo>
                    <a:pt x="974" y="5554"/>
                    <a:pt x="944" y="6757"/>
                    <a:pt x="2062" y="6899"/>
                  </a:cubicBezTo>
                  <a:lnTo>
                    <a:pt x="2119" y="6413"/>
                  </a:lnTo>
                  <a:cubicBezTo>
                    <a:pt x="1489" y="6326"/>
                    <a:pt x="1459" y="5639"/>
                    <a:pt x="1489" y="4524"/>
                  </a:cubicBezTo>
                  <a:cubicBezTo>
                    <a:pt x="1517" y="3951"/>
                    <a:pt x="1546" y="3379"/>
                    <a:pt x="1402" y="2921"/>
                  </a:cubicBezTo>
                  <a:cubicBezTo>
                    <a:pt x="1345" y="2719"/>
                    <a:pt x="1203" y="2490"/>
                    <a:pt x="1088" y="2261"/>
                  </a:cubicBezTo>
                  <a:cubicBezTo>
                    <a:pt x="830" y="1833"/>
                    <a:pt x="543" y="1345"/>
                    <a:pt x="745" y="1001"/>
                  </a:cubicBezTo>
                  <a:cubicBezTo>
                    <a:pt x="830" y="830"/>
                    <a:pt x="1146" y="772"/>
                    <a:pt x="1459" y="715"/>
                  </a:cubicBezTo>
                  <a:cubicBezTo>
                    <a:pt x="1803" y="658"/>
                    <a:pt x="2146" y="601"/>
                    <a:pt x="2433" y="372"/>
                  </a:cubicBezTo>
                  <a:lnTo>
                    <a:pt x="211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028641" y="3474686"/>
              <a:ext cx="303999" cy="178366"/>
            </a:xfrm>
            <a:custGeom>
              <a:avLst/>
              <a:gdLst/>
              <a:ahLst/>
              <a:cxnLst/>
              <a:rect l="l" t="t" r="r" b="b"/>
              <a:pathLst>
                <a:path w="15029" h="8818" extrusionOk="0">
                  <a:moveTo>
                    <a:pt x="1775" y="1"/>
                  </a:moveTo>
                  <a:cubicBezTo>
                    <a:pt x="715" y="1"/>
                    <a:pt x="344" y="1088"/>
                    <a:pt x="85" y="1890"/>
                  </a:cubicBezTo>
                  <a:cubicBezTo>
                    <a:pt x="58" y="2004"/>
                    <a:pt x="28" y="2091"/>
                    <a:pt x="0" y="2176"/>
                  </a:cubicBezTo>
                  <a:lnTo>
                    <a:pt x="458" y="2348"/>
                  </a:lnTo>
                  <a:cubicBezTo>
                    <a:pt x="486" y="2263"/>
                    <a:pt x="516" y="2149"/>
                    <a:pt x="543" y="2034"/>
                  </a:cubicBezTo>
                  <a:cubicBezTo>
                    <a:pt x="829" y="1146"/>
                    <a:pt x="1116" y="488"/>
                    <a:pt x="1745" y="488"/>
                  </a:cubicBezTo>
                  <a:cubicBezTo>
                    <a:pt x="1975" y="516"/>
                    <a:pt x="2261" y="859"/>
                    <a:pt x="2547" y="1175"/>
                  </a:cubicBezTo>
                  <a:cubicBezTo>
                    <a:pt x="2891" y="1576"/>
                    <a:pt x="3234" y="1977"/>
                    <a:pt x="3665" y="2034"/>
                  </a:cubicBezTo>
                  <a:lnTo>
                    <a:pt x="3921" y="2062"/>
                  </a:lnTo>
                  <a:lnTo>
                    <a:pt x="3921" y="1775"/>
                  </a:lnTo>
                  <a:cubicBezTo>
                    <a:pt x="3921" y="1432"/>
                    <a:pt x="4093" y="1146"/>
                    <a:pt x="4352" y="974"/>
                  </a:cubicBezTo>
                  <a:cubicBezTo>
                    <a:pt x="4486" y="884"/>
                    <a:pt x="4636" y="841"/>
                    <a:pt x="4789" y="841"/>
                  </a:cubicBezTo>
                  <a:cubicBezTo>
                    <a:pt x="4930" y="841"/>
                    <a:pt x="5074" y="877"/>
                    <a:pt x="5210" y="946"/>
                  </a:cubicBezTo>
                  <a:cubicBezTo>
                    <a:pt x="5524" y="1118"/>
                    <a:pt x="5639" y="1462"/>
                    <a:pt x="5753" y="1862"/>
                  </a:cubicBezTo>
                  <a:cubicBezTo>
                    <a:pt x="5868" y="2233"/>
                    <a:pt x="5982" y="2607"/>
                    <a:pt x="6269" y="2920"/>
                  </a:cubicBezTo>
                  <a:cubicBezTo>
                    <a:pt x="6841" y="3493"/>
                    <a:pt x="7700" y="3608"/>
                    <a:pt x="8559" y="3752"/>
                  </a:cubicBezTo>
                  <a:cubicBezTo>
                    <a:pt x="9589" y="3894"/>
                    <a:pt x="10563" y="4038"/>
                    <a:pt x="10963" y="4867"/>
                  </a:cubicBezTo>
                  <a:cubicBezTo>
                    <a:pt x="11135" y="5325"/>
                    <a:pt x="10993" y="5783"/>
                    <a:pt x="10849" y="6298"/>
                  </a:cubicBezTo>
                  <a:cubicBezTo>
                    <a:pt x="10650" y="7043"/>
                    <a:pt x="10363" y="7959"/>
                    <a:pt x="11536" y="8561"/>
                  </a:cubicBezTo>
                  <a:cubicBezTo>
                    <a:pt x="11879" y="8733"/>
                    <a:pt x="12166" y="8818"/>
                    <a:pt x="12424" y="8818"/>
                  </a:cubicBezTo>
                  <a:cubicBezTo>
                    <a:pt x="13283" y="8818"/>
                    <a:pt x="13769" y="8016"/>
                    <a:pt x="14142" y="7386"/>
                  </a:cubicBezTo>
                  <a:cubicBezTo>
                    <a:pt x="14428" y="6928"/>
                    <a:pt x="14685" y="6470"/>
                    <a:pt x="15028" y="6470"/>
                  </a:cubicBezTo>
                  <a:lnTo>
                    <a:pt x="15028" y="5985"/>
                  </a:lnTo>
                  <a:cubicBezTo>
                    <a:pt x="14399" y="5985"/>
                    <a:pt x="14055" y="6585"/>
                    <a:pt x="13711" y="7157"/>
                  </a:cubicBezTo>
                  <a:cubicBezTo>
                    <a:pt x="13291" y="7852"/>
                    <a:pt x="12963" y="8329"/>
                    <a:pt x="12422" y="8329"/>
                  </a:cubicBezTo>
                  <a:cubicBezTo>
                    <a:pt x="12226" y="8329"/>
                    <a:pt x="12003" y="8267"/>
                    <a:pt x="11737" y="8131"/>
                  </a:cubicBezTo>
                  <a:cubicBezTo>
                    <a:pt x="10993" y="7730"/>
                    <a:pt x="11078" y="7244"/>
                    <a:pt x="11337" y="6443"/>
                  </a:cubicBezTo>
                  <a:cubicBezTo>
                    <a:pt x="11479" y="5898"/>
                    <a:pt x="11650" y="5268"/>
                    <a:pt x="11394" y="4668"/>
                  </a:cubicBezTo>
                  <a:cubicBezTo>
                    <a:pt x="10879" y="3580"/>
                    <a:pt x="9733" y="3408"/>
                    <a:pt x="8616" y="3264"/>
                  </a:cubicBezTo>
                  <a:cubicBezTo>
                    <a:pt x="7814" y="3149"/>
                    <a:pt x="7070" y="3035"/>
                    <a:pt x="6612" y="2577"/>
                  </a:cubicBezTo>
                  <a:cubicBezTo>
                    <a:pt x="6413" y="2378"/>
                    <a:pt x="6326" y="2062"/>
                    <a:pt x="6211" y="1748"/>
                  </a:cubicBezTo>
                  <a:cubicBezTo>
                    <a:pt x="6097" y="1290"/>
                    <a:pt x="5955" y="775"/>
                    <a:pt x="5439" y="516"/>
                  </a:cubicBezTo>
                  <a:cubicBezTo>
                    <a:pt x="5231" y="412"/>
                    <a:pt x="5016" y="361"/>
                    <a:pt x="4806" y="361"/>
                  </a:cubicBezTo>
                  <a:cubicBezTo>
                    <a:pt x="4555" y="361"/>
                    <a:pt x="4311" y="433"/>
                    <a:pt x="4093" y="573"/>
                  </a:cubicBezTo>
                  <a:cubicBezTo>
                    <a:pt x="3779" y="775"/>
                    <a:pt x="3578" y="1061"/>
                    <a:pt x="3493" y="1432"/>
                  </a:cubicBezTo>
                  <a:cubicBezTo>
                    <a:pt x="3291" y="1290"/>
                    <a:pt x="3092" y="1061"/>
                    <a:pt x="2920" y="859"/>
                  </a:cubicBezTo>
                  <a:cubicBezTo>
                    <a:pt x="2577" y="459"/>
                    <a:pt x="2204" y="58"/>
                    <a:pt x="177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7129404" y="3402224"/>
              <a:ext cx="101320" cy="93330"/>
            </a:xfrm>
            <a:custGeom>
              <a:avLst/>
              <a:gdLst/>
              <a:ahLst/>
              <a:cxnLst/>
              <a:rect l="l" t="t" r="r" b="b"/>
              <a:pathLst>
                <a:path w="5009" h="4614" extrusionOk="0">
                  <a:moveTo>
                    <a:pt x="3377" y="1"/>
                  </a:moveTo>
                  <a:cubicBezTo>
                    <a:pt x="2741" y="1"/>
                    <a:pt x="2196" y="439"/>
                    <a:pt x="1574" y="979"/>
                  </a:cubicBezTo>
                  <a:lnTo>
                    <a:pt x="1288" y="1208"/>
                  </a:lnTo>
                  <a:cubicBezTo>
                    <a:pt x="58" y="2238"/>
                    <a:pt x="0" y="2467"/>
                    <a:pt x="172" y="3411"/>
                  </a:cubicBezTo>
                  <a:cubicBezTo>
                    <a:pt x="200" y="3727"/>
                    <a:pt x="257" y="4070"/>
                    <a:pt x="287" y="4613"/>
                  </a:cubicBezTo>
                  <a:lnTo>
                    <a:pt x="772" y="4586"/>
                  </a:lnTo>
                  <a:cubicBezTo>
                    <a:pt x="745" y="4041"/>
                    <a:pt x="687" y="3640"/>
                    <a:pt x="630" y="3354"/>
                  </a:cubicBezTo>
                  <a:cubicBezTo>
                    <a:pt x="516" y="2582"/>
                    <a:pt x="486" y="2495"/>
                    <a:pt x="1604" y="1579"/>
                  </a:cubicBezTo>
                  <a:lnTo>
                    <a:pt x="1890" y="1350"/>
                  </a:lnTo>
                  <a:cubicBezTo>
                    <a:pt x="2451" y="867"/>
                    <a:pt x="2915" y="485"/>
                    <a:pt x="3347" y="485"/>
                  </a:cubicBezTo>
                  <a:cubicBezTo>
                    <a:pt x="3377" y="485"/>
                    <a:pt x="3406" y="487"/>
                    <a:pt x="3436" y="491"/>
                  </a:cubicBezTo>
                  <a:cubicBezTo>
                    <a:pt x="3779" y="521"/>
                    <a:pt x="4180" y="834"/>
                    <a:pt x="4638" y="1464"/>
                  </a:cubicBezTo>
                  <a:lnTo>
                    <a:pt x="5009" y="1178"/>
                  </a:lnTo>
                  <a:cubicBezTo>
                    <a:pt x="4466" y="434"/>
                    <a:pt x="3978" y="63"/>
                    <a:pt x="3493" y="5"/>
                  </a:cubicBezTo>
                  <a:cubicBezTo>
                    <a:pt x="3454" y="2"/>
                    <a:pt x="3415" y="1"/>
                    <a:pt x="337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6904109" y="2352399"/>
              <a:ext cx="28966" cy="45168"/>
            </a:xfrm>
            <a:custGeom>
              <a:avLst/>
              <a:gdLst/>
              <a:ahLst/>
              <a:cxnLst/>
              <a:rect l="l" t="t" r="r" b="b"/>
              <a:pathLst>
                <a:path w="1432" h="2233" extrusionOk="0">
                  <a:moveTo>
                    <a:pt x="1203" y="0"/>
                  </a:moveTo>
                  <a:lnTo>
                    <a:pt x="745" y="144"/>
                  </a:lnTo>
                  <a:cubicBezTo>
                    <a:pt x="889" y="630"/>
                    <a:pt x="745" y="774"/>
                    <a:pt x="516" y="1031"/>
                  </a:cubicBezTo>
                  <a:cubicBezTo>
                    <a:pt x="287" y="1289"/>
                    <a:pt x="1" y="1603"/>
                    <a:pt x="115" y="2233"/>
                  </a:cubicBezTo>
                  <a:lnTo>
                    <a:pt x="573" y="2148"/>
                  </a:lnTo>
                  <a:cubicBezTo>
                    <a:pt x="516" y="1775"/>
                    <a:pt x="660" y="1603"/>
                    <a:pt x="859" y="1374"/>
                  </a:cubicBezTo>
                  <a:cubicBezTo>
                    <a:pt x="1118" y="1088"/>
                    <a:pt x="1432" y="744"/>
                    <a:pt x="12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" name="Google Shape;121;p3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713100" y="1915650"/>
            <a:ext cx="5067600" cy="13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title" idx="2" hasCustomPrompt="1"/>
          </p:nvPr>
        </p:nvSpPr>
        <p:spPr>
          <a:xfrm>
            <a:off x="713100" y="844725"/>
            <a:ext cx="5067600" cy="7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6" name="Google Shape;126;p3"/>
          <p:cNvSpPr txBox="1">
            <a:spLocks noGrp="1"/>
          </p:cNvSpPr>
          <p:nvPr>
            <p:ph type="subTitle" idx="1"/>
          </p:nvPr>
        </p:nvSpPr>
        <p:spPr>
          <a:xfrm>
            <a:off x="713100" y="3371275"/>
            <a:ext cx="4655100" cy="510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3"/>
          <p:cNvGrpSpPr/>
          <p:nvPr/>
        </p:nvGrpSpPr>
        <p:grpSpPr>
          <a:xfrm>
            <a:off x="-1409460" y="-1398123"/>
            <a:ext cx="2754059" cy="2754134"/>
            <a:chOff x="5507200" y="1736000"/>
            <a:chExt cx="2754059" cy="2754134"/>
          </a:xfrm>
        </p:grpSpPr>
        <p:sp>
          <p:nvSpPr>
            <p:cNvPr id="128" name="Google Shape;128;p3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3"/>
          <p:cNvGrpSpPr/>
          <p:nvPr/>
        </p:nvGrpSpPr>
        <p:grpSpPr>
          <a:xfrm>
            <a:off x="7802136" y="-1398123"/>
            <a:ext cx="2754059" cy="2754134"/>
            <a:chOff x="5507200" y="1736000"/>
            <a:chExt cx="2754059" cy="2754134"/>
          </a:xfrm>
        </p:grpSpPr>
        <p:sp>
          <p:nvSpPr>
            <p:cNvPr id="205" name="Google Shape;205;p3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3"/>
          <p:cNvGrpSpPr/>
          <p:nvPr/>
        </p:nvGrpSpPr>
        <p:grpSpPr>
          <a:xfrm>
            <a:off x="-1409460" y="3801997"/>
            <a:ext cx="2754059" cy="2754134"/>
            <a:chOff x="5507200" y="1736000"/>
            <a:chExt cx="2754059" cy="2754134"/>
          </a:xfrm>
        </p:grpSpPr>
        <p:sp>
          <p:nvSpPr>
            <p:cNvPr id="282" name="Google Shape;282;p3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3"/>
          <p:cNvGrpSpPr/>
          <p:nvPr/>
        </p:nvGrpSpPr>
        <p:grpSpPr>
          <a:xfrm>
            <a:off x="7802136" y="3801997"/>
            <a:ext cx="2754059" cy="2754134"/>
            <a:chOff x="5507200" y="1736000"/>
            <a:chExt cx="2754059" cy="2754134"/>
          </a:xfrm>
        </p:grpSpPr>
        <p:sp>
          <p:nvSpPr>
            <p:cNvPr id="359" name="Google Shape;359;p3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7" name="Google Shape;437;p4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4"/>
          <p:cNvSpPr txBox="1">
            <a:spLocks noGrp="1"/>
          </p:cNvSpPr>
          <p:nvPr>
            <p:ph type="body" idx="1"/>
          </p:nvPr>
        </p:nvSpPr>
        <p:spPr>
          <a:xfrm>
            <a:off x="720000" y="1060800"/>
            <a:ext cx="7704000" cy="3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8"/>
          <p:cNvGrpSpPr/>
          <p:nvPr/>
        </p:nvGrpSpPr>
        <p:grpSpPr>
          <a:xfrm>
            <a:off x="5274653" y="546150"/>
            <a:ext cx="3249646" cy="4051206"/>
            <a:chOff x="5503852" y="714425"/>
            <a:chExt cx="2979413" cy="3714317"/>
          </a:xfrm>
        </p:grpSpPr>
        <p:sp>
          <p:nvSpPr>
            <p:cNvPr id="574" name="Google Shape;574;p8"/>
            <p:cNvSpPr/>
            <p:nvPr/>
          </p:nvSpPr>
          <p:spPr>
            <a:xfrm>
              <a:off x="5503852" y="951938"/>
              <a:ext cx="2283220" cy="3476804"/>
            </a:xfrm>
            <a:custGeom>
              <a:avLst/>
              <a:gdLst/>
              <a:ahLst/>
              <a:cxnLst/>
              <a:rect l="l" t="t" r="r" b="b"/>
              <a:pathLst>
                <a:path w="112877" h="171885" extrusionOk="0">
                  <a:moveTo>
                    <a:pt x="76749" y="6480"/>
                  </a:moveTo>
                  <a:cubicBezTo>
                    <a:pt x="76864" y="6594"/>
                    <a:pt x="76949" y="6681"/>
                    <a:pt x="77063" y="6766"/>
                  </a:cubicBezTo>
                  <a:cubicBezTo>
                    <a:pt x="76662" y="7082"/>
                    <a:pt x="76291" y="7453"/>
                    <a:pt x="76005" y="7769"/>
                  </a:cubicBezTo>
                  <a:lnTo>
                    <a:pt x="75490" y="8284"/>
                  </a:lnTo>
                  <a:cubicBezTo>
                    <a:pt x="75403" y="8312"/>
                    <a:pt x="75346" y="8341"/>
                    <a:pt x="75288" y="8369"/>
                  </a:cubicBezTo>
                  <a:cubicBezTo>
                    <a:pt x="75833" y="7998"/>
                    <a:pt x="76319" y="7425"/>
                    <a:pt x="76749" y="6480"/>
                  </a:cubicBezTo>
                  <a:close/>
                  <a:moveTo>
                    <a:pt x="79841" y="10774"/>
                  </a:moveTo>
                  <a:cubicBezTo>
                    <a:pt x="79926" y="10774"/>
                    <a:pt x="80040" y="10803"/>
                    <a:pt x="80127" y="10831"/>
                  </a:cubicBezTo>
                  <a:cubicBezTo>
                    <a:pt x="80532" y="10921"/>
                    <a:pt x="81025" y="11029"/>
                    <a:pt x="81594" y="11029"/>
                  </a:cubicBezTo>
                  <a:cubicBezTo>
                    <a:pt x="81748" y="11029"/>
                    <a:pt x="81908" y="11021"/>
                    <a:pt x="82074" y="11003"/>
                  </a:cubicBezTo>
                  <a:lnTo>
                    <a:pt x="82074" y="11003"/>
                  </a:lnTo>
                  <a:cubicBezTo>
                    <a:pt x="82074" y="11032"/>
                    <a:pt x="82044" y="11032"/>
                    <a:pt x="82017" y="11060"/>
                  </a:cubicBezTo>
                  <a:cubicBezTo>
                    <a:pt x="80498" y="11948"/>
                    <a:pt x="80242" y="13437"/>
                    <a:pt x="80185" y="14353"/>
                  </a:cubicBezTo>
                  <a:cubicBezTo>
                    <a:pt x="79555" y="14495"/>
                    <a:pt x="78753" y="14839"/>
                    <a:pt x="78238" y="15697"/>
                  </a:cubicBezTo>
                  <a:cubicBezTo>
                    <a:pt x="77693" y="16556"/>
                    <a:pt x="77636" y="17616"/>
                    <a:pt x="78037" y="18846"/>
                  </a:cubicBezTo>
                  <a:cubicBezTo>
                    <a:pt x="78094" y="19048"/>
                    <a:pt x="78151" y="19220"/>
                    <a:pt x="78238" y="19391"/>
                  </a:cubicBezTo>
                  <a:cubicBezTo>
                    <a:pt x="78181" y="19391"/>
                    <a:pt x="78094" y="19419"/>
                    <a:pt x="78009" y="19419"/>
                  </a:cubicBezTo>
                  <a:cubicBezTo>
                    <a:pt x="77407" y="19506"/>
                    <a:pt x="76376" y="19678"/>
                    <a:pt x="75460" y="20365"/>
                  </a:cubicBezTo>
                  <a:cubicBezTo>
                    <a:pt x="74716" y="19762"/>
                    <a:pt x="73830" y="19648"/>
                    <a:pt x="73113" y="19648"/>
                  </a:cubicBezTo>
                  <a:cubicBezTo>
                    <a:pt x="72856" y="19648"/>
                    <a:pt x="72627" y="19678"/>
                    <a:pt x="72426" y="19678"/>
                  </a:cubicBezTo>
                  <a:cubicBezTo>
                    <a:pt x="72368" y="19678"/>
                    <a:pt x="72284" y="19705"/>
                    <a:pt x="72254" y="19705"/>
                  </a:cubicBezTo>
                  <a:cubicBezTo>
                    <a:pt x="71910" y="19533"/>
                    <a:pt x="71310" y="19133"/>
                    <a:pt x="70852" y="18762"/>
                  </a:cubicBezTo>
                  <a:cubicBezTo>
                    <a:pt x="70651" y="18388"/>
                    <a:pt x="70108" y="17358"/>
                    <a:pt x="68819" y="16987"/>
                  </a:cubicBezTo>
                  <a:cubicBezTo>
                    <a:pt x="69449" y="16643"/>
                    <a:pt x="69907" y="16242"/>
                    <a:pt x="70250" y="15956"/>
                  </a:cubicBezTo>
                  <a:cubicBezTo>
                    <a:pt x="70651" y="15640"/>
                    <a:pt x="70708" y="15583"/>
                    <a:pt x="70823" y="15583"/>
                  </a:cubicBezTo>
                  <a:cubicBezTo>
                    <a:pt x="72455" y="15269"/>
                    <a:pt x="73514" y="14610"/>
                    <a:pt x="74631" y="13922"/>
                  </a:cubicBezTo>
                  <a:lnTo>
                    <a:pt x="74860" y="13780"/>
                  </a:lnTo>
                  <a:cubicBezTo>
                    <a:pt x="75204" y="13551"/>
                    <a:pt x="75604" y="13407"/>
                    <a:pt x="76090" y="13235"/>
                  </a:cubicBezTo>
                  <a:cubicBezTo>
                    <a:pt x="76605" y="13064"/>
                    <a:pt x="77208" y="12835"/>
                    <a:pt x="77837" y="12491"/>
                  </a:cubicBezTo>
                  <a:cubicBezTo>
                    <a:pt x="77895" y="12464"/>
                    <a:pt x="77922" y="12434"/>
                    <a:pt x="77979" y="12434"/>
                  </a:cubicBezTo>
                  <a:cubicBezTo>
                    <a:pt x="78609" y="12033"/>
                    <a:pt x="79097" y="11518"/>
                    <a:pt x="79498" y="11117"/>
                  </a:cubicBezTo>
                  <a:cubicBezTo>
                    <a:pt x="79582" y="11003"/>
                    <a:pt x="79727" y="10861"/>
                    <a:pt x="79841" y="10774"/>
                  </a:cubicBezTo>
                  <a:close/>
                  <a:moveTo>
                    <a:pt x="28684" y="5192"/>
                  </a:moveTo>
                  <a:cubicBezTo>
                    <a:pt x="28913" y="5250"/>
                    <a:pt x="29142" y="5334"/>
                    <a:pt x="29543" y="5479"/>
                  </a:cubicBezTo>
                  <a:cubicBezTo>
                    <a:pt x="29715" y="5536"/>
                    <a:pt x="29859" y="5621"/>
                    <a:pt x="30001" y="5678"/>
                  </a:cubicBezTo>
                  <a:cubicBezTo>
                    <a:pt x="30058" y="5678"/>
                    <a:pt x="30115" y="5708"/>
                    <a:pt x="30145" y="5708"/>
                  </a:cubicBezTo>
                  <a:cubicBezTo>
                    <a:pt x="31241" y="6049"/>
                    <a:pt x="32319" y="6119"/>
                    <a:pt x="33320" y="6119"/>
                  </a:cubicBezTo>
                  <a:cubicBezTo>
                    <a:pt x="33574" y="6119"/>
                    <a:pt x="33823" y="6114"/>
                    <a:pt x="34066" y="6109"/>
                  </a:cubicBezTo>
                  <a:lnTo>
                    <a:pt x="34554" y="6109"/>
                  </a:lnTo>
                  <a:cubicBezTo>
                    <a:pt x="34897" y="6109"/>
                    <a:pt x="35268" y="6079"/>
                    <a:pt x="35641" y="6051"/>
                  </a:cubicBezTo>
                  <a:cubicBezTo>
                    <a:pt x="35783" y="6022"/>
                    <a:pt x="35985" y="6022"/>
                    <a:pt x="36184" y="5994"/>
                  </a:cubicBezTo>
                  <a:cubicBezTo>
                    <a:pt x="36329" y="6166"/>
                    <a:pt x="36470" y="6365"/>
                    <a:pt x="36672" y="6537"/>
                  </a:cubicBezTo>
                  <a:cubicBezTo>
                    <a:pt x="36757" y="6624"/>
                    <a:pt x="36871" y="6681"/>
                    <a:pt x="36986" y="6738"/>
                  </a:cubicBezTo>
                  <a:cubicBezTo>
                    <a:pt x="37501" y="7082"/>
                    <a:pt x="38131" y="7254"/>
                    <a:pt x="38703" y="7396"/>
                  </a:cubicBezTo>
                  <a:lnTo>
                    <a:pt x="39047" y="7483"/>
                  </a:lnTo>
                  <a:cubicBezTo>
                    <a:pt x="39047" y="7483"/>
                    <a:pt x="39077" y="7483"/>
                    <a:pt x="39104" y="7510"/>
                  </a:cubicBezTo>
                  <a:cubicBezTo>
                    <a:pt x="39803" y="7747"/>
                    <a:pt x="40392" y="7827"/>
                    <a:pt x="40897" y="7827"/>
                  </a:cubicBezTo>
                  <a:cubicBezTo>
                    <a:pt x="41489" y="7827"/>
                    <a:pt x="41966" y="7717"/>
                    <a:pt x="42368" y="7625"/>
                  </a:cubicBezTo>
                  <a:cubicBezTo>
                    <a:pt x="42626" y="7567"/>
                    <a:pt x="42855" y="7510"/>
                    <a:pt x="43112" y="7483"/>
                  </a:cubicBezTo>
                  <a:cubicBezTo>
                    <a:pt x="44459" y="7338"/>
                    <a:pt x="45288" y="6967"/>
                    <a:pt x="46089" y="6594"/>
                  </a:cubicBezTo>
                  <a:cubicBezTo>
                    <a:pt x="46318" y="6509"/>
                    <a:pt x="46577" y="6395"/>
                    <a:pt x="46891" y="6280"/>
                  </a:cubicBezTo>
                  <a:cubicBezTo>
                    <a:pt x="47112" y="6213"/>
                    <a:pt x="47488" y="6147"/>
                    <a:pt x="48109" y="6147"/>
                  </a:cubicBezTo>
                  <a:cubicBezTo>
                    <a:pt x="48292" y="6147"/>
                    <a:pt x="48496" y="6153"/>
                    <a:pt x="48723" y="6166"/>
                  </a:cubicBezTo>
                  <a:cubicBezTo>
                    <a:pt x="49009" y="6422"/>
                    <a:pt x="49467" y="6796"/>
                    <a:pt x="50211" y="7052"/>
                  </a:cubicBezTo>
                  <a:cubicBezTo>
                    <a:pt x="50824" y="7282"/>
                    <a:pt x="51437" y="7332"/>
                    <a:pt x="51998" y="7332"/>
                  </a:cubicBezTo>
                  <a:cubicBezTo>
                    <a:pt x="52276" y="7332"/>
                    <a:pt x="52541" y="7320"/>
                    <a:pt x="52788" y="7311"/>
                  </a:cubicBezTo>
                  <a:cubicBezTo>
                    <a:pt x="52960" y="7311"/>
                    <a:pt x="53183" y="7298"/>
                    <a:pt x="53355" y="7298"/>
                  </a:cubicBezTo>
                  <a:cubicBezTo>
                    <a:pt x="53440" y="7298"/>
                    <a:pt x="53514" y="7301"/>
                    <a:pt x="53562" y="7311"/>
                  </a:cubicBezTo>
                  <a:cubicBezTo>
                    <a:pt x="53589" y="7311"/>
                    <a:pt x="53647" y="7311"/>
                    <a:pt x="53676" y="7338"/>
                  </a:cubicBezTo>
                  <a:cubicBezTo>
                    <a:pt x="54162" y="7396"/>
                    <a:pt x="54620" y="7483"/>
                    <a:pt x="54906" y="7597"/>
                  </a:cubicBezTo>
                  <a:cubicBezTo>
                    <a:pt x="54936" y="7625"/>
                    <a:pt x="54963" y="7625"/>
                    <a:pt x="55021" y="7654"/>
                  </a:cubicBezTo>
                  <a:cubicBezTo>
                    <a:pt x="55050" y="7682"/>
                    <a:pt x="55078" y="7739"/>
                    <a:pt x="55108" y="7796"/>
                  </a:cubicBezTo>
                  <a:cubicBezTo>
                    <a:pt x="55394" y="8170"/>
                    <a:pt x="55822" y="8712"/>
                    <a:pt x="56539" y="9200"/>
                  </a:cubicBezTo>
                  <a:cubicBezTo>
                    <a:pt x="56596" y="9228"/>
                    <a:pt x="56624" y="9257"/>
                    <a:pt x="56654" y="9285"/>
                  </a:cubicBezTo>
                  <a:cubicBezTo>
                    <a:pt x="57555" y="9796"/>
                    <a:pt x="58440" y="9981"/>
                    <a:pt x="59275" y="9981"/>
                  </a:cubicBezTo>
                  <a:cubicBezTo>
                    <a:pt x="60639" y="9981"/>
                    <a:pt x="61867" y="9487"/>
                    <a:pt x="62807" y="9113"/>
                  </a:cubicBezTo>
                  <a:cubicBezTo>
                    <a:pt x="63265" y="8914"/>
                    <a:pt x="64009" y="8628"/>
                    <a:pt x="64296" y="8628"/>
                  </a:cubicBezTo>
                  <a:cubicBezTo>
                    <a:pt x="64325" y="8628"/>
                    <a:pt x="64353" y="8655"/>
                    <a:pt x="64410" y="8685"/>
                  </a:cubicBezTo>
                  <a:cubicBezTo>
                    <a:pt x="64669" y="8914"/>
                    <a:pt x="65097" y="9257"/>
                    <a:pt x="65670" y="9457"/>
                  </a:cubicBezTo>
                  <a:cubicBezTo>
                    <a:pt x="65727" y="9457"/>
                    <a:pt x="65784" y="9486"/>
                    <a:pt x="65842" y="9486"/>
                  </a:cubicBezTo>
                  <a:cubicBezTo>
                    <a:pt x="66219" y="9599"/>
                    <a:pt x="66568" y="9644"/>
                    <a:pt x="66884" y="9644"/>
                  </a:cubicBezTo>
                  <a:cubicBezTo>
                    <a:pt x="67696" y="9644"/>
                    <a:pt x="68298" y="9349"/>
                    <a:pt x="68647" y="9143"/>
                  </a:cubicBezTo>
                  <a:cubicBezTo>
                    <a:pt x="68819" y="9170"/>
                    <a:pt x="69048" y="9200"/>
                    <a:pt x="69220" y="9257"/>
                  </a:cubicBezTo>
                  <a:cubicBezTo>
                    <a:pt x="69563" y="9315"/>
                    <a:pt x="69964" y="9399"/>
                    <a:pt x="70394" y="9429"/>
                  </a:cubicBezTo>
                  <a:cubicBezTo>
                    <a:pt x="70479" y="9457"/>
                    <a:pt x="70536" y="9457"/>
                    <a:pt x="70623" y="9457"/>
                  </a:cubicBezTo>
                  <a:cubicBezTo>
                    <a:pt x="71482" y="9457"/>
                    <a:pt x="71997" y="9285"/>
                    <a:pt x="72455" y="9113"/>
                  </a:cubicBezTo>
                  <a:cubicBezTo>
                    <a:pt x="72597" y="9056"/>
                    <a:pt x="72627" y="9056"/>
                    <a:pt x="72684" y="9028"/>
                  </a:cubicBezTo>
                  <a:cubicBezTo>
                    <a:pt x="72884" y="8999"/>
                    <a:pt x="73055" y="8971"/>
                    <a:pt x="73257" y="8971"/>
                  </a:cubicBezTo>
                  <a:cubicBezTo>
                    <a:pt x="73486" y="8941"/>
                    <a:pt x="73685" y="8914"/>
                    <a:pt x="73887" y="8884"/>
                  </a:cubicBezTo>
                  <a:lnTo>
                    <a:pt x="73887" y="8884"/>
                  </a:lnTo>
                  <a:cubicBezTo>
                    <a:pt x="73399" y="9086"/>
                    <a:pt x="72826" y="9315"/>
                    <a:pt x="72284" y="9686"/>
                  </a:cubicBezTo>
                  <a:lnTo>
                    <a:pt x="72082" y="9800"/>
                  </a:lnTo>
                  <a:cubicBezTo>
                    <a:pt x="71052" y="10460"/>
                    <a:pt x="70651" y="10689"/>
                    <a:pt x="70021" y="10803"/>
                  </a:cubicBezTo>
                  <a:cubicBezTo>
                    <a:pt x="68562" y="11032"/>
                    <a:pt x="67674" y="11804"/>
                    <a:pt x="67101" y="12292"/>
                  </a:cubicBezTo>
                  <a:cubicBezTo>
                    <a:pt x="66987" y="12377"/>
                    <a:pt x="66902" y="12464"/>
                    <a:pt x="66815" y="12521"/>
                  </a:cubicBezTo>
                  <a:cubicBezTo>
                    <a:pt x="66329" y="12548"/>
                    <a:pt x="65498" y="12635"/>
                    <a:pt x="64726" y="13293"/>
                  </a:cubicBezTo>
                  <a:cubicBezTo>
                    <a:pt x="63666" y="14209"/>
                    <a:pt x="63494" y="15326"/>
                    <a:pt x="63409" y="15869"/>
                  </a:cubicBezTo>
                  <a:lnTo>
                    <a:pt x="63409" y="16041"/>
                  </a:lnTo>
                  <a:cubicBezTo>
                    <a:pt x="63295" y="16300"/>
                    <a:pt x="63208" y="16586"/>
                    <a:pt x="63208" y="16842"/>
                  </a:cubicBezTo>
                  <a:cubicBezTo>
                    <a:pt x="63036" y="17472"/>
                    <a:pt x="63123" y="18102"/>
                    <a:pt x="63437" y="18647"/>
                  </a:cubicBezTo>
                  <a:cubicBezTo>
                    <a:pt x="63524" y="18789"/>
                    <a:pt x="63609" y="18933"/>
                    <a:pt x="63723" y="19075"/>
                  </a:cubicBezTo>
                  <a:cubicBezTo>
                    <a:pt x="63696" y="19277"/>
                    <a:pt x="63666" y="19533"/>
                    <a:pt x="63666" y="19792"/>
                  </a:cubicBezTo>
                  <a:cubicBezTo>
                    <a:pt x="63666" y="20793"/>
                    <a:pt x="64296" y="21681"/>
                    <a:pt x="65212" y="22052"/>
                  </a:cubicBezTo>
                  <a:cubicBezTo>
                    <a:pt x="65627" y="22210"/>
                    <a:pt x="66021" y="22268"/>
                    <a:pt x="66383" y="22268"/>
                  </a:cubicBezTo>
                  <a:cubicBezTo>
                    <a:pt x="66744" y="22268"/>
                    <a:pt x="67074" y="22210"/>
                    <a:pt x="67360" y="22139"/>
                  </a:cubicBezTo>
                  <a:cubicBezTo>
                    <a:pt x="67387" y="22139"/>
                    <a:pt x="67417" y="22167"/>
                    <a:pt x="67445" y="22197"/>
                  </a:cubicBezTo>
                  <a:cubicBezTo>
                    <a:pt x="67960" y="22682"/>
                    <a:pt x="69105" y="23598"/>
                    <a:pt x="70307" y="24143"/>
                  </a:cubicBezTo>
                  <a:cubicBezTo>
                    <a:pt x="69994" y="25117"/>
                    <a:pt x="70193" y="26090"/>
                    <a:pt x="70509" y="26834"/>
                  </a:cubicBezTo>
                  <a:cubicBezTo>
                    <a:pt x="70536" y="26862"/>
                    <a:pt x="70536" y="26891"/>
                    <a:pt x="70536" y="26891"/>
                  </a:cubicBezTo>
                  <a:cubicBezTo>
                    <a:pt x="71024" y="27922"/>
                    <a:pt x="72025" y="28724"/>
                    <a:pt x="73227" y="29067"/>
                  </a:cubicBezTo>
                  <a:cubicBezTo>
                    <a:pt x="73644" y="29192"/>
                    <a:pt x="74058" y="29253"/>
                    <a:pt x="74456" y="29253"/>
                  </a:cubicBezTo>
                  <a:cubicBezTo>
                    <a:pt x="75152" y="29253"/>
                    <a:pt x="75803" y="29069"/>
                    <a:pt x="76349" y="28724"/>
                  </a:cubicBezTo>
                  <a:cubicBezTo>
                    <a:pt x="78009" y="27693"/>
                    <a:pt x="78266" y="25717"/>
                    <a:pt x="78437" y="24544"/>
                  </a:cubicBezTo>
                  <a:cubicBezTo>
                    <a:pt x="78437" y="24457"/>
                    <a:pt x="78467" y="24343"/>
                    <a:pt x="78467" y="24258"/>
                  </a:cubicBezTo>
                  <a:cubicBezTo>
                    <a:pt x="78582" y="24228"/>
                    <a:pt x="78666" y="24228"/>
                    <a:pt x="78753" y="24201"/>
                  </a:cubicBezTo>
                  <a:cubicBezTo>
                    <a:pt x="79669" y="24056"/>
                    <a:pt x="81215" y="23827"/>
                    <a:pt x="82502" y="22396"/>
                  </a:cubicBezTo>
                  <a:cubicBezTo>
                    <a:pt x="83819" y="20907"/>
                    <a:pt x="83590" y="19449"/>
                    <a:pt x="83219" y="18503"/>
                  </a:cubicBezTo>
                  <a:cubicBezTo>
                    <a:pt x="83418" y="18388"/>
                    <a:pt x="83620" y="18216"/>
                    <a:pt x="83792" y="18045"/>
                  </a:cubicBezTo>
                  <a:cubicBezTo>
                    <a:pt x="84735" y="17186"/>
                    <a:pt x="84907" y="16098"/>
                    <a:pt x="84964" y="15326"/>
                  </a:cubicBezTo>
                  <a:cubicBezTo>
                    <a:pt x="85509" y="15354"/>
                    <a:pt x="86167" y="15411"/>
                    <a:pt x="86625" y="15468"/>
                  </a:cubicBezTo>
                  <a:cubicBezTo>
                    <a:pt x="86654" y="15526"/>
                    <a:pt x="86682" y="15583"/>
                    <a:pt x="86712" y="15613"/>
                  </a:cubicBezTo>
                  <a:cubicBezTo>
                    <a:pt x="86510" y="16013"/>
                    <a:pt x="86425" y="16442"/>
                    <a:pt x="86453" y="16872"/>
                  </a:cubicBezTo>
                  <a:cubicBezTo>
                    <a:pt x="86510" y="18132"/>
                    <a:pt x="87426" y="18876"/>
                    <a:pt x="87712" y="19133"/>
                  </a:cubicBezTo>
                  <a:cubicBezTo>
                    <a:pt x="87857" y="19220"/>
                    <a:pt x="87971" y="19304"/>
                    <a:pt x="88113" y="19391"/>
                  </a:cubicBezTo>
                  <a:cubicBezTo>
                    <a:pt x="88700" y="19685"/>
                    <a:pt x="89393" y="19790"/>
                    <a:pt x="90003" y="19790"/>
                  </a:cubicBezTo>
                  <a:cubicBezTo>
                    <a:pt x="90345" y="19790"/>
                    <a:pt x="90662" y="19757"/>
                    <a:pt x="90919" y="19705"/>
                  </a:cubicBezTo>
                  <a:cubicBezTo>
                    <a:pt x="91262" y="19648"/>
                    <a:pt x="91606" y="19533"/>
                    <a:pt x="91892" y="19419"/>
                  </a:cubicBezTo>
                  <a:lnTo>
                    <a:pt x="91892" y="19792"/>
                  </a:lnTo>
                  <a:cubicBezTo>
                    <a:pt x="91892" y="21968"/>
                    <a:pt x="92522" y="22797"/>
                    <a:pt x="93811" y="23770"/>
                  </a:cubicBezTo>
                  <a:cubicBezTo>
                    <a:pt x="93896" y="23857"/>
                    <a:pt x="94010" y="23942"/>
                    <a:pt x="94155" y="24029"/>
                  </a:cubicBezTo>
                  <a:cubicBezTo>
                    <a:pt x="94441" y="24285"/>
                    <a:pt x="94670" y="24514"/>
                    <a:pt x="94784" y="24659"/>
                  </a:cubicBezTo>
                  <a:cubicBezTo>
                    <a:pt x="94555" y="24743"/>
                    <a:pt x="94269" y="24830"/>
                    <a:pt x="94068" y="24915"/>
                  </a:cubicBezTo>
                  <a:cubicBezTo>
                    <a:pt x="93353" y="25117"/>
                    <a:pt x="92579" y="25346"/>
                    <a:pt x="91864" y="25804"/>
                  </a:cubicBezTo>
                  <a:cubicBezTo>
                    <a:pt x="91521" y="26060"/>
                    <a:pt x="91349" y="26117"/>
                    <a:pt x="91349" y="26117"/>
                  </a:cubicBezTo>
                  <a:cubicBezTo>
                    <a:pt x="91262" y="26117"/>
                    <a:pt x="90976" y="26090"/>
                    <a:pt x="90747" y="26033"/>
                  </a:cubicBezTo>
                  <a:cubicBezTo>
                    <a:pt x="90548" y="26003"/>
                    <a:pt x="90319" y="25975"/>
                    <a:pt x="90060" y="25946"/>
                  </a:cubicBezTo>
                  <a:cubicBezTo>
                    <a:pt x="90003" y="25918"/>
                    <a:pt x="89945" y="25918"/>
                    <a:pt x="89861" y="25918"/>
                  </a:cubicBezTo>
                  <a:cubicBezTo>
                    <a:pt x="89653" y="25907"/>
                    <a:pt x="89455" y="25901"/>
                    <a:pt x="89264" y="25901"/>
                  </a:cubicBezTo>
                  <a:cubicBezTo>
                    <a:pt x="88030" y="25901"/>
                    <a:pt x="87108" y="26128"/>
                    <a:pt x="86167" y="26376"/>
                  </a:cubicBezTo>
                  <a:lnTo>
                    <a:pt x="85995" y="26433"/>
                  </a:lnTo>
                  <a:cubicBezTo>
                    <a:pt x="85911" y="26462"/>
                    <a:pt x="85792" y="26469"/>
                    <a:pt x="85656" y="26469"/>
                  </a:cubicBezTo>
                  <a:cubicBezTo>
                    <a:pt x="85515" y="26469"/>
                    <a:pt x="85354" y="26461"/>
                    <a:pt x="85193" y="26461"/>
                  </a:cubicBezTo>
                  <a:cubicBezTo>
                    <a:pt x="84995" y="26452"/>
                    <a:pt x="84782" y="26443"/>
                    <a:pt x="84557" y="26443"/>
                  </a:cubicBezTo>
                  <a:cubicBezTo>
                    <a:pt x="84068" y="26443"/>
                    <a:pt x="83521" y="26485"/>
                    <a:pt x="82933" y="26662"/>
                  </a:cubicBezTo>
                  <a:cubicBezTo>
                    <a:pt x="82876" y="26690"/>
                    <a:pt x="82789" y="26720"/>
                    <a:pt x="82731" y="26747"/>
                  </a:cubicBezTo>
                  <a:cubicBezTo>
                    <a:pt x="82704" y="26747"/>
                    <a:pt x="79697" y="28007"/>
                    <a:pt x="79269" y="30327"/>
                  </a:cubicBezTo>
                  <a:cubicBezTo>
                    <a:pt x="79097" y="31327"/>
                    <a:pt x="79468" y="32358"/>
                    <a:pt x="80269" y="33075"/>
                  </a:cubicBezTo>
                  <a:cubicBezTo>
                    <a:pt x="80498" y="33247"/>
                    <a:pt x="80700" y="33389"/>
                    <a:pt x="80899" y="33476"/>
                  </a:cubicBezTo>
                  <a:cubicBezTo>
                    <a:pt x="80842" y="33533"/>
                    <a:pt x="80757" y="33560"/>
                    <a:pt x="80670" y="33618"/>
                  </a:cubicBezTo>
                  <a:cubicBezTo>
                    <a:pt x="80384" y="33789"/>
                    <a:pt x="80098" y="33934"/>
                    <a:pt x="79869" y="34018"/>
                  </a:cubicBezTo>
                  <a:cubicBezTo>
                    <a:pt x="79697" y="34076"/>
                    <a:pt x="79555" y="34105"/>
                    <a:pt x="79411" y="34163"/>
                  </a:cubicBezTo>
                  <a:cubicBezTo>
                    <a:pt x="78467" y="34392"/>
                    <a:pt x="76891" y="34792"/>
                    <a:pt x="75918" y="36739"/>
                  </a:cubicBezTo>
                  <a:cubicBezTo>
                    <a:pt x="75918" y="36767"/>
                    <a:pt x="75891" y="36767"/>
                    <a:pt x="75891" y="36796"/>
                  </a:cubicBezTo>
                  <a:cubicBezTo>
                    <a:pt x="75719" y="37140"/>
                    <a:pt x="75632" y="37483"/>
                    <a:pt x="75547" y="37770"/>
                  </a:cubicBezTo>
                  <a:cubicBezTo>
                    <a:pt x="75496" y="37768"/>
                    <a:pt x="75444" y="37767"/>
                    <a:pt x="75390" y="37767"/>
                  </a:cubicBezTo>
                  <a:cubicBezTo>
                    <a:pt x="74623" y="37767"/>
                    <a:pt x="73562" y="37987"/>
                    <a:pt x="72627" y="39057"/>
                  </a:cubicBezTo>
                  <a:cubicBezTo>
                    <a:pt x="72513" y="39201"/>
                    <a:pt x="72398" y="39343"/>
                    <a:pt x="72311" y="39515"/>
                  </a:cubicBezTo>
                  <a:lnTo>
                    <a:pt x="71624" y="40461"/>
                  </a:lnTo>
                  <a:cubicBezTo>
                    <a:pt x="71338" y="40919"/>
                    <a:pt x="71024" y="41347"/>
                    <a:pt x="70708" y="41690"/>
                  </a:cubicBezTo>
                  <a:cubicBezTo>
                    <a:pt x="69135" y="41690"/>
                    <a:pt x="68017" y="42664"/>
                    <a:pt x="67646" y="44381"/>
                  </a:cubicBezTo>
                  <a:cubicBezTo>
                    <a:pt x="67616" y="44411"/>
                    <a:pt x="67616" y="44438"/>
                    <a:pt x="67616" y="44438"/>
                  </a:cubicBezTo>
                  <a:cubicBezTo>
                    <a:pt x="67532" y="44926"/>
                    <a:pt x="67474" y="45355"/>
                    <a:pt x="67445" y="45671"/>
                  </a:cubicBezTo>
                  <a:cubicBezTo>
                    <a:pt x="67360" y="46358"/>
                    <a:pt x="67330" y="46529"/>
                    <a:pt x="67044" y="46958"/>
                  </a:cubicBezTo>
                  <a:cubicBezTo>
                    <a:pt x="66673" y="47473"/>
                    <a:pt x="65842" y="47874"/>
                    <a:pt x="64955" y="48274"/>
                  </a:cubicBezTo>
                  <a:cubicBezTo>
                    <a:pt x="61891" y="49534"/>
                    <a:pt x="60146" y="51281"/>
                    <a:pt x="59688" y="53542"/>
                  </a:cubicBezTo>
                  <a:cubicBezTo>
                    <a:pt x="59429" y="53484"/>
                    <a:pt x="59173" y="53427"/>
                    <a:pt x="58886" y="53427"/>
                  </a:cubicBezTo>
                  <a:cubicBezTo>
                    <a:pt x="58628" y="53198"/>
                    <a:pt x="58284" y="52942"/>
                    <a:pt x="57799" y="52740"/>
                  </a:cubicBezTo>
                  <a:cubicBezTo>
                    <a:pt x="57210" y="52518"/>
                    <a:pt x="56305" y="52398"/>
                    <a:pt x="55372" y="52398"/>
                  </a:cubicBezTo>
                  <a:cubicBezTo>
                    <a:pt x="54263" y="52398"/>
                    <a:pt x="53116" y="52568"/>
                    <a:pt x="52417" y="52942"/>
                  </a:cubicBezTo>
                  <a:cubicBezTo>
                    <a:pt x="51814" y="53255"/>
                    <a:pt x="51443" y="53656"/>
                    <a:pt x="51214" y="54000"/>
                  </a:cubicBezTo>
                  <a:cubicBezTo>
                    <a:pt x="51100" y="54000"/>
                    <a:pt x="51013" y="54000"/>
                    <a:pt x="50928" y="53972"/>
                  </a:cubicBezTo>
                  <a:lnTo>
                    <a:pt x="50756" y="53972"/>
                  </a:lnTo>
                  <a:cubicBezTo>
                    <a:pt x="50498" y="53943"/>
                    <a:pt x="50241" y="53885"/>
                    <a:pt x="49955" y="53828"/>
                  </a:cubicBezTo>
                  <a:cubicBezTo>
                    <a:pt x="49551" y="53745"/>
                    <a:pt x="49058" y="53648"/>
                    <a:pt x="48489" y="53648"/>
                  </a:cubicBezTo>
                  <a:cubicBezTo>
                    <a:pt x="47687" y="53648"/>
                    <a:pt x="46732" y="53842"/>
                    <a:pt x="45661" y="54545"/>
                  </a:cubicBezTo>
                  <a:lnTo>
                    <a:pt x="45574" y="54602"/>
                  </a:lnTo>
                  <a:cubicBezTo>
                    <a:pt x="44745" y="55117"/>
                    <a:pt x="43684" y="55775"/>
                    <a:pt x="42768" y="56633"/>
                  </a:cubicBezTo>
                  <a:cubicBezTo>
                    <a:pt x="41367" y="57950"/>
                    <a:pt x="41165" y="59240"/>
                    <a:pt x="41023" y="60298"/>
                  </a:cubicBezTo>
                  <a:cubicBezTo>
                    <a:pt x="40994" y="60469"/>
                    <a:pt x="40994" y="60641"/>
                    <a:pt x="40966" y="60813"/>
                  </a:cubicBezTo>
                  <a:cubicBezTo>
                    <a:pt x="40909" y="61042"/>
                    <a:pt x="40737" y="61358"/>
                    <a:pt x="40535" y="61701"/>
                  </a:cubicBezTo>
                  <a:cubicBezTo>
                    <a:pt x="40249" y="62217"/>
                    <a:pt x="39906" y="62874"/>
                    <a:pt x="39677" y="63705"/>
                  </a:cubicBezTo>
                  <a:cubicBezTo>
                    <a:pt x="39276" y="65480"/>
                    <a:pt x="39791" y="66710"/>
                    <a:pt x="40164" y="67626"/>
                  </a:cubicBezTo>
                  <a:cubicBezTo>
                    <a:pt x="40279" y="67942"/>
                    <a:pt x="40394" y="68199"/>
                    <a:pt x="40451" y="68428"/>
                  </a:cubicBezTo>
                  <a:cubicBezTo>
                    <a:pt x="40451" y="68457"/>
                    <a:pt x="40451" y="68485"/>
                    <a:pt x="40478" y="68515"/>
                  </a:cubicBezTo>
                  <a:cubicBezTo>
                    <a:pt x="40508" y="68657"/>
                    <a:pt x="40535" y="68886"/>
                    <a:pt x="40565" y="69144"/>
                  </a:cubicBezTo>
                  <a:cubicBezTo>
                    <a:pt x="40650" y="69859"/>
                    <a:pt x="40794" y="71091"/>
                    <a:pt x="41795" y="72122"/>
                  </a:cubicBezTo>
                  <a:cubicBezTo>
                    <a:pt x="41596" y="72092"/>
                    <a:pt x="41337" y="72007"/>
                    <a:pt x="40966" y="71893"/>
                  </a:cubicBezTo>
                  <a:cubicBezTo>
                    <a:pt x="40535" y="71748"/>
                    <a:pt x="40164" y="71634"/>
                    <a:pt x="39821" y="71549"/>
                  </a:cubicBezTo>
                  <a:cubicBezTo>
                    <a:pt x="38990" y="71290"/>
                    <a:pt x="38619" y="71176"/>
                    <a:pt x="38245" y="70805"/>
                  </a:cubicBezTo>
                  <a:cubicBezTo>
                    <a:pt x="37673" y="70232"/>
                    <a:pt x="36958" y="69831"/>
                    <a:pt x="36329" y="69458"/>
                  </a:cubicBezTo>
                  <a:cubicBezTo>
                    <a:pt x="36127" y="69344"/>
                    <a:pt x="35841" y="69172"/>
                    <a:pt x="35641" y="69030"/>
                  </a:cubicBezTo>
                  <a:cubicBezTo>
                    <a:pt x="35841" y="68542"/>
                    <a:pt x="36070" y="67855"/>
                    <a:pt x="36012" y="66939"/>
                  </a:cubicBezTo>
                  <a:cubicBezTo>
                    <a:pt x="35928" y="65652"/>
                    <a:pt x="35268" y="64564"/>
                    <a:pt x="34725" y="63676"/>
                  </a:cubicBezTo>
                  <a:cubicBezTo>
                    <a:pt x="34611" y="63476"/>
                    <a:pt x="34467" y="63275"/>
                    <a:pt x="34382" y="63076"/>
                  </a:cubicBezTo>
                  <a:cubicBezTo>
                    <a:pt x="33951" y="62274"/>
                    <a:pt x="33436" y="61672"/>
                    <a:pt x="33008" y="61156"/>
                  </a:cubicBezTo>
                  <a:cubicBezTo>
                    <a:pt x="32692" y="60785"/>
                    <a:pt x="32405" y="60469"/>
                    <a:pt x="32234" y="60156"/>
                  </a:cubicBezTo>
                  <a:cubicBezTo>
                    <a:pt x="32149" y="59954"/>
                    <a:pt x="32092" y="59668"/>
                    <a:pt x="32005" y="59354"/>
                  </a:cubicBezTo>
                  <a:cubicBezTo>
                    <a:pt x="31805" y="58695"/>
                    <a:pt x="31576" y="57865"/>
                    <a:pt x="31031" y="57007"/>
                  </a:cubicBezTo>
                  <a:cubicBezTo>
                    <a:pt x="30603" y="56290"/>
                    <a:pt x="30603" y="56233"/>
                    <a:pt x="30603" y="55575"/>
                  </a:cubicBezTo>
                  <a:cubicBezTo>
                    <a:pt x="30603" y="54801"/>
                    <a:pt x="30603" y="53026"/>
                    <a:pt x="29257" y="51854"/>
                  </a:cubicBezTo>
                  <a:cubicBezTo>
                    <a:pt x="28796" y="51465"/>
                    <a:pt x="28067" y="51036"/>
                    <a:pt x="27000" y="51036"/>
                  </a:cubicBezTo>
                  <a:cubicBezTo>
                    <a:pt x="26809" y="51036"/>
                    <a:pt x="26607" y="51050"/>
                    <a:pt x="26394" y="51080"/>
                  </a:cubicBezTo>
                  <a:cubicBezTo>
                    <a:pt x="26337" y="50938"/>
                    <a:pt x="26279" y="50794"/>
                    <a:pt x="26252" y="50679"/>
                  </a:cubicBezTo>
                  <a:cubicBezTo>
                    <a:pt x="26222" y="50594"/>
                    <a:pt x="26165" y="50480"/>
                    <a:pt x="26137" y="50393"/>
                  </a:cubicBezTo>
                  <a:cubicBezTo>
                    <a:pt x="26080" y="50336"/>
                    <a:pt x="26080" y="50251"/>
                    <a:pt x="26050" y="50194"/>
                  </a:cubicBezTo>
                  <a:cubicBezTo>
                    <a:pt x="25794" y="49591"/>
                    <a:pt x="25508" y="48934"/>
                    <a:pt x="24534" y="48247"/>
                  </a:cubicBezTo>
                  <a:cubicBezTo>
                    <a:pt x="24447" y="48190"/>
                    <a:pt x="24363" y="48132"/>
                    <a:pt x="24275" y="48103"/>
                  </a:cubicBezTo>
                  <a:cubicBezTo>
                    <a:pt x="24248" y="48075"/>
                    <a:pt x="24218" y="48075"/>
                    <a:pt x="24191" y="48045"/>
                  </a:cubicBezTo>
                  <a:cubicBezTo>
                    <a:pt x="24218" y="47903"/>
                    <a:pt x="24248" y="47759"/>
                    <a:pt x="24248" y="47617"/>
                  </a:cubicBezTo>
                  <a:cubicBezTo>
                    <a:pt x="24248" y="46729"/>
                    <a:pt x="24161" y="45842"/>
                    <a:pt x="23989" y="44984"/>
                  </a:cubicBezTo>
                  <a:cubicBezTo>
                    <a:pt x="23989" y="44926"/>
                    <a:pt x="23962" y="44839"/>
                    <a:pt x="23932" y="44782"/>
                  </a:cubicBezTo>
                  <a:cubicBezTo>
                    <a:pt x="23847" y="44438"/>
                    <a:pt x="23733" y="44095"/>
                    <a:pt x="23588" y="43751"/>
                  </a:cubicBezTo>
                  <a:cubicBezTo>
                    <a:pt x="23561" y="43667"/>
                    <a:pt x="23504" y="43552"/>
                    <a:pt x="23474" y="43438"/>
                  </a:cubicBezTo>
                  <a:cubicBezTo>
                    <a:pt x="23904" y="43122"/>
                    <a:pt x="24420" y="42636"/>
                    <a:pt x="24763" y="41892"/>
                  </a:cubicBezTo>
                  <a:cubicBezTo>
                    <a:pt x="25249" y="40889"/>
                    <a:pt x="25221" y="39945"/>
                    <a:pt x="25221" y="39315"/>
                  </a:cubicBezTo>
                  <a:lnTo>
                    <a:pt x="25221" y="38972"/>
                  </a:lnTo>
                  <a:cubicBezTo>
                    <a:pt x="25393" y="38800"/>
                    <a:pt x="25622" y="38599"/>
                    <a:pt x="25879" y="38399"/>
                  </a:cubicBezTo>
                  <a:cubicBezTo>
                    <a:pt x="26481" y="37912"/>
                    <a:pt x="27310" y="37254"/>
                    <a:pt x="27940" y="36167"/>
                  </a:cubicBezTo>
                  <a:cubicBezTo>
                    <a:pt x="28340" y="35537"/>
                    <a:pt x="29028" y="34392"/>
                    <a:pt x="29573" y="33217"/>
                  </a:cubicBezTo>
                  <a:cubicBezTo>
                    <a:pt x="29802" y="33160"/>
                    <a:pt x="30031" y="33075"/>
                    <a:pt x="30260" y="32988"/>
                  </a:cubicBezTo>
                  <a:cubicBezTo>
                    <a:pt x="30344" y="32960"/>
                    <a:pt x="30402" y="32903"/>
                    <a:pt x="30459" y="32873"/>
                  </a:cubicBezTo>
                  <a:cubicBezTo>
                    <a:pt x="31089" y="32502"/>
                    <a:pt x="31576" y="31843"/>
                    <a:pt x="31748" y="31071"/>
                  </a:cubicBezTo>
                  <a:cubicBezTo>
                    <a:pt x="32176" y="29381"/>
                    <a:pt x="31118" y="27063"/>
                    <a:pt x="30802" y="26433"/>
                  </a:cubicBezTo>
                  <a:cubicBezTo>
                    <a:pt x="30489" y="25918"/>
                    <a:pt x="30145" y="25488"/>
                    <a:pt x="29859" y="25117"/>
                  </a:cubicBezTo>
                  <a:cubicBezTo>
                    <a:pt x="29744" y="25002"/>
                    <a:pt x="29600" y="24830"/>
                    <a:pt x="29486" y="24686"/>
                  </a:cubicBezTo>
                  <a:cubicBezTo>
                    <a:pt x="29543" y="24514"/>
                    <a:pt x="29630" y="24315"/>
                    <a:pt x="29687" y="24143"/>
                  </a:cubicBezTo>
                  <a:cubicBezTo>
                    <a:pt x="29886" y="23628"/>
                    <a:pt x="30145" y="22998"/>
                    <a:pt x="30260" y="22281"/>
                  </a:cubicBezTo>
                  <a:lnTo>
                    <a:pt x="30260" y="22224"/>
                  </a:lnTo>
                  <a:cubicBezTo>
                    <a:pt x="30660" y="18532"/>
                    <a:pt x="28684" y="15040"/>
                    <a:pt x="25535" y="13895"/>
                  </a:cubicBezTo>
                  <a:cubicBezTo>
                    <a:pt x="25508" y="13865"/>
                    <a:pt x="25478" y="13865"/>
                    <a:pt x="25450" y="13865"/>
                  </a:cubicBezTo>
                  <a:cubicBezTo>
                    <a:pt x="24878" y="13666"/>
                    <a:pt x="24305" y="13494"/>
                    <a:pt x="23733" y="13322"/>
                  </a:cubicBezTo>
                  <a:cubicBezTo>
                    <a:pt x="23217" y="13178"/>
                    <a:pt x="22702" y="13006"/>
                    <a:pt x="22214" y="12864"/>
                  </a:cubicBezTo>
                  <a:cubicBezTo>
                    <a:pt x="21624" y="12660"/>
                    <a:pt x="21086" y="12577"/>
                    <a:pt x="20594" y="12577"/>
                  </a:cubicBezTo>
                  <a:cubicBezTo>
                    <a:pt x="19775" y="12577"/>
                    <a:pt x="19084" y="12807"/>
                    <a:pt x="18493" y="13093"/>
                  </a:cubicBezTo>
                  <a:cubicBezTo>
                    <a:pt x="18117" y="12807"/>
                    <a:pt x="17572" y="12565"/>
                    <a:pt x="16830" y="12565"/>
                  </a:cubicBezTo>
                  <a:cubicBezTo>
                    <a:pt x="16388" y="12565"/>
                    <a:pt x="15875" y="12651"/>
                    <a:pt x="15287" y="12864"/>
                  </a:cubicBezTo>
                  <a:cubicBezTo>
                    <a:pt x="14057" y="13235"/>
                    <a:pt x="13198" y="13922"/>
                    <a:pt x="12424" y="14525"/>
                  </a:cubicBezTo>
                  <a:lnTo>
                    <a:pt x="11737" y="15040"/>
                  </a:lnTo>
                  <a:cubicBezTo>
                    <a:pt x="11709" y="15068"/>
                    <a:pt x="11680" y="15068"/>
                    <a:pt x="11680" y="15097"/>
                  </a:cubicBezTo>
                  <a:cubicBezTo>
                    <a:pt x="11366" y="15326"/>
                    <a:pt x="10908" y="15498"/>
                    <a:pt x="10393" y="15727"/>
                  </a:cubicBezTo>
                  <a:cubicBezTo>
                    <a:pt x="10164" y="15842"/>
                    <a:pt x="9877" y="15956"/>
                    <a:pt x="9591" y="16098"/>
                  </a:cubicBezTo>
                  <a:cubicBezTo>
                    <a:pt x="9161" y="15670"/>
                    <a:pt x="8675" y="15468"/>
                    <a:pt x="8187" y="15411"/>
                  </a:cubicBezTo>
                  <a:cubicBezTo>
                    <a:pt x="8130" y="15326"/>
                    <a:pt x="8103" y="15212"/>
                    <a:pt x="8045" y="15125"/>
                  </a:cubicBezTo>
                  <a:cubicBezTo>
                    <a:pt x="8675" y="14953"/>
                    <a:pt x="9332" y="14811"/>
                    <a:pt x="9763" y="14697"/>
                  </a:cubicBezTo>
                  <a:cubicBezTo>
                    <a:pt x="10622" y="14525"/>
                    <a:pt x="11423" y="14323"/>
                    <a:pt x="12110" y="14037"/>
                  </a:cubicBezTo>
                  <a:cubicBezTo>
                    <a:pt x="12225" y="14009"/>
                    <a:pt x="12339" y="13952"/>
                    <a:pt x="12481" y="13922"/>
                  </a:cubicBezTo>
                  <a:cubicBezTo>
                    <a:pt x="13626" y="13464"/>
                    <a:pt x="15488" y="12777"/>
                    <a:pt x="15660" y="11060"/>
                  </a:cubicBezTo>
                  <a:cubicBezTo>
                    <a:pt x="16462" y="10746"/>
                    <a:pt x="17034" y="10316"/>
                    <a:pt x="17034" y="10316"/>
                  </a:cubicBezTo>
                  <a:cubicBezTo>
                    <a:pt x="18179" y="9457"/>
                    <a:pt x="18408" y="8483"/>
                    <a:pt x="18408" y="7826"/>
                  </a:cubicBezTo>
                  <a:lnTo>
                    <a:pt x="18408" y="7510"/>
                  </a:lnTo>
                  <a:cubicBezTo>
                    <a:pt x="18607" y="7483"/>
                    <a:pt x="18779" y="7425"/>
                    <a:pt x="18951" y="7368"/>
                  </a:cubicBezTo>
                  <a:cubicBezTo>
                    <a:pt x="20153" y="6995"/>
                    <a:pt x="21443" y="6537"/>
                    <a:pt x="22588" y="6079"/>
                  </a:cubicBezTo>
                  <a:cubicBezTo>
                    <a:pt x="23217" y="5822"/>
                    <a:pt x="23790" y="5822"/>
                    <a:pt x="24905" y="5822"/>
                  </a:cubicBezTo>
                  <a:lnTo>
                    <a:pt x="25050" y="5822"/>
                  </a:lnTo>
                  <a:cubicBezTo>
                    <a:pt x="25908" y="5765"/>
                    <a:pt x="26623" y="5593"/>
                    <a:pt x="27282" y="5449"/>
                  </a:cubicBezTo>
                  <a:cubicBezTo>
                    <a:pt x="27683" y="5364"/>
                    <a:pt x="28084" y="5277"/>
                    <a:pt x="28485" y="5220"/>
                  </a:cubicBezTo>
                  <a:cubicBezTo>
                    <a:pt x="28570" y="5220"/>
                    <a:pt x="28627" y="5220"/>
                    <a:pt x="28684" y="5192"/>
                  </a:cubicBezTo>
                  <a:close/>
                  <a:moveTo>
                    <a:pt x="48551" y="73209"/>
                  </a:moveTo>
                  <a:cubicBezTo>
                    <a:pt x="48551" y="73381"/>
                    <a:pt x="48524" y="73553"/>
                    <a:pt x="48524" y="73725"/>
                  </a:cubicBezTo>
                  <a:cubicBezTo>
                    <a:pt x="48409" y="73610"/>
                    <a:pt x="48322" y="73496"/>
                    <a:pt x="48207" y="73351"/>
                  </a:cubicBezTo>
                  <a:cubicBezTo>
                    <a:pt x="48322" y="73324"/>
                    <a:pt x="48436" y="73267"/>
                    <a:pt x="48551" y="73209"/>
                  </a:cubicBezTo>
                  <a:close/>
                  <a:moveTo>
                    <a:pt x="54162" y="76587"/>
                  </a:moveTo>
                  <a:cubicBezTo>
                    <a:pt x="54162" y="76729"/>
                    <a:pt x="54105" y="76901"/>
                    <a:pt x="53990" y="77245"/>
                  </a:cubicBezTo>
                  <a:cubicBezTo>
                    <a:pt x="53876" y="77073"/>
                    <a:pt x="53761" y="76931"/>
                    <a:pt x="53619" y="76787"/>
                  </a:cubicBezTo>
                  <a:cubicBezTo>
                    <a:pt x="53704" y="76759"/>
                    <a:pt x="53818" y="76702"/>
                    <a:pt x="53933" y="76672"/>
                  </a:cubicBezTo>
                  <a:cubicBezTo>
                    <a:pt x="54020" y="76645"/>
                    <a:pt x="54105" y="76615"/>
                    <a:pt x="54162" y="76587"/>
                  </a:cubicBezTo>
                  <a:close/>
                  <a:moveTo>
                    <a:pt x="67532" y="82713"/>
                  </a:moveTo>
                  <a:cubicBezTo>
                    <a:pt x="67731" y="82885"/>
                    <a:pt x="67990" y="83027"/>
                    <a:pt x="68246" y="83142"/>
                  </a:cubicBezTo>
                  <a:cubicBezTo>
                    <a:pt x="68668" y="83298"/>
                    <a:pt x="69063" y="83360"/>
                    <a:pt x="69427" y="83360"/>
                  </a:cubicBezTo>
                  <a:cubicBezTo>
                    <a:pt x="70201" y="83360"/>
                    <a:pt x="70834" y="83080"/>
                    <a:pt x="71281" y="82828"/>
                  </a:cubicBezTo>
                  <a:cubicBezTo>
                    <a:pt x="71510" y="82970"/>
                    <a:pt x="71768" y="83142"/>
                    <a:pt x="72082" y="83286"/>
                  </a:cubicBezTo>
                  <a:cubicBezTo>
                    <a:pt x="72627" y="83542"/>
                    <a:pt x="73170" y="83657"/>
                    <a:pt x="73601" y="83744"/>
                  </a:cubicBezTo>
                  <a:cubicBezTo>
                    <a:pt x="73743" y="83801"/>
                    <a:pt x="73857" y="83829"/>
                    <a:pt x="74001" y="83858"/>
                  </a:cubicBezTo>
                  <a:cubicBezTo>
                    <a:pt x="74813" y="84088"/>
                    <a:pt x="75544" y="84203"/>
                    <a:pt x="76259" y="84203"/>
                  </a:cubicBezTo>
                  <a:cubicBezTo>
                    <a:pt x="76878" y="84203"/>
                    <a:pt x="77486" y="84117"/>
                    <a:pt x="78124" y="83943"/>
                  </a:cubicBezTo>
                  <a:lnTo>
                    <a:pt x="78380" y="84202"/>
                  </a:lnTo>
                  <a:lnTo>
                    <a:pt x="78410" y="84229"/>
                  </a:lnTo>
                  <a:cubicBezTo>
                    <a:pt x="78582" y="84401"/>
                    <a:pt x="78753" y="84573"/>
                    <a:pt x="78925" y="84775"/>
                  </a:cubicBezTo>
                  <a:cubicBezTo>
                    <a:pt x="79440" y="85290"/>
                    <a:pt x="79983" y="85862"/>
                    <a:pt x="80700" y="86320"/>
                  </a:cubicBezTo>
                  <a:cubicBezTo>
                    <a:pt x="80700" y="86320"/>
                    <a:pt x="80727" y="86320"/>
                    <a:pt x="80727" y="86348"/>
                  </a:cubicBezTo>
                  <a:cubicBezTo>
                    <a:pt x="81273" y="86664"/>
                    <a:pt x="81300" y="86691"/>
                    <a:pt x="81902" y="87580"/>
                  </a:cubicBezTo>
                  <a:cubicBezTo>
                    <a:pt x="83448" y="89927"/>
                    <a:pt x="85738" y="89985"/>
                    <a:pt x="87112" y="90042"/>
                  </a:cubicBezTo>
                  <a:cubicBezTo>
                    <a:pt x="87914" y="90042"/>
                    <a:pt x="88429" y="90069"/>
                    <a:pt x="88773" y="90298"/>
                  </a:cubicBezTo>
                  <a:cubicBezTo>
                    <a:pt x="88800" y="90328"/>
                    <a:pt x="88830" y="90328"/>
                    <a:pt x="88857" y="90356"/>
                  </a:cubicBezTo>
                  <a:cubicBezTo>
                    <a:pt x="89201" y="90557"/>
                    <a:pt x="89574" y="90843"/>
                    <a:pt x="89774" y="91043"/>
                  </a:cubicBezTo>
                  <a:cubicBezTo>
                    <a:pt x="89774" y="91100"/>
                    <a:pt x="89746" y="91130"/>
                    <a:pt x="89746" y="91187"/>
                  </a:cubicBezTo>
                  <a:cubicBezTo>
                    <a:pt x="89746" y="91645"/>
                    <a:pt x="89689" y="92332"/>
                    <a:pt x="89975" y="93104"/>
                  </a:cubicBezTo>
                  <a:cubicBezTo>
                    <a:pt x="90147" y="93592"/>
                    <a:pt x="90403" y="93963"/>
                    <a:pt x="90662" y="94221"/>
                  </a:cubicBezTo>
                  <a:cubicBezTo>
                    <a:pt x="90662" y="94363"/>
                    <a:pt x="90662" y="94535"/>
                    <a:pt x="90719" y="94707"/>
                  </a:cubicBezTo>
                  <a:lnTo>
                    <a:pt x="90719" y="94794"/>
                  </a:lnTo>
                  <a:cubicBezTo>
                    <a:pt x="91063" y="96282"/>
                    <a:pt x="91777" y="96940"/>
                    <a:pt x="92494" y="97370"/>
                  </a:cubicBezTo>
                  <a:lnTo>
                    <a:pt x="92494" y="97398"/>
                  </a:lnTo>
                  <a:cubicBezTo>
                    <a:pt x="92522" y="97512"/>
                    <a:pt x="92522" y="97657"/>
                    <a:pt x="92551" y="97771"/>
                  </a:cubicBezTo>
                  <a:cubicBezTo>
                    <a:pt x="92739" y="98957"/>
                    <a:pt x="93766" y="99812"/>
                    <a:pt x="94936" y="99812"/>
                  </a:cubicBezTo>
                  <a:cubicBezTo>
                    <a:pt x="95009" y="99812"/>
                    <a:pt x="95082" y="99809"/>
                    <a:pt x="95155" y="99802"/>
                  </a:cubicBezTo>
                  <a:cubicBezTo>
                    <a:pt x="95728" y="99745"/>
                    <a:pt x="96158" y="99573"/>
                    <a:pt x="96472" y="99431"/>
                  </a:cubicBezTo>
                  <a:cubicBezTo>
                    <a:pt x="96701" y="99546"/>
                    <a:pt x="96930" y="99688"/>
                    <a:pt x="97017" y="99775"/>
                  </a:cubicBezTo>
                  <a:lnTo>
                    <a:pt x="97045" y="99832"/>
                  </a:lnTo>
                  <a:cubicBezTo>
                    <a:pt x="97647" y="100890"/>
                    <a:pt x="98476" y="101435"/>
                    <a:pt x="99823" y="101607"/>
                  </a:cubicBezTo>
                  <a:cubicBezTo>
                    <a:pt x="99918" y="101616"/>
                    <a:pt x="100013" y="101619"/>
                    <a:pt x="100109" y="101619"/>
                  </a:cubicBezTo>
                  <a:cubicBezTo>
                    <a:pt x="100300" y="101619"/>
                    <a:pt x="100491" y="101607"/>
                    <a:pt x="100681" y="101607"/>
                  </a:cubicBezTo>
                  <a:cubicBezTo>
                    <a:pt x="100853" y="101577"/>
                    <a:pt x="100938" y="101577"/>
                    <a:pt x="100995" y="101577"/>
                  </a:cubicBezTo>
                  <a:cubicBezTo>
                    <a:pt x="101396" y="101664"/>
                    <a:pt x="101797" y="101722"/>
                    <a:pt x="102198" y="101806"/>
                  </a:cubicBezTo>
                  <a:cubicBezTo>
                    <a:pt x="102255" y="101806"/>
                    <a:pt x="102312" y="101806"/>
                    <a:pt x="102369" y="101836"/>
                  </a:cubicBezTo>
                  <a:cubicBezTo>
                    <a:pt x="103315" y="101921"/>
                    <a:pt x="103773" y="102093"/>
                    <a:pt x="104545" y="102608"/>
                  </a:cubicBezTo>
                  <a:cubicBezTo>
                    <a:pt x="104717" y="102752"/>
                    <a:pt x="104888" y="102894"/>
                    <a:pt x="105033" y="103038"/>
                  </a:cubicBezTo>
                  <a:cubicBezTo>
                    <a:pt x="105633" y="103554"/>
                    <a:pt x="106434" y="104268"/>
                    <a:pt x="107838" y="104527"/>
                  </a:cubicBezTo>
                  <a:cubicBezTo>
                    <a:pt x="107953" y="105241"/>
                    <a:pt x="107980" y="106130"/>
                    <a:pt x="107895" y="106645"/>
                  </a:cubicBezTo>
                  <a:cubicBezTo>
                    <a:pt x="107838" y="106730"/>
                    <a:pt x="107637" y="106932"/>
                    <a:pt x="107522" y="107074"/>
                  </a:cubicBezTo>
                  <a:cubicBezTo>
                    <a:pt x="107037" y="107561"/>
                    <a:pt x="106377" y="108219"/>
                    <a:pt x="105976" y="109279"/>
                  </a:cubicBezTo>
                  <a:cubicBezTo>
                    <a:pt x="105804" y="109707"/>
                    <a:pt x="105720" y="110051"/>
                    <a:pt x="105663" y="110280"/>
                  </a:cubicBezTo>
                  <a:cubicBezTo>
                    <a:pt x="105633" y="110337"/>
                    <a:pt x="105633" y="110394"/>
                    <a:pt x="105605" y="110451"/>
                  </a:cubicBezTo>
                  <a:lnTo>
                    <a:pt x="105518" y="110539"/>
                  </a:lnTo>
                  <a:cubicBezTo>
                    <a:pt x="105117" y="110825"/>
                    <a:pt x="104488" y="111283"/>
                    <a:pt x="104059" y="112084"/>
                  </a:cubicBezTo>
                  <a:cubicBezTo>
                    <a:pt x="103029" y="113916"/>
                    <a:pt x="103514" y="115948"/>
                    <a:pt x="103888" y="117608"/>
                  </a:cubicBezTo>
                  <a:cubicBezTo>
                    <a:pt x="104002" y="118153"/>
                    <a:pt x="104144" y="118753"/>
                    <a:pt x="104174" y="119126"/>
                  </a:cubicBezTo>
                  <a:cubicBezTo>
                    <a:pt x="104117" y="119612"/>
                    <a:pt x="103773" y="120299"/>
                    <a:pt x="103457" y="120929"/>
                  </a:cubicBezTo>
                  <a:cubicBezTo>
                    <a:pt x="103315" y="121215"/>
                    <a:pt x="103201" y="121501"/>
                    <a:pt x="103056" y="121760"/>
                  </a:cubicBezTo>
                  <a:cubicBezTo>
                    <a:pt x="103056" y="121788"/>
                    <a:pt x="103056" y="121817"/>
                    <a:pt x="103029" y="121845"/>
                  </a:cubicBezTo>
                  <a:cubicBezTo>
                    <a:pt x="102885" y="122246"/>
                    <a:pt x="102743" y="122676"/>
                    <a:pt x="102598" y="123077"/>
                  </a:cubicBezTo>
                  <a:cubicBezTo>
                    <a:pt x="102399" y="123677"/>
                    <a:pt x="102198" y="124337"/>
                    <a:pt x="101969" y="124650"/>
                  </a:cubicBezTo>
                  <a:cubicBezTo>
                    <a:pt x="101827" y="124795"/>
                    <a:pt x="101052" y="124879"/>
                    <a:pt x="100652" y="124909"/>
                  </a:cubicBezTo>
                  <a:cubicBezTo>
                    <a:pt x="99278" y="125051"/>
                    <a:pt x="97216" y="125280"/>
                    <a:pt x="95815" y="127169"/>
                  </a:cubicBezTo>
                  <a:cubicBezTo>
                    <a:pt x="95728" y="127256"/>
                    <a:pt x="95671" y="127371"/>
                    <a:pt x="95613" y="127485"/>
                  </a:cubicBezTo>
                  <a:cubicBezTo>
                    <a:pt x="94441" y="128802"/>
                    <a:pt x="94354" y="129746"/>
                    <a:pt x="94583" y="131837"/>
                  </a:cubicBezTo>
                  <a:lnTo>
                    <a:pt x="94583" y="131894"/>
                  </a:lnTo>
                  <a:cubicBezTo>
                    <a:pt x="94727" y="132952"/>
                    <a:pt x="94697" y="133039"/>
                    <a:pt x="93552" y="134154"/>
                  </a:cubicBezTo>
                  <a:cubicBezTo>
                    <a:pt x="93525" y="134184"/>
                    <a:pt x="93495" y="134241"/>
                    <a:pt x="93468" y="134269"/>
                  </a:cubicBezTo>
                  <a:cubicBezTo>
                    <a:pt x="92235" y="135673"/>
                    <a:pt x="91892" y="136845"/>
                    <a:pt x="91578" y="138364"/>
                  </a:cubicBezTo>
                  <a:cubicBezTo>
                    <a:pt x="91548" y="138391"/>
                    <a:pt x="91521" y="138421"/>
                    <a:pt x="91521" y="138448"/>
                  </a:cubicBezTo>
                  <a:cubicBezTo>
                    <a:pt x="91406" y="138593"/>
                    <a:pt x="91235" y="138822"/>
                    <a:pt x="91090" y="139108"/>
                  </a:cubicBezTo>
                  <a:cubicBezTo>
                    <a:pt x="91090" y="139165"/>
                    <a:pt x="91063" y="139222"/>
                    <a:pt x="91033" y="139280"/>
                  </a:cubicBezTo>
                  <a:cubicBezTo>
                    <a:pt x="90948" y="139509"/>
                    <a:pt x="90861" y="139738"/>
                    <a:pt x="90804" y="139937"/>
                  </a:cubicBezTo>
                  <a:cubicBezTo>
                    <a:pt x="90777" y="139994"/>
                    <a:pt x="90777" y="140051"/>
                    <a:pt x="90747" y="140109"/>
                  </a:cubicBezTo>
                  <a:cubicBezTo>
                    <a:pt x="90548" y="140051"/>
                    <a:pt x="90289" y="140024"/>
                    <a:pt x="89975" y="139994"/>
                  </a:cubicBezTo>
                  <a:cubicBezTo>
                    <a:pt x="89811" y="139971"/>
                    <a:pt x="89559" y="139941"/>
                    <a:pt x="89261" y="139941"/>
                  </a:cubicBezTo>
                  <a:cubicBezTo>
                    <a:pt x="88468" y="139941"/>
                    <a:pt x="87348" y="140152"/>
                    <a:pt x="86682" y="141254"/>
                  </a:cubicBezTo>
                  <a:cubicBezTo>
                    <a:pt x="85796" y="142772"/>
                    <a:pt x="86739" y="144146"/>
                    <a:pt x="87140" y="144719"/>
                  </a:cubicBezTo>
                  <a:cubicBezTo>
                    <a:pt x="87254" y="144861"/>
                    <a:pt x="87399" y="145090"/>
                    <a:pt x="87426" y="145147"/>
                  </a:cubicBezTo>
                  <a:cubicBezTo>
                    <a:pt x="87456" y="145234"/>
                    <a:pt x="87483" y="145291"/>
                    <a:pt x="87513" y="145348"/>
                  </a:cubicBezTo>
                  <a:cubicBezTo>
                    <a:pt x="87370" y="145334"/>
                    <a:pt x="87213" y="145326"/>
                    <a:pt x="87044" y="145326"/>
                  </a:cubicBezTo>
                  <a:cubicBezTo>
                    <a:pt x="86876" y="145326"/>
                    <a:pt x="86697" y="145334"/>
                    <a:pt x="86510" y="145348"/>
                  </a:cubicBezTo>
                  <a:cubicBezTo>
                    <a:pt x="85338" y="145406"/>
                    <a:pt x="84421" y="145807"/>
                    <a:pt x="83819" y="146551"/>
                  </a:cubicBezTo>
                  <a:cubicBezTo>
                    <a:pt x="83247" y="147265"/>
                    <a:pt x="83132" y="148039"/>
                    <a:pt x="83162" y="148669"/>
                  </a:cubicBezTo>
                  <a:cubicBezTo>
                    <a:pt x="81758" y="148983"/>
                    <a:pt x="81273" y="149986"/>
                    <a:pt x="81101" y="150472"/>
                  </a:cubicBezTo>
                  <a:cubicBezTo>
                    <a:pt x="80929" y="151044"/>
                    <a:pt x="80727" y="152333"/>
                    <a:pt x="82102" y="153620"/>
                  </a:cubicBezTo>
                  <a:cubicBezTo>
                    <a:pt x="82017" y="153964"/>
                    <a:pt x="81987" y="154307"/>
                    <a:pt x="81987" y="154594"/>
                  </a:cubicBezTo>
                  <a:cubicBezTo>
                    <a:pt x="81815" y="154738"/>
                    <a:pt x="81616" y="154937"/>
                    <a:pt x="81444" y="155196"/>
                  </a:cubicBezTo>
                  <a:cubicBezTo>
                    <a:pt x="80785" y="156112"/>
                    <a:pt x="80528" y="157056"/>
                    <a:pt x="80670" y="158001"/>
                  </a:cubicBezTo>
                  <a:cubicBezTo>
                    <a:pt x="80899" y="159231"/>
                    <a:pt x="81731" y="159948"/>
                    <a:pt x="82445" y="160434"/>
                  </a:cubicBezTo>
                  <a:cubicBezTo>
                    <a:pt x="82044" y="161121"/>
                    <a:pt x="81586" y="162094"/>
                    <a:pt x="81559" y="163326"/>
                  </a:cubicBezTo>
                  <a:lnTo>
                    <a:pt x="81559" y="163411"/>
                  </a:lnTo>
                  <a:cubicBezTo>
                    <a:pt x="81215" y="162953"/>
                    <a:pt x="80842" y="162437"/>
                    <a:pt x="80757" y="162151"/>
                  </a:cubicBezTo>
                  <a:cubicBezTo>
                    <a:pt x="80670" y="161865"/>
                    <a:pt x="80613" y="161579"/>
                    <a:pt x="80528" y="161292"/>
                  </a:cubicBezTo>
                  <a:cubicBezTo>
                    <a:pt x="80384" y="160663"/>
                    <a:pt x="80242" y="159976"/>
                    <a:pt x="79898" y="159147"/>
                  </a:cubicBezTo>
                  <a:cubicBezTo>
                    <a:pt x="79898" y="159117"/>
                    <a:pt x="79869" y="159089"/>
                    <a:pt x="79841" y="159032"/>
                  </a:cubicBezTo>
                  <a:cubicBezTo>
                    <a:pt x="79582" y="158487"/>
                    <a:pt x="79411" y="157543"/>
                    <a:pt x="79239" y="156655"/>
                  </a:cubicBezTo>
                  <a:cubicBezTo>
                    <a:pt x="78868" y="154681"/>
                    <a:pt x="78380" y="152219"/>
                    <a:pt x="76491" y="150701"/>
                  </a:cubicBezTo>
                  <a:lnTo>
                    <a:pt x="76463" y="150673"/>
                  </a:lnTo>
                  <a:cubicBezTo>
                    <a:pt x="76349" y="150616"/>
                    <a:pt x="76262" y="150559"/>
                    <a:pt x="76204" y="150501"/>
                  </a:cubicBezTo>
                  <a:cubicBezTo>
                    <a:pt x="76177" y="150300"/>
                    <a:pt x="76147" y="150101"/>
                    <a:pt x="76147" y="149929"/>
                  </a:cubicBezTo>
                  <a:cubicBezTo>
                    <a:pt x="76120" y="149757"/>
                    <a:pt x="76120" y="149613"/>
                    <a:pt x="76090" y="149471"/>
                  </a:cubicBezTo>
                  <a:lnTo>
                    <a:pt x="76090" y="149384"/>
                  </a:lnTo>
                  <a:cubicBezTo>
                    <a:pt x="75975" y="148555"/>
                    <a:pt x="75689" y="147838"/>
                    <a:pt x="75460" y="147295"/>
                  </a:cubicBezTo>
                  <a:cubicBezTo>
                    <a:pt x="75318" y="146979"/>
                    <a:pt x="75146" y="146608"/>
                    <a:pt x="75146" y="146436"/>
                  </a:cubicBezTo>
                  <a:lnTo>
                    <a:pt x="75146" y="146292"/>
                  </a:lnTo>
                  <a:cubicBezTo>
                    <a:pt x="75117" y="146150"/>
                    <a:pt x="75231" y="145749"/>
                    <a:pt x="75288" y="145463"/>
                  </a:cubicBezTo>
                  <a:cubicBezTo>
                    <a:pt x="75433" y="144861"/>
                    <a:pt x="75632" y="144116"/>
                    <a:pt x="75632" y="143258"/>
                  </a:cubicBezTo>
                  <a:cubicBezTo>
                    <a:pt x="75632" y="141597"/>
                    <a:pt x="75547" y="140223"/>
                    <a:pt x="75346" y="138936"/>
                  </a:cubicBezTo>
                  <a:cubicBezTo>
                    <a:pt x="75231" y="138077"/>
                    <a:pt x="75261" y="137132"/>
                    <a:pt x="75318" y="136131"/>
                  </a:cubicBezTo>
                  <a:cubicBezTo>
                    <a:pt x="75346" y="135100"/>
                    <a:pt x="75403" y="134040"/>
                    <a:pt x="75288" y="132925"/>
                  </a:cubicBezTo>
                  <a:cubicBezTo>
                    <a:pt x="75174" y="132066"/>
                    <a:pt x="75002" y="131321"/>
                    <a:pt x="74860" y="130577"/>
                  </a:cubicBezTo>
                  <a:cubicBezTo>
                    <a:pt x="74688" y="129833"/>
                    <a:pt x="74517" y="129173"/>
                    <a:pt x="74487" y="128516"/>
                  </a:cubicBezTo>
                  <a:cubicBezTo>
                    <a:pt x="74574" y="128287"/>
                    <a:pt x="74601" y="128028"/>
                    <a:pt x="74601" y="127742"/>
                  </a:cubicBezTo>
                  <a:lnTo>
                    <a:pt x="74601" y="126798"/>
                  </a:lnTo>
                  <a:cubicBezTo>
                    <a:pt x="74601" y="126311"/>
                    <a:pt x="74574" y="125795"/>
                    <a:pt x="74574" y="125310"/>
                  </a:cubicBezTo>
                  <a:cubicBezTo>
                    <a:pt x="74544" y="124879"/>
                    <a:pt x="74544" y="124421"/>
                    <a:pt x="74544" y="123993"/>
                  </a:cubicBezTo>
                  <a:cubicBezTo>
                    <a:pt x="74544" y="123906"/>
                    <a:pt x="74544" y="123821"/>
                    <a:pt x="74517" y="123764"/>
                  </a:cubicBezTo>
                  <a:lnTo>
                    <a:pt x="74517" y="123047"/>
                  </a:lnTo>
                  <a:cubicBezTo>
                    <a:pt x="74517" y="122275"/>
                    <a:pt x="74544" y="121417"/>
                    <a:pt x="74315" y="120643"/>
                  </a:cubicBezTo>
                  <a:cubicBezTo>
                    <a:pt x="74288" y="120585"/>
                    <a:pt x="74288" y="120558"/>
                    <a:pt x="74258" y="120528"/>
                  </a:cubicBezTo>
                  <a:cubicBezTo>
                    <a:pt x="73857" y="119326"/>
                    <a:pt x="72913" y="118554"/>
                    <a:pt x="72169" y="117952"/>
                  </a:cubicBezTo>
                  <a:cubicBezTo>
                    <a:pt x="71968" y="117780"/>
                    <a:pt x="71739" y="117581"/>
                    <a:pt x="71624" y="117466"/>
                  </a:cubicBezTo>
                  <a:cubicBezTo>
                    <a:pt x="70536" y="116291"/>
                    <a:pt x="69391" y="115920"/>
                    <a:pt x="68562" y="115634"/>
                  </a:cubicBezTo>
                  <a:cubicBezTo>
                    <a:pt x="68132" y="115520"/>
                    <a:pt x="67903" y="115433"/>
                    <a:pt x="67703" y="115318"/>
                  </a:cubicBezTo>
                  <a:cubicBezTo>
                    <a:pt x="66929" y="114775"/>
                    <a:pt x="66444" y="113573"/>
                    <a:pt x="65929" y="112284"/>
                  </a:cubicBezTo>
                  <a:cubicBezTo>
                    <a:pt x="65384" y="110939"/>
                    <a:pt x="64754" y="109421"/>
                    <a:pt x="63609" y="108191"/>
                  </a:cubicBezTo>
                  <a:cubicBezTo>
                    <a:pt x="63238" y="107818"/>
                    <a:pt x="63066" y="107390"/>
                    <a:pt x="62780" y="106673"/>
                  </a:cubicBezTo>
                  <a:cubicBezTo>
                    <a:pt x="62521" y="106043"/>
                    <a:pt x="62264" y="105356"/>
                    <a:pt x="61777" y="104584"/>
                  </a:cubicBezTo>
                  <a:cubicBezTo>
                    <a:pt x="61261" y="103783"/>
                    <a:pt x="60689" y="103325"/>
                    <a:pt x="60288" y="103066"/>
                  </a:cubicBezTo>
                  <a:cubicBezTo>
                    <a:pt x="60260" y="102981"/>
                    <a:pt x="60260" y="102894"/>
                    <a:pt x="60231" y="102837"/>
                  </a:cubicBezTo>
                  <a:cubicBezTo>
                    <a:pt x="60975" y="102409"/>
                    <a:pt x="61834" y="101520"/>
                    <a:pt x="61548" y="99688"/>
                  </a:cubicBezTo>
                  <a:cubicBezTo>
                    <a:pt x="61463" y="99173"/>
                    <a:pt x="61204" y="98687"/>
                    <a:pt x="60833" y="98314"/>
                  </a:cubicBezTo>
                  <a:lnTo>
                    <a:pt x="60574" y="98057"/>
                  </a:lnTo>
                  <a:cubicBezTo>
                    <a:pt x="60402" y="97599"/>
                    <a:pt x="60719" y="96969"/>
                    <a:pt x="61062" y="96539"/>
                  </a:cubicBezTo>
                  <a:cubicBezTo>
                    <a:pt x="61376" y="96397"/>
                    <a:pt x="61749" y="96138"/>
                    <a:pt x="62093" y="95710"/>
                  </a:cubicBezTo>
                  <a:cubicBezTo>
                    <a:pt x="62322" y="95424"/>
                    <a:pt x="62521" y="95023"/>
                    <a:pt x="62608" y="94508"/>
                  </a:cubicBezTo>
                  <a:cubicBezTo>
                    <a:pt x="62635" y="94508"/>
                    <a:pt x="62665" y="94478"/>
                    <a:pt x="62693" y="94478"/>
                  </a:cubicBezTo>
                  <a:lnTo>
                    <a:pt x="62864" y="94306"/>
                  </a:lnTo>
                  <a:cubicBezTo>
                    <a:pt x="64554" y="92733"/>
                    <a:pt x="64784" y="91072"/>
                    <a:pt x="64868" y="89355"/>
                  </a:cubicBezTo>
                  <a:cubicBezTo>
                    <a:pt x="64925" y="88409"/>
                    <a:pt x="64955" y="87436"/>
                    <a:pt x="64612" y="86291"/>
                  </a:cubicBezTo>
                  <a:cubicBezTo>
                    <a:pt x="66100" y="85604"/>
                    <a:pt x="66501" y="84058"/>
                    <a:pt x="66700" y="83256"/>
                  </a:cubicBezTo>
                  <a:cubicBezTo>
                    <a:pt x="66730" y="83171"/>
                    <a:pt x="66758" y="83027"/>
                    <a:pt x="66787" y="82942"/>
                  </a:cubicBezTo>
                  <a:cubicBezTo>
                    <a:pt x="66987" y="82855"/>
                    <a:pt x="67303" y="82771"/>
                    <a:pt x="67502" y="82713"/>
                  </a:cubicBezTo>
                  <a:close/>
                  <a:moveTo>
                    <a:pt x="77943" y="0"/>
                  </a:moveTo>
                  <a:cubicBezTo>
                    <a:pt x="76529" y="0"/>
                    <a:pt x="75434" y="1014"/>
                    <a:pt x="74945" y="1528"/>
                  </a:cubicBezTo>
                  <a:lnTo>
                    <a:pt x="74688" y="1785"/>
                  </a:lnTo>
                  <a:cubicBezTo>
                    <a:pt x="74601" y="1815"/>
                    <a:pt x="74487" y="1842"/>
                    <a:pt x="74402" y="1899"/>
                  </a:cubicBezTo>
                  <a:cubicBezTo>
                    <a:pt x="74288" y="1929"/>
                    <a:pt x="74201" y="1986"/>
                    <a:pt x="74116" y="2044"/>
                  </a:cubicBezTo>
                  <a:cubicBezTo>
                    <a:pt x="73028" y="2673"/>
                    <a:pt x="72655" y="3445"/>
                    <a:pt x="72426" y="4189"/>
                  </a:cubicBezTo>
                  <a:cubicBezTo>
                    <a:pt x="72226" y="4189"/>
                    <a:pt x="71968" y="4247"/>
                    <a:pt x="71681" y="4304"/>
                  </a:cubicBezTo>
                  <a:cubicBezTo>
                    <a:pt x="71253" y="4391"/>
                    <a:pt x="70937" y="4505"/>
                    <a:pt x="70738" y="4590"/>
                  </a:cubicBezTo>
                  <a:lnTo>
                    <a:pt x="70681" y="4590"/>
                  </a:lnTo>
                  <a:cubicBezTo>
                    <a:pt x="70566" y="4590"/>
                    <a:pt x="70365" y="4533"/>
                    <a:pt x="70193" y="4505"/>
                  </a:cubicBezTo>
                  <a:cubicBezTo>
                    <a:pt x="69731" y="4404"/>
                    <a:pt x="69156" y="4289"/>
                    <a:pt x="68508" y="4289"/>
                  </a:cubicBezTo>
                  <a:cubicBezTo>
                    <a:pt x="68233" y="4289"/>
                    <a:pt x="67944" y="4310"/>
                    <a:pt x="67646" y="4361"/>
                  </a:cubicBezTo>
                  <a:cubicBezTo>
                    <a:pt x="67616" y="4361"/>
                    <a:pt x="67559" y="4361"/>
                    <a:pt x="67532" y="4391"/>
                  </a:cubicBezTo>
                  <a:cubicBezTo>
                    <a:pt x="67303" y="4418"/>
                    <a:pt x="67131" y="4505"/>
                    <a:pt x="66959" y="4563"/>
                  </a:cubicBezTo>
                  <a:cubicBezTo>
                    <a:pt x="66758" y="4418"/>
                    <a:pt x="66529" y="4304"/>
                    <a:pt x="66272" y="4162"/>
                  </a:cubicBezTo>
                  <a:cubicBezTo>
                    <a:pt x="66242" y="4162"/>
                    <a:pt x="66215" y="4132"/>
                    <a:pt x="66185" y="4132"/>
                  </a:cubicBezTo>
                  <a:cubicBezTo>
                    <a:pt x="65553" y="3879"/>
                    <a:pt x="64935" y="3780"/>
                    <a:pt x="64344" y="3780"/>
                  </a:cubicBezTo>
                  <a:cubicBezTo>
                    <a:pt x="63059" y="3780"/>
                    <a:pt x="61897" y="4247"/>
                    <a:pt x="60975" y="4620"/>
                  </a:cubicBezTo>
                  <a:cubicBezTo>
                    <a:pt x="60244" y="4926"/>
                    <a:pt x="59707" y="5135"/>
                    <a:pt x="59365" y="5135"/>
                  </a:cubicBezTo>
                  <a:cubicBezTo>
                    <a:pt x="59292" y="5135"/>
                    <a:pt x="59228" y="5126"/>
                    <a:pt x="59173" y="5105"/>
                  </a:cubicBezTo>
                  <a:cubicBezTo>
                    <a:pt x="59115" y="5048"/>
                    <a:pt x="59058" y="4991"/>
                    <a:pt x="59001" y="4906"/>
                  </a:cubicBezTo>
                  <a:cubicBezTo>
                    <a:pt x="58657" y="4418"/>
                    <a:pt x="57998" y="3532"/>
                    <a:pt x="56624" y="3074"/>
                  </a:cubicBezTo>
                  <a:cubicBezTo>
                    <a:pt x="55795" y="2758"/>
                    <a:pt x="54906" y="2616"/>
                    <a:pt x="54276" y="2529"/>
                  </a:cubicBezTo>
                  <a:cubicBezTo>
                    <a:pt x="53929" y="2478"/>
                    <a:pt x="53572" y="2468"/>
                    <a:pt x="53229" y="2468"/>
                  </a:cubicBezTo>
                  <a:cubicBezTo>
                    <a:pt x="53007" y="2468"/>
                    <a:pt x="52791" y="2472"/>
                    <a:pt x="52588" y="2472"/>
                  </a:cubicBezTo>
                  <a:cubicBezTo>
                    <a:pt x="52359" y="2502"/>
                    <a:pt x="52043" y="2502"/>
                    <a:pt x="51872" y="2502"/>
                  </a:cubicBezTo>
                  <a:lnTo>
                    <a:pt x="51844" y="2472"/>
                  </a:lnTo>
                  <a:cubicBezTo>
                    <a:pt x="51414" y="2101"/>
                    <a:pt x="50642" y="1441"/>
                    <a:pt x="49211" y="1357"/>
                  </a:cubicBezTo>
                  <a:cubicBezTo>
                    <a:pt x="48810" y="1327"/>
                    <a:pt x="48430" y="1313"/>
                    <a:pt x="48068" y="1313"/>
                  </a:cubicBezTo>
                  <a:cubicBezTo>
                    <a:pt x="47008" y="1313"/>
                    <a:pt x="46106" y="1436"/>
                    <a:pt x="45317" y="1670"/>
                  </a:cubicBezTo>
                  <a:cubicBezTo>
                    <a:pt x="45288" y="1700"/>
                    <a:pt x="45230" y="1700"/>
                    <a:pt x="45203" y="1728"/>
                  </a:cubicBezTo>
                  <a:cubicBezTo>
                    <a:pt x="44772" y="1899"/>
                    <a:pt x="44429" y="2044"/>
                    <a:pt x="44115" y="2186"/>
                  </a:cubicBezTo>
                  <a:cubicBezTo>
                    <a:pt x="43485" y="2472"/>
                    <a:pt x="43199" y="2616"/>
                    <a:pt x="42597" y="2673"/>
                  </a:cubicBezTo>
                  <a:cubicBezTo>
                    <a:pt x="42024" y="2731"/>
                    <a:pt x="41596" y="2815"/>
                    <a:pt x="41280" y="2902"/>
                  </a:cubicBezTo>
                  <a:cubicBezTo>
                    <a:pt x="41138" y="2930"/>
                    <a:pt x="40936" y="2987"/>
                    <a:pt x="40909" y="2987"/>
                  </a:cubicBezTo>
                  <a:cubicBezTo>
                    <a:pt x="40909" y="2987"/>
                    <a:pt x="40852" y="2987"/>
                    <a:pt x="40765" y="2960"/>
                  </a:cubicBezTo>
                  <a:cubicBezTo>
                    <a:pt x="40535" y="2845"/>
                    <a:pt x="40279" y="2788"/>
                    <a:pt x="40020" y="2731"/>
                  </a:cubicBezTo>
                  <a:cubicBezTo>
                    <a:pt x="39706" y="2186"/>
                    <a:pt x="39191" y="1757"/>
                    <a:pt x="38532" y="1471"/>
                  </a:cubicBezTo>
                  <a:cubicBezTo>
                    <a:pt x="38504" y="1441"/>
                    <a:pt x="38474" y="1441"/>
                    <a:pt x="38447" y="1441"/>
                  </a:cubicBezTo>
                  <a:cubicBezTo>
                    <a:pt x="37856" y="1218"/>
                    <a:pt x="37221" y="1146"/>
                    <a:pt x="36606" y="1146"/>
                  </a:cubicBezTo>
                  <a:cubicBezTo>
                    <a:pt x="36117" y="1146"/>
                    <a:pt x="35642" y="1191"/>
                    <a:pt x="35211" y="1242"/>
                  </a:cubicBezTo>
                  <a:cubicBezTo>
                    <a:pt x="34954" y="1242"/>
                    <a:pt x="34696" y="1269"/>
                    <a:pt x="34554" y="1269"/>
                  </a:cubicBezTo>
                  <a:lnTo>
                    <a:pt x="34009" y="1269"/>
                  </a:lnTo>
                  <a:cubicBezTo>
                    <a:pt x="33806" y="1269"/>
                    <a:pt x="33607" y="1271"/>
                    <a:pt x="33413" y="1271"/>
                  </a:cubicBezTo>
                  <a:cubicBezTo>
                    <a:pt x="32754" y="1271"/>
                    <a:pt x="32147" y="1253"/>
                    <a:pt x="31661" y="1098"/>
                  </a:cubicBezTo>
                  <a:cubicBezTo>
                    <a:pt x="31547" y="1070"/>
                    <a:pt x="31432" y="1040"/>
                    <a:pt x="31347" y="983"/>
                  </a:cubicBezTo>
                  <a:cubicBezTo>
                    <a:pt x="30565" y="697"/>
                    <a:pt x="29615" y="315"/>
                    <a:pt x="28349" y="315"/>
                  </a:cubicBezTo>
                  <a:cubicBezTo>
                    <a:pt x="28226" y="315"/>
                    <a:pt x="28099" y="318"/>
                    <a:pt x="27969" y="326"/>
                  </a:cubicBezTo>
                  <a:cubicBezTo>
                    <a:pt x="27683" y="353"/>
                    <a:pt x="27397" y="440"/>
                    <a:pt x="27138" y="555"/>
                  </a:cubicBezTo>
                  <a:cubicBezTo>
                    <a:pt x="26824" y="612"/>
                    <a:pt x="26508" y="669"/>
                    <a:pt x="26222" y="727"/>
                  </a:cubicBezTo>
                  <a:cubicBezTo>
                    <a:pt x="25707" y="841"/>
                    <a:pt x="25249" y="956"/>
                    <a:pt x="24821" y="983"/>
                  </a:cubicBezTo>
                  <a:cubicBezTo>
                    <a:pt x="23588" y="983"/>
                    <a:pt x="22272" y="983"/>
                    <a:pt x="20783" y="1586"/>
                  </a:cubicBezTo>
                  <a:cubicBezTo>
                    <a:pt x="19752" y="1986"/>
                    <a:pt x="18580" y="2415"/>
                    <a:pt x="17462" y="2758"/>
                  </a:cubicBezTo>
                  <a:cubicBezTo>
                    <a:pt x="17291" y="2788"/>
                    <a:pt x="16862" y="2873"/>
                    <a:pt x="16576" y="2902"/>
                  </a:cubicBezTo>
                  <a:cubicBezTo>
                    <a:pt x="14687" y="3159"/>
                    <a:pt x="13168" y="3360"/>
                    <a:pt x="12481" y="4762"/>
                  </a:cubicBezTo>
                  <a:cubicBezTo>
                    <a:pt x="12339" y="5021"/>
                    <a:pt x="12195" y="5392"/>
                    <a:pt x="12138" y="5822"/>
                  </a:cubicBezTo>
                  <a:cubicBezTo>
                    <a:pt x="12097" y="5821"/>
                    <a:pt x="12056" y="5821"/>
                    <a:pt x="12016" y="5821"/>
                  </a:cubicBezTo>
                  <a:cubicBezTo>
                    <a:pt x="10998" y="5821"/>
                    <a:pt x="10341" y="6177"/>
                    <a:pt x="9790" y="6452"/>
                  </a:cubicBezTo>
                  <a:cubicBezTo>
                    <a:pt x="9275" y="6681"/>
                    <a:pt x="7214" y="7796"/>
                    <a:pt x="6786" y="9601"/>
                  </a:cubicBezTo>
                  <a:cubicBezTo>
                    <a:pt x="6728" y="9887"/>
                    <a:pt x="6699" y="10201"/>
                    <a:pt x="6756" y="10487"/>
                  </a:cubicBezTo>
                  <a:cubicBezTo>
                    <a:pt x="4553" y="11147"/>
                    <a:pt x="2118" y="12349"/>
                    <a:pt x="1633" y="15212"/>
                  </a:cubicBezTo>
                  <a:cubicBezTo>
                    <a:pt x="1374" y="16499"/>
                    <a:pt x="1603" y="17472"/>
                    <a:pt x="2290" y="18189"/>
                  </a:cubicBezTo>
                  <a:cubicBezTo>
                    <a:pt x="316" y="19334"/>
                    <a:pt x="0" y="20365"/>
                    <a:pt x="0" y="21223"/>
                  </a:cubicBezTo>
                  <a:cubicBezTo>
                    <a:pt x="0" y="22224"/>
                    <a:pt x="488" y="23113"/>
                    <a:pt x="1289" y="23628"/>
                  </a:cubicBezTo>
                  <a:cubicBezTo>
                    <a:pt x="1826" y="23973"/>
                    <a:pt x="2401" y="24106"/>
                    <a:pt x="2982" y="24106"/>
                  </a:cubicBezTo>
                  <a:cubicBezTo>
                    <a:pt x="4137" y="24106"/>
                    <a:pt x="5318" y="23579"/>
                    <a:pt x="6270" y="23140"/>
                  </a:cubicBezTo>
                  <a:cubicBezTo>
                    <a:pt x="6355" y="23113"/>
                    <a:pt x="6442" y="23056"/>
                    <a:pt x="6527" y="23026"/>
                  </a:cubicBezTo>
                  <a:cubicBezTo>
                    <a:pt x="8130" y="22655"/>
                    <a:pt x="9275" y="22281"/>
                    <a:pt x="10821" y="20994"/>
                  </a:cubicBezTo>
                  <a:cubicBezTo>
                    <a:pt x="10851" y="20994"/>
                    <a:pt x="10851" y="20965"/>
                    <a:pt x="10878" y="20965"/>
                  </a:cubicBezTo>
                  <a:cubicBezTo>
                    <a:pt x="11222" y="20651"/>
                    <a:pt x="11737" y="20422"/>
                    <a:pt x="12310" y="20163"/>
                  </a:cubicBezTo>
                  <a:cubicBezTo>
                    <a:pt x="12855" y="19964"/>
                    <a:pt x="13397" y="19705"/>
                    <a:pt x="14000" y="19362"/>
                  </a:cubicBezTo>
                  <a:cubicBezTo>
                    <a:pt x="14199" y="19506"/>
                    <a:pt x="14485" y="19648"/>
                    <a:pt x="14771" y="19735"/>
                  </a:cubicBezTo>
                  <a:cubicBezTo>
                    <a:pt x="14829" y="19762"/>
                    <a:pt x="14858" y="19762"/>
                    <a:pt x="14886" y="19792"/>
                  </a:cubicBezTo>
                  <a:cubicBezTo>
                    <a:pt x="15222" y="19891"/>
                    <a:pt x="15547" y="19934"/>
                    <a:pt x="15861" y="19934"/>
                  </a:cubicBezTo>
                  <a:cubicBezTo>
                    <a:pt x="17366" y="19934"/>
                    <a:pt x="18599" y="18937"/>
                    <a:pt x="19381" y="18274"/>
                  </a:cubicBezTo>
                  <a:cubicBezTo>
                    <a:pt x="19523" y="18189"/>
                    <a:pt x="19695" y="18017"/>
                    <a:pt x="19752" y="17987"/>
                  </a:cubicBezTo>
                  <a:lnTo>
                    <a:pt x="20069" y="17788"/>
                  </a:lnTo>
                  <a:cubicBezTo>
                    <a:pt x="20268" y="17674"/>
                    <a:pt x="20497" y="17502"/>
                    <a:pt x="20641" y="17445"/>
                  </a:cubicBezTo>
                  <a:lnTo>
                    <a:pt x="22359" y="17960"/>
                  </a:lnTo>
                  <a:cubicBezTo>
                    <a:pt x="22874" y="18132"/>
                    <a:pt x="23389" y="18274"/>
                    <a:pt x="23904" y="18445"/>
                  </a:cubicBezTo>
                  <a:cubicBezTo>
                    <a:pt x="24935" y="18819"/>
                    <a:pt x="25592" y="20220"/>
                    <a:pt x="25450" y="21652"/>
                  </a:cubicBezTo>
                  <a:cubicBezTo>
                    <a:pt x="25421" y="21796"/>
                    <a:pt x="25306" y="22110"/>
                    <a:pt x="25192" y="22368"/>
                  </a:cubicBezTo>
                  <a:cubicBezTo>
                    <a:pt x="24935" y="23083"/>
                    <a:pt x="24534" y="24029"/>
                    <a:pt x="24619" y="25174"/>
                  </a:cubicBezTo>
                  <a:lnTo>
                    <a:pt x="24619" y="25316"/>
                  </a:lnTo>
                  <a:cubicBezTo>
                    <a:pt x="24706" y="25888"/>
                    <a:pt x="24905" y="26376"/>
                    <a:pt x="25134" y="26804"/>
                  </a:cubicBezTo>
                  <a:cubicBezTo>
                    <a:pt x="24134" y="27808"/>
                    <a:pt x="23904" y="29411"/>
                    <a:pt x="24562" y="30755"/>
                  </a:cubicBezTo>
                  <a:cubicBezTo>
                    <a:pt x="24706" y="31041"/>
                    <a:pt x="24878" y="31300"/>
                    <a:pt x="25020" y="31529"/>
                  </a:cubicBezTo>
                  <a:cubicBezTo>
                    <a:pt x="24706" y="32159"/>
                    <a:pt x="24275" y="32903"/>
                    <a:pt x="23817" y="33618"/>
                  </a:cubicBezTo>
                  <a:cubicBezTo>
                    <a:pt x="23790" y="33675"/>
                    <a:pt x="23760" y="33705"/>
                    <a:pt x="23760" y="33762"/>
                  </a:cubicBezTo>
                  <a:cubicBezTo>
                    <a:pt x="23588" y="34018"/>
                    <a:pt x="23359" y="34220"/>
                    <a:pt x="22901" y="34591"/>
                  </a:cubicBezTo>
                  <a:cubicBezTo>
                    <a:pt x="22473" y="34934"/>
                    <a:pt x="21928" y="35365"/>
                    <a:pt x="21413" y="35965"/>
                  </a:cubicBezTo>
                  <a:cubicBezTo>
                    <a:pt x="20325" y="37254"/>
                    <a:pt x="20355" y="38599"/>
                    <a:pt x="20382" y="39430"/>
                  </a:cubicBezTo>
                  <a:lnTo>
                    <a:pt x="20382" y="39686"/>
                  </a:lnTo>
                  <a:cubicBezTo>
                    <a:pt x="19810" y="40087"/>
                    <a:pt x="18694" y="40889"/>
                    <a:pt x="18465" y="42492"/>
                  </a:cubicBezTo>
                  <a:lnTo>
                    <a:pt x="18465" y="42579"/>
                  </a:lnTo>
                  <a:cubicBezTo>
                    <a:pt x="18351" y="43580"/>
                    <a:pt x="18722" y="44583"/>
                    <a:pt x="19065" y="45469"/>
                  </a:cubicBezTo>
                  <a:cubicBezTo>
                    <a:pt x="19152" y="45671"/>
                    <a:pt x="19210" y="45870"/>
                    <a:pt x="19267" y="46014"/>
                  </a:cubicBezTo>
                  <a:cubicBezTo>
                    <a:pt x="19324" y="46300"/>
                    <a:pt x="19352" y="46587"/>
                    <a:pt x="19381" y="46873"/>
                  </a:cubicBezTo>
                  <a:cubicBezTo>
                    <a:pt x="19324" y="47072"/>
                    <a:pt x="19324" y="47301"/>
                    <a:pt x="19352" y="47530"/>
                  </a:cubicBezTo>
                  <a:cubicBezTo>
                    <a:pt x="19352" y="47617"/>
                    <a:pt x="19324" y="47874"/>
                    <a:pt x="19324" y="48018"/>
                  </a:cubicBezTo>
                  <a:cubicBezTo>
                    <a:pt x="19294" y="49048"/>
                    <a:pt x="19210" y="50480"/>
                    <a:pt x="20210" y="51510"/>
                  </a:cubicBezTo>
                  <a:cubicBezTo>
                    <a:pt x="20698" y="52026"/>
                    <a:pt x="21241" y="52255"/>
                    <a:pt x="21699" y="52397"/>
                  </a:cubicBezTo>
                  <a:cubicBezTo>
                    <a:pt x="21786" y="52626"/>
                    <a:pt x="21901" y="52884"/>
                    <a:pt x="21985" y="53113"/>
                  </a:cubicBezTo>
                  <a:cubicBezTo>
                    <a:pt x="22130" y="53484"/>
                    <a:pt x="22272" y="53828"/>
                    <a:pt x="22301" y="54030"/>
                  </a:cubicBezTo>
                  <a:cubicBezTo>
                    <a:pt x="22301" y="54057"/>
                    <a:pt x="22272" y="54087"/>
                    <a:pt x="22272" y="54114"/>
                  </a:cubicBezTo>
                  <a:cubicBezTo>
                    <a:pt x="22130" y="54602"/>
                    <a:pt x="21901" y="55346"/>
                    <a:pt x="22043" y="56175"/>
                  </a:cubicBezTo>
                  <a:cubicBezTo>
                    <a:pt x="22187" y="56862"/>
                    <a:pt x="22473" y="57350"/>
                    <a:pt x="22759" y="57721"/>
                  </a:cubicBezTo>
                  <a:cubicBezTo>
                    <a:pt x="22558" y="58179"/>
                    <a:pt x="22301" y="58866"/>
                    <a:pt x="22359" y="59755"/>
                  </a:cubicBezTo>
                  <a:cubicBezTo>
                    <a:pt x="22359" y="59782"/>
                    <a:pt x="22359" y="59840"/>
                    <a:pt x="22386" y="59897"/>
                  </a:cubicBezTo>
                  <a:cubicBezTo>
                    <a:pt x="22645" y="61701"/>
                    <a:pt x="23932" y="62389"/>
                    <a:pt x="24649" y="62645"/>
                  </a:cubicBezTo>
                  <a:cubicBezTo>
                    <a:pt x="24649" y="62702"/>
                    <a:pt x="24676" y="62760"/>
                    <a:pt x="24676" y="62817"/>
                  </a:cubicBezTo>
                  <a:cubicBezTo>
                    <a:pt x="25107" y="64821"/>
                    <a:pt x="26337" y="66969"/>
                    <a:pt x="28512" y="67111"/>
                  </a:cubicBezTo>
                  <a:cubicBezTo>
                    <a:pt x="28591" y="67116"/>
                    <a:pt x="28670" y="67119"/>
                    <a:pt x="28747" y="67119"/>
                  </a:cubicBezTo>
                  <a:cubicBezTo>
                    <a:pt x="29512" y="67119"/>
                    <a:pt x="30198" y="66864"/>
                    <a:pt x="30718" y="66396"/>
                  </a:cubicBezTo>
                  <a:cubicBezTo>
                    <a:pt x="30860" y="66653"/>
                    <a:pt x="31061" y="66969"/>
                    <a:pt x="31146" y="67198"/>
                  </a:cubicBezTo>
                  <a:cubicBezTo>
                    <a:pt x="31146" y="67225"/>
                    <a:pt x="31118" y="67255"/>
                    <a:pt x="31118" y="67283"/>
                  </a:cubicBezTo>
                  <a:cubicBezTo>
                    <a:pt x="30832" y="67855"/>
                    <a:pt x="30287" y="69057"/>
                    <a:pt x="30860" y="70603"/>
                  </a:cubicBezTo>
                  <a:cubicBezTo>
                    <a:pt x="31405" y="72179"/>
                    <a:pt x="32836" y="73038"/>
                    <a:pt x="33894" y="73638"/>
                  </a:cubicBezTo>
                  <a:cubicBezTo>
                    <a:pt x="34238" y="73839"/>
                    <a:pt x="34696" y="74125"/>
                    <a:pt x="34840" y="74240"/>
                  </a:cubicBezTo>
                  <a:cubicBezTo>
                    <a:pt x="36099" y="75470"/>
                    <a:pt x="37416" y="75871"/>
                    <a:pt x="38447" y="76187"/>
                  </a:cubicBezTo>
                  <a:cubicBezTo>
                    <a:pt x="38761" y="76271"/>
                    <a:pt x="39077" y="76358"/>
                    <a:pt x="39363" y="76473"/>
                  </a:cubicBezTo>
                  <a:cubicBezTo>
                    <a:pt x="39390" y="76473"/>
                    <a:pt x="39448" y="76500"/>
                    <a:pt x="39477" y="76500"/>
                  </a:cubicBezTo>
                  <a:cubicBezTo>
                    <a:pt x="40458" y="76805"/>
                    <a:pt x="41209" y="76989"/>
                    <a:pt x="42043" y="76989"/>
                  </a:cubicBezTo>
                  <a:cubicBezTo>
                    <a:pt x="42621" y="76989"/>
                    <a:pt x="43238" y="76901"/>
                    <a:pt x="44000" y="76702"/>
                  </a:cubicBezTo>
                  <a:cubicBezTo>
                    <a:pt x="44172" y="76645"/>
                    <a:pt x="44344" y="76645"/>
                    <a:pt x="44459" y="76645"/>
                  </a:cubicBezTo>
                  <a:cubicBezTo>
                    <a:pt x="44543" y="77103"/>
                    <a:pt x="44772" y="77645"/>
                    <a:pt x="45288" y="78190"/>
                  </a:cubicBezTo>
                  <a:cubicBezTo>
                    <a:pt x="45860" y="78790"/>
                    <a:pt x="46634" y="79134"/>
                    <a:pt x="47349" y="79393"/>
                  </a:cubicBezTo>
                  <a:cubicBezTo>
                    <a:pt x="48207" y="79851"/>
                    <a:pt x="49009" y="80050"/>
                    <a:pt x="49669" y="80222"/>
                  </a:cubicBezTo>
                  <a:cubicBezTo>
                    <a:pt x="49840" y="80252"/>
                    <a:pt x="49982" y="80309"/>
                    <a:pt x="50154" y="80336"/>
                  </a:cubicBezTo>
                  <a:cubicBezTo>
                    <a:pt x="50326" y="80737"/>
                    <a:pt x="50642" y="81225"/>
                    <a:pt x="51185" y="81683"/>
                  </a:cubicBezTo>
                  <a:cubicBezTo>
                    <a:pt x="51185" y="83801"/>
                    <a:pt x="52788" y="84802"/>
                    <a:pt x="53447" y="85203"/>
                  </a:cubicBezTo>
                  <a:cubicBezTo>
                    <a:pt x="53589" y="85290"/>
                    <a:pt x="53761" y="85404"/>
                    <a:pt x="53876" y="85489"/>
                  </a:cubicBezTo>
                  <a:lnTo>
                    <a:pt x="53933" y="85519"/>
                  </a:lnTo>
                  <a:lnTo>
                    <a:pt x="54421" y="86004"/>
                  </a:lnTo>
                  <a:cubicBezTo>
                    <a:pt x="54993" y="86664"/>
                    <a:pt x="55879" y="87637"/>
                    <a:pt x="57254" y="87981"/>
                  </a:cubicBezTo>
                  <a:cubicBezTo>
                    <a:pt x="57283" y="87981"/>
                    <a:pt x="57311" y="88008"/>
                    <a:pt x="57341" y="88008"/>
                  </a:cubicBezTo>
                  <a:cubicBezTo>
                    <a:pt x="57605" y="88067"/>
                    <a:pt x="57859" y="88094"/>
                    <a:pt x="58102" y="88094"/>
                  </a:cubicBezTo>
                  <a:cubicBezTo>
                    <a:pt x="58803" y="88094"/>
                    <a:pt x="59414" y="87870"/>
                    <a:pt x="59944" y="87550"/>
                  </a:cubicBezTo>
                  <a:cubicBezTo>
                    <a:pt x="60089" y="87923"/>
                    <a:pt x="60089" y="88237"/>
                    <a:pt x="60031" y="89039"/>
                  </a:cubicBezTo>
                  <a:lnTo>
                    <a:pt x="60031" y="89096"/>
                  </a:lnTo>
                  <a:cubicBezTo>
                    <a:pt x="59974" y="90271"/>
                    <a:pt x="59887" y="90470"/>
                    <a:pt x="59658" y="90672"/>
                  </a:cubicBezTo>
                  <a:cubicBezTo>
                    <a:pt x="59173" y="91043"/>
                    <a:pt x="58628" y="91473"/>
                    <a:pt x="58142" y="92245"/>
                  </a:cubicBezTo>
                  <a:cubicBezTo>
                    <a:pt x="58085" y="92332"/>
                    <a:pt x="58055" y="92417"/>
                    <a:pt x="57998" y="92504"/>
                  </a:cubicBezTo>
                  <a:cubicBezTo>
                    <a:pt x="57970" y="92618"/>
                    <a:pt x="57913" y="92733"/>
                    <a:pt x="57883" y="92817"/>
                  </a:cubicBezTo>
                  <a:cubicBezTo>
                    <a:pt x="57799" y="92904"/>
                    <a:pt x="57741" y="92989"/>
                    <a:pt x="57654" y="93076"/>
                  </a:cubicBezTo>
                  <a:cubicBezTo>
                    <a:pt x="55765" y="95137"/>
                    <a:pt x="55192" y="97657"/>
                    <a:pt x="56081" y="99860"/>
                  </a:cubicBezTo>
                  <a:cubicBezTo>
                    <a:pt x="55508" y="100519"/>
                    <a:pt x="55421" y="101348"/>
                    <a:pt x="55394" y="101921"/>
                  </a:cubicBezTo>
                  <a:cubicBezTo>
                    <a:pt x="55307" y="102466"/>
                    <a:pt x="55364" y="103123"/>
                    <a:pt x="55536" y="104096"/>
                  </a:cubicBezTo>
                  <a:cubicBezTo>
                    <a:pt x="55822" y="105986"/>
                    <a:pt x="56967" y="106703"/>
                    <a:pt x="57512" y="107046"/>
                  </a:cubicBezTo>
                  <a:cubicBezTo>
                    <a:pt x="57570" y="107074"/>
                    <a:pt x="57597" y="107074"/>
                    <a:pt x="57654" y="107103"/>
                  </a:cubicBezTo>
                  <a:cubicBezTo>
                    <a:pt x="57654" y="107131"/>
                    <a:pt x="57654" y="107161"/>
                    <a:pt x="57684" y="107188"/>
                  </a:cubicBezTo>
                  <a:cubicBezTo>
                    <a:pt x="57913" y="107561"/>
                    <a:pt x="58085" y="107990"/>
                    <a:pt x="58284" y="108477"/>
                  </a:cubicBezTo>
                  <a:cubicBezTo>
                    <a:pt x="58628" y="109364"/>
                    <a:pt x="59086" y="110451"/>
                    <a:pt x="60089" y="111512"/>
                  </a:cubicBezTo>
                  <a:cubicBezTo>
                    <a:pt x="60604" y="112084"/>
                    <a:pt x="61005" y="113058"/>
                    <a:pt x="61433" y="114116"/>
                  </a:cubicBezTo>
                  <a:cubicBezTo>
                    <a:pt x="62150" y="115833"/>
                    <a:pt x="63009" y="117981"/>
                    <a:pt x="65040" y="119356"/>
                  </a:cubicBezTo>
                  <a:cubicBezTo>
                    <a:pt x="65814" y="119841"/>
                    <a:pt x="66501" y="120070"/>
                    <a:pt x="67074" y="120242"/>
                  </a:cubicBezTo>
                  <a:cubicBezTo>
                    <a:pt x="67703" y="120443"/>
                    <a:pt x="67845" y="120528"/>
                    <a:pt x="68047" y="120730"/>
                  </a:cubicBezTo>
                  <a:lnTo>
                    <a:pt x="68104" y="120787"/>
                  </a:lnTo>
                  <a:cubicBezTo>
                    <a:pt x="68418" y="121130"/>
                    <a:pt x="68761" y="121417"/>
                    <a:pt x="69105" y="121673"/>
                  </a:cubicBezTo>
                  <a:cubicBezTo>
                    <a:pt x="69249" y="121817"/>
                    <a:pt x="69506" y="122017"/>
                    <a:pt x="69678" y="122188"/>
                  </a:cubicBezTo>
                  <a:lnTo>
                    <a:pt x="69678" y="122990"/>
                  </a:lnTo>
                  <a:cubicBezTo>
                    <a:pt x="69678" y="123363"/>
                    <a:pt x="69678" y="123734"/>
                    <a:pt x="69707" y="124078"/>
                  </a:cubicBezTo>
                  <a:cubicBezTo>
                    <a:pt x="69707" y="124536"/>
                    <a:pt x="69707" y="125024"/>
                    <a:pt x="69735" y="125482"/>
                  </a:cubicBezTo>
                  <a:cubicBezTo>
                    <a:pt x="69735" y="125910"/>
                    <a:pt x="69765" y="126368"/>
                    <a:pt x="69765" y="126798"/>
                  </a:cubicBezTo>
                  <a:lnTo>
                    <a:pt x="69765" y="127027"/>
                  </a:lnTo>
                  <a:cubicBezTo>
                    <a:pt x="69678" y="127256"/>
                    <a:pt x="69650" y="127485"/>
                    <a:pt x="69620" y="127742"/>
                  </a:cubicBezTo>
                  <a:cubicBezTo>
                    <a:pt x="69563" y="129203"/>
                    <a:pt x="69879" y="130490"/>
                    <a:pt x="70136" y="131635"/>
                  </a:cubicBezTo>
                  <a:cubicBezTo>
                    <a:pt x="70280" y="132265"/>
                    <a:pt x="70394" y="132867"/>
                    <a:pt x="70452" y="133440"/>
                  </a:cubicBezTo>
                  <a:cubicBezTo>
                    <a:pt x="70536" y="134184"/>
                    <a:pt x="70509" y="135043"/>
                    <a:pt x="70479" y="135929"/>
                  </a:cubicBezTo>
                  <a:cubicBezTo>
                    <a:pt x="70422" y="137104"/>
                    <a:pt x="70365" y="138306"/>
                    <a:pt x="70536" y="139593"/>
                  </a:cubicBezTo>
                  <a:lnTo>
                    <a:pt x="70536" y="139651"/>
                  </a:lnTo>
                  <a:cubicBezTo>
                    <a:pt x="70708" y="140711"/>
                    <a:pt x="70795" y="141856"/>
                    <a:pt x="70795" y="143258"/>
                  </a:cubicBezTo>
                  <a:cubicBezTo>
                    <a:pt x="70795" y="143516"/>
                    <a:pt x="70708" y="143860"/>
                    <a:pt x="70594" y="144261"/>
                  </a:cubicBezTo>
                  <a:cubicBezTo>
                    <a:pt x="70422" y="144948"/>
                    <a:pt x="70223" y="145807"/>
                    <a:pt x="70337" y="146807"/>
                  </a:cubicBezTo>
                  <a:cubicBezTo>
                    <a:pt x="70394" y="147753"/>
                    <a:pt x="70738" y="148555"/>
                    <a:pt x="70994" y="149155"/>
                  </a:cubicBezTo>
                  <a:cubicBezTo>
                    <a:pt x="71139" y="149471"/>
                    <a:pt x="71253" y="149814"/>
                    <a:pt x="71281" y="149986"/>
                  </a:cubicBezTo>
                  <a:cubicBezTo>
                    <a:pt x="71310" y="150101"/>
                    <a:pt x="71310" y="150185"/>
                    <a:pt x="71310" y="150300"/>
                  </a:cubicBezTo>
                  <a:cubicBezTo>
                    <a:pt x="71368" y="151074"/>
                    <a:pt x="71452" y="152104"/>
                    <a:pt x="71997" y="153048"/>
                  </a:cubicBezTo>
                  <a:cubicBezTo>
                    <a:pt x="72398" y="153822"/>
                    <a:pt x="72884" y="154280"/>
                    <a:pt x="73571" y="154594"/>
                  </a:cubicBezTo>
                  <a:cubicBezTo>
                    <a:pt x="74029" y="155082"/>
                    <a:pt x="74288" y="156513"/>
                    <a:pt x="74487" y="157571"/>
                  </a:cubicBezTo>
                  <a:cubicBezTo>
                    <a:pt x="74716" y="158746"/>
                    <a:pt x="74945" y="159948"/>
                    <a:pt x="75433" y="161036"/>
                  </a:cubicBezTo>
                  <a:cubicBezTo>
                    <a:pt x="75604" y="161464"/>
                    <a:pt x="75689" y="161865"/>
                    <a:pt x="75804" y="162353"/>
                  </a:cubicBezTo>
                  <a:cubicBezTo>
                    <a:pt x="75891" y="162696"/>
                    <a:pt x="75975" y="163067"/>
                    <a:pt x="76090" y="163498"/>
                  </a:cubicBezTo>
                  <a:cubicBezTo>
                    <a:pt x="76463" y="164700"/>
                    <a:pt x="77208" y="165701"/>
                    <a:pt x="77865" y="166560"/>
                  </a:cubicBezTo>
                  <a:cubicBezTo>
                    <a:pt x="78151" y="166903"/>
                    <a:pt x="78380" y="167247"/>
                    <a:pt x="78552" y="167506"/>
                  </a:cubicBezTo>
                  <a:cubicBezTo>
                    <a:pt x="79610" y="169162"/>
                    <a:pt x="80853" y="170005"/>
                    <a:pt x="82281" y="170005"/>
                  </a:cubicBezTo>
                  <a:cubicBezTo>
                    <a:pt x="82630" y="170005"/>
                    <a:pt x="82990" y="169954"/>
                    <a:pt x="83361" y="169853"/>
                  </a:cubicBezTo>
                  <a:cubicBezTo>
                    <a:pt x="84448" y="171493"/>
                    <a:pt x="85868" y="171843"/>
                    <a:pt x="87013" y="171843"/>
                  </a:cubicBezTo>
                  <a:cubicBezTo>
                    <a:pt x="87166" y="171843"/>
                    <a:pt x="87314" y="171837"/>
                    <a:pt x="87456" y="171827"/>
                  </a:cubicBezTo>
                  <a:lnTo>
                    <a:pt x="87483" y="171857"/>
                  </a:lnTo>
                  <a:cubicBezTo>
                    <a:pt x="87685" y="171857"/>
                    <a:pt x="87857" y="171884"/>
                    <a:pt x="88028" y="171884"/>
                  </a:cubicBezTo>
                  <a:cubicBezTo>
                    <a:pt x="89774" y="171884"/>
                    <a:pt x="90490" y="170769"/>
                    <a:pt x="90747" y="170224"/>
                  </a:cubicBezTo>
                  <a:cubicBezTo>
                    <a:pt x="90777" y="170196"/>
                    <a:pt x="90804" y="170139"/>
                    <a:pt x="90804" y="170082"/>
                  </a:cubicBezTo>
                  <a:cubicBezTo>
                    <a:pt x="91292" y="168850"/>
                    <a:pt x="90948" y="167934"/>
                    <a:pt x="90719" y="167506"/>
                  </a:cubicBezTo>
                  <a:cubicBezTo>
                    <a:pt x="90060" y="166388"/>
                    <a:pt x="88972" y="166159"/>
                    <a:pt x="88486" y="166074"/>
                  </a:cubicBezTo>
                  <a:cubicBezTo>
                    <a:pt x="87914" y="165788"/>
                    <a:pt x="87685" y="165616"/>
                    <a:pt x="87513" y="165330"/>
                  </a:cubicBezTo>
                  <a:cubicBezTo>
                    <a:pt x="87483" y="165273"/>
                    <a:pt x="87456" y="165158"/>
                    <a:pt x="87399" y="165044"/>
                  </a:cubicBezTo>
                  <a:cubicBezTo>
                    <a:pt x="87284" y="164700"/>
                    <a:pt x="87083" y="164185"/>
                    <a:pt x="86682" y="163670"/>
                  </a:cubicBezTo>
                  <a:cubicBezTo>
                    <a:pt x="86597" y="163525"/>
                    <a:pt x="86510" y="163383"/>
                    <a:pt x="86425" y="163296"/>
                  </a:cubicBezTo>
                  <a:cubicBezTo>
                    <a:pt x="86483" y="163097"/>
                    <a:pt x="86625" y="162838"/>
                    <a:pt x="86826" y="162495"/>
                  </a:cubicBezTo>
                  <a:cubicBezTo>
                    <a:pt x="87284" y="161780"/>
                    <a:pt x="87941" y="160663"/>
                    <a:pt x="87598" y="159204"/>
                  </a:cubicBezTo>
                  <a:cubicBezTo>
                    <a:pt x="87369" y="158315"/>
                    <a:pt x="86826" y="157685"/>
                    <a:pt x="86311" y="157257"/>
                  </a:cubicBezTo>
                  <a:cubicBezTo>
                    <a:pt x="86453" y="157028"/>
                    <a:pt x="86597" y="156799"/>
                    <a:pt x="86712" y="156513"/>
                  </a:cubicBezTo>
                  <a:cubicBezTo>
                    <a:pt x="86968" y="155826"/>
                    <a:pt x="86911" y="155196"/>
                    <a:pt x="86854" y="154795"/>
                  </a:cubicBezTo>
                  <a:lnTo>
                    <a:pt x="86883" y="154766"/>
                  </a:lnTo>
                  <a:cubicBezTo>
                    <a:pt x="87083" y="154479"/>
                    <a:pt x="87655" y="153650"/>
                    <a:pt x="87456" y="152533"/>
                  </a:cubicBezTo>
                  <a:cubicBezTo>
                    <a:pt x="88028" y="151788"/>
                    <a:pt x="88143" y="150872"/>
                    <a:pt x="88170" y="150272"/>
                  </a:cubicBezTo>
                  <a:cubicBezTo>
                    <a:pt x="89173" y="150272"/>
                    <a:pt x="90548" y="149986"/>
                    <a:pt x="91635" y="148440"/>
                  </a:cubicBezTo>
                  <a:cubicBezTo>
                    <a:pt x="92407" y="147380"/>
                    <a:pt x="92522" y="146036"/>
                    <a:pt x="92350" y="144833"/>
                  </a:cubicBezTo>
                  <a:cubicBezTo>
                    <a:pt x="92494" y="144776"/>
                    <a:pt x="92666" y="144719"/>
                    <a:pt x="92865" y="144661"/>
                  </a:cubicBezTo>
                  <a:cubicBezTo>
                    <a:pt x="93667" y="144375"/>
                    <a:pt x="94984" y="143860"/>
                    <a:pt x="95242" y="142028"/>
                  </a:cubicBezTo>
                  <a:lnTo>
                    <a:pt x="95242" y="141913"/>
                  </a:lnTo>
                  <a:cubicBezTo>
                    <a:pt x="95327" y="141742"/>
                    <a:pt x="95357" y="141570"/>
                    <a:pt x="95414" y="141398"/>
                  </a:cubicBezTo>
                  <a:cubicBezTo>
                    <a:pt x="95442" y="141341"/>
                    <a:pt x="95471" y="141254"/>
                    <a:pt x="95471" y="141196"/>
                  </a:cubicBezTo>
                  <a:cubicBezTo>
                    <a:pt x="95700" y="140910"/>
                    <a:pt x="96071" y="140367"/>
                    <a:pt x="96273" y="139536"/>
                  </a:cubicBezTo>
                  <a:lnTo>
                    <a:pt x="96273" y="139479"/>
                  </a:lnTo>
                  <a:cubicBezTo>
                    <a:pt x="96502" y="138334"/>
                    <a:pt x="96616" y="138020"/>
                    <a:pt x="97045" y="137505"/>
                  </a:cubicBezTo>
                  <a:cubicBezTo>
                    <a:pt x="98620" y="135929"/>
                    <a:pt x="99793" y="134441"/>
                    <a:pt x="99392" y="131292"/>
                  </a:cubicBezTo>
                  <a:cubicBezTo>
                    <a:pt x="99365" y="131063"/>
                    <a:pt x="99335" y="130776"/>
                    <a:pt x="99307" y="130577"/>
                  </a:cubicBezTo>
                  <a:cubicBezTo>
                    <a:pt x="99449" y="130433"/>
                    <a:pt x="99651" y="130261"/>
                    <a:pt x="99765" y="130147"/>
                  </a:cubicBezTo>
                  <a:lnTo>
                    <a:pt x="99994" y="129918"/>
                  </a:lnTo>
                  <a:cubicBezTo>
                    <a:pt x="100251" y="129833"/>
                    <a:pt x="100652" y="129776"/>
                    <a:pt x="101167" y="129718"/>
                  </a:cubicBezTo>
                  <a:cubicBezTo>
                    <a:pt x="102541" y="129574"/>
                    <a:pt x="104632" y="129345"/>
                    <a:pt x="105976" y="127371"/>
                  </a:cubicBezTo>
                  <a:lnTo>
                    <a:pt x="106006" y="127341"/>
                  </a:lnTo>
                  <a:cubicBezTo>
                    <a:pt x="106579" y="126425"/>
                    <a:pt x="106922" y="125452"/>
                    <a:pt x="107208" y="124593"/>
                  </a:cubicBezTo>
                  <a:cubicBezTo>
                    <a:pt x="107293" y="124250"/>
                    <a:pt x="107408" y="123936"/>
                    <a:pt x="107522" y="123677"/>
                  </a:cubicBezTo>
                  <a:cubicBezTo>
                    <a:pt x="107609" y="123478"/>
                    <a:pt x="107724" y="123249"/>
                    <a:pt x="107808" y="123047"/>
                  </a:cubicBezTo>
                  <a:cubicBezTo>
                    <a:pt x="108296" y="122017"/>
                    <a:pt x="108926" y="120757"/>
                    <a:pt x="109011" y="119326"/>
                  </a:cubicBezTo>
                  <a:lnTo>
                    <a:pt x="109011" y="119211"/>
                  </a:lnTo>
                  <a:cubicBezTo>
                    <a:pt x="109011" y="118295"/>
                    <a:pt x="108811" y="117409"/>
                    <a:pt x="108610" y="116520"/>
                  </a:cubicBezTo>
                  <a:cubicBezTo>
                    <a:pt x="108468" y="115948"/>
                    <a:pt x="108239" y="114917"/>
                    <a:pt x="108296" y="114489"/>
                  </a:cubicBezTo>
                  <a:cubicBezTo>
                    <a:pt x="108324" y="114459"/>
                    <a:pt x="108353" y="114459"/>
                    <a:pt x="108381" y="114432"/>
                  </a:cubicBezTo>
                  <a:cubicBezTo>
                    <a:pt x="108582" y="114287"/>
                    <a:pt x="108754" y="114145"/>
                    <a:pt x="108926" y="113974"/>
                  </a:cubicBezTo>
                  <a:cubicBezTo>
                    <a:pt x="108983" y="113944"/>
                    <a:pt x="109040" y="113887"/>
                    <a:pt x="109098" y="113829"/>
                  </a:cubicBezTo>
                  <a:cubicBezTo>
                    <a:pt x="109984" y="112886"/>
                    <a:pt x="110213" y="112055"/>
                    <a:pt x="110357" y="111482"/>
                  </a:cubicBezTo>
                  <a:cubicBezTo>
                    <a:pt x="110385" y="111310"/>
                    <a:pt x="110415" y="111168"/>
                    <a:pt x="110472" y="111024"/>
                  </a:cubicBezTo>
                  <a:cubicBezTo>
                    <a:pt x="110472" y="111024"/>
                    <a:pt x="110499" y="110997"/>
                    <a:pt x="110499" y="110967"/>
                  </a:cubicBezTo>
                  <a:cubicBezTo>
                    <a:pt x="110529" y="110882"/>
                    <a:pt x="110758" y="110653"/>
                    <a:pt x="110930" y="110481"/>
                  </a:cubicBezTo>
                  <a:cubicBezTo>
                    <a:pt x="111530" y="109879"/>
                    <a:pt x="112446" y="108963"/>
                    <a:pt x="112675" y="107390"/>
                  </a:cubicBezTo>
                  <a:cubicBezTo>
                    <a:pt x="112876" y="106187"/>
                    <a:pt x="112762" y="104669"/>
                    <a:pt x="112618" y="103668"/>
                  </a:cubicBezTo>
                  <a:cubicBezTo>
                    <a:pt x="112418" y="102551"/>
                    <a:pt x="112132" y="101749"/>
                    <a:pt x="111674" y="101149"/>
                  </a:cubicBezTo>
                  <a:cubicBezTo>
                    <a:pt x="111153" y="100472"/>
                    <a:pt x="110395" y="99722"/>
                    <a:pt x="109076" y="99722"/>
                  </a:cubicBezTo>
                  <a:cubicBezTo>
                    <a:pt x="108945" y="99722"/>
                    <a:pt x="108809" y="99730"/>
                    <a:pt x="108667" y="99745"/>
                  </a:cubicBezTo>
                  <a:cubicBezTo>
                    <a:pt x="108582" y="99718"/>
                    <a:pt x="108411" y="99546"/>
                    <a:pt x="108266" y="99431"/>
                  </a:cubicBezTo>
                  <a:cubicBezTo>
                    <a:pt x="108037" y="99230"/>
                    <a:pt x="107781" y="98973"/>
                    <a:pt x="107437" y="98715"/>
                  </a:cubicBezTo>
                  <a:cubicBezTo>
                    <a:pt x="107408" y="98687"/>
                    <a:pt x="107350" y="98687"/>
                    <a:pt x="107323" y="98657"/>
                  </a:cubicBezTo>
                  <a:cubicBezTo>
                    <a:pt x="105892" y="97657"/>
                    <a:pt x="104689" y="97226"/>
                    <a:pt x="102942" y="97027"/>
                  </a:cubicBezTo>
                  <a:cubicBezTo>
                    <a:pt x="102571" y="96940"/>
                    <a:pt x="102170" y="96882"/>
                    <a:pt x="101797" y="96825"/>
                  </a:cubicBezTo>
                  <a:cubicBezTo>
                    <a:pt x="101769" y="96825"/>
                    <a:pt x="101739" y="96798"/>
                    <a:pt x="101739" y="96798"/>
                  </a:cubicBezTo>
                  <a:cubicBezTo>
                    <a:pt x="101368" y="96740"/>
                    <a:pt x="101052" y="96740"/>
                    <a:pt x="100796" y="96740"/>
                  </a:cubicBezTo>
                  <a:cubicBezTo>
                    <a:pt x="100709" y="96653"/>
                    <a:pt x="100624" y="96539"/>
                    <a:pt x="100537" y="96454"/>
                  </a:cubicBezTo>
                  <a:cubicBezTo>
                    <a:pt x="99651" y="95538"/>
                    <a:pt x="98220" y="94821"/>
                    <a:pt x="97274" y="94592"/>
                  </a:cubicBezTo>
                  <a:cubicBezTo>
                    <a:pt x="97189" y="94592"/>
                    <a:pt x="97132" y="94565"/>
                    <a:pt x="97074" y="94565"/>
                  </a:cubicBezTo>
                  <a:cubicBezTo>
                    <a:pt x="96873" y="94535"/>
                    <a:pt x="96701" y="94508"/>
                    <a:pt x="96529" y="94508"/>
                  </a:cubicBezTo>
                  <a:cubicBezTo>
                    <a:pt x="96472" y="94421"/>
                    <a:pt x="96415" y="94363"/>
                    <a:pt x="96358" y="94279"/>
                  </a:cubicBezTo>
                  <a:cubicBezTo>
                    <a:pt x="96071" y="93935"/>
                    <a:pt x="95785" y="93706"/>
                    <a:pt x="95529" y="93534"/>
                  </a:cubicBezTo>
                  <a:cubicBezTo>
                    <a:pt x="95529" y="93275"/>
                    <a:pt x="95529" y="92962"/>
                    <a:pt x="95442" y="92646"/>
                  </a:cubicBezTo>
                  <a:cubicBezTo>
                    <a:pt x="95414" y="92474"/>
                    <a:pt x="95357" y="92302"/>
                    <a:pt x="95270" y="92160"/>
                  </a:cubicBezTo>
                  <a:cubicBezTo>
                    <a:pt x="95071" y="91759"/>
                    <a:pt x="94842" y="91443"/>
                    <a:pt x="94613" y="91214"/>
                  </a:cubicBezTo>
                  <a:cubicBezTo>
                    <a:pt x="94613" y="90642"/>
                    <a:pt x="94613" y="89783"/>
                    <a:pt x="94125" y="88867"/>
                  </a:cubicBezTo>
                  <a:cubicBezTo>
                    <a:pt x="93410" y="87523"/>
                    <a:pt x="91835" y="86492"/>
                    <a:pt x="91319" y="86176"/>
                  </a:cubicBezTo>
                  <a:cubicBezTo>
                    <a:pt x="89831" y="85260"/>
                    <a:pt x="88342" y="85233"/>
                    <a:pt x="87227" y="85203"/>
                  </a:cubicBezTo>
                  <a:cubicBezTo>
                    <a:pt x="86109" y="85175"/>
                    <a:pt x="86052" y="85118"/>
                    <a:pt x="85938" y="84917"/>
                  </a:cubicBezTo>
                  <a:cubicBezTo>
                    <a:pt x="85938" y="84889"/>
                    <a:pt x="85910" y="84889"/>
                    <a:pt x="85910" y="84859"/>
                  </a:cubicBezTo>
                  <a:cubicBezTo>
                    <a:pt x="85136" y="83744"/>
                    <a:pt x="84621" y="83057"/>
                    <a:pt x="83276" y="82226"/>
                  </a:cubicBezTo>
                  <a:cubicBezTo>
                    <a:pt x="83075" y="82084"/>
                    <a:pt x="82731" y="81740"/>
                    <a:pt x="82445" y="81424"/>
                  </a:cubicBezTo>
                  <a:lnTo>
                    <a:pt x="81731" y="80710"/>
                  </a:lnTo>
                  <a:cubicBezTo>
                    <a:pt x="81616" y="80595"/>
                    <a:pt x="81502" y="80481"/>
                    <a:pt x="81415" y="80366"/>
                  </a:cubicBezTo>
                  <a:cubicBezTo>
                    <a:pt x="80612" y="79521"/>
                    <a:pt x="79794" y="78972"/>
                    <a:pt x="78593" y="78972"/>
                  </a:cubicBezTo>
                  <a:cubicBezTo>
                    <a:pt x="78166" y="78972"/>
                    <a:pt x="77691" y="79041"/>
                    <a:pt x="77150" y="79191"/>
                  </a:cubicBezTo>
                  <a:cubicBezTo>
                    <a:pt x="77120" y="79191"/>
                    <a:pt x="77093" y="79221"/>
                    <a:pt x="77036" y="79221"/>
                  </a:cubicBezTo>
                  <a:cubicBezTo>
                    <a:pt x="76749" y="79321"/>
                    <a:pt x="76527" y="79378"/>
                    <a:pt x="76277" y="79378"/>
                  </a:cubicBezTo>
                  <a:cubicBezTo>
                    <a:pt x="76026" y="79378"/>
                    <a:pt x="75746" y="79321"/>
                    <a:pt x="75346" y="79191"/>
                  </a:cubicBezTo>
                  <a:lnTo>
                    <a:pt x="75288" y="79191"/>
                  </a:lnTo>
                  <a:cubicBezTo>
                    <a:pt x="75059" y="79134"/>
                    <a:pt x="74860" y="79077"/>
                    <a:pt x="74659" y="79049"/>
                  </a:cubicBezTo>
                  <a:cubicBezTo>
                    <a:pt x="74459" y="78992"/>
                    <a:pt x="74230" y="78935"/>
                    <a:pt x="74116" y="78905"/>
                  </a:cubicBezTo>
                  <a:lnTo>
                    <a:pt x="73857" y="78733"/>
                  </a:lnTo>
                  <a:cubicBezTo>
                    <a:pt x="73456" y="78419"/>
                    <a:pt x="72884" y="78019"/>
                    <a:pt x="72139" y="77790"/>
                  </a:cubicBezTo>
                  <a:cubicBezTo>
                    <a:pt x="72025" y="77790"/>
                    <a:pt x="71940" y="77760"/>
                    <a:pt x="71853" y="77760"/>
                  </a:cubicBezTo>
                  <a:cubicBezTo>
                    <a:pt x="71624" y="77703"/>
                    <a:pt x="71425" y="77703"/>
                    <a:pt x="71223" y="77703"/>
                  </a:cubicBezTo>
                  <a:cubicBezTo>
                    <a:pt x="70853" y="77332"/>
                    <a:pt x="70295" y="77001"/>
                    <a:pt x="69484" y="77001"/>
                  </a:cubicBezTo>
                  <a:cubicBezTo>
                    <a:pt x="68917" y="77001"/>
                    <a:pt x="68225" y="77164"/>
                    <a:pt x="67387" y="77588"/>
                  </a:cubicBezTo>
                  <a:lnTo>
                    <a:pt x="67330" y="77618"/>
                  </a:lnTo>
                  <a:lnTo>
                    <a:pt x="67158" y="77703"/>
                  </a:lnTo>
                  <a:cubicBezTo>
                    <a:pt x="66929" y="77817"/>
                    <a:pt x="66501" y="77961"/>
                    <a:pt x="66128" y="78076"/>
                  </a:cubicBezTo>
                  <a:cubicBezTo>
                    <a:pt x="65326" y="78305"/>
                    <a:pt x="64440" y="78561"/>
                    <a:pt x="63666" y="79164"/>
                  </a:cubicBezTo>
                  <a:cubicBezTo>
                    <a:pt x="63123" y="79564"/>
                    <a:pt x="62750" y="80107"/>
                    <a:pt x="62493" y="80595"/>
                  </a:cubicBezTo>
                  <a:cubicBezTo>
                    <a:pt x="62133" y="80493"/>
                    <a:pt x="61787" y="80458"/>
                    <a:pt x="61470" y="80458"/>
                  </a:cubicBezTo>
                  <a:cubicBezTo>
                    <a:pt x="60982" y="80458"/>
                    <a:pt x="60566" y="80542"/>
                    <a:pt x="60288" y="80595"/>
                  </a:cubicBezTo>
                  <a:cubicBezTo>
                    <a:pt x="59715" y="80595"/>
                    <a:pt x="59173" y="80767"/>
                    <a:pt x="58799" y="80939"/>
                  </a:cubicBezTo>
                  <a:cubicBezTo>
                    <a:pt x="58543" y="80652"/>
                    <a:pt x="58284" y="80423"/>
                    <a:pt x="58085" y="80252"/>
                  </a:cubicBezTo>
                  <a:cubicBezTo>
                    <a:pt x="58112" y="80080"/>
                    <a:pt x="58170" y="79821"/>
                    <a:pt x="58341" y="79450"/>
                  </a:cubicBezTo>
                  <a:lnTo>
                    <a:pt x="58341" y="79393"/>
                  </a:lnTo>
                  <a:lnTo>
                    <a:pt x="58456" y="79106"/>
                  </a:lnTo>
                  <a:cubicBezTo>
                    <a:pt x="58914" y="77847"/>
                    <a:pt x="59372" y="76672"/>
                    <a:pt x="58657" y="74554"/>
                  </a:cubicBezTo>
                  <a:cubicBezTo>
                    <a:pt x="58628" y="74526"/>
                    <a:pt x="58600" y="74469"/>
                    <a:pt x="58600" y="74412"/>
                  </a:cubicBezTo>
                  <a:lnTo>
                    <a:pt x="58570" y="74354"/>
                  </a:lnTo>
                  <a:cubicBezTo>
                    <a:pt x="58227" y="72980"/>
                    <a:pt x="57368" y="72435"/>
                    <a:pt x="56539" y="72064"/>
                  </a:cubicBezTo>
                  <a:cubicBezTo>
                    <a:pt x="55970" y="71805"/>
                    <a:pt x="55282" y="71687"/>
                    <a:pt x="54585" y="71687"/>
                  </a:cubicBezTo>
                  <a:cubicBezTo>
                    <a:pt x="54511" y="71687"/>
                    <a:pt x="54437" y="71688"/>
                    <a:pt x="54363" y="71691"/>
                  </a:cubicBezTo>
                  <a:cubicBezTo>
                    <a:pt x="54592" y="71263"/>
                    <a:pt x="54764" y="70862"/>
                    <a:pt x="54879" y="70518"/>
                  </a:cubicBezTo>
                  <a:cubicBezTo>
                    <a:pt x="54906" y="70404"/>
                    <a:pt x="54963" y="70289"/>
                    <a:pt x="55050" y="70175"/>
                  </a:cubicBezTo>
                  <a:cubicBezTo>
                    <a:pt x="55593" y="69087"/>
                    <a:pt x="56395" y="67454"/>
                    <a:pt x="55508" y="65908"/>
                  </a:cubicBezTo>
                  <a:cubicBezTo>
                    <a:pt x="55135" y="65221"/>
                    <a:pt x="54478" y="64706"/>
                    <a:pt x="53619" y="64477"/>
                  </a:cubicBezTo>
                  <a:cubicBezTo>
                    <a:pt x="53226" y="64369"/>
                    <a:pt x="52784" y="64321"/>
                    <a:pt x="52331" y="64321"/>
                  </a:cubicBezTo>
                  <a:cubicBezTo>
                    <a:pt x="51233" y="64321"/>
                    <a:pt x="50071" y="64600"/>
                    <a:pt x="49382" y="64965"/>
                  </a:cubicBezTo>
                  <a:cubicBezTo>
                    <a:pt x="47665" y="65881"/>
                    <a:pt x="47378" y="67427"/>
                    <a:pt x="47234" y="68171"/>
                  </a:cubicBezTo>
                  <a:cubicBezTo>
                    <a:pt x="47207" y="68256"/>
                    <a:pt x="47177" y="68400"/>
                    <a:pt x="47149" y="68485"/>
                  </a:cubicBezTo>
                  <a:cubicBezTo>
                    <a:pt x="47005" y="68599"/>
                    <a:pt x="46634" y="68801"/>
                    <a:pt x="46291" y="68915"/>
                  </a:cubicBezTo>
                  <a:lnTo>
                    <a:pt x="46261" y="68915"/>
                  </a:lnTo>
                  <a:cubicBezTo>
                    <a:pt x="46062" y="68915"/>
                    <a:pt x="45718" y="68858"/>
                    <a:pt x="45402" y="68771"/>
                  </a:cubicBezTo>
                  <a:cubicBezTo>
                    <a:pt x="45402" y="68686"/>
                    <a:pt x="45375" y="68629"/>
                    <a:pt x="45375" y="68572"/>
                  </a:cubicBezTo>
                  <a:cubicBezTo>
                    <a:pt x="45345" y="68199"/>
                    <a:pt x="45288" y="67713"/>
                    <a:pt x="45116" y="67168"/>
                  </a:cubicBezTo>
                  <a:cubicBezTo>
                    <a:pt x="44974" y="66625"/>
                    <a:pt x="44772" y="66167"/>
                    <a:pt x="44630" y="65794"/>
                  </a:cubicBezTo>
                  <a:cubicBezTo>
                    <a:pt x="44344" y="65107"/>
                    <a:pt x="44344" y="65022"/>
                    <a:pt x="44371" y="64878"/>
                  </a:cubicBezTo>
                  <a:cubicBezTo>
                    <a:pt x="44429" y="64679"/>
                    <a:pt x="44600" y="64363"/>
                    <a:pt x="44772" y="64049"/>
                  </a:cubicBezTo>
                  <a:cubicBezTo>
                    <a:pt x="45116" y="63447"/>
                    <a:pt x="45546" y="62675"/>
                    <a:pt x="45718" y="61644"/>
                  </a:cubicBezTo>
                  <a:cubicBezTo>
                    <a:pt x="45775" y="61385"/>
                    <a:pt x="45803" y="61186"/>
                    <a:pt x="45833" y="60985"/>
                  </a:cubicBezTo>
                  <a:cubicBezTo>
                    <a:pt x="45860" y="60728"/>
                    <a:pt x="45890" y="60412"/>
                    <a:pt x="45947" y="60327"/>
                  </a:cubicBezTo>
                  <a:cubicBezTo>
                    <a:pt x="45947" y="60327"/>
                    <a:pt x="45975" y="60270"/>
                    <a:pt x="46062" y="60183"/>
                  </a:cubicBezTo>
                  <a:cubicBezTo>
                    <a:pt x="46089" y="60183"/>
                    <a:pt x="46089" y="60156"/>
                    <a:pt x="46119" y="60156"/>
                  </a:cubicBezTo>
                  <a:cubicBezTo>
                    <a:pt x="46634" y="59640"/>
                    <a:pt x="47436" y="59153"/>
                    <a:pt x="48123" y="58724"/>
                  </a:cubicBezTo>
                  <a:lnTo>
                    <a:pt x="48237" y="58637"/>
                  </a:lnTo>
                  <a:cubicBezTo>
                    <a:pt x="48265" y="58637"/>
                    <a:pt x="48322" y="58610"/>
                    <a:pt x="48352" y="58580"/>
                  </a:cubicBezTo>
                  <a:cubicBezTo>
                    <a:pt x="48409" y="58523"/>
                    <a:pt x="48466" y="58495"/>
                    <a:pt x="48494" y="58495"/>
                  </a:cubicBezTo>
                  <a:cubicBezTo>
                    <a:pt x="48608" y="58495"/>
                    <a:pt x="48837" y="58553"/>
                    <a:pt x="49009" y="58580"/>
                  </a:cubicBezTo>
                  <a:cubicBezTo>
                    <a:pt x="49353" y="58637"/>
                    <a:pt x="49783" y="58724"/>
                    <a:pt x="50269" y="58782"/>
                  </a:cubicBezTo>
                  <a:lnTo>
                    <a:pt x="50383" y="58782"/>
                  </a:lnTo>
                  <a:cubicBezTo>
                    <a:pt x="50692" y="58820"/>
                    <a:pt x="51086" y="58865"/>
                    <a:pt x="51524" y="58865"/>
                  </a:cubicBezTo>
                  <a:cubicBezTo>
                    <a:pt x="52386" y="58865"/>
                    <a:pt x="53423" y="58691"/>
                    <a:pt x="54334" y="57950"/>
                  </a:cubicBezTo>
                  <a:cubicBezTo>
                    <a:pt x="54363" y="57950"/>
                    <a:pt x="54363" y="57923"/>
                    <a:pt x="54391" y="57893"/>
                  </a:cubicBezTo>
                  <a:cubicBezTo>
                    <a:pt x="54650" y="57694"/>
                    <a:pt x="54821" y="57465"/>
                    <a:pt x="54963" y="57236"/>
                  </a:cubicBezTo>
                  <a:cubicBezTo>
                    <a:pt x="55279" y="57236"/>
                    <a:pt x="55650" y="57236"/>
                    <a:pt x="55909" y="57263"/>
                  </a:cubicBezTo>
                  <a:cubicBezTo>
                    <a:pt x="56195" y="57522"/>
                    <a:pt x="56681" y="57950"/>
                    <a:pt x="57398" y="58179"/>
                  </a:cubicBezTo>
                  <a:lnTo>
                    <a:pt x="57398" y="58637"/>
                  </a:lnTo>
                  <a:cubicBezTo>
                    <a:pt x="57398" y="60069"/>
                    <a:pt x="57368" y="63847"/>
                    <a:pt x="61005" y="64076"/>
                  </a:cubicBezTo>
                  <a:cubicBezTo>
                    <a:pt x="61099" y="64083"/>
                    <a:pt x="61193" y="64087"/>
                    <a:pt x="61286" y="64087"/>
                  </a:cubicBezTo>
                  <a:cubicBezTo>
                    <a:pt x="62346" y="64087"/>
                    <a:pt x="63298" y="63634"/>
                    <a:pt x="63982" y="62817"/>
                  </a:cubicBezTo>
                  <a:cubicBezTo>
                    <a:pt x="65555" y="60927"/>
                    <a:pt x="65013" y="57492"/>
                    <a:pt x="64525" y="55633"/>
                  </a:cubicBezTo>
                  <a:cubicBezTo>
                    <a:pt x="64238" y="54545"/>
                    <a:pt x="64067" y="53858"/>
                    <a:pt x="66787" y="52740"/>
                  </a:cubicBezTo>
                  <a:cubicBezTo>
                    <a:pt x="66815" y="52740"/>
                    <a:pt x="66845" y="52740"/>
                    <a:pt x="66845" y="52713"/>
                  </a:cubicBezTo>
                  <a:cubicBezTo>
                    <a:pt x="68047" y="52197"/>
                    <a:pt x="69849" y="51423"/>
                    <a:pt x="71024" y="49706"/>
                  </a:cubicBezTo>
                  <a:cubicBezTo>
                    <a:pt x="71940" y="48361"/>
                    <a:pt x="72112" y="47274"/>
                    <a:pt x="72226" y="46415"/>
                  </a:cubicBezTo>
                  <a:cubicBezTo>
                    <a:pt x="72627" y="46271"/>
                    <a:pt x="73085" y="46071"/>
                    <a:pt x="73514" y="45698"/>
                  </a:cubicBezTo>
                  <a:cubicBezTo>
                    <a:pt x="74430" y="44954"/>
                    <a:pt x="75059" y="44010"/>
                    <a:pt x="75632" y="43209"/>
                  </a:cubicBezTo>
                  <a:cubicBezTo>
                    <a:pt x="75746" y="43007"/>
                    <a:pt x="75891" y="42835"/>
                    <a:pt x="76005" y="42664"/>
                  </a:cubicBezTo>
                  <a:cubicBezTo>
                    <a:pt x="76130" y="42674"/>
                    <a:pt x="76266" y="42680"/>
                    <a:pt x="76411" y="42680"/>
                  </a:cubicBezTo>
                  <a:cubicBezTo>
                    <a:pt x="76695" y="42680"/>
                    <a:pt x="77018" y="42655"/>
                    <a:pt x="77379" y="42579"/>
                  </a:cubicBezTo>
                  <a:cubicBezTo>
                    <a:pt x="77437" y="42549"/>
                    <a:pt x="77494" y="42549"/>
                    <a:pt x="77579" y="42522"/>
                  </a:cubicBezTo>
                  <a:cubicBezTo>
                    <a:pt x="79754" y="41835"/>
                    <a:pt x="80070" y="39973"/>
                    <a:pt x="80185" y="39258"/>
                  </a:cubicBezTo>
                  <a:cubicBezTo>
                    <a:pt x="80212" y="39144"/>
                    <a:pt x="80212" y="39029"/>
                    <a:pt x="80242" y="38942"/>
                  </a:cubicBezTo>
                  <a:cubicBezTo>
                    <a:pt x="80356" y="38915"/>
                    <a:pt x="80471" y="38857"/>
                    <a:pt x="80585" y="38828"/>
                  </a:cubicBezTo>
                  <a:cubicBezTo>
                    <a:pt x="80872" y="38770"/>
                    <a:pt x="81158" y="38686"/>
                    <a:pt x="81444" y="38599"/>
                  </a:cubicBezTo>
                  <a:cubicBezTo>
                    <a:pt x="81472" y="38599"/>
                    <a:pt x="81502" y="38571"/>
                    <a:pt x="81529" y="38571"/>
                  </a:cubicBezTo>
                  <a:cubicBezTo>
                    <a:pt x="81559" y="38541"/>
                    <a:pt x="81616" y="38541"/>
                    <a:pt x="81644" y="38541"/>
                  </a:cubicBezTo>
                  <a:cubicBezTo>
                    <a:pt x="81873" y="38770"/>
                    <a:pt x="82216" y="38972"/>
                    <a:pt x="82589" y="39171"/>
                  </a:cubicBezTo>
                  <a:lnTo>
                    <a:pt x="82761" y="39258"/>
                  </a:lnTo>
                  <a:cubicBezTo>
                    <a:pt x="83220" y="39451"/>
                    <a:pt x="83657" y="39529"/>
                    <a:pt x="84066" y="39529"/>
                  </a:cubicBezTo>
                  <a:cubicBezTo>
                    <a:pt x="85419" y="39529"/>
                    <a:pt x="86470" y="38674"/>
                    <a:pt x="86998" y="38255"/>
                  </a:cubicBezTo>
                  <a:cubicBezTo>
                    <a:pt x="87083" y="38170"/>
                    <a:pt x="87197" y="38083"/>
                    <a:pt x="87284" y="38026"/>
                  </a:cubicBezTo>
                  <a:cubicBezTo>
                    <a:pt x="87341" y="37999"/>
                    <a:pt x="87426" y="37999"/>
                    <a:pt x="87483" y="37969"/>
                  </a:cubicBezTo>
                  <a:cubicBezTo>
                    <a:pt x="88285" y="37827"/>
                    <a:pt x="89774" y="37511"/>
                    <a:pt x="90548" y="36137"/>
                  </a:cubicBezTo>
                  <a:cubicBezTo>
                    <a:pt x="91006" y="35308"/>
                    <a:pt x="91033" y="34334"/>
                    <a:pt x="90690" y="33389"/>
                  </a:cubicBezTo>
                  <a:cubicBezTo>
                    <a:pt x="90433" y="32759"/>
                    <a:pt x="90060" y="32331"/>
                    <a:pt x="89632" y="32015"/>
                  </a:cubicBezTo>
                  <a:lnTo>
                    <a:pt x="89716" y="31843"/>
                  </a:lnTo>
                  <a:cubicBezTo>
                    <a:pt x="89861" y="31499"/>
                    <a:pt x="89945" y="31156"/>
                    <a:pt x="89975" y="30812"/>
                  </a:cubicBezTo>
                  <a:cubicBezTo>
                    <a:pt x="90477" y="30898"/>
                    <a:pt x="90938" y="30961"/>
                    <a:pt x="91400" y="30961"/>
                  </a:cubicBezTo>
                  <a:cubicBezTo>
                    <a:pt x="92334" y="30961"/>
                    <a:pt x="93271" y="30702"/>
                    <a:pt x="94555" y="29839"/>
                  </a:cubicBezTo>
                  <a:cubicBezTo>
                    <a:pt x="94697" y="29754"/>
                    <a:pt x="95155" y="29640"/>
                    <a:pt x="95442" y="29553"/>
                  </a:cubicBezTo>
                  <a:cubicBezTo>
                    <a:pt x="96788" y="29152"/>
                    <a:pt x="99907" y="28208"/>
                    <a:pt x="99823" y="24659"/>
                  </a:cubicBezTo>
                  <a:cubicBezTo>
                    <a:pt x="99823" y="23197"/>
                    <a:pt x="98964" y="21766"/>
                    <a:pt x="97246" y="20335"/>
                  </a:cubicBezTo>
                  <a:cubicBezTo>
                    <a:pt x="97246" y="20307"/>
                    <a:pt x="97216" y="20278"/>
                    <a:pt x="97189" y="20278"/>
                  </a:cubicBezTo>
                  <a:cubicBezTo>
                    <a:pt x="97017" y="20136"/>
                    <a:pt x="96873" y="20021"/>
                    <a:pt x="96731" y="19934"/>
                  </a:cubicBezTo>
                  <a:lnTo>
                    <a:pt x="96731" y="19792"/>
                  </a:lnTo>
                  <a:cubicBezTo>
                    <a:pt x="96731" y="19591"/>
                    <a:pt x="96758" y="19419"/>
                    <a:pt x="96758" y="19220"/>
                  </a:cubicBezTo>
                  <a:cubicBezTo>
                    <a:pt x="96816" y="18132"/>
                    <a:pt x="96930" y="16327"/>
                    <a:pt x="95586" y="15068"/>
                  </a:cubicBezTo>
                  <a:cubicBezTo>
                    <a:pt x="95529" y="15010"/>
                    <a:pt x="95499" y="14983"/>
                    <a:pt x="95442" y="14953"/>
                  </a:cubicBezTo>
                  <a:cubicBezTo>
                    <a:pt x="94599" y="14257"/>
                    <a:pt x="93756" y="14028"/>
                    <a:pt x="93002" y="14028"/>
                  </a:cubicBezTo>
                  <a:cubicBezTo>
                    <a:pt x="92424" y="14028"/>
                    <a:pt x="91898" y="14162"/>
                    <a:pt x="91464" y="14323"/>
                  </a:cubicBezTo>
                  <a:cubicBezTo>
                    <a:pt x="91006" y="13208"/>
                    <a:pt x="90232" y="12033"/>
                    <a:pt x="89574" y="11490"/>
                  </a:cubicBezTo>
                  <a:cubicBezTo>
                    <a:pt x="89231" y="11204"/>
                    <a:pt x="88686" y="10716"/>
                    <a:pt x="85938" y="10545"/>
                  </a:cubicBezTo>
                  <a:cubicBezTo>
                    <a:pt x="85484" y="10506"/>
                    <a:pt x="85089" y="10491"/>
                    <a:pt x="84740" y="10491"/>
                  </a:cubicBezTo>
                  <a:cubicBezTo>
                    <a:pt x="84317" y="10491"/>
                    <a:pt x="83961" y="10513"/>
                    <a:pt x="83647" y="10545"/>
                  </a:cubicBezTo>
                  <a:cubicBezTo>
                    <a:pt x="85021" y="9830"/>
                    <a:pt x="86712" y="8312"/>
                    <a:pt x="87254" y="7453"/>
                  </a:cubicBezTo>
                  <a:cubicBezTo>
                    <a:pt x="87254" y="7425"/>
                    <a:pt x="87284" y="7425"/>
                    <a:pt x="87284" y="7396"/>
                  </a:cubicBezTo>
                  <a:cubicBezTo>
                    <a:pt x="88315" y="5651"/>
                    <a:pt x="87799" y="4418"/>
                    <a:pt x="87399" y="3846"/>
                  </a:cubicBezTo>
                  <a:cubicBezTo>
                    <a:pt x="86727" y="2901"/>
                    <a:pt x="85747" y="2657"/>
                    <a:pt x="84860" y="2657"/>
                  </a:cubicBezTo>
                  <a:cubicBezTo>
                    <a:pt x="84270" y="2657"/>
                    <a:pt x="83722" y="2765"/>
                    <a:pt x="83334" y="2845"/>
                  </a:cubicBezTo>
                  <a:cubicBezTo>
                    <a:pt x="83219" y="2873"/>
                    <a:pt x="83132" y="2873"/>
                    <a:pt x="83047" y="2902"/>
                  </a:cubicBezTo>
                  <a:lnTo>
                    <a:pt x="82990" y="2902"/>
                  </a:lnTo>
                  <a:cubicBezTo>
                    <a:pt x="82102" y="3074"/>
                    <a:pt x="81529" y="3303"/>
                    <a:pt x="81043" y="3589"/>
                  </a:cubicBezTo>
                  <a:cubicBezTo>
                    <a:pt x="81014" y="3560"/>
                    <a:pt x="81014" y="3532"/>
                    <a:pt x="80986" y="3532"/>
                  </a:cubicBezTo>
                  <a:cubicBezTo>
                    <a:pt x="81014" y="3216"/>
                    <a:pt x="80986" y="2845"/>
                    <a:pt x="80899" y="2472"/>
                  </a:cubicBezTo>
                  <a:cubicBezTo>
                    <a:pt x="80441" y="727"/>
                    <a:pt x="79211" y="239"/>
                    <a:pt x="78696" y="97"/>
                  </a:cubicBezTo>
                  <a:cubicBezTo>
                    <a:pt x="78437" y="30"/>
                    <a:pt x="78185" y="0"/>
                    <a:pt x="7794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8"/>
            <p:cNvSpPr/>
            <p:nvPr/>
          </p:nvSpPr>
          <p:spPr>
            <a:xfrm>
              <a:off x="7505225" y="714425"/>
              <a:ext cx="978040" cy="604256"/>
            </a:xfrm>
            <a:custGeom>
              <a:avLst/>
              <a:gdLst/>
              <a:ahLst/>
              <a:cxnLst/>
              <a:rect l="l" t="t" r="r" b="b"/>
              <a:pathLst>
                <a:path w="48352" h="29873" extrusionOk="0">
                  <a:moveTo>
                    <a:pt x="35832" y="4845"/>
                  </a:moveTo>
                  <a:cubicBezTo>
                    <a:pt x="36270" y="4845"/>
                    <a:pt x="36704" y="4855"/>
                    <a:pt x="37130" y="4881"/>
                  </a:cubicBezTo>
                  <a:cubicBezTo>
                    <a:pt x="37444" y="4910"/>
                    <a:pt x="37730" y="5052"/>
                    <a:pt x="38245" y="5281"/>
                  </a:cubicBezTo>
                  <a:lnTo>
                    <a:pt x="38245" y="5311"/>
                  </a:lnTo>
                  <a:cubicBezTo>
                    <a:pt x="38131" y="5426"/>
                    <a:pt x="38074" y="5597"/>
                    <a:pt x="37989" y="5739"/>
                  </a:cubicBezTo>
                  <a:cubicBezTo>
                    <a:pt x="37989" y="5769"/>
                    <a:pt x="37959" y="5797"/>
                    <a:pt x="37959" y="5826"/>
                  </a:cubicBezTo>
                  <a:cubicBezTo>
                    <a:pt x="37787" y="6255"/>
                    <a:pt x="37730" y="6628"/>
                    <a:pt x="37730" y="6971"/>
                  </a:cubicBezTo>
                  <a:cubicBezTo>
                    <a:pt x="37531" y="7171"/>
                    <a:pt x="37329" y="7400"/>
                    <a:pt x="37158" y="7658"/>
                  </a:cubicBezTo>
                  <a:cubicBezTo>
                    <a:pt x="36814" y="8231"/>
                    <a:pt x="36700" y="8804"/>
                    <a:pt x="36642" y="9175"/>
                  </a:cubicBezTo>
                  <a:cubicBezTo>
                    <a:pt x="36615" y="9232"/>
                    <a:pt x="36585" y="9319"/>
                    <a:pt x="36585" y="9376"/>
                  </a:cubicBezTo>
                  <a:cubicBezTo>
                    <a:pt x="36500" y="9518"/>
                    <a:pt x="36356" y="9720"/>
                    <a:pt x="36242" y="9862"/>
                  </a:cubicBezTo>
                  <a:lnTo>
                    <a:pt x="35955" y="9862"/>
                  </a:lnTo>
                  <a:cubicBezTo>
                    <a:pt x="35154" y="9891"/>
                    <a:pt x="34066" y="9919"/>
                    <a:pt x="33150" y="10750"/>
                  </a:cubicBezTo>
                  <a:lnTo>
                    <a:pt x="33035" y="10865"/>
                  </a:lnTo>
                  <a:cubicBezTo>
                    <a:pt x="32864" y="11036"/>
                    <a:pt x="32435" y="11552"/>
                    <a:pt x="32264" y="12266"/>
                  </a:cubicBezTo>
                  <a:cubicBezTo>
                    <a:pt x="31719" y="12495"/>
                    <a:pt x="31203" y="12896"/>
                    <a:pt x="30832" y="13469"/>
                  </a:cubicBezTo>
                  <a:cubicBezTo>
                    <a:pt x="30489" y="14014"/>
                    <a:pt x="30344" y="14643"/>
                    <a:pt x="30402" y="15273"/>
                  </a:cubicBezTo>
                  <a:cubicBezTo>
                    <a:pt x="30001" y="15415"/>
                    <a:pt x="29630" y="15530"/>
                    <a:pt x="29401" y="15587"/>
                  </a:cubicBezTo>
                  <a:cubicBezTo>
                    <a:pt x="29371" y="15587"/>
                    <a:pt x="29314" y="15587"/>
                    <a:pt x="29286" y="15617"/>
                  </a:cubicBezTo>
                  <a:cubicBezTo>
                    <a:pt x="29199" y="15617"/>
                    <a:pt x="29000" y="15587"/>
                    <a:pt x="28856" y="15559"/>
                  </a:cubicBezTo>
                  <a:cubicBezTo>
                    <a:pt x="28577" y="15511"/>
                    <a:pt x="28210" y="15457"/>
                    <a:pt x="27793" y="15457"/>
                  </a:cubicBezTo>
                  <a:cubicBezTo>
                    <a:pt x="27227" y="15457"/>
                    <a:pt x="26568" y="15556"/>
                    <a:pt x="25908" y="15903"/>
                  </a:cubicBezTo>
                  <a:cubicBezTo>
                    <a:pt x="25221" y="16274"/>
                    <a:pt x="24734" y="16704"/>
                    <a:pt x="24333" y="17075"/>
                  </a:cubicBezTo>
                  <a:cubicBezTo>
                    <a:pt x="24104" y="17277"/>
                    <a:pt x="23875" y="17476"/>
                    <a:pt x="23733" y="17563"/>
                  </a:cubicBezTo>
                  <a:cubicBezTo>
                    <a:pt x="23245" y="17820"/>
                    <a:pt x="22844" y="18106"/>
                    <a:pt x="22473" y="18365"/>
                  </a:cubicBezTo>
                  <a:cubicBezTo>
                    <a:pt x="22329" y="18479"/>
                    <a:pt x="22100" y="18651"/>
                    <a:pt x="21958" y="18736"/>
                  </a:cubicBezTo>
                  <a:cubicBezTo>
                    <a:pt x="21843" y="18708"/>
                    <a:pt x="21672" y="18679"/>
                    <a:pt x="21527" y="18651"/>
                  </a:cubicBezTo>
                  <a:cubicBezTo>
                    <a:pt x="21163" y="18588"/>
                    <a:pt x="20692" y="18502"/>
                    <a:pt x="20150" y="18502"/>
                  </a:cubicBezTo>
                  <a:cubicBezTo>
                    <a:pt x="19461" y="18502"/>
                    <a:pt x="18656" y="18640"/>
                    <a:pt x="17806" y="19137"/>
                  </a:cubicBezTo>
                  <a:cubicBezTo>
                    <a:pt x="16404" y="19938"/>
                    <a:pt x="15889" y="21170"/>
                    <a:pt x="15573" y="21885"/>
                  </a:cubicBezTo>
                  <a:cubicBezTo>
                    <a:pt x="15546" y="21972"/>
                    <a:pt x="15516" y="22086"/>
                    <a:pt x="15459" y="22171"/>
                  </a:cubicBezTo>
                  <a:cubicBezTo>
                    <a:pt x="15145" y="22286"/>
                    <a:pt x="14714" y="22457"/>
                    <a:pt x="14256" y="22773"/>
                  </a:cubicBezTo>
                  <a:cubicBezTo>
                    <a:pt x="13542" y="23316"/>
                    <a:pt x="13198" y="23946"/>
                    <a:pt x="12997" y="24461"/>
                  </a:cubicBezTo>
                  <a:cubicBezTo>
                    <a:pt x="12481" y="24262"/>
                    <a:pt x="12053" y="24147"/>
                    <a:pt x="11710" y="24090"/>
                  </a:cubicBezTo>
                  <a:cubicBezTo>
                    <a:pt x="10965" y="22457"/>
                    <a:pt x="10764" y="20682"/>
                    <a:pt x="11050" y="20167"/>
                  </a:cubicBezTo>
                  <a:lnTo>
                    <a:pt x="11080" y="20140"/>
                  </a:lnTo>
                  <a:cubicBezTo>
                    <a:pt x="11394" y="19995"/>
                    <a:pt x="11852" y="19766"/>
                    <a:pt x="12282" y="19338"/>
                  </a:cubicBezTo>
                  <a:cubicBezTo>
                    <a:pt x="12912" y="18736"/>
                    <a:pt x="13168" y="18163"/>
                    <a:pt x="13283" y="17648"/>
                  </a:cubicBezTo>
                  <a:cubicBezTo>
                    <a:pt x="13855" y="17419"/>
                    <a:pt x="14199" y="17048"/>
                    <a:pt x="14428" y="16704"/>
                  </a:cubicBezTo>
                  <a:cubicBezTo>
                    <a:pt x="14771" y="16217"/>
                    <a:pt x="15088" y="15358"/>
                    <a:pt x="14657" y="14128"/>
                  </a:cubicBezTo>
                  <a:cubicBezTo>
                    <a:pt x="14629" y="14071"/>
                    <a:pt x="14600" y="13984"/>
                    <a:pt x="14572" y="13899"/>
                  </a:cubicBezTo>
                  <a:cubicBezTo>
                    <a:pt x="14286" y="13327"/>
                    <a:pt x="13828" y="12697"/>
                    <a:pt x="12997" y="12353"/>
                  </a:cubicBezTo>
                  <a:cubicBezTo>
                    <a:pt x="13168" y="11407"/>
                    <a:pt x="13370" y="10235"/>
                    <a:pt x="12882" y="9117"/>
                  </a:cubicBezTo>
                  <a:cubicBezTo>
                    <a:pt x="12882" y="9090"/>
                    <a:pt x="12855" y="9060"/>
                    <a:pt x="12855" y="9003"/>
                  </a:cubicBezTo>
                  <a:cubicBezTo>
                    <a:pt x="12568" y="8460"/>
                    <a:pt x="12225" y="8029"/>
                    <a:pt x="11824" y="7743"/>
                  </a:cubicBezTo>
                  <a:cubicBezTo>
                    <a:pt x="11966" y="7629"/>
                    <a:pt x="12110" y="7544"/>
                    <a:pt x="12225" y="7457"/>
                  </a:cubicBezTo>
                  <a:cubicBezTo>
                    <a:pt x="12768" y="7056"/>
                    <a:pt x="13054" y="6857"/>
                    <a:pt x="13370" y="6800"/>
                  </a:cubicBezTo>
                  <a:lnTo>
                    <a:pt x="13427" y="6800"/>
                  </a:lnTo>
                  <a:cubicBezTo>
                    <a:pt x="13741" y="6742"/>
                    <a:pt x="14114" y="6742"/>
                    <a:pt x="14542" y="6713"/>
                  </a:cubicBezTo>
                  <a:cubicBezTo>
                    <a:pt x="15259" y="6713"/>
                    <a:pt x="16146" y="6685"/>
                    <a:pt x="17149" y="6369"/>
                  </a:cubicBezTo>
                  <a:cubicBezTo>
                    <a:pt x="17176" y="6369"/>
                    <a:pt x="17206" y="6342"/>
                    <a:pt x="17263" y="6342"/>
                  </a:cubicBezTo>
                  <a:cubicBezTo>
                    <a:pt x="17894" y="6112"/>
                    <a:pt x="18500" y="6048"/>
                    <a:pt x="19234" y="6048"/>
                  </a:cubicBezTo>
                  <a:cubicBezTo>
                    <a:pt x="19598" y="6048"/>
                    <a:pt x="19994" y="6064"/>
                    <a:pt x="20440" y="6083"/>
                  </a:cubicBezTo>
                  <a:lnTo>
                    <a:pt x="21042" y="6113"/>
                  </a:lnTo>
                  <a:lnTo>
                    <a:pt x="21156" y="6113"/>
                  </a:lnTo>
                  <a:cubicBezTo>
                    <a:pt x="22214" y="6113"/>
                    <a:pt x="23160" y="5968"/>
                    <a:pt x="24076" y="5854"/>
                  </a:cubicBezTo>
                  <a:cubicBezTo>
                    <a:pt x="24505" y="5769"/>
                    <a:pt x="24935" y="5712"/>
                    <a:pt x="25363" y="5655"/>
                  </a:cubicBezTo>
                  <a:cubicBezTo>
                    <a:pt x="25650" y="5625"/>
                    <a:pt x="25908" y="5568"/>
                    <a:pt x="26165" y="5453"/>
                  </a:cubicBezTo>
                  <a:cubicBezTo>
                    <a:pt x="27283" y="5139"/>
                    <a:pt x="28313" y="5025"/>
                    <a:pt x="29715" y="5025"/>
                  </a:cubicBezTo>
                  <a:cubicBezTo>
                    <a:pt x="30745" y="5025"/>
                    <a:pt x="31806" y="4968"/>
                    <a:pt x="32806" y="4938"/>
                  </a:cubicBezTo>
                  <a:cubicBezTo>
                    <a:pt x="33803" y="4898"/>
                    <a:pt x="34828" y="4845"/>
                    <a:pt x="35832" y="4845"/>
                  </a:cubicBezTo>
                  <a:close/>
                  <a:moveTo>
                    <a:pt x="35731" y="1"/>
                  </a:moveTo>
                  <a:cubicBezTo>
                    <a:pt x="34673" y="1"/>
                    <a:pt x="33619" y="44"/>
                    <a:pt x="32577" y="101"/>
                  </a:cubicBezTo>
                  <a:cubicBezTo>
                    <a:pt x="31577" y="158"/>
                    <a:pt x="30631" y="186"/>
                    <a:pt x="29715" y="186"/>
                  </a:cubicBezTo>
                  <a:cubicBezTo>
                    <a:pt x="27741" y="186"/>
                    <a:pt x="26252" y="387"/>
                    <a:pt x="24592" y="873"/>
                  </a:cubicBezTo>
                  <a:cubicBezTo>
                    <a:pt x="24562" y="873"/>
                    <a:pt x="24505" y="873"/>
                    <a:pt x="24477" y="903"/>
                  </a:cubicBezTo>
                  <a:cubicBezTo>
                    <a:pt x="24104" y="960"/>
                    <a:pt x="23733" y="987"/>
                    <a:pt x="23389" y="1045"/>
                  </a:cubicBezTo>
                  <a:cubicBezTo>
                    <a:pt x="22588" y="1159"/>
                    <a:pt x="21901" y="1274"/>
                    <a:pt x="21184" y="1274"/>
                  </a:cubicBezTo>
                  <a:lnTo>
                    <a:pt x="20669" y="1246"/>
                  </a:lnTo>
                  <a:cubicBezTo>
                    <a:pt x="20177" y="1228"/>
                    <a:pt x="19682" y="1207"/>
                    <a:pt x="19178" y="1207"/>
                  </a:cubicBezTo>
                  <a:cubicBezTo>
                    <a:pt x="18071" y="1207"/>
                    <a:pt x="16919" y="1308"/>
                    <a:pt x="15660" y="1761"/>
                  </a:cubicBezTo>
                  <a:cubicBezTo>
                    <a:pt x="15317" y="1846"/>
                    <a:pt x="14916" y="1876"/>
                    <a:pt x="14400" y="1876"/>
                  </a:cubicBezTo>
                  <a:cubicBezTo>
                    <a:pt x="13855" y="1903"/>
                    <a:pt x="13255" y="1903"/>
                    <a:pt x="12596" y="2048"/>
                  </a:cubicBezTo>
                  <a:cubicBezTo>
                    <a:pt x="11137" y="2277"/>
                    <a:pt x="10134" y="2991"/>
                    <a:pt x="9419" y="3506"/>
                  </a:cubicBezTo>
                  <a:cubicBezTo>
                    <a:pt x="9190" y="3678"/>
                    <a:pt x="8961" y="3822"/>
                    <a:pt x="8790" y="3937"/>
                  </a:cubicBezTo>
                  <a:cubicBezTo>
                    <a:pt x="8446" y="3994"/>
                    <a:pt x="7672" y="4052"/>
                    <a:pt x="7129" y="4052"/>
                  </a:cubicBezTo>
                  <a:cubicBezTo>
                    <a:pt x="4695" y="4193"/>
                    <a:pt x="2176" y="4308"/>
                    <a:pt x="831" y="6026"/>
                  </a:cubicBezTo>
                  <a:cubicBezTo>
                    <a:pt x="229" y="6800"/>
                    <a:pt x="0" y="7800"/>
                    <a:pt x="202" y="8774"/>
                  </a:cubicBezTo>
                  <a:cubicBezTo>
                    <a:pt x="730" y="11555"/>
                    <a:pt x="2948" y="12126"/>
                    <a:pt x="4901" y="12126"/>
                  </a:cubicBezTo>
                  <a:cubicBezTo>
                    <a:pt x="5802" y="12126"/>
                    <a:pt x="6647" y="12004"/>
                    <a:pt x="7244" y="11923"/>
                  </a:cubicBezTo>
                  <a:cubicBezTo>
                    <a:pt x="7500" y="11865"/>
                    <a:pt x="7844" y="11838"/>
                    <a:pt x="8160" y="11781"/>
                  </a:cubicBezTo>
                  <a:lnTo>
                    <a:pt x="8160" y="11781"/>
                  </a:lnTo>
                  <a:cubicBezTo>
                    <a:pt x="8073" y="12381"/>
                    <a:pt x="7988" y="13010"/>
                    <a:pt x="8045" y="13640"/>
                  </a:cubicBezTo>
                  <a:cubicBezTo>
                    <a:pt x="7931" y="14300"/>
                    <a:pt x="8016" y="15101"/>
                    <a:pt x="8732" y="15846"/>
                  </a:cubicBezTo>
                  <a:cubicBezTo>
                    <a:pt x="8703" y="15873"/>
                    <a:pt x="8703" y="15903"/>
                    <a:pt x="8675" y="15930"/>
                  </a:cubicBezTo>
                  <a:cubicBezTo>
                    <a:pt x="8274" y="16132"/>
                    <a:pt x="7729" y="16475"/>
                    <a:pt x="7301" y="17075"/>
                  </a:cubicBezTo>
                  <a:cubicBezTo>
                    <a:pt x="5068" y="19881"/>
                    <a:pt x="6412" y="24376"/>
                    <a:pt x="7558" y="26637"/>
                  </a:cubicBezTo>
                  <a:cubicBezTo>
                    <a:pt x="8531" y="28441"/>
                    <a:pt x="9935" y="28698"/>
                    <a:pt x="10679" y="28812"/>
                  </a:cubicBezTo>
                  <a:cubicBezTo>
                    <a:pt x="10851" y="28842"/>
                    <a:pt x="10935" y="28870"/>
                    <a:pt x="11050" y="28899"/>
                  </a:cubicBezTo>
                  <a:cubicBezTo>
                    <a:pt x="11394" y="29243"/>
                    <a:pt x="12138" y="29873"/>
                    <a:pt x="13340" y="29873"/>
                  </a:cubicBezTo>
                  <a:cubicBezTo>
                    <a:pt x="13626" y="29873"/>
                    <a:pt x="13913" y="29815"/>
                    <a:pt x="14229" y="29758"/>
                  </a:cubicBezTo>
                  <a:cubicBezTo>
                    <a:pt x="15832" y="29385"/>
                    <a:pt x="16546" y="28125"/>
                    <a:pt x="17004" y="27354"/>
                  </a:cubicBezTo>
                  <a:lnTo>
                    <a:pt x="17062" y="27239"/>
                  </a:lnTo>
                  <a:cubicBezTo>
                    <a:pt x="17119" y="27152"/>
                    <a:pt x="17176" y="27038"/>
                    <a:pt x="17233" y="26923"/>
                  </a:cubicBezTo>
                  <a:lnTo>
                    <a:pt x="17320" y="26667"/>
                  </a:lnTo>
                  <a:cubicBezTo>
                    <a:pt x="17749" y="26522"/>
                    <a:pt x="18351" y="26266"/>
                    <a:pt x="18924" y="25636"/>
                  </a:cubicBezTo>
                  <a:cubicBezTo>
                    <a:pt x="18951" y="25636"/>
                    <a:pt x="18981" y="25606"/>
                    <a:pt x="19008" y="25579"/>
                  </a:cubicBezTo>
                  <a:cubicBezTo>
                    <a:pt x="19553" y="24919"/>
                    <a:pt x="19840" y="24262"/>
                    <a:pt x="20039" y="23774"/>
                  </a:cubicBezTo>
                  <a:cubicBezTo>
                    <a:pt x="20096" y="23632"/>
                    <a:pt x="20183" y="23460"/>
                    <a:pt x="20240" y="23346"/>
                  </a:cubicBezTo>
                  <a:cubicBezTo>
                    <a:pt x="20355" y="23373"/>
                    <a:pt x="20527" y="23403"/>
                    <a:pt x="20669" y="23403"/>
                  </a:cubicBezTo>
                  <a:cubicBezTo>
                    <a:pt x="21069" y="23488"/>
                    <a:pt x="21585" y="23575"/>
                    <a:pt x="22187" y="23575"/>
                  </a:cubicBezTo>
                  <a:lnTo>
                    <a:pt x="22359" y="23575"/>
                  </a:lnTo>
                  <a:cubicBezTo>
                    <a:pt x="23703" y="23488"/>
                    <a:pt x="24649" y="22773"/>
                    <a:pt x="25336" y="22258"/>
                  </a:cubicBezTo>
                  <a:cubicBezTo>
                    <a:pt x="25565" y="22114"/>
                    <a:pt x="25794" y="21942"/>
                    <a:pt x="25908" y="21885"/>
                  </a:cubicBezTo>
                  <a:cubicBezTo>
                    <a:pt x="25936" y="21885"/>
                    <a:pt x="25966" y="21857"/>
                    <a:pt x="25993" y="21857"/>
                  </a:cubicBezTo>
                  <a:cubicBezTo>
                    <a:pt x="26653" y="21484"/>
                    <a:pt x="27168" y="21026"/>
                    <a:pt x="27569" y="20682"/>
                  </a:cubicBezTo>
                  <a:cubicBezTo>
                    <a:pt x="27711" y="20540"/>
                    <a:pt x="27855" y="20426"/>
                    <a:pt x="27970" y="20311"/>
                  </a:cubicBezTo>
                  <a:cubicBezTo>
                    <a:pt x="28054" y="20311"/>
                    <a:pt x="28112" y="20339"/>
                    <a:pt x="28169" y="20339"/>
                  </a:cubicBezTo>
                  <a:cubicBezTo>
                    <a:pt x="28466" y="20389"/>
                    <a:pt x="28829" y="20438"/>
                    <a:pt x="29243" y="20438"/>
                  </a:cubicBezTo>
                  <a:cubicBezTo>
                    <a:pt x="29547" y="20438"/>
                    <a:pt x="29879" y="20412"/>
                    <a:pt x="30230" y="20339"/>
                  </a:cubicBezTo>
                  <a:cubicBezTo>
                    <a:pt x="31004" y="20224"/>
                    <a:pt x="31748" y="19938"/>
                    <a:pt x="32406" y="19682"/>
                  </a:cubicBezTo>
                  <a:cubicBezTo>
                    <a:pt x="32749" y="19567"/>
                    <a:pt x="33065" y="19423"/>
                    <a:pt x="33379" y="19338"/>
                  </a:cubicBezTo>
                  <a:lnTo>
                    <a:pt x="33551" y="19281"/>
                  </a:lnTo>
                  <a:cubicBezTo>
                    <a:pt x="34153" y="19109"/>
                    <a:pt x="35268" y="18766"/>
                    <a:pt x="36013" y="17735"/>
                  </a:cubicBezTo>
                  <a:cubicBezTo>
                    <a:pt x="36558" y="17591"/>
                    <a:pt x="37302" y="17190"/>
                    <a:pt x="37817" y="16189"/>
                  </a:cubicBezTo>
                  <a:cubicBezTo>
                    <a:pt x="38074" y="15701"/>
                    <a:pt x="38275" y="15072"/>
                    <a:pt x="38188" y="14357"/>
                  </a:cubicBezTo>
                  <a:cubicBezTo>
                    <a:pt x="38360" y="14300"/>
                    <a:pt x="38561" y="14185"/>
                    <a:pt x="38733" y="14098"/>
                  </a:cubicBezTo>
                  <a:cubicBezTo>
                    <a:pt x="39620" y="13556"/>
                    <a:pt x="40192" y="12697"/>
                    <a:pt x="40623" y="12067"/>
                  </a:cubicBezTo>
                  <a:lnTo>
                    <a:pt x="40707" y="11923"/>
                  </a:lnTo>
                  <a:cubicBezTo>
                    <a:pt x="40737" y="11895"/>
                    <a:pt x="40737" y="11865"/>
                    <a:pt x="40765" y="11808"/>
                  </a:cubicBezTo>
                  <a:cubicBezTo>
                    <a:pt x="41081" y="11293"/>
                    <a:pt x="41223" y="10807"/>
                    <a:pt x="41310" y="10434"/>
                  </a:cubicBezTo>
                  <a:cubicBezTo>
                    <a:pt x="41710" y="10178"/>
                    <a:pt x="42196" y="9747"/>
                    <a:pt x="42482" y="9090"/>
                  </a:cubicBezTo>
                  <a:cubicBezTo>
                    <a:pt x="42654" y="8716"/>
                    <a:pt x="42741" y="8373"/>
                    <a:pt x="42741" y="8059"/>
                  </a:cubicBezTo>
                  <a:cubicBezTo>
                    <a:pt x="43112" y="7945"/>
                    <a:pt x="43513" y="7887"/>
                    <a:pt x="43829" y="7800"/>
                  </a:cubicBezTo>
                  <a:cubicBezTo>
                    <a:pt x="45688" y="7400"/>
                    <a:pt x="48008" y="6914"/>
                    <a:pt x="48295" y="4624"/>
                  </a:cubicBezTo>
                  <a:lnTo>
                    <a:pt x="48295" y="4452"/>
                  </a:lnTo>
                  <a:cubicBezTo>
                    <a:pt x="48352" y="3536"/>
                    <a:pt x="48008" y="2705"/>
                    <a:pt x="47321" y="2075"/>
                  </a:cubicBezTo>
                  <a:cubicBezTo>
                    <a:pt x="46519" y="1326"/>
                    <a:pt x="45441" y="1097"/>
                    <a:pt x="44236" y="1097"/>
                  </a:cubicBezTo>
                  <a:cubicBezTo>
                    <a:pt x="43462" y="1097"/>
                    <a:pt x="42635" y="1191"/>
                    <a:pt x="41795" y="1303"/>
                  </a:cubicBezTo>
                  <a:cubicBezTo>
                    <a:pt x="41623" y="1303"/>
                    <a:pt x="41481" y="1331"/>
                    <a:pt x="41367" y="1331"/>
                  </a:cubicBezTo>
                  <a:cubicBezTo>
                    <a:pt x="41108" y="1303"/>
                    <a:pt x="40822" y="1159"/>
                    <a:pt x="40336" y="930"/>
                  </a:cubicBezTo>
                  <a:cubicBezTo>
                    <a:pt x="39620" y="587"/>
                    <a:pt x="38733" y="158"/>
                    <a:pt x="37531" y="44"/>
                  </a:cubicBezTo>
                  <a:lnTo>
                    <a:pt x="37444" y="44"/>
                  </a:lnTo>
                  <a:cubicBezTo>
                    <a:pt x="36873" y="13"/>
                    <a:pt x="36301" y="1"/>
                    <a:pt x="3573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8"/>
            <p:cNvSpPr/>
            <p:nvPr/>
          </p:nvSpPr>
          <p:spPr>
            <a:xfrm>
              <a:off x="7152566" y="725976"/>
              <a:ext cx="631745" cy="270158"/>
            </a:xfrm>
            <a:custGeom>
              <a:avLst/>
              <a:gdLst/>
              <a:ahLst/>
              <a:cxnLst/>
              <a:rect l="l" t="t" r="r" b="b"/>
              <a:pathLst>
                <a:path w="31232" h="13356" extrusionOk="0">
                  <a:moveTo>
                    <a:pt x="27276" y="1"/>
                  </a:moveTo>
                  <a:cubicBezTo>
                    <a:pt x="26864" y="1"/>
                    <a:pt x="26484" y="41"/>
                    <a:pt x="26165" y="73"/>
                  </a:cubicBezTo>
                  <a:cubicBezTo>
                    <a:pt x="25994" y="103"/>
                    <a:pt x="25792" y="130"/>
                    <a:pt x="25707" y="130"/>
                  </a:cubicBezTo>
                  <a:cubicBezTo>
                    <a:pt x="25364" y="130"/>
                    <a:pt x="25078" y="187"/>
                    <a:pt x="24791" y="302"/>
                  </a:cubicBezTo>
                  <a:cubicBezTo>
                    <a:pt x="24276" y="389"/>
                    <a:pt x="23818" y="503"/>
                    <a:pt x="23417" y="588"/>
                  </a:cubicBezTo>
                  <a:cubicBezTo>
                    <a:pt x="22714" y="754"/>
                    <a:pt x="22144" y="875"/>
                    <a:pt x="21591" y="875"/>
                  </a:cubicBezTo>
                  <a:cubicBezTo>
                    <a:pt x="21379" y="875"/>
                    <a:pt x="21169" y="857"/>
                    <a:pt x="20955" y="817"/>
                  </a:cubicBezTo>
                  <a:lnTo>
                    <a:pt x="20868" y="817"/>
                  </a:lnTo>
                  <a:cubicBezTo>
                    <a:pt x="20525" y="760"/>
                    <a:pt x="20211" y="703"/>
                    <a:pt x="19895" y="645"/>
                  </a:cubicBezTo>
                  <a:cubicBezTo>
                    <a:pt x="18926" y="472"/>
                    <a:pt x="17874" y="278"/>
                    <a:pt x="16744" y="278"/>
                  </a:cubicBezTo>
                  <a:cubicBezTo>
                    <a:pt x="16005" y="278"/>
                    <a:pt x="15232" y="362"/>
                    <a:pt x="14428" y="588"/>
                  </a:cubicBezTo>
                  <a:cubicBezTo>
                    <a:pt x="14257" y="618"/>
                    <a:pt x="13741" y="618"/>
                    <a:pt x="13398" y="618"/>
                  </a:cubicBezTo>
                  <a:cubicBezTo>
                    <a:pt x="12425" y="618"/>
                    <a:pt x="11307" y="618"/>
                    <a:pt x="10276" y="1161"/>
                  </a:cubicBezTo>
                  <a:cubicBezTo>
                    <a:pt x="8474" y="2134"/>
                    <a:pt x="8273" y="3393"/>
                    <a:pt x="8444" y="4282"/>
                  </a:cubicBezTo>
                  <a:cubicBezTo>
                    <a:pt x="8444" y="4367"/>
                    <a:pt x="8474" y="4454"/>
                    <a:pt x="8502" y="4539"/>
                  </a:cubicBezTo>
                  <a:cubicBezTo>
                    <a:pt x="7501" y="4653"/>
                    <a:pt x="6241" y="4997"/>
                    <a:pt x="5295" y="6229"/>
                  </a:cubicBezTo>
                  <a:cubicBezTo>
                    <a:pt x="4855" y="6031"/>
                    <a:pt x="4261" y="5844"/>
                    <a:pt x="3618" y="5844"/>
                  </a:cubicBezTo>
                  <a:cubicBezTo>
                    <a:pt x="2672" y="5844"/>
                    <a:pt x="1620" y="6250"/>
                    <a:pt x="802" y="7630"/>
                  </a:cubicBezTo>
                  <a:cubicBezTo>
                    <a:pt x="802" y="7630"/>
                    <a:pt x="772" y="7660"/>
                    <a:pt x="772" y="7687"/>
                  </a:cubicBezTo>
                  <a:cubicBezTo>
                    <a:pt x="1" y="9062"/>
                    <a:pt x="230" y="10149"/>
                    <a:pt x="543" y="10809"/>
                  </a:cubicBezTo>
                  <a:cubicBezTo>
                    <a:pt x="1260" y="12325"/>
                    <a:pt x="2863" y="12611"/>
                    <a:pt x="3607" y="12756"/>
                  </a:cubicBezTo>
                  <a:lnTo>
                    <a:pt x="3722" y="12756"/>
                  </a:lnTo>
                  <a:cubicBezTo>
                    <a:pt x="4008" y="12813"/>
                    <a:pt x="4295" y="12898"/>
                    <a:pt x="4581" y="12985"/>
                  </a:cubicBezTo>
                  <a:cubicBezTo>
                    <a:pt x="5153" y="13156"/>
                    <a:pt x="5840" y="13356"/>
                    <a:pt x="6699" y="13356"/>
                  </a:cubicBezTo>
                  <a:cubicBezTo>
                    <a:pt x="7043" y="13356"/>
                    <a:pt x="7386" y="13328"/>
                    <a:pt x="7787" y="13271"/>
                  </a:cubicBezTo>
                  <a:cubicBezTo>
                    <a:pt x="7872" y="13241"/>
                    <a:pt x="8101" y="13241"/>
                    <a:pt x="8273" y="13214"/>
                  </a:cubicBezTo>
                  <a:cubicBezTo>
                    <a:pt x="9447" y="13127"/>
                    <a:pt x="11421" y="13012"/>
                    <a:pt x="12452" y="11409"/>
                  </a:cubicBezTo>
                  <a:cubicBezTo>
                    <a:pt x="12624" y="11123"/>
                    <a:pt x="12768" y="10836"/>
                    <a:pt x="12883" y="10580"/>
                  </a:cubicBezTo>
                  <a:cubicBezTo>
                    <a:pt x="13139" y="10580"/>
                    <a:pt x="13425" y="10523"/>
                    <a:pt x="13684" y="10465"/>
                  </a:cubicBezTo>
                  <a:cubicBezTo>
                    <a:pt x="14600" y="10207"/>
                    <a:pt x="15344" y="9721"/>
                    <a:pt x="16002" y="9320"/>
                  </a:cubicBezTo>
                  <a:cubicBezTo>
                    <a:pt x="16375" y="9091"/>
                    <a:pt x="16719" y="8862"/>
                    <a:pt x="16975" y="8748"/>
                  </a:cubicBezTo>
                  <a:cubicBezTo>
                    <a:pt x="18063" y="8290"/>
                    <a:pt x="19208" y="8145"/>
                    <a:pt x="20525" y="7946"/>
                  </a:cubicBezTo>
                  <a:cubicBezTo>
                    <a:pt x="21242" y="7859"/>
                    <a:pt x="21986" y="7745"/>
                    <a:pt x="22758" y="7603"/>
                  </a:cubicBezTo>
                  <a:cubicBezTo>
                    <a:pt x="22787" y="7603"/>
                    <a:pt x="22787" y="7603"/>
                    <a:pt x="22815" y="7573"/>
                  </a:cubicBezTo>
                  <a:cubicBezTo>
                    <a:pt x="23445" y="7431"/>
                    <a:pt x="23990" y="7229"/>
                    <a:pt x="24505" y="7030"/>
                  </a:cubicBezTo>
                  <a:cubicBezTo>
                    <a:pt x="24906" y="6886"/>
                    <a:pt x="25307" y="6714"/>
                    <a:pt x="25650" y="6657"/>
                  </a:cubicBezTo>
                  <a:cubicBezTo>
                    <a:pt x="25678" y="6657"/>
                    <a:pt x="25707" y="6629"/>
                    <a:pt x="25707" y="6629"/>
                  </a:cubicBezTo>
                  <a:cubicBezTo>
                    <a:pt x="25849" y="6600"/>
                    <a:pt x="26165" y="6600"/>
                    <a:pt x="26422" y="6572"/>
                  </a:cubicBezTo>
                  <a:cubicBezTo>
                    <a:pt x="27081" y="6572"/>
                    <a:pt x="27940" y="6542"/>
                    <a:pt x="28827" y="6171"/>
                  </a:cubicBezTo>
                  <a:cubicBezTo>
                    <a:pt x="31174" y="5283"/>
                    <a:pt x="31231" y="3538"/>
                    <a:pt x="31204" y="2993"/>
                  </a:cubicBezTo>
                  <a:cubicBezTo>
                    <a:pt x="31174" y="2477"/>
                    <a:pt x="30860" y="703"/>
                    <a:pt x="28368" y="130"/>
                  </a:cubicBezTo>
                  <a:cubicBezTo>
                    <a:pt x="28368" y="103"/>
                    <a:pt x="28341" y="103"/>
                    <a:pt x="28311" y="103"/>
                  </a:cubicBezTo>
                  <a:cubicBezTo>
                    <a:pt x="27955" y="26"/>
                    <a:pt x="27605" y="1"/>
                    <a:pt x="2727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8"/>
            <p:cNvSpPr/>
            <p:nvPr/>
          </p:nvSpPr>
          <p:spPr>
            <a:xfrm>
              <a:off x="7103914" y="911075"/>
              <a:ext cx="480646" cy="367655"/>
            </a:xfrm>
            <a:custGeom>
              <a:avLst/>
              <a:gdLst/>
              <a:ahLst/>
              <a:cxnLst/>
              <a:rect l="l" t="t" r="r" b="b"/>
              <a:pathLst>
                <a:path w="23762" h="18176" extrusionOk="0">
                  <a:moveTo>
                    <a:pt x="15001" y="6239"/>
                  </a:moveTo>
                  <a:cubicBezTo>
                    <a:pt x="15230" y="6267"/>
                    <a:pt x="15517" y="6324"/>
                    <a:pt x="15773" y="6411"/>
                  </a:cubicBezTo>
                  <a:cubicBezTo>
                    <a:pt x="15659" y="6782"/>
                    <a:pt x="15601" y="7270"/>
                    <a:pt x="15688" y="7785"/>
                  </a:cubicBezTo>
                  <a:cubicBezTo>
                    <a:pt x="15631" y="7813"/>
                    <a:pt x="15544" y="7813"/>
                    <a:pt x="15459" y="7842"/>
                  </a:cubicBezTo>
                  <a:cubicBezTo>
                    <a:pt x="15059" y="7957"/>
                    <a:pt x="14715" y="8156"/>
                    <a:pt x="14399" y="8385"/>
                  </a:cubicBezTo>
                  <a:cubicBezTo>
                    <a:pt x="14372" y="7728"/>
                    <a:pt x="14142" y="7098"/>
                    <a:pt x="13769" y="6468"/>
                  </a:cubicBezTo>
                  <a:lnTo>
                    <a:pt x="13941" y="6468"/>
                  </a:lnTo>
                  <a:cubicBezTo>
                    <a:pt x="14314" y="6468"/>
                    <a:pt x="14685" y="6411"/>
                    <a:pt x="15001" y="6239"/>
                  </a:cubicBezTo>
                  <a:close/>
                  <a:moveTo>
                    <a:pt x="5380" y="1"/>
                  </a:moveTo>
                  <a:cubicBezTo>
                    <a:pt x="4073" y="1"/>
                    <a:pt x="3114" y="765"/>
                    <a:pt x="2605" y="1201"/>
                  </a:cubicBezTo>
                  <a:cubicBezTo>
                    <a:pt x="1574" y="1945"/>
                    <a:pt x="1" y="3434"/>
                    <a:pt x="1" y="5351"/>
                  </a:cubicBezTo>
                  <a:lnTo>
                    <a:pt x="1" y="5465"/>
                  </a:lnTo>
                  <a:cubicBezTo>
                    <a:pt x="28" y="6525"/>
                    <a:pt x="486" y="7442"/>
                    <a:pt x="1260" y="8042"/>
                  </a:cubicBezTo>
                  <a:cubicBezTo>
                    <a:pt x="1977" y="8583"/>
                    <a:pt x="2783" y="8751"/>
                    <a:pt x="3538" y="8751"/>
                  </a:cubicBezTo>
                  <a:cubicBezTo>
                    <a:pt x="4261" y="8751"/>
                    <a:pt x="4936" y="8597"/>
                    <a:pt x="5440" y="8472"/>
                  </a:cubicBezTo>
                  <a:cubicBezTo>
                    <a:pt x="5582" y="8442"/>
                    <a:pt x="5726" y="8415"/>
                    <a:pt x="5841" y="8385"/>
                  </a:cubicBezTo>
                  <a:cubicBezTo>
                    <a:pt x="6665" y="8277"/>
                    <a:pt x="7342" y="8220"/>
                    <a:pt x="7864" y="8220"/>
                  </a:cubicBezTo>
                  <a:cubicBezTo>
                    <a:pt x="8447" y="8220"/>
                    <a:pt x="8836" y="8291"/>
                    <a:pt x="9017" y="8442"/>
                  </a:cubicBezTo>
                  <a:cubicBezTo>
                    <a:pt x="9189" y="8557"/>
                    <a:pt x="9333" y="8671"/>
                    <a:pt x="9418" y="8758"/>
                  </a:cubicBezTo>
                  <a:cubicBezTo>
                    <a:pt x="9361" y="8873"/>
                    <a:pt x="9276" y="9015"/>
                    <a:pt x="9219" y="9129"/>
                  </a:cubicBezTo>
                  <a:cubicBezTo>
                    <a:pt x="9161" y="9102"/>
                    <a:pt x="9132" y="9102"/>
                    <a:pt x="9104" y="9102"/>
                  </a:cubicBezTo>
                  <a:cubicBezTo>
                    <a:pt x="8626" y="8997"/>
                    <a:pt x="8023" y="8861"/>
                    <a:pt x="7361" y="8861"/>
                  </a:cubicBezTo>
                  <a:cubicBezTo>
                    <a:pt x="6754" y="8861"/>
                    <a:pt x="6097" y="8975"/>
                    <a:pt x="5440" y="9331"/>
                  </a:cubicBezTo>
                  <a:cubicBezTo>
                    <a:pt x="3436" y="10503"/>
                    <a:pt x="3722" y="12164"/>
                    <a:pt x="3837" y="12652"/>
                  </a:cubicBezTo>
                  <a:cubicBezTo>
                    <a:pt x="3979" y="13224"/>
                    <a:pt x="4753" y="15056"/>
                    <a:pt x="8158" y="15084"/>
                  </a:cubicBezTo>
                  <a:cubicBezTo>
                    <a:pt x="8445" y="15113"/>
                    <a:pt x="8616" y="15113"/>
                    <a:pt x="8703" y="15141"/>
                  </a:cubicBezTo>
                  <a:cubicBezTo>
                    <a:pt x="8731" y="15198"/>
                    <a:pt x="8788" y="15285"/>
                    <a:pt x="8875" y="15427"/>
                  </a:cubicBezTo>
                  <a:cubicBezTo>
                    <a:pt x="8903" y="15484"/>
                    <a:pt x="8932" y="15571"/>
                    <a:pt x="8960" y="15599"/>
                  </a:cubicBezTo>
                  <a:cubicBezTo>
                    <a:pt x="9303" y="16545"/>
                    <a:pt x="9848" y="17461"/>
                    <a:pt x="11509" y="17946"/>
                  </a:cubicBezTo>
                  <a:cubicBezTo>
                    <a:pt x="11536" y="17976"/>
                    <a:pt x="11566" y="17976"/>
                    <a:pt x="11594" y="17976"/>
                  </a:cubicBezTo>
                  <a:cubicBezTo>
                    <a:pt x="11967" y="18091"/>
                    <a:pt x="12482" y="18175"/>
                    <a:pt x="13025" y="18175"/>
                  </a:cubicBezTo>
                  <a:cubicBezTo>
                    <a:pt x="13742" y="18175"/>
                    <a:pt x="14543" y="18004"/>
                    <a:pt x="15173" y="17404"/>
                  </a:cubicBezTo>
                  <a:cubicBezTo>
                    <a:pt x="15430" y="17175"/>
                    <a:pt x="15631" y="16916"/>
                    <a:pt x="15773" y="16659"/>
                  </a:cubicBezTo>
                  <a:cubicBezTo>
                    <a:pt x="15841" y="16664"/>
                    <a:pt x="15910" y="16667"/>
                    <a:pt x="15979" y="16667"/>
                  </a:cubicBezTo>
                  <a:cubicBezTo>
                    <a:pt x="16698" y="16667"/>
                    <a:pt x="17481" y="16387"/>
                    <a:pt x="18265" y="15656"/>
                  </a:cubicBezTo>
                  <a:cubicBezTo>
                    <a:pt x="18808" y="15141"/>
                    <a:pt x="19124" y="14626"/>
                    <a:pt x="19266" y="14140"/>
                  </a:cubicBezTo>
                  <a:cubicBezTo>
                    <a:pt x="19925" y="14110"/>
                    <a:pt x="20612" y="13854"/>
                    <a:pt x="21327" y="13366"/>
                  </a:cubicBezTo>
                  <a:cubicBezTo>
                    <a:pt x="22586" y="12507"/>
                    <a:pt x="23761" y="10618"/>
                    <a:pt x="23418" y="8786"/>
                  </a:cubicBezTo>
                  <a:cubicBezTo>
                    <a:pt x="23418" y="8729"/>
                    <a:pt x="23418" y="8671"/>
                    <a:pt x="23388" y="8587"/>
                  </a:cubicBezTo>
                  <a:cubicBezTo>
                    <a:pt x="22960" y="6839"/>
                    <a:pt x="21700" y="6209"/>
                    <a:pt x="20811" y="5980"/>
                  </a:cubicBezTo>
                  <a:cubicBezTo>
                    <a:pt x="20869" y="5037"/>
                    <a:pt x="20640" y="3835"/>
                    <a:pt x="19380" y="2774"/>
                  </a:cubicBezTo>
                  <a:lnTo>
                    <a:pt x="19323" y="2717"/>
                  </a:lnTo>
                  <a:cubicBezTo>
                    <a:pt x="18527" y="2089"/>
                    <a:pt x="16384" y="1379"/>
                    <a:pt x="14720" y="1379"/>
                  </a:cubicBezTo>
                  <a:cubicBezTo>
                    <a:pt x="14412" y="1379"/>
                    <a:pt x="14120" y="1404"/>
                    <a:pt x="13856" y="1457"/>
                  </a:cubicBezTo>
                  <a:cubicBezTo>
                    <a:pt x="13627" y="1515"/>
                    <a:pt x="13426" y="1572"/>
                    <a:pt x="13226" y="1659"/>
                  </a:cubicBezTo>
                  <a:cubicBezTo>
                    <a:pt x="13139" y="1659"/>
                    <a:pt x="13025" y="1686"/>
                    <a:pt x="12910" y="1686"/>
                  </a:cubicBezTo>
                  <a:cubicBezTo>
                    <a:pt x="12739" y="1686"/>
                    <a:pt x="12452" y="1716"/>
                    <a:pt x="12253" y="1716"/>
                  </a:cubicBezTo>
                  <a:cubicBezTo>
                    <a:pt x="12081" y="1515"/>
                    <a:pt x="11795" y="1258"/>
                    <a:pt x="11394" y="1029"/>
                  </a:cubicBezTo>
                  <a:cubicBezTo>
                    <a:pt x="10585" y="541"/>
                    <a:pt x="9832" y="361"/>
                    <a:pt x="9158" y="361"/>
                  </a:cubicBezTo>
                  <a:cubicBezTo>
                    <a:pt x="8569" y="361"/>
                    <a:pt x="8040" y="499"/>
                    <a:pt x="7586" y="686"/>
                  </a:cubicBezTo>
                  <a:cubicBezTo>
                    <a:pt x="7128" y="370"/>
                    <a:pt x="6613" y="170"/>
                    <a:pt x="6127" y="83"/>
                  </a:cubicBezTo>
                  <a:cubicBezTo>
                    <a:pt x="5867" y="26"/>
                    <a:pt x="5618" y="1"/>
                    <a:pt x="538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8"/>
            <p:cNvSpPr/>
            <p:nvPr/>
          </p:nvSpPr>
          <p:spPr>
            <a:xfrm>
              <a:off x="7186713" y="755875"/>
              <a:ext cx="241496" cy="145294"/>
            </a:xfrm>
            <a:custGeom>
              <a:avLst/>
              <a:gdLst/>
              <a:ahLst/>
              <a:cxnLst/>
              <a:rect l="l" t="t" r="r" b="b"/>
              <a:pathLst>
                <a:path w="11939" h="7183" extrusionOk="0">
                  <a:moveTo>
                    <a:pt x="7188" y="0"/>
                  </a:moveTo>
                  <a:cubicBezTo>
                    <a:pt x="6800" y="0"/>
                    <a:pt x="6444" y="73"/>
                    <a:pt x="6126" y="198"/>
                  </a:cubicBezTo>
                  <a:cubicBezTo>
                    <a:pt x="5355" y="399"/>
                    <a:pt x="4839" y="743"/>
                    <a:pt x="4496" y="942"/>
                  </a:cubicBezTo>
                  <a:lnTo>
                    <a:pt x="4496" y="972"/>
                  </a:lnTo>
                  <a:cubicBezTo>
                    <a:pt x="4351" y="964"/>
                    <a:pt x="4184" y="953"/>
                    <a:pt x="4000" y="953"/>
                  </a:cubicBezTo>
                  <a:cubicBezTo>
                    <a:pt x="3530" y="953"/>
                    <a:pt x="2954" y="1022"/>
                    <a:pt x="2378" y="1373"/>
                  </a:cubicBezTo>
                  <a:cubicBezTo>
                    <a:pt x="0" y="2690"/>
                    <a:pt x="545" y="4636"/>
                    <a:pt x="687" y="5007"/>
                  </a:cubicBezTo>
                  <a:cubicBezTo>
                    <a:pt x="1374" y="6897"/>
                    <a:pt x="3752" y="7183"/>
                    <a:pt x="5096" y="7183"/>
                  </a:cubicBezTo>
                  <a:cubicBezTo>
                    <a:pt x="5412" y="7183"/>
                    <a:pt x="5668" y="7183"/>
                    <a:pt x="5813" y="7155"/>
                  </a:cubicBezTo>
                  <a:lnTo>
                    <a:pt x="5813" y="7183"/>
                  </a:lnTo>
                  <a:cubicBezTo>
                    <a:pt x="5955" y="7155"/>
                    <a:pt x="6184" y="7155"/>
                    <a:pt x="6413" y="7155"/>
                  </a:cubicBezTo>
                  <a:cubicBezTo>
                    <a:pt x="6625" y="7158"/>
                    <a:pt x="6841" y="7161"/>
                    <a:pt x="7057" y="7161"/>
                  </a:cubicBezTo>
                  <a:cubicBezTo>
                    <a:pt x="8798" y="7161"/>
                    <a:pt x="10606" y="6986"/>
                    <a:pt x="11394" y="5408"/>
                  </a:cubicBezTo>
                  <a:cubicBezTo>
                    <a:pt x="11939" y="4293"/>
                    <a:pt x="11824" y="2575"/>
                    <a:pt x="9820" y="1029"/>
                  </a:cubicBezTo>
                  <a:cubicBezTo>
                    <a:pt x="8850" y="287"/>
                    <a:pt x="7956" y="0"/>
                    <a:pt x="7188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8"/>
            <p:cNvSpPr/>
            <p:nvPr/>
          </p:nvSpPr>
          <p:spPr>
            <a:xfrm>
              <a:off x="7018223" y="1086848"/>
              <a:ext cx="189329" cy="157147"/>
            </a:xfrm>
            <a:custGeom>
              <a:avLst/>
              <a:gdLst/>
              <a:ahLst/>
              <a:cxnLst/>
              <a:rect l="l" t="t" r="r" b="b"/>
              <a:pathLst>
                <a:path w="9360" h="7769" extrusionOk="0">
                  <a:moveTo>
                    <a:pt x="5098" y="1"/>
                  </a:moveTo>
                  <a:cubicBezTo>
                    <a:pt x="4653" y="1"/>
                    <a:pt x="4215" y="94"/>
                    <a:pt x="3806" y="269"/>
                  </a:cubicBezTo>
                  <a:cubicBezTo>
                    <a:pt x="2948" y="470"/>
                    <a:pt x="2260" y="1013"/>
                    <a:pt x="1775" y="1872"/>
                  </a:cubicBezTo>
                  <a:cubicBezTo>
                    <a:pt x="1718" y="1929"/>
                    <a:pt x="1631" y="2016"/>
                    <a:pt x="1603" y="2101"/>
                  </a:cubicBezTo>
                  <a:cubicBezTo>
                    <a:pt x="1516" y="2188"/>
                    <a:pt x="1431" y="2330"/>
                    <a:pt x="1317" y="2444"/>
                  </a:cubicBezTo>
                  <a:cubicBezTo>
                    <a:pt x="829" y="3017"/>
                    <a:pt x="486" y="3475"/>
                    <a:pt x="371" y="4105"/>
                  </a:cubicBezTo>
                  <a:cubicBezTo>
                    <a:pt x="0" y="5708"/>
                    <a:pt x="687" y="6653"/>
                    <a:pt x="1145" y="7082"/>
                  </a:cubicBezTo>
                  <a:cubicBezTo>
                    <a:pt x="1745" y="7627"/>
                    <a:pt x="2405" y="7769"/>
                    <a:pt x="3005" y="7769"/>
                  </a:cubicBezTo>
                  <a:cubicBezTo>
                    <a:pt x="3749" y="7769"/>
                    <a:pt x="4409" y="7540"/>
                    <a:pt x="4809" y="7398"/>
                  </a:cubicBezTo>
                  <a:lnTo>
                    <a:pt x="4837" y="7398"/>
                  </a:lnTo>
                  <a:cubicBezTo>
                    <a:pt x="5161" y="7475"/>
                    <a:pt x="5642" y="7588"/>
                    <a:pt x="6180" y="7588"/>
                  </a:cubicBezTo>
                  <a:cubicBezTo>
                    <a:pt x="6834" y="7588"/>
                    <a:pt x="7572" y="7422"/>
                    <a:pt x="8215" y="6825"/>
                  </a:cubicBezTo>
                  <a:cubicBezTo>
                    <a:pt x="8760" y="6337"/>
                    <a:pt x="9360" y="5451"/>
                    <a:pt x="9188" y="3905"/>
                  </a:cubicBezTo>
                  <a:cubicBezTo>
                    <a:pt x="9188" y="3876"/>
                    <a:pt x="9161" y="3818"/>
                    <a:pt x="9161" y="3791"/>
                  </a:cubicBezTo>
                  <a:cubicBezTo>
                    <a:pt x="8932" y="2359"/>
                    <a:pt x="7729" y="841"/>
                    <a:pt x="6383" y="269"/>
                  </a:cubicBezTo>
                  <a:cubicBezTo>
                    <a:pt x="5962" y="87"/>
                    <a:pt x="5527" y="1"/>
                    <a:pt x="50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8"/>
            <p:cNvSpPr/>
            <p:nvPr/>
          </p:nvSpPr>
          <p:spPr>
            <a:xfrm>
              <a:off x="6765133" y="844338"/>
              <a:ext cx="294775" cy="147782"/>
            </a:xfrm>
            <a:custGeom>
              <a:avLst/>
              <a:gdLst/>
              <a:ahLst/>
              <a:cxnLst/>
              <a:rect l="l" t="t" r="r" b="b"/>
              <a:pathLst>
                <a:path w="14573" h="7306" extrusionOk="0">
                  <a:moveTo>
                    <a:pt x="5705" y="0"/>
                  </a:moveTo>
                  <a:cubicBezTo>
                    <a:pt x="4245" y="0"/>
                    <a:pt x="2786" y="599"/>
                    <a:pt x="2004" y="1065"/>
                  </a:cubicBezTo>
                  <a:cubicBezTo>
                    <a:pt x="172" y="2180"/>
                    <a:pt x="0" y="3554"/>
                    <a:pt x="87" y="4298"/>
                  </a:cubicBezTo>
                  <a:cubicBezTo>
                    <a:pt x="144" y="4843"/>
                    <a:pt x="488" y="6217"/>
                    <a:pt x="2347" y="6905"/>
                  </a:cubicBezTo>
                  <a:cubicBezTo>
                    <a:pt x="2884" y="7066"/>
                    <a:pt x="3402" y="7119"/>
                    <a:pt x="3892" y="7119"/>
                  </a:cubicBezTo>
                  <a:cubicBezTo>
                    <a:pt x="4448" y="7119"/>
                    <a:pt x="4968" y="7050"/>
                    <a:pt x="5439" y="6989"/>
                  </a:cubicBezTo>
                  <a:cubicBezTo>
                    <a:pt x="5718" y="6943"/>
                    <a:pt x="6054" y="6896"/>
                    <a:pt x="6277" y="6896"/>
                  </a:cubicBezTo>
                  <a:cubicBezTo>
                    <a:pt x="6329" y="6896"/>
                    <a:pt x="6375" y="6899"/>
                    <a:pt x="6412" y="6905"/>
                  </a:cubicBezTo>
                  <a:cubicBezTo>
                    <a:pt x="6557" y="6932"/>
                    <a:pt x="6671" y="6962"/>
                    <a:pt x="6756" y="6989"/>
                  </a:cubicBezTo>
                  <a:cubicBezTo>
                    <a:pt x="7244" y="7134"/>
                    <a:pt x="7816" y="7305"/>
                    <a:pt x="8588" y="7305"/>
                  </a:cubicBezTo>
                  <a:cubicBezTo>
                    <a:pt x="8904" y="7305"/>
                    <a:pt x="9275" y="7276"/>
                    <a:pt x="9676" y="7191"/>
                  </a:cubicBezTo>
                  <a:cubicBezTo>
                    <a:pt x="9733" y="7191"/>
                    <a:pt x="9848" y="7161"/>
                    <a:pt x="9962" y="7161"/>
                  </a:cubicBezTo>
                  <a:cubicBezTo>
                    <a:pt x="11623" y="6932"/>
                    <a:pt x="12683" y="6760"/>
                    <a:pt x="13455" y="5959"/>
                  </a:cubicBezTo>
                  <a:cubicBezTo>
                    <a:pt x="14343" y="5015"/>
                    <a:pt x="14572" y="3813"/>
                    <a:pt x="14114" y="2695"/>
                  </a:cubicBezTo>
                  <a:cubicBezTo>
                    <a:pt x="13542" y="1408"/>
                    <a:pt x="12252" y="863"/>
                    <a:pt x="11252" y="721"/>
                  </a:cubicBezTo>
                  <a:cubicBezTo>
                    <a:pt x="10882" y="629"/>
                    <a:pt x="10543" y="590"/>
                    <a:pt x="10232" y="590"/>
                  </a:cubicBezTo>
                  <a:cubicBezTo>
                    <a:pt x="9482" y="590"/>
                    <a:pt x="8899" y="813"/>
                    <a:pt x="8474" y="1035"/>
                  </a:cubicBezTo>
                  <a:cubicBezTo>
                    <a:pt x="8332" y="893"/>
                    <a:pt x="8160" y="749"/>
                    <a:pt x="7958" y="634"/>
                  </a:cubicBezTo>
                  <a:cubicBezTo>
                    <a:pt x="7277" y="173"/>
                    <a:pt x="6491" y="0"/>
                    <a:pt x="570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8"/>
            <p:cNvSpPr/>
            <p:nvPr/>
          </p:nvSpPr>
          <p:spPr>
            <a:xfrm>
              <a:off x="7003718" y="841546"/>
              <a:ext cx="172581" cy="138983"/>
            </a:xfrm>
            <a:custGeom>
              <a:avLst/>
              <a:gdLst/>
              <a:ahLst/>
              <a:cxnLst/>
              <a:rect l="l" t="t" r="r" b="b"/>
              <a:pathLst>
                <a:path w="8532" h="6871" extrusionOk="0">
                  <a:moveTo>
                    <a:pt x="5297" y="0"/>
                  </a:moveTo>
                  <a:cubicBezTo>
                    <a:pt x="4954" y="0"/>
                    <a:pt x="4581" y="85"/>
                    <a:pt x="4267" y="229"/>
                  </a:cubicBezTo>
                  <a:cubicBezTo>
                    <a:pt x="3580" y="344"/>
                    <a:pt x="3122" y="573"/>
                    <a:pt x="2405" y="1058"/>
                  </a:cubicBezTo>
                  <a:lnTo>
                    <a:pt x="2263" y="1145"/>
                  </a:lnTo>
                  <a:cubicBezTo>
                    <a:pt x="2176" y="1173"/>
                    <a:pt x="2119" y="1230"/>
                    <a:pt x="2034" y="1260"/>
                  </a:cubicBezTo>
                  <a:cubicBezTo>
                    <a:pt x="1489" y="1546"/>
                    <a:pt x="0" y="2291"/>
                    <a:pt x="87" y="4008"/>
                  </a:cubicBezTo>
                  <a:cubicBezTo>
                    <a:pt x="115" y="4810"/>
                    <a:pt x="516" y="5925"/>
                    <a:pt x="2206" y="6612"/>
                  </a:cubicBezTo>
                  <a:cubicBezTo>
                    <a:pt x="2263" y="6642"/>
                    <a:pt x="2348" y="6669"/>
                    <a:pt x="2405" y="6669"/>
                  </a:cubicBezTo>
                  <a:cubicBezTo>
                    <a:pt x="2806" y="6814"/>
                    <a:pt x="3321" y="6871"/>
                    <a:pt x="3923" y="6871"/>
                  </a:cubicBezTo>
                  <a:cubicBezTo>
                    <a:pt x="4782" y="6871"/>
                    <a:pt x="5755" y="6726"/>
                    <a:pt x="6385" y="6413"/>
                  </a:cubicBezTo>
                  <a:cubicBezTo>
                    <a:pt x="6527" y="6355"/>
                    <a:pt x="6642" y="6298"/>
                    <a:pt x="6756" y="6211"/>
                  </a:cubicBezTo>
                  <a:cubicBezTo>
                    <a:pt x="7214" y="5897"/>
                    <a:pt x="7530" y="5439"/>
                    <a:pt x="7672" y="4952"/>
                  </a:cubicBezTo>
                  <a:cubicBezTo>
                    <a:pt x="7702" y="4952"/>
                    <a:pt x="7702" y="4924"/>
                    <a:pt x="7702" y="4924"/>
                  </a:cubicBezTo>
                  <a:cubicBezTo>
                    <a:pt x="7931" y="4665"/>
                    <a:pt x="8130" y="4352"/>
                    <a:pt x="8245" y="4008"/>
                  </a:cubicBezTo>
                  <a:lnTo>
                    <a:pt x="8332" y="3578"/>
                  </a:lnTo>
                  <a:cubicBezTo>
                    <a:pt x="8389" y="3092"/>
                    <a:pt x="8531" y="1947"/>
                    <a:pt x="7672" y="974"/>
                  </a:cubicBezTo>
                  <a:cubicBezTo>
                    <a:pt x="7272" y="543"/>
                    <a:pt x="6527" y="0"/>
                    <a:pt x="5297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8"/>
            <p:cNvSpPr/>
            <p:nvPr/>
          </p:nvSpPr>
          <p:spPr>
            <a:xfrm>
              <a:off x="6920920" y="899443"/>
              <a:ext cx="200374" cy="162710"/>
            </a:xfrm>
            <a:custGeom>
              <a:avLst/>
              <a:gdLst/>
              <a:ahLst/>
              <a:cxnLst/>
              <a:rect l="l" t="t" r="r" b="b"/>
              <a:pathLst>
                <a:path w="9906" h="8044" extrusionOk="0">
                  <a:moveTo>
                    <a:pt x="5834" y="0"/>
                  </a:moveTo>
                  <a:cubicBezTo>
                    <a:pt x="4453" y="0"/>
                    <a:pt x="3578" y="709"/>
                    <a:pt x="3093" y="1089"/>
                  </a:cubicBezTo>
                  <a:lnTo>
                    <a:pt x="2978" y="1203"/>
                  </a:lnTo>
                  <a:cubicBezTo>
                    <a:pt x="1002" y="1318"/>
                    <a:pt x="372" y="2834"/>
                    <a:pt x="200" y="3493"/>
                  </a:cubicBezTo>
                  <a:cubicBezTo>
                    <a:pt x="200" y="3551"/>
                    <a:pt x="173" y="3578"/>
                    <a:pt x="173" y="3635"/>
                  </a:cubicBezTo>
                  <a:cubicBezTo>
                    <a:pt x="1" y="4437"/>
                    <a:pt x="1" y="6013"/>
                    <a:pt x="1890" y="7128"/>
                  </a:cubicBezTo>
                  <a:cubicBezTo>
                    <a:pt x="1918" y="7128"/>
                    <a:pt x="1947" y="7158"/>
                    <a:pt x="1947" y="7158"/>
                  </a:cubicBezTo>
                  <a:cubicBezTo>
                    <a:pt x="2834" y="7815"/>
                    <a:pt x="3608" y="8044"/>
                    <a:pt x="4265" y="8044"/>
                  </a:cubicBezTo>
                  <a:cubicBezTo>
                    <a:pt x="5467" y="8044"/>
                    <a:pt x="6269" y="7329"/>
                    <a:pt x="6612" y="7013"/>
                  </a:cubicBezTo>
                  <a:cubicBezTo>
                    <a:pt x="6699" y="6956"/>
                    <a:pt x="6757" y="6899"/>
                    <a:pt x="6814" y="6842"/>
                  </a:cubicBezTo>
                  <a:cubicBezTo>
                    <a:pt x="7272" y="6757"/>
                    <a:pt x="8074" y="6585"/>
                    <a:pt x="8761" y="5841"/>
                  </a:cubicBezTo>
                  <a:cubicBezTo>
                    <a:pt x="9562" y="4982"/>
                    <a:pt x="9906" y="3750"/>
                    <a:pt x="9647" y="2635"/>
                  </a:cubicBezTo>
                  <a:cubicBezTo>
                    <a:pt x="9448" y="1776"/>
                    <a:pt x="8875" y="1059"/>
                    <a:pt x="8074" y="631"/>
                  </a:cubicBezTo>
                  <a:cubicBezTo>
                    <a:pt x="7902" y="516"/>
                    <a:pt x="7700" y="402"/>
                    <a:pt x="7501" y="315"/>
                  </a:cubicBezTo>
                  <a:cubicBezTo>
                    <a:pt x="6878" y="90"/>
                    <a:pt x="6324" y="0"/>
                    <a:pt x="5834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8"/>
            <p:cNvSpPr/>
            <p:nvPr/>
          </p:nvSpPr>
          <p:spPr>
            <a:xfrm>
              <a:off x="7047717" y="788404"/>
              <a:ext cx="167403" cy="133623"/>
            </a:xfrm>
            <a:custGeom>
              <a:avLst/>
              <a:gdLst/>
              <a:ahLst/>
              <a:cxnLst/>
              <a:rect l="l" t="t" r="r" b="b"/>
              <a:pathLst>
                <a:path w="8276" h="6606" extrusionOk="0">
                  <a:moveTo>
                    <a:pt x="3172" y="1"/>
                  </a:moveTo>
                  <a:cubicBezTo>
                    <a:pt x="2434" y="1"/>
                    <a:pt x="1699" y="152"/>
                    <a:pt x="1089" y="708"/>
                  </a:cubicBezTo>
                  <a:cubicBezTo>
                    <a:pt x="344" y="1368"/>
                    <a:pt x="1" y="2369"/>
                    <a:pt x="173" y="3372"/>
                  </a:cubicBezTo>
                  <a:cubicBezTo>
                    <a:pt x="402" y="4688"/>
                    <a:pt x="1490" y="5861"/>
                    <a:pt x="2493" y="6292"/>
                  </a:cubicBezTo>
                  <a:cubicBezTo>
                    <a:pt x="2951" y="6521"/>
                    <a:pt x="3466" y="6605"/>
                    <a:pt x="4038" y="6605"/>
                  </a:cubicBezTo>
                  <a:cubicBezTo>
                    <a:pt x="5154" y="6605"/>
                    <a:pt x="6329" y="6205"/>
                    <a:pt x="7016" y="5460"/>
                  </a:cubicBezTo>
                  <a:cubicBezTo>
                    <a:pt x="7959" y="4459"/>
                    <a:pt x="8275" y="3056"/>
                    <a:pt x="7760" y="1883"/>
                  </a:cubicBezTo>
                  <a:cubicBezTo>
                    <a:pt x="7272" y="766"/>
                    <a:pt x="6184" y="78"/>
                    <a:pt x="4925" y="78"/>
                  </a:cubicBezTo>
                  <a:cubicBezTo>
                    <a:pt x="4753" y="78"/>
                    <a:pt x="4638" y="108"/>
                    <a:pt x="4496" y="108"/>
                  </a:cubicBezTo>
                  <a:lnTo>
                    <a:pt x="4467" y="108"/>
                  </a:lnTo>
                  <a:cubicBezTo>
                    <a:pt x="4051" y="54"/>
                    <a:pt x="3611" y="1"/>
                    <a:pt x="3172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8"/>
            <p:cNvSpPr/>
            <p:nvPr/>
          </p:nvSpPr>
          <p:spPr>
            <a:xfrm>
              <a:off x="7033274" y="900009"/>
              <a:ext cx="181238" cy="143069"/>
            </a:xfrm>
            <a:custGeom>
              <a:avLst/>
              <a:gdLst/>
              <a:ahLst/>
              <a:cxnLst/>
              <a:rect l="l" t="t" r="r" b="b"/>
              <a:pathLst>
                <a:path w="8960" h="7073" extrusionOk="0">
                  <a:moveTo>
                    <a:pt x="5753" y="1"/>
                  </a:moveTo>
                  <a:cubicBezTo>
                    <a:pt x="4207" y="1"/>
                    <a:pt x="3378" y="172"/>
                    <a:pt x="2089" y="1317"/>
                  </a:cubicBezTo>
                  <a:cubicBezTo>
                    <a:pt x="1489" y="1691"/>
                    <a:pt x="0" y="2749"/>
                    <a:pt x="200" y="4524"/>
                  </a:cubicBezTo>
                  <a:cubicBezTo>
                    <a:pt x="257" y="5039"/>
                    <a:pt x="600" y="6328"/>
                    <a:pt x="2291" y="6958"/>
                  </a:cubicBezTo>
                  <a:cubicBezTo>
                    <a:pt x="2520" y="7043"/>
                    <a:pt x="2806" y="7072"/>
                    <a:pt x="3120" y="7072"/>
                  </a:cubicBezTo>
                  <a:cubicBezTo>
                    <a:pt x="4665" y="7072"/>
                    <a:pt x="6727" y="6099"/>
                    <a:pt x="6756" y="6069"/>
                  </a:cubicBezTo>
                  <a:cubicBezTo>
                    <a:pt x="7901" y="5469"/>
                    <a:pt x="8959" y="4066"/>
                    <a:pt x="8760" y="2520"/>
                  </a:cubicBezTo>
                  <a:cubicBezTo>
                    <a:pt x="8646" y="1661"/>
                    <a:pt x="8130" y="917"/>
                    <a:pt x="7414" y="459"/>
                  </a:cubicBezTo>
                  <a:cubicBezTo>
                    <a:pt x="6985" y="172"/>
                    <a:pt x="6440" y="1"/>
                    <a:pt x="58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8"/>
            <p:cNvSpPr/>
            <p:nvPr/>
          </p:nvSpPr>
          <p:spPr>
            <a:xfrm>
              <a:off x="7297348" y="902558"/>
              <a:ext cx="143615" cy="124864"/>
            </a:xfrm>
            <a:custGeom>
              <a:avLst/>
              <a:gdLst/>
              <a:ahLst/>
              <a:cxnLst/>
              <a:rect l="l" t="t" r="r" b="b"/>
              <a:pathLst>
                <a:path w="7100" h="6173" extrusionOk="0">
                  <a:moveTo>
                    <a:pt x="3668" y="1"/>
                  </a:moveTo>
                  <a:cubicBezTo>
                    <a:pt x="3424" y="1"/>
                    <a:pt x="3174" y="25"/>
                    <a:pt x="2920" y="76"/>
                  </a:cubicBezTo>
                  <a:cubicBezTo>
                    <a:pt x="2776" y="104"/>
                    <a:pt x="2634" y="133"/>
                    <a:pt x="2490" y="191"/>
                  </a:cubicBezTo>
                  <a:cubicBezTo>
                    <a:pt x="1287" y="562"/>
                    <a:pt x="428" y="1450"/>
                    <a:pt x="199" y="2565"/>
                  </a:cubicBezTo>
                  <a:cubicBezTo>
                    <a:pt x="0" y="3653"/>
                    <a:pt x="428" y="4771"/>
                    <a:pt x="1317" y="5485"/>
                  </a:cubicBezTo>
                  <a:cubicBezTo>
                    <a:pt x="1890" y="5943"/>
                    <a:pt x="2604" y="6172"/>
                    <a:pt x="3321" y="6172"/>
                  </a:cubicBezTo>
                  <a:cubicBezTo>
                    <a:pt x="3779" y="6172"/>
                    <a:pt x="4237" y="6088"/>
                    <a:pt x="4665" y="5916"/>
                  </a:cubicBezTo>
                  <a:cubicBezTo>
                    <a:pt x="6241" y="5286"/>
                    <a:pt x="7100" y="3683"/>
                    <a:pt x="6669" y="2137"/>
                  </a:cubicBezTo>
                  <a:cubicBezTo>
                    <a:pt x="6279" y="819"/>
                    <a:pt x="5078" y="1"/>
                    <a:pt x="366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8"/>
            <p:cNvSpPr/>
            <p:nvPr/>
          </p:nvSpPr>
          <p:spPr>
            <a:xfrm>
              <a:off x="7135189" y="800703"/>
              <a:ext cx="149421" cy="125390"/>
            </a:xfrm>
            <a:custGeom>
              <a:avLst/>
              <a:gdLst/>
              <a:ahLst/>
              <a:cxnLst/>
              <a:rect l="l" t="t" r="r" b="b"/>
              <a:pathLst>
                <a:path w="7387" h="6199" extrusionOk="0">
                  <a:moveTo>
                    <a:pt x="3891" y="1"/>
                  </a:moveTo>
                  <a:cubicBezTo>
                    <a:pt x="3524" y="1"/>
                    <a:pt x="3148" y="61"/>
                    <a:pt x="2776" y="187"/>
                  </a:cubicBezTo>
                  <a:lnTo>
                    <a:pt x="2719" y="187"/>
                  </a:lnTo>
                  <a:cubicBezTo>
                    <a:pt x="1375" y="444"/>
                    <a:pt x="658" y="1360"/>
                    <a:pt x="372" y="2191"/>
                  </a:cubicBezTo>
                  <a:cubicBezTo>
                    <a:pt x="1" y="3393"/>
                    <a:pt x="459" y="4681"/>
                    <a:pt x="1517" y="5512"/>
                  </a:cubicBezTo>
                  <a:cubicBezTo>
                    <a:pt x="2147" y="5970"/>
                    <a:pt x="2863" y="6199"/>
                    <a:pt x="3578" y="6199"/>
                  </a:cubicBezTo>
                  <a:cubicBezTo>
                    <a:pt x="4180" y="6199"/>
                    <a:pt x="4810" y="6027"/>
                    <a:pt x="5353" y="5684"/>
                  </a:cubicBezTo>
                  <a:cubicBezTo>
                    <a:pt x="6814" y="4795"/>
                    <a:pt x="7386" y="3192"/>
                    <a:pt x="6727" y="1761"/>
                  </a:cubicBezTo>
                  <a:cubicBezTo>
                    <a:pt x="6222" y="661"/>
                    <a:pt x="5108" y="1"/>
                    <a:pt x="389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7117225" y="837662"/>
              <a:ext cx="122781" cy="122033"/>
            </a:xfrm>
            <a:custGeom>
              <a:avLst/>
              <a:gdLst/>
              <a:ahLst/>
              <a:cxnLst/>
              <a:rect l="l" t="t" r="r" b="b"/>
              <a:pathLst>
                <a:path w="6070" h="6033" extrusionOk="0">
                  <a:moveTo>
                    <a:pt x="3018" y="1"/>
                  </a:moveTo>
                  <a:cubicBezTo>
                    <a:pt x="2786" y="1"/>
                    <a:pt x="2552" y="26"/>
                    <a:pt x="2320" y="78"/>
                  </a:cubicBezTo>
                  <a:cubicBezTo>
                    <a:pt x="2034" y="105"/>
                    <a:pt x="1748" y="220"/>
                    <a:pt x="1519" y="364"/>
                  </a:cubicBezTo>
                  <a:cubicBezTo>
                    <a:pt x="1461" y="392"/>
                    <a:pt x="1404" y="421"/>
                    <a:pt x="1374" y="449"/>
                  </a:cubicBezTo>
                  <a:cubicBezTo>
                    <a:pt x="602" y="879"/>
                    <a:pt x="172" y="1681"/>
                    <a:pt x="144" y="2510"/>
                  </a:cubicBezTo>
                  <a:cubicBezTo>
                    <a:pt x="0" y="3456"/>
                    <a:pt x="202" y="4486"/>
                    <a:pt x="973" y="5231"/>
                  </a:cubicBezTo>
                  <a:cubicBezTo>
                    <a:pt x="1431" y="5716"/>
                    <a:pt x="2119" y="6032"/>
                    <a:pt x="2893" y="6032"/>
                  </a:cubicBezTo>
                  <a:cubicBezTo>
                    <a:pt x="3408" y="6032"/>
                    <a:pt x="3951" y="5888"/>
                    <a:pt x="4496" y="5544"/>
                  </a:cubicBezTo>
                  <a:cubicBezTo>
                    <a:pt x="5439" y="5002"/>
                    <a:pt x="6012" y="4086"/>
                    <a:pt x="6042" y="3055"/>
                  </a:cubicBezTo>
                  <a:cubicBezTo>
                    <a:pt x="6069" y="1995"/>
                    <a:pt x="5496" y="994"/>
                    <a:pt x="4553" y="421"/>
                  </a:cubicBezTo>
                  <a:cubicBezTo>
                    <a:pt x="4091" y="141"/>
                    <a:pt x="3560" y="1"/>
                    <a:pt x="301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7080165" y="864345"/>
              <a:ext cx="135504" cy="119666"/>
            </a:xfrm>
            <a:custGeom>
              <a:avLst/>
              <a:gdLst/>
              <a:ahLst/>
              <a:cxnLst/>
              <a:rect l="l" t="t" r="r" b="b"/>
              <a:pathLst>
                <a:path w="6699" h="5916" extrusionOk="0">
                  <a:moveTo>
                    <a:pt x="3460" y="0"/>
                  </a:moveTo>
                  <a:cubicBezTo>
                    <a:pt x="3207" y="0"/>
                    <a:pt x="2949" y="34"/>
                    <a:pt x="2691" y="103"/>
                  </a:cubicBezTo>
                  <a:cubicBezTo>
                    <a:pt x="2347" y="190"/>
                    <a:pt x="2061" y="332"/>
                    <a:pt x="1805" y="561"/>
                  </a:cubicBezTo>
                  <a:cubicBezTo>
                    <a:pt x="1747" y="591"/>
                    <a:pt x="1690" y="618"/>
                    <a:pt x="1633" y="676"/>
                  </a:cubicBezTo>
                  <a:cubicBezTo>
                    <a:pt x="286" y="1706"/>
                    <a:pt x="0" y="3454"/>
                    <a:pt x="973" y="4741"/>
                  </a:cubicBezTo>
                  <a:cubicBezTo>
                    <a:pt x="1546" y="5515"/>
                    <a:pt x="2462" y="5916"/>
                    <a:pt x="3378" y="5916"/>
                  </a:cubicBezTo>
                  <a:cubicBezTo>
                    <a:pt x="4008" y="5916"/>
                    <a:pt x="4638" y="5714"/>
                    <a:pt x="5183" y="5313"/>
                  </a:cubicBezTo>
                  <a:cubicBezTo>
                    <a:pt x="6328" y="4454"/>
                    <a:pt x="6699" y="2938"/>
                    <a:pt x="6069" y="1649"/>
                  </a:cubicBezTo>
                  <a:cubicBezTo>
                    <a:pt x="5557" y="626"/>
                    <a:pt x="4555" y="0"/>
                    <a:pt x="3460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6901236" y="807318"/>
              <a:ext cx="153446" cy="123974"/>
            </a:xfrm>
            <a:custGeom>
              <a:avLst/>
              <a:gdLst/>
              <a:ahLst/>
              <a:cxnLst/>
              <a:rect l="l" t="t" r="r" b="b"/>
              <a:pathLst>
                <a:path w="7586" h="6129" extrusionOk="0">
                  <a:moveTo>
                    <a:pt x="3867" y="1"/>
                  </a:moveTo>
                  <a:cubicBezTo>
                    <a:pt x="2089" y="1"/>
                    <a:pt x="569" y="1015"/>
                    <a:pt x="257" y="2551"/>
                  </a:cubicBezTo>
                  <a:cubicBezTo>
                    <a:pt x="1" y="3838"/>
                    <a:pt x="658" y="5414"/>
                    <a:pt x="2719" y="5986"/>
                  </a:cubicBezTo>
                  <a:cubicBezTo>
                    <a:pt x="3062" y="6101"/>
                    <a:pt x="3378" y="6128"/>
                    <a:pt x="3722" y="6128"/>
                  </a:cubicBezTo>
                  <a:cubicBezTo>
                    <a:pt x="4895" y="6128"/>
                    <a:pt x="5955" y="5556"/>
                    <a:pt x="6585" y="4869"/>
                  </a:cubicBezTo>
                  <a:cubicBezTo>
                    <a:pt x="7356" y="4040"/>
                    <a:pt x="7585" y="2922"/>
                    <a:pt x="7214" y="1949"/>
                  </a:cubicBezTo>
                  <a:cubicBezTo>
                    <a:pt x="7043" y="1491"/>
                    <a:pt x="6470" y="433"/>
                    <a:pt x="4924" y="147"/>
                  </a:cubicBezTo>
                  <a:cubicBezTo>
                    <a:pt x="4753" y="89"/>
                    <a:pt x="4608" y="60"/>
                    <a:pt x="4409" y="32"/>
                  </a:cubicBezTo>
                  <a:cubicBezTo>
                    <a:pt x="4227" y="11"/>
                    <a:pt x="4046" y="1"/>
                    <a:pt x="3867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6981709" y="838573"/>
              <a:ext cx="121628" cy="116490"/>
            </a:xfrm>
            <a:custGeom>
              <a:avLst/>
              <a:gdLst/>
              <a:ahLst/>
              <a:cxnLst/>
              <a:rect l="l" t="t" r="r" b="b"/>
              <a:pathLst>
                <a:path w="6013" h="5759" extrusionOk="0">
                  <a:moveTo>
                    <a:pt x="2936" y="1"/>
                  </a:moveTo>
                  <a:cubicBezTo>
                    <a:pt x="2391" y="1"/>
                    <a:pt x="1880" y="193"/>
                    <a:pt x="1462" y="518"/>
                  </a:cubicBezTo>
                  <a:cubicBezTo>
                    <a:pt x="1290" y="633"/>
                    <a:pt x="1146" y="747"/>
                    <a:pt x="1004" y="919"/>
                  </a:cubicBezTo>
                  <a:cubicBezTo>
                    <a:pt x="688" y="1235"/>
                    <a:pt x="0" y="1979"/>
                    <a:pt x="0" y="3296"/>
                  </a:cubicBezTo>
                  <a:cubicBezTo>
                    <a:pt x="0" y="4270"/>
                    <a:pt x="573" y="5128"/>
                    <a:pt x="1489" y="5499"/>
                  </a:cubicBezTo>
                  <a:cubicBezTo>
                    <a:pt x="1862" y="5671"/>
                    <a:pt x="2263" y="5758"/>
                    <a:pt x="2664" y="5758"/>
                  </a:cubicBezTo>
                  <a:cubicBezTo>
                    <a:pt x="3436" y="5758"/>
                    <a:pt x="4210" y="5472"/>
                    <a:pt x="4810" y="4927"/>
                  </a:cubicBezTo>
                  <a:cubicBezTo>
                    <a:pt x="5669" y="4155"/>
                    <a:pt x="6012" y="3038"/>
                    <a:pt x="5698" y="1979"/>
                  </a:cubicBezTo>
                  <a:cubicBezTo>
                    <a:pt x="5382" y="949"/>
                    <a:pt x="4496" y="205"/>
                    <a:pt x="3321" y="33"/>
                  </a:cubicBezTo>
                  <a:cubicBezTo>
                    <a:pt x="3191" y="11"/>
                    <a:pt x="3063" y="1"/>
                    <a:pt x="293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6717088" y="829834"/>
              <a:ext cx="162144" cy="122902"/>
            </a:xfrm>
            <a:custGeom>
              <a:avLst/>
              <a:gdLst/>
              <a:ahLst/>
              <a:cxnLst/>
              <a:rect l="l" t="t" r="r" b="b"/>
              <a:pathLst>
                <a:path w="8016" h="6076" extrusionOk="0">
                  <a:moveTo>
                    <a:pt x="4772" y="0"/>
                  </a:moveTo>
                  <a:cubicBezTo>
                    <a:pt x="4448" y="0"/>
                    <a:pt x="4113" y="49"/>
                    <a:pt x="3779" y="149"/>
                  </a:cubicBezTo>
                  <a:cubicBezTo>
                    <a:pt x="2577" y="293"/>
                    <a:pt x="1203" y="836"/>
                    <a:pt x="515" y="1953"/>
                  </a:cubicBezTo>
                  <a:cubicBezTo>
                    <a:pt x="0" y="2812"/>
                    <a:pt x="0" y="3843"/>
                    <a:pt x="486" y="4672"/>
                  </a:cubicBezTo>
                  <a:cubicBezTo>
                    <a:pt x="1031" y="5588"/>
                    <a:pt x="2004" y="6076"/>
                    <a:pt x="3378" y="6076"/>
                  </a:cubicBezTo>
                  <a:lnTo>
                    <a:pt x="3550" y="6076"/>
                  </a:lnTo>
                  <a:cubicBezTo>
                    <a:pt x="4523" y="6076"/>
                    <a:pt x="5611" y="5989"/>
                    <a:pt x="6470" y="5331"/>
                  </a:cubicBezTo>
                  <a:cubicBezTo>
                    <a:pt x="7672" y="4358"/>
                    <a:pt x="8016" y="2755"/>
                    <a:pt x="7329" y="1466"/>
                  </a:cubicBezTo>
                  <a:cubicBezTo>
                    <a:pt x="6802" y="523"/>
                    <a:pt x="5838" y="0"/>
                    <a:pt x="4772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6619785" y="915808"/>
              <a:ext cx="362517" cy="206017"/>
            </a:xfrm>
            <a:custGeom>
              <a:avLst/>
              <a:gdLst/>
              <a:ahLst/>
              <a:cxnLst/>
              <a:rect l="l" t="t" r="r" b="b"/>
              <a:pathLst>
                <a:path w="17922" h="10185" extrusionOk="0">
                  <a:moveTo>
                    <a:pt x="7835" y="0"/>
                  </a:moveTo>
                  <a:cubicBezTo>
                    <a:pt x="6588" y="0"/>
                    <a:pt x="5710" y="644"/>
                    <a:pt x="5238" y="967"/>
                  </a:cubicBezTo>
                  <a:lnTo>
                    <a:pt x="5154" y="1052"/>
                  </a:lnTo>
                  <a:lnTo>
                    <a:pt x="5039" y="1052"/>
                  </a:lnTo>
                  <a:cubicBezTo>
                    <a:pt x="4899" y="1045"/>
                    <a:pt x="4742" y="1037"/>
                    <a:pt x="4571" y="1037"/>
                  </a:cubicBezTo>
                  <a:cubicBezTo>
                    <a:pt x="4080" y="1037"/>
                    <a:pt x="3479" y="1098"/>
                    <a:pt x="2864" y="1395"/>
                  </a:cubicBezTo>
                  <a:cubicBezTo>
                    <a:pt x="1689" y="1910"/>
                    <a:pt x="1002" y="2712"/>
                    <a:pt x="830" y="3743"/>
                  </a:cubicBezTo>
                  <a:cubicBezTo>
                    <a:pt x="773" y="4116"/>
                    <a:pt x="773" y="4459"/>
                    <a:pt x="830" y="4773"/>
                  </a:cubicBezTo>
                  <a:cubicBezTo>
                    <a:pt x="688" y="4975"/>
                    <a:pt x="573" y="5174"/>
                    <a:pt x="486" y="5433"/>
                  </a:cubicBezTo>
                  <a:cubicBezTo>
                    <a:pt x="200" y="6147"/>
                    <a:pt x="1" y="7551"/>
                    <a:pt x="1746" y="8982"/>
                  </a:cubicBezTo>
                  <a:cubicBezTo>
                    <a:pt x="2635" y="9669"/>
                    <a:pt x="4409" y="10185"/>
                    <a:pt x="5811" y="10185"/>
                  </a:cubicBezTo>
                  <a:cubicBezTo>
                    <a:pt x="6127" y="10185"/>
                    <a:pt x="6441" y="10155"/>
                    <a:pt x="6700" y="10098"/>
                  </a:cubicBezTo>
                  <a:cubicBezTo>
                    <a:pt x="6784" y="10070"/>
                    <a:pt x="6842" y="10070"/>
                    <a:pt x="6899" y="10040"/>
                  </a:cubicBezTo>
                  <a:cubicBezTo>
                    <a:pt x="7787" y="9754"/>
                    <a:pt x="8417" y="9269"/>
                    <a:pt x="8818" y="8953"/>
                  </a:cubicBezTo>
                  <a:cubicBezTo>
                    <a:pt x="8875" y="8895"/>
                    <a:pt x="8960" y="8838"/>
                    <a:pt x="9017" y="8811"/>
                  </a:cubicBezTo>
                  <a:cubicBezTo>
                    <a:pt x="9132" y="8838"/>
                    <a:pt x="9276" y="8925"/>
                    <a:pt x="9361" y="8982"/>
                  </a:cubicBezTo>
                  <a:cubicBezTo>
                    <a:pt x="9933" y="9269"/>
                    <a:pt x="10822" y="9697"/>
                    <a:pt x="11937" y="9697"/>
                  </a:cubicBezTo>
                  <a:cubicBezTo>
                    <a:pt x="11994" y="9697"/>
                    <a:pt x="15258" y="9612"/>
                    <a:pt x="16547" y="8495"/>
                  </a:cubicBezTo>
                  <a:cubicBezTo>
                    <a:pt x="17349" y="7750"/>
                    <a:pt x="17720" y="6921"/>
                    <a:pt x="17720" y="6005"/>
                  </a:cubicBezTo>
                  <a:cubicBezTo>
                    <a:pt x="17720" y="5547"/>
                    <a:pt x="17605" y="5146"/>
                    <a:pt x="17433" y="4830"/>
                  </a:cubicBezTo>
                  <a:cubicBezTo>
                    <a:pt x="17692" y="4459"/>
                    <a:pt x="17864" y="4001"/>
                    <a:pt x="17891" y="3429"/>
                  </a:cubicBezTo>
                  <a:cubicBezTo>
                    <a:pt x="17921" y="2826"/>
                    <a:pt x="17777" y="1910"/>
                    <a:pt x="16918" y="994"/>
                  </a:cubicBezTo>
                  <a:cubicBezTo>
                    <a:pt x="16490" y="536"/>
                    <a:pt x="15917" y="280"/>
                    <a:pt x="15345" y="250"/>
                  </a:cubicBezTo>
                  <a:cubicBezTo>
                    <a:pt x="14952" y="145"/>
                    <a:pt x="14596" y="102"/>
                    <a:pt x="14272" y="102"/>
                  </a:cubicBezTo>
                  <a:cubicBezTo>
                    <a:pt x="13275" y="102"/>
                    <a:pt x="12592" y="513"/>
                    <a:pt x="12139" y="795"/>
                  </a:cubicBezTo>
                  <a:lnTo>
                    <a:pt x="12024" y="852"/>
                  </a:lnTo>
                  <a:lnTo>
                    <a:pt x="11967" y="910"/>
                  </a:lnTo>
                  <a:cubicBezTo>
                    <a:pt x="11223" y="765"/>
                    <a:pt x="10593" y="823"/>
                    <a:pt x="10162" y="795"/>
                  </a:cubicBezTo>
                  <a:cubicBezTo>
                    <a:pt x="10135" y="795"/>
                    <a:pt x="10105" y="765"/>
                    <a:pt x="10048" y="738"/>
                  </a:cubicBezTo>
                  <a:cubicBezTo>
                    <a:pt x="9734" y="536"/>
                    <a:pt x="9276" y="250"/>
                    <a:pt x="8674" y="108"/>
                  </a:cubicBezTo>
                  <a:cubicBezTo>
                    <a:pt x="8589" y="78"/>
                    <a:pt x="8502" y="51"/>
                    <a:pt x="8445" y="51"/>
                  </a:cubicBezTo>
                  <a:cubicBezTo>
                    <a:pt x="8233" y="16"/>
                    <a:pt x="8029" y="0"/>
                    <a:pt x="783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6898930" y="991527"/>
              <a:ext cx="145921" cy="128000"/>
            </a:xfrm>
            <a:custGeom>
              <a:avLst/>
              <a:gdLst/>
              <a:ahLst/>
              <a:cxnLst/>
              <a:rect l="l" t="t" r="r" b="b"/>
              <a:pathLst>
                <a:path w="7214" h="6328" extrusionOk="0">
                  <a:moveTo>
                    <a:pt x="3990" y="1"/>
                  </a:moveTo>
                  <a:cubicBezTo>
                    <a:pt x="3840" y="1"/>
                    <a:pt x="3684" y="10"/>
                    <a:pt x="3520" y="29"/>
                  </a:cubicBezTo>
                  <a:cubicBezTo>
                    <a:pt x="3405" y="29"/>
                    <a:pt x="3321" y="57"/>
                    <a:pt x="3206" y="57"/>
                  </a:cubicBezTo>
                  <a:cubicBezTo>
                    <a:pt x="1344" y="286"/>
                    <a:pt x="0" y="1804"/>
                    <a:pt x="85" y="3492"/>
                  </a:cubicBezTo>
                  <a:cubicBezTo>
                    <a:pt x="172" y="4896"/>
                    <a:pt x="1344" y="6327"/>
                    <a:pt x="3435" y="6327"/>
                  </a:cubicBezTo>
                  <a:cubicBezTo>
                    <a:pt x="4809" y="6327"/>
                    <a:pt x="6096" y="5553"/>
                    <a:pt x="6699" y="4323"/>
                  </a:cubicBezTo>
                  <a:cubicBezTo>
                    <a:pt x="7214" y="3263"/>
                    <a:pt x="7127" y="2061"/>
                    <a:pt x="6440" y="1174"/>
                  </a:cubicBezTo>
                  <a:cubicBezTo>
                    <a:pt x="6157" y="786"/>
                    <a:pt x="5382" y="1"/>
                    <a:pt x="399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6534093" y="879820"/>
              <a:ext cx="298194" cy="167281"/>
            </a:xfrm>
            <a:custGeom>
              <a:avLst/>
              <a:gdLst/>
              <a:ahLst/>
              <a:cxnLst/>
              <a:rect l="l" t="t" r="r" b="b"/>
              <a:pathLst>
                <a:path w="14742" h="8270" extrusionOk="0">
                  <a:moveTo>
                    <a:pt x="8513" y="0"/>
                  </a:moveTo>
                  <a:cubicBezTo>
                    <a:pt x="7322" y="0"/>
                    <a:pt x="6541" y="294"/>
                    <a:pt x="5382" y="1113"/>
                  </a:cubicBezTo>
                  <a:cubicBezTo>
                    <a:pt x="5295" y="1170"/>
                    <a:pt x="4951" y="1200"/>
                    <a:pt x="4695" y="1228"/>
                  </a:cubicBezTo>
                  <a:cubicBezTo>
                    <a:pt x="3951" y="1315"/>
                    <a:pt x="2948" y="1457"/>
                    <a:pt x="1947" y="2144"/>
                  </a:cubicBezTo>
                  <a:cubicBezTo>
                    <a:pt x="142" y="3346"/>
                    <a:pt x="0" y="5036"/>
                    <a:pt x="401" y="6124"/>
                  </a:cubicBezTo>
                  <a:cubicBezTo>
                    <a:pt x="916" y="7441"/>
                    <a:pt x="2318" y="8270"/>
                    <a:pt x="3921" y="8270"/>
                  </a:cubicBezTo>
                  <a:cubicBezTo>
                    <a:pt x="4180" y="8270"/>
                    <a:pt x="4466" y="8242"/>
                    <a:pt x="4722" y="8185"/>
                  </a:cubicBezTo>
                  <a:cubicBezTo>
                    <a:pt x="5467" y="8070"/>
                    <a:pt x="6126" y="7784"/>
                    <a:pt x="6669" y="7555"/>
                  </a:cubicBezTo>
                  <a:cubicBezTo>
                    <a:pt x="6898" y="7441"/>
                    <a:pt x="7271" y="7269"/>
                    <a:pt x="7386" y="7269"/>
                  </a:cubicBezTo>
                  <a:cubicBezTo>
                    <a:pt x="8959" y="7010"/>
                    <a:pt x="10276" y="6667"/>
                    <a:pt x="11508" y="6323"/>
                  </a:cubicBezTo>
                  <a:cubicBezTo>
                    <a:pt x="11593" y="6296"/>
                    <a:pt x="11707" y="6266"/>
                    <a:pt x="11794" y="6266"/>
                  </a:cubicBezTo>
                  <a:cubicBezTo>
                    <a:pt x="12539" y="6094"/>
                    <a:pt x="14227" y="5723"/>
                    <a:pt x="14600" y="3918"/>
                  </a:cubicBezTo>
                  <a:cubicBezTo>
                    <a:pt x="14742" y="3261"/>
                    <a:pt x="14714" y="1972"/>
                    <a:pt x="13139" y="857"/>
                  </a:cubicBezTo>
                  <a:cubicBezTo>
                    <a:pt x="13081" y="827"/>
                    <a:pt x="12997" y="770"/>
                    <a:pt x="12939" y="742"/>
                  </a:cubicBezTo>
                  <a:cubicBezTo>
                    <a:pt x="12191" y="315"/>
                    <a:pt x="11476" y="238"/>
                    <a:pt x="10935" y="238"/>
                  </a:cubicBezTo>
                  <a:cubicBezTo>
                    <a:pt x="10751" y="238"/>
                    <a:pt x="10586" y="247"/>
                    <a:pt x="10448" y="254"/>
                  </a:cubicBezTo>
                  <a:lnTo>
                    <a:pt x="10391" y="254"/>
                  </a:lnTo>
                  <a:cubicBezTo>
                    <a:pt x="10134" y="112"/>
                    <a:pt x="9818" y="55"/>
                    <a:pt x="9532" y="55"/>
                  </a:cubicBezTo>
                  <a:cubicBezTo>
                    <a:pt x="9156" y="20"/>
                    <a:pt x="8820" y="0"/>
                    <a:pt x="851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6599495" y="2209924"/>
              <a:ext cx="321981" cy="194042"/>
            </a:xfrm>
            <a:custGeom>
              <a:avLst/>
              <a:gdLst/>
              <a:ahLst/>
              <a:cxnLst/>
              <a:rect l="l" t="t" r="r" b="b"/>
              <a:pathLst>
                <a:path w="15918" h="9593" extrusionOk="0">
                  <a:moveTo>
                    <a:pt x="5470" y="1"/>
                  </a:moveTo>
                  <a:cubicBezTo>
                    <a:pt x="4496" y="1"/>
                    <a:pt x="3608" y="115"/>
                    <a:pt x="2864" y="374"/>
                  </a:cubicBezTo>
                  <a:cubicBezTo>
                    <a:pt x="1061" y="974"/>
                    <a:pt x="1" y="2348"/>
                    <a:pt x="230" y="3894"/>
                  </a:cubicBezTo>
                  <a:cubicBezTo>
                    <a:pt x="287" y="4267"/>
                    <a:pt x="688" y="6271"/>
                    <a:pt x="3436" y="6386"/>
                  </a:cubicBezTo>
                  <a:cubicBezTo>
                    <a:pt x="3752" y="6413"/>
                    <a:pt x="4038" y="6413"/>
                    <a:pt x="4295" y="6413"/>
                  </a:cubicBezTo>
                  <a:lnTo>
                    <a:pt x="4611" y="6413"/>
                  </a:lnTo>
                  <a:cubicBezTo>
                    <a:pt x="5012" y="6413"/>
                    <a:pt x="5126" y="6413"/>
                    <a:pt x="5612" y="6615"/>
                  </a:cubicBezTo>
                  <a:cubicBezTo>
                    <a:pt x="5641" y="6642"/>
                    <a:pt x="5669" y="6642"/>
                    <a:pt x="5699" y="6672"/>
                  </a:cubicBezTo>
                  <a:cubicBezTo>
                    <a:pt x="5928" y="6729"/>
                    <a:pt x="6099" y="6814"/>
                    <a:pt x="6299" y="6871"/>
                  </a:cubicBezTo>
                  <a:cubicBezTo>
                    <a:pt x="6558" y="6986"/>
                    <a:pt x="6901" y="7100"/>
                    <a:pt x="6958" y="7158"/>
                  </a:cubicBezTo>
                  <a:cubicBezTo>
                    <a:pt x="6958" y="7158"/>
                    <a:pt x="7043" y="7245"/>
                    <a:pt x="7272" y="7588"/>
                  </a:cubicBezTo>
                  <a:lnTo>
                    <a:pt x="7329" y="7645"/>
                  </a:lnTo>
                  <a:cubicBezTo>
                    <a:pt x="7616" y="8074"/>
                    <a:pt x="8504" y="9391"/>
                    <a:pt x="10306" y="9391"/>
                  </a:cubicBezTo>
                  <a:cubicBezTo>
                    <a:pt x="10478" y="9391"/>
                    <a:pt x="10650" y="9391"/>
                    <a:pt x="10822" y="9363"/>
                  </a:cubicBezTo>
                  <a:cubicBezTo>
                    <a:pt x="10880" y="9363"/>
                    <a:pt x="10950" y="9350"/>
                    <a:pt x="11032" y="9350"/>
                  </a:cubicBezTo>
                  <a:cubicBezTo>
                    <a:pt x="11074" y="9350"/>
                    <a:pt x="11118" y="9353"/>
                    <a:pt x="11165" y="9363"/>
                  </a:cubicBezTo>
                  <a:cubicBezTo>
                    <a:pt x="11195" y="9363"/>
                    <a:pt x="11223" y="9363"/>
                    <a:pt x="11280" y="9391"/>
                  </a:cubicBezTo>
                  <a:cubicBezTo>
                    <a:pt x="11653" y="9478"/>
                    <a:pt x="12196" y="9592"/>
                    <a:pt x="12768" y="9592"/>
                  </a:cubicBezTo>
                  <a:cubicBezTo>
                    <a:pt x="13799" y="9592"/>
                    <a:pt x="14687" y="9161"/>
                    <a:pt x="15230" y="8360"/>
                  </a:cubicBezTo>
                  <a:cubicBezTo>
                    <a:pt x="15517" y="7932"/>
                    <a:pt x="15917" y="7016"/>
                    <a:pt x="15489" y="5784"/>
                  </a:cubicBezTo>
                  <a:cubicBezTo>
                    <a:pt x="15345" y="5241"/>
                    <a:pt x="15031" y="4753"/>
                    <a:pt x="14543" y="4325"/>
                  </a:cubicBezTo>
                  <a:lnTo>
                    <a:pt x="14458" y="4238"/>
                  </a:lnTo>
                  <a:cubicBezTo>
                    <a:pt x="12654" y="2692"/>
                    <a:pt x="10222" y="603"/>
                    <a:pt x="7130" y="115"/>
                  </a:cubicBezTo>
                  <a:cubicBezTo>
                    <a:pt x="6615" y="58"/>
                    <a:pt x="6042" y="1"/>
                    <a:pt x="547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6809132" y="2302170"/>
              <a:ext cx="234558" cy="150998"/>
            </a:xfrm>
            <a:custGeom>
              <a:avLst/>
              <a:gdLst/>
              <a:ahLst/>
              <a:cxnLst/>
              <a:rect l="l" t="t" r="r" b="b"/>
              <a:pathLst>
                <a:path w="11596" h="7465" extrusionOk="0">
                  <a:moveTo>
                    <a:pt x="4871" y="1"/>
                  </a:moveTo>
                  <a:cubicBezTo>
                    <a:pt x="4188" y="1"/>
                    <a:pt x="3399" y="168"/>
                    <a:pt x="2692" y="795"/>
                  </a:cubicBezTo>
                  <a:lnTo>
                    <a:pt x="2550" y="937"/>
                  </a:lnTo>
                  <a:cubicBezTo>
                    <a:pt x="2234" y="1253"/>
                    <a:pt x="2034" y="1624"/>
                    <a:pt x="1920" y="1940"/>
                  </a:cubicBezTo>
                  <a:cubicBezTo>
                    <a:pt x="1748" y="2055"/>
                    <a:pt x="1547" y="2197"/>
                    <a:pt x="1375" y="2398"/>
                  </a:cubicBezTo>
                  <a:cubicBezTo>
                    <a:pt x="1" y="3830"/>
                    <a:pt x="489" y="5261"/>
                    <a:pt x="688" y="5662"/>
                  </a:cubicBezTo>
                  <a:cubicBezTo>
                    <a:pt x="1375" y="7208"/>
                    <a:pt x="2978" y="7464"/>
                    <a:pt x="4439" y="7464"/>
                  </a:cubicBezTo>
                  <a:cubicBezTo>
                    <a:pt x="4810" y="7464"/>
                    <a:pt x="5183" y="7437"/>
                    <a:pt x="5527" y="7437"/>
                  </a:cubicBezTo>
                  <a:cubicBezTo>
                    <a:pt x="5699" y="7407"/>
                    <a:pt x="5841" y="7407"/>
                    <a:pt x="5955" y="7407"/>
                  </a:cubicBezTo>
                  <a:cubicBezTo>
                    <a:pt x="6557" y="7407"/>
                    <a:pt x="9592" y="7322"/>
                    <a:pt x="10879" y="5460"/>
                  </a:cubicBezTo>
                  <a:cubicBezTo>
                    <a:pt x="11481" y="4601"/>
                    <a:pt x="11596" y="3543"/>
                    <a:pt x="11252" y="2570"/>
                  </a:cubicBezTo>
                  <a:cubicBezTo>
                    <a:pt x="10478" y="452"/>
                    <a:pt x="8160" y="365"/>
                    <a:pt x="7157" y="337"/>
                  </a:cubicBezTo>
                  <a:lnTo>
                    <a:pt x="6844" y="337"/>
                  </a:lnTo>
                  <a:cubicBezTo>
                    <a:pt x="6699" y="280"/>
                    <a:pt x="6557" y="223"/>
                    <a:pt x="6386" y="223"/>
                  </a:cubicBezTo>
                  <a:cubicBezTo>
                    <a:pt x="6328" y="193"/>
                    <a:pt x="6271" y="193"/>
                    <a:pt x="6184" y="166"/>
                  </a:cubicBezTo>
                  <a:cubicBezTo>
                    <a:pt x="5871" y="102"/>
                    <a:pt x="5403" y="1"/>
                    <a:pt x="487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7305440" y="1456965"/>
              <a:ext cx="244389" cy="213845"/>
            </a:xfrm>
            <a:custGeom>
              <a:avLst/>
              <a:gdLst/>
              <a:ahLst/>
              <a:cxnLst/>
              <a:rect l="l" t="t" r="r" b="b"/>
              <a:pathLst>
                <a:path w="12082" h="10572" extrusionOk="0">
                  <a:moveTo>
                    <a:pt x="7083" y="1"/>
                  </a:moveTo>
                  <a:cubicBezTo>
                    <a:pt x="6814" y="1"/>
                    <a:pt x="6528" y="56"/>
                    <a:pt x="6242" y="152"/>
                  </a:cubicBezTo>
                  <a:cubicBezTo>
                    <a:pt x="4952" y="667"/>
                    <a:pt x="4352" y="1640"/>
                    <a:pt x="4009" y="2240"/>
                  </a:cubicBezTo>
                  <a:cubicBezTo>
                    <a:pt x="3951" y="2355"/>
                    <a:pt x="3837" y="2499"/>
                    <a:pt x="3837" y="2526"/>
                  </a:cubicBezTo>
                  <a:cubicBezTo>
                    <a:pt x="3665" y="2728"/>
                    <a:pt x="3264" y="2957"/>
                    <a:pt x="2891" y="3214"/>
                  </a:cubicBezTo>
                  <a:cubicBezTo>
                    <a:pt x="2577" y="3415"/>
                    <a:pt x="2204" y="3644"/>
                    <a:pt x="1861" y="3930"/>
                  </a:cubicBezTo>
                  <a:cubicBezTo>
                    <a:pt x="1833" y="3930"/>
                    <a:pt x="1803" y="3958"/>
                    <a:pt x="1803" y="3988"/>
                  </a:cubicBezTo>
                  <a:cubicBezTo>
                    <a:pt x="1" y="5476"/>
                    <a:pt x="28" y="6850"/>
                    <a:pt x="402" y="7737"/>
                  </a:cubicBezTo>
                  <a:cubicBezTo>
                    <a:pt x="1010" y="9279"/>
                    <a:pt x="2441" y="9568"/>
                    <a:pt x="3896" y="9568"/>
                  </a:cubicBezTo>
                  <a:cubicBezTo>
                    <a:pt x="4360" y="9568"/>
                    <a:pt x="4826" y="9539"/>
                    <a:pt x="5268" y="9511"/>
                  </a:cubicBezTo>
                  <a:cubicBezTo>
                    <a:pt x="5497" y="9511"/>
                    <a:pt x="5784" y="9484"/>
                    <a:pt x="6013" y="9484"/>
                  </a:cubicBezTo>
                  <a:cubicBezTo>
                    <a:pt x="6413" y="9855"/>
                    <a:pt x="7272" y="10572"/>
                    <a:pt x="8502" y="10572"/>
                  </a:cubicBezTo>
                  <a:cubicBezTo>
                    <a:pt x="8704" y="10572"/>
                    <a:pt x="8903" y="10572"/>
                    <a:pt x="9104" y="10542"/>
                  </a:cubicBezTo>
                  <a:cubicBezTo>
                    <a:pt x="9132" y="10514"/>
                    <a:pt x="9189" y="10514"/>
                    <a:pt x="9219" y="10514"/>
                  </a:cubicBezTo>
                  <a:cubicBezTo>
                    <a:pt x="10391" y="10256"/>
                    <a:pt x="11193" y="9656"/>
                    <a:pt x="11594" y="8797"/>
                  </a:cubicBezTo>
                  <a:cubicBezTo>
                    <a:pt x="12081" y="7679"/>
                    <a:pt x="11708" y="6706"/>
                    <a:pt x="11452" y="6191"/>
                  </a:cubicBezTo>
                  <a:cubicBezTo>
                    <a:pt x="11795" y="5476"/>
                    <a:pt x="11795" y="4817"/>
                    <a:pt x="11681" y="4301"/>
                  </a:cubicBezTo>
                  <a:cubicBezTo>
                    <a:pt x="11422" y="3129"/>
                    <a:pt x="10765" y="2499"/>
                    <a:pt x="10249" y="2183"/>
                  </a:cubicBezTo>
                  <a:cubicBezTo>
                    <a:pt x="10220" y="2011"/>
                    <a:pt x="10135" y="1812"/>
                    <a:pt x="10020" y="1610"/>
                  </a:cubicBezTo>
                  <a:cubicBezTo>
                    <a:pt x="9791" y="1152"/>
                    <a:pt x="9189" y="323"/>
                    <a:pt x="7872" y="65"/>
                  </a:cubicBezTo>
                  <a:cubicBezTo>
                    <a:pt x="7673" y="7"/>
                    <a:pt x="7444" y="7"/>
                    <a:pt x="7242" y="7"/>
                  </a:cubicBezTo>
                  <a:cubicBezTo>
                    <a:pt x="7190" y="3"/>
                    <a:pt x="7137" y="1"/>
                    <a:pt x="7083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6644121" y="1514599"/>
              <a:ext cx="335251" cy="302138"/>
            </a:xfrm>
            <a:custGeom>
              <a:avLst/>
              <a:gdLst/>
              <a:ahLst/>
              <a:cxnLst/>
              <a:rect l="l" t="t" r="r" b="b"/>
              <a:pathLst>
                <a:path w="16574" h="14937" extrusionOk="0">
                  <a:moveTo>
                    <a:pt x="8756" y="1"/>
                  </a:moveTo>
                  <a:cubicBezTo>
                    <a:pt x="7947" y="1"/>
                    <a:pt x="6983" y="240"/>
                    <a:pt x="5840" y="852"/>
                  </a:cubicBezTo>
                  <a:cubicBezTo>
                    <a:pt x="5840" y="852"/>
                    <a:pt x="5810" y="852"/>
                    <a:pt x="5810" y="880"/>
                  </a:cubicBezTo>
                  <a:cubicBezTo>
                    <a:pt x="5554" y="994"/>
                    <a:pt x="5238" y="1081"/>
                    <a:pt x="4810" y="1166"/>
                  </a:cubicBezTo>
                  <a:cubicBezTo>
                    <a:pt x="4264" y="1310"/>
                    <a:pt x="3550" y="1452"/>
                    <a:pt x="2833" y="1826"/>
                  </a:cubicBezTo>
                  <a:cubicBezTo>
                    <a:pt x="2776" y="1853"/>
                    <a:pt x="2748" y="1853"/>
                    <a:pt x="2719" y="1883"/>
                  </a:cubicBezTo>
                  <a:cubicBezTo>
                    <a:pt x="0" y="3399"/>
                    <a:pt x="229" y="5204"/>
                    <a:pt x="458" y="5891"/>
                  </a:cubicBezTo>
                  <a:cubicBezTo>
                    <a:pt x="829" y="7063"/>
                    <a:pt x="1745" y="7551"/>
                    <a:pt x="2634" y="7723"/>
                  </a:cubicBezTo>
                  <a:cubicBezTo>
                    <a:pt x="1947" y="8582"/>
                    <a:pt x="887" y="10127"/>
                    <a:pt x="1661" y="11930"/>
                  </a:cubicBezTo>
                  <a:cubicBezTo>
                    <a:pt x="2348" y="13677"/>
                    <a:pt x="3664" y="13963"/>
                    <a:pt x="4207" y="14021"/>
                  </a:cubicBezTo>
                  <a:cubicBezTo>
                    <a:pt x="4295" y="14028"/>
                    <a:pt x="4381" y="14032"/>
                    <a:pt x="4466" y="14032"/>
                  </a:cubicBezTo>
                  <a:cubicBezTo>
                    <a:pt x="5313" y="14032"/>
                    <a:pt x="5974" y="13658"/>
                    <a:pt x="6470" y="13189"/>
                  </a:cubicBezTo>
                  <a:cubicBezTo>
                    <a:pt x="6955" y="13963"/>
                    <a:pt x="7787" y="14563"/>
                    <a:pt x="9017" y="14850"/>
                  </a:cubicBezTo>
                  <a:cubicBezTo>
                    <a:pt x="9303" y="14907"/>
                    <a:pt x="9646" y="14937"/>
                    <a:pt x="9990" y="14937"/>
                  </a:cubicBezTo>
                  <a:cubicBezTo>
                    <a:pt x="11765" y="14937"/>
                    <a:pt x="14199" y="14135"/>
                    <a:pt x="15257" y="12502"/>
                  </a:cubicBezTo>
                  <a:cubicBezTo>
                    <a:pt x="16574" y="11101"/>
                    <a:pt x="16146" y="9811"/>
                    <a:pt x="15887" y="9269"/>
                  </a:cubicBezTo>
                  <a:cubicBezTo>
                    <a:pt x="15830" y="9182"/>
                    <a:pt x="15772" y="9067"/>
                    <a:pt x="15715" y="8982"/>
                  </a:cubicBezTo>
                  <a:cubicBezTo>
                    <a:pt x="15745" y="8953"/>
                    <a:pt x="15772" y="8895"/>
                    <a:pt x="15802" y="8838"/>
                  </a:cubicBezTo>
                  <a:cubicBezTo>
                    <a:pt x="16288" y="8123"/>
                    <a:pt x="16432" y="7207"/>
                    <a:pt x="16203" y="6147"/>
                  </a:cubicBezTo>
                  <a:cubicBezTo>
                    <a:pt x="15944" y="4975"/>
                    <a:pt x="15115" y="3543"/>
                    <a:pt x="12795" y="3486"/>
                  </a:cubicBezTo>
                  <a:cubicBezTo>
                    <a:pt x="12711" y="2941"/>
                    <a:pt x="12509" y="2341"/>
                    <a:pt x="11966" y="1768"/>
                  </a:cubicBezTo>
                  <a:cubicBezTo>
                    <a:pt x="11909" y="1711"/>
                    <a:pt x="11879" y="1654"/>
                    <a:pt x="11822" y="1624"/>
                  </a:cubicBezTo>
                  <a:cubicBezTo>
                    <a:pt x="11227" y="825"/>
                    <a:pt x="10257" y="1"/>
                    <a:pt x="875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553090" y="1000853"/>
              <a:ext cx="2184186" cy="3379044"/>
            </a:xfrm>
            <a:custGeom>
              <a:avLst/>
              <a:gdLst/>
              <a:ahLst/>
              <a:cxnLst/>
              <a:rect l="l" t="t" r="r" b="b"/>
              <a:pathLst>
                <a:path w="107981" h="167052" extrusionOk="0">
                  <a:moveTo>
                    <a:pt x="75507" y="1"/>
                  </a:moveTo>
                  <a:cubicBezTo>
                    <a:pt x="75053" y="1"/>
                    <a:pt x="74488" y="549"/>
                    <a:pt x="74144" y="913"/>
                  </a:cubicBezTo>
                  <a:cubicBezTo>
                    <a:pt x="73999" y="1000"/>
                    <a:pt x="74057" y="1428"/>
                    <a:pt x="73942" y="1572"/>
                  </a:cubicBezTo>
                  <a:cubicBezTo>
                    <a:pt x="73815" y="1678"/>
                    <a:pt x="73689" y="1705"/>
                    <a:pt x="73562" y="1705"/>
                  </a:cubicBezTo>
                  <a:cubicBezTo>
                    <a:pt x="73422" y="1705"/>
                    <a:pt x="73283" y="1672"/>
                    <a:pt x="73143" y="1672"/>
                  </a:cubicBezTo>
                  <a:cubicBezTo>
                    <a:pt x="73066" y="1672"/>
                    <a:pt x="72989" y="1682"/>
                    <a:pt x="72912" y="1714"/>
                  </a:cubicBezTo>
                  <a:cubicBezTo>
                    <a:pt x="72282" y="2087"/>
                    <a:pt x="72426" y="2287"/>
                    <a:pt x="72140" y="2946"/>
                  </a:cubicBezTo>
                  <a:cubicBezTo>
                    <a:pt x="71538" y="4462"/>
                    <a:pt x="71109" y="3947"/>
                    <a:pt x="69763" y="4233"/>
                  </a:cubicBezTo>
                  <a:cubicBezTo>
                    <a:pt x="69076" y="4405"/>
                    <a:pt x="68991" y="4607"/>
                    <a:pt x="68189" y="4607"/>
                  </a:cubicBezTo>
                  <a:cubicBezTo>
                    <a:pt x="67491" y="4558"/>
                    <a:pt x="66754" y="4287"/>
                    <a:pt x="66043" y="4287"/>
                  </a:cubicBezTo>
                  <a:cubicBezTo>
                    <a:pt x="65908" y="4287"/>
                    <a:pt x="65773" y="4297"/>
                    <a:pt x="65640" y="4320"/>
                  </a:cubicBezTo>
                  <a:cubicBezTo>
                    <a:pt x="65122" y="4437"/>
                    <a:pt x="64896" y="4806"/>
                    <a:pt x="64417" y="4806"/>
                  </a:cubicBezTo>
                  <a:cubicBezTo>
                    <a:pt x="64314" y="4806"/>
                    <a:pt x="64199" y="4789"/>
                    <a:pt x="64067" y="4749"/>
                  </a:cubicBezTo>
                  <a:cubicBezTo>
                    <a:pt x="63666" y="4607"/>
                    <a:pt x="63323" y="4176"/>
                    <a:pt x="62835" y="3947"/>
                  </a:cubicBezTo>
                  <a:cubicBezTo>
                    <a:pt x="62525" y="3822"/>
                    <a:pt x="62211" y="3770"/>
                    <a:pt x="61895" y="3770"/>
                  </a:cubicBezTo>
                  <a:cubicBezTo>
                    <a:pt x="60277" y="3770"/>
                    <a:pt x="58590" y="5136"/>
                    <a:pt x="56877" y="5136"/>
                  </a:cubicBezTo>
                  <a:cubicBezTo>
                    <a:pt x="56394" y="5136"/>
                    <a:pt x="55908" y="5028"/>
                    <a:pt x="55422" y="4749"/>
                  </a:cubicBezTo>
                  <a:cubicBezTo>
                    <a:pt x="54533" y="4176"/>
                    <a:pt x="54533" y="3317"/>
                    <a:pt x="53388" y="2946"/>
                  </a:cubicBezTo>
                  <a:cubicBezTo>
                    <a:pt x="52816" y="2717"/>
                    <a:pt x="52129" y="2573"/>
                    <a:pt x="51529" y="2516"/>
                  </a:cubicBezTo>
                  <a:cubicBezTo>
                    <a:pt x="51329" y="2484"/>
                    <a:pt x="51112" y="2474"/>
                    <a:pt x="50886" y="2474"/>
                  </a:cubicBezTo>
                  <a:cubicBezTo>
                    <a:pt x="50478" y="2474"/>
                    <a:pt x="50041" y="2507"/>
                    <a:pt x="49625" y="2507"/>
                  </a:cubicBezTo>
                  <a:cubicBezTo>
                    <a:pt x="49247" y="2507"/>
                    <a:pt x="48886" y="2479"/>
                    <a:pt x="48579" y="2374"/>
                  </a:cubicBezTo>
                  <a:cubicBezTo>
                    <a:pt x="47750" y="2087"/>
                    <a:pt x="47693" y="1428"/>
                    <a:pt x="46605" y="1343"/>
                  </a:cubicBezTo>
                  <a:cubicBezTo>
                    <a:pt x="46304" y="1325"/>
                    <a:pt x="45992" y="1313"/>
                    <a:pt x="45679" y="1313"/>
                  </a:cubicBezTo>
                  <a:cubicBezTo>
                    <a:pt x="44978" y="1313"/>
                    <a:pt x="44269" y="1374"/>
                    <a:pt x="43655" y="1572"/>
                  </a:cubicBezTo>
                  <a:cubicBezTo>
                    <a:pt x="42338" y="2087"/>
                    <a:pt x="41795" y="2516"/>
                    <a:pt x="40421" y="2660"/>
                  </a:cubicBezTo>
                  <a:cubicBezTo>
                    <a:pt x="39541" y="2757"/>
                    <a:pt x="39062" y="2988"/>
                    <a:pt x="38455" y="2988"/>
                  </a:cubicBezTo>
                  <a:cubicBezTo>
                    <a:pt x="38172" y="2988"/>
                    <a:pt x="37862" y="2939"/>
                    <a:pt x="37472" y="2802"/>
                  </a:cubicBezTo>
                  <a:cubicBezTo>
                    <a:pt x="37128" y="2660"/>
                    <a:pt x="36185" y="2516"/>
                    <a:pt x="35841" y="2287"/>
                  </a:cubicBezTo>
                  <a:cubicBezTo>
                    <a:pt x="35411" y="1916"/>
                    <a:pt x="35841" y="1572"/>
                    <a:pt x="35154" y="1286"/>
                  </a:cubicBezTo>
                  <a:cubicBezTo>
                    <a:pt x="34896" y="1190"/>
                    <a:pt x="34559" y="1159"/>
                    <a:pt x="34195" y="1159"/>
                  </a:cubicBezTo>
                  <a:cubicBezTo>
                    <a:pt x="33467" y="1159"/>
                    <a:pt x="32634" y="1286"/>
                    <a:pt x="32120" y="1286"/>
                  </a:cubicBezTo>
                  <a:cubicBezTo>
                    <a:pt x="31812" y="1286"/>
                    <a:pt x="31500" y="1289"/>
                    <a:pt x="31188" y="1289"/>
                  </a:cubicBezTo>
                  <a:cubicBezTo>
                    <a:pt x="30251" y="1289"/>
                    <a:pt x="29307" y="1257"/>
                    <a:pt x="28426" y="1000"/>
                  </a:cubicBezTo>
                  <a:cubicBezTo>
                    <a:pt x="27574" y="663"/>
                    <a:pt x="26932" y="328"/>
                    <a:pt x="25993" y="328"/>
                  </a:cubicBezTo>
                  <a:cubicBezTo>
                    <a:pt x="25892" y="328"/>
                    <a:pt x="25787" y="332"/>
                    <a:pt x="25677" y="340"/>
                  </a:cubicBezTo>
                  <a:lnTo>
                    <a:pt x="25765" y="397"/>
                  </a:lnTo>
                  <a:cubicBezTo>
                    <a:pt x="24590" y="542"/>
                    <a:pt x="23646" y="913"/>
                    <a:pt x="22471" y="1000"/>
                  </a:cubicBezTo>
                  <a:cubicBezTo>
                    <a:pt x="21299" y="1000"/>
                    <a:pt x="20353" y="1000"/>
                    <a:pt x="19238" y="1428"/>
                  </a:cubicBezTo>
                  <a:cubicBezTo>
                    <a:pt x="18150" y="1858"/>
                    <a:pt x="16918" y="2287"/>
                    <a:pt x="15745" y="2660"/>
                  </a:cubicBezTo>
                  <a:cubicBezTo>
                    <a:pt x="15143" y="2859"/>
                    <a:pt x="12395" y="3004"/>
                    <a:pt x="12195" y="3462"/>
                  </a:cubicBezTo>
                  <a:cubicBezTo>
                    <a:pt x="11708" y="4320"/>
                    <a:pt x="13570" y="4749"/>
                    <a:pt x="13570" y="5408"/>
                  </a:cubicBezTo>
                  <a:cubicBezTo>
                    <a:pt x="13570" y="5935"/>
                    <a:pt x="11995" y="6655"/>
                    <a:pt x="11364" y="6655"/>
                  </a:cubicBezTo>
                  <a:cubicBezTo>
                    <a:pt x="11309" y="6655"/>
                    <a:pt x="11261" y="6650"/>
                    <a:pt x="11222" y="6638"/>
                  </a:cubicBezTo>
                  <a:cubicBezTo>
                    <a:pt x="10879" y="6553"/>
                    <a:pt x="10563" y="5981"/>
                    <a:pt x="9933" y="5836"/>
                  </a:cubicBezTo>
                  <a:cubicBezTo>
                    <a:pt x="9833" y="5828"/>
                    <a:pt x="9742" y="5824"/>
                    <a:pt x="9657" y="5824"/>
                  </a:cubicBezTo>
                  <a:cubicBezTo>
                    <a:pt x="9157" y="5824"/>
                    <a:pt x="8881" y="5965"/>
                    <a:pt x="8417" y="6210"/>
                  </a:cubicBezTo>
                  <a:cubicBezTo>
                    <a:pt x="7959" y="6409"/>
                    <a:pt x="6841" y="7153"/>
                    <a:pt x="6699" y="7726"/>
                  </a:cubicBezTo>
                  <a:cubicBezTo>
                    <a:pt x="7284" y="7970"/>
                    <a:pt x="7869" y="8011"/>
                    <a:pt x="8470" y="8011"/>
                  </a:cubicBezTo>
                  <a:cubicBezTo>
                    <a:pt x="8770" y="8011"/>
                    <a:pt x="9074" y="8001"/>
                    <a:pt x="9383" y="8001"/>
                  </a:cubicBezTo>
                  <a:cubicBezTo>
                    <a:pt x="9546" y="8001"/>
                    <a:pt x="9710" y="8004"/>
                    <a:pt x="9876" y="8012"/>
                  </a:cubicBezTo>
                  <a:cubicBezTo>
                    <a:pt x="12195" y="8241"/>
                    <a:pt x="9646" y="9043"/>
                    <a:pt x="8760" y="9386"/>
                  </a:cubicBezTo>
                  <a:cubicBezTo>
                    <a:pt x="6784" y="10188"/>
                    <a:pt x="2062" y="10275"/>
                    <a:pt x="1574" y="13222"/>
                  </a:cubicBezTo>
                  <a:cubicBezTo>
                    <a:pt x="1427" y="13968"/>
                    <a:pt x="1561" y="14186"/>
                    <a:pt x="1818" y="14186"/>
                  </a:cubicBezTo>
                  <a:cubicBezTo>
                    <a:pt x="2181" y="14186"/>
                    <a:pt x="2790" y="13750"/>
                    <a:pt x="3198" y="13750"/>
                  </a:cubicBezTo>
                  <a:cubicBezTo>
                    <a:pt x="3289" y="13750"/>
                    <a:pt x="3370" y="13772"/>
                    <a:pt x="3436" y="13824"/>
                  </a:cubicBezTo>
                  <a:cubicBezTo>
                    <a:pt x="4036" y="14310"/>
                    <a:pt x="1574" y="15198"/>
                    <a:pt x="3436" y="15684"/>
                  </a:cubicBezTo>
                  <a:cubicBezTo>
                    <a:pt x="3454" y="15687"/>
                    <a:pt x="3475" y="15689"/>
                    <a:pt x="3499" y="15689"/>
                  </a:cubicBezTo>
                  <a:cubicBezTo>
                    <a:pt x="3841" y="15689"/>
                    <a:pt x="4741" y="15357"/>
                    <a:pt x="5217" y="15357"/>
                  </a:cubicBezTo>
                  <a:cubicBezTo>
                    <a:pt x="5547" y="15357"/>
                    <a:pt x="5673" y="15517"/>
                    <a:pt x="5268" y="16057"/>
                  </a:cubicBezTo>
                  <a:cubicBezTo>
                    <a:pt x="4867" y="16715"/>
                    <a:pt x="3092" y="16859"/>
                    <a:pt x="2405" y="17230"/>
                  </a:cubicBezTo>
                  <a:cubicBezTo>
                    <a:pt x="2062" y="17374"/>
                    <a:pt x="0" y="18318"/>
                    <a:pt x="0" y="18805"/>
                  </a:cubicBezTo>
                  <a:cubicBezTo>
                    <a:pt x="0" y="19147"/>
                    <a:pt x="221" y="19272"/>
                    <a:pt x="550" y="19272"/>
                  </a:cubicBezTo>
                  <a:cubicBezTo>
                    <a:pt x="1406" y="19272"/>
                    <a:pt x="2998" y="18422"/>
                    <a:pt x="3349" y="18318"/>
                  </a:cubicBezTo>
                  <a:cubicBezTo>
                    <a:pt x="4867" y="17947"/>
                    <a:pt x="5611" y="17718"/>
                    <a:pt x="6841" y="16715"/>
                  </a:cubicBezTo>
                  <a:cubicBezTo>
                    <a:pt x="8016" y="15684"/>
                    <a:pt x="9532" y="15485"/>
                    <a:pt x="10677" y="14596"/>
                  </a:cubicBezTo>
                  <a:cubicBezTo>
                    <a:pt x="11708" y="13882"/>
                    <a:pt x="12482" y="13080"/>
                    <a:pt x="13627" y="12737"/>
                  </a:cubicBezTo>
                  <a:cubicBezTo>
                    <a:pt x="13949" y="12611"/>
                    <a:pt x="14198" y="12554"/>
                    <a:pt x="14371" y="12554"/>
                  </a:cubicBezTo>
                  <a:cubicBezTo>
                    <a:pt x="14828" y="12554"/>
                    <a:pt x="14757" y="12949"/>
                    <a:pt x="14112" y="13508"/>
                  </a:cubicBezTo>
                  <a:cubicBezTo>
                    <a:pt x="13570" y="13966"/>
                    <a:pt x="11909" y="14596"/>
                    <a:pt x="13139" y="15054"/>
                  </a:cubicBezTo>
                  <a:cubicBezTo>
                    <a:pt x="13229" y="15081"/>
                    <a:pt x="13322" y="15093"/>
                    <a:pt x="13416" y="15093"/>
                  </a:cubicBezTo>
                  <a:cubicBezTo>
                    <a:pt x="14336" y="15093"/>
                    <a:pt x="15408" y="13924"/>
                    <a:pt x="16031" y="13508"/>
                  </a:cubicBezTo>
                  <a:cubicBezTo>
                    <a:pt x="16809" y="13033"/>
                    <a:pt x="17390" y="12575"/>
                    <a:pt x="18157" y="12575"/>
                  </a:cubicBezTo>
                  <a:cubicBezTo>
                    <a:pt x="18407" y="12575"/>
                    <a:pt x="18677" y="12624"/>
                    <a:pt x="18979" y="12737"/>
                  </a:cubicBezTo>
                  <a:cubicBezTo>
                    <a:pt x="20067" y="13080"/>
                    <a:pt x="21184" y="13366"/>
                    <a:pt x="22272" y="13737"/>
                  </a:cubicBezTo>
                  <a:cubicBezTo>
                    <a:pt x="24448" y="14539"/>
                    <a:pt x="25677" y="17058"/>
                    <a:pt x="25421" y="19550"/>
                  </a:cubicBezTo>
                  <a:cubicBezTo>
                    <a:pt x="25277" y="20550"/>
                    <a:pt x="24532" y="21554"/>
                    <a:pt x="24590" y="22584"/>
                  </a:cubicBezTo>
                  <a:cubicBezTo>
                    <a:pt x="24734" y="23585"/>
                    <a:pt x="25765" y="24329"/>
                    <a:pt x="26250" y="25188"/>
                  </a:cubicBezTo>
                  <a:cubicBezTo>
                    <a:pt x="26509" y="25619"/>
                    <a:pt x="27395" y="28023"/>
                    <a:pt x="26795" y="28367"/>
                  </a:cubicBezTo>
                  <a:cubicBezTo>
                    <a:pt x="26740" y="28393"/>
                    <a:pt x="26688" y="28405"/>
                    <a:pt x="26638" y="28405"/>
                  </a:cubicBezTo>
                  <a:cubicBezTo>
                    <a:pt x="25992" y="28405"/>
                    <a:pt x="25793" y="26313"/>
                    <a:pt x="25421" y="26047"/>
                  </a:cubicBezTo>
                  <a:cubicBezTo>
                    <a:pt x="25224" y="25931"/>
                    <a:pt x="25045" y="25881"/>
                    <a:pt x="24887" y="25881"/>
                  </a:cubicBezTo>
                  <a:cubicBezTo>
                    <a:pt x="24267" y="25881"/>
                    <a:pt x="23990" y="26661"/>
                    <a:pt x="24333" y="27279"/>
                  </a:cubicBezTo>
                  <a:cubicBezTo>
                    <a:pt x="24791" y="28367"/>
                    <a:pt x="25563" y="28165"/>
                    <a:pt x="25020" y="29597"/>
                  </a:cubicBezTo>
                  <a:cubicBezTo>
                    <a:pt x="24590" y="30542"/>
                    <a:pt x="23990" y="31630"/>
                    <a:pt x="23445" y="32516"/>
                  </a:cubicBezTo>
                  <a:cubicBezTo>
                    <a:pt x="22758" y="33749"/>
                    <a:pt x="21642" y="34092"/>
                    <a:pt x="20841" y="35123"/>
                  </a:cubicBezTo>
                  <a:cubicBezTo>
                    <a:pt x="19925" y="36123"/>
                    <a:pt x="20696" y="37355"/>
                    <a:pt x="20154" y="38443"/>
                  </a:cubicBezTo>
                  <a:cubicBezTo>
                    <a:pt x="19810" y="39245"/>
                    <a:pt x="18578" y="39387"/>
                    <a:pt x="18436" y="40417"/>
                  </a:cubicBezTo>
                  <a:cubicBezTo>
                    <a:pt x="18349" y="41047"/>
                    <a:pt x="18979" y="42279"/>
                    <a:pt x="19180" y="43024"/>
                  </a:cubicBezTo>
                  <a:cubicBezTo>
                    <a:pt x="19322" y="43738"/>
                    <a:pt x="19380" y="44455"/>
                    <a:pt x="19380" y="45199"/>
                  </a:cubicBezTo>
                  <a:lnTo>
                    <a:pt x="19322" y="44913"/>
                  </a:lnTo>
                  <a:lnTo>
                    <a:pt x="19322" y="44913"/>
                  </a:lnTo>
                  <a:cubicBezTo>
                    <a:pt x="19380" y="45543"/>
                    <a:pt x="19123" y="47001"/>
                    <a:pt x="19524" y="47432"/>
                  </a:cubicBezTo>
                  <a:cubicBezTo>
                    <a:pt x="19810" y="47718"/>
                    <a:pt x="20410" y="47661"/>
                    <a:pt x="20696" y="47803"/>
                  </a:cubicBezTo>
                  <a:cubicBezTo>
                    <a:pt x="21299" y="48234"/>
                    <a:pt x="21241" y="48463"/>
                    <a:pt x="21498" y="49035"/>
                  </a:cubicBezTo>
                  <a:cubicBezTo>
                    <a:pt x="21841" y="50036"/>
                    <a:pt x="22414" y="50924"/>
                    <a:pt x="22272" y="52012"/>
                  </a:cubicBezTo>
                  <a:cubicBezTo>
                    <a:pt x="22185" y="52356"/>
                    <a:pt x="21929" y="52956"/>
                    <a:pt x="21986" y="53299"/>
                  </a:cubicBezTo>
                  <a:cubicBezTo>
                    <a:pt x="22128" y="54044"/>
                    <a:pt x="22529" y="53815"/>
                    <a:pt x="22758" y="54330"/>
                  </a:cubicBezTo>
                  <a:cubicBezTo>
                    <a:pt x="23303" y="55562"/>
                    <a:pt x="22272" y="56192"/>
                    <a:pt x="22329" y="57135"/>
                  </a:cubicBezTo>
                  <a:cubicBezTo>
                    <a:pt x="22471" y="58081"/>
                    <a:pt x="23445" y="57937"/>
                    <a:pt x="23903" y="58367"/>
                  </a:cubicBezTo>
                  <a:cubicBezTo>
                    <a:pt x="24448" y="58825"/>
                    <a:pt x="24390" y="59112"/>
                    <a:pt x="24590" y="59826"/>
                  </a:cubicBezTo>
                  <a:cubicBezTo>
                    <a:pt x="24734" y="60486"/>
                    <a:pt x="25277" y="62231"/>
                    <a:pt x="26250" y="62288"/>
                  </a:cubicBezTo>
                  <a:cubicBezTo>
                    <a:pt x="27539" y="62288"/>
                    <a:pt x="26250" y="60543"/>
                    <a:pt x="26021" y="59971"/>
                  </a:cubicBezTo>
                  <a:cubicBezTo>
                    <a:pt x="25677" y="59169"/>
                    <a:pt x="25765" y="58367"/>
                    <a:pt x="25563" y="57566"/>
                  </a:cubicBezTo>
                  <a:cubicBezTo>
                    <a:pt x="25277" y="56707"/>
                    <a:pt x="24590" y="56048"/>
                    <a:pt x="24390" y="55189"/>
                  </a:cubicBezTo>
                  <a:cubicBezTo>
                    <a:pt x="24333" y="54760"/>
                    <a:pt x="24448" y="54330"/>
                    <a:pt x="24390" y="53959"/>
                  </a:cubicBezTo>
                  <a:cubicBezTo>
                    <a:pt x="24189" y="53386"/>
                    <a:pt x="23761" y="53242"/>
                    <a:pt x="23559" y="52727"/>
                  </a:cubicBezTo>
                  <a:cubicBezTo>
                    <a:pt x="23303" y="52154"/>
                    <a:pt x="23216" y="51268"/>
                    <a:pt x="24047" y="51124"/>
                  </a:cubicBezTo>
                  <a:lnTo>
                    <a:pt x="24189" y="51066"/>
                  </a:lnTo>
                  <a:cubicBezTo>
                    <a:pt x="24306" y="51048"/>
                    <a:pt x="24415" y="51039"/>
                    <a:pt x="24516" y="51039"/>
                  </a:cubicBezTo>
                  <a:cubicBezTo>
                    <a:pt x="25643" y="51039"/>
                    <a:pt x="25765" y="52159"/>
                    <a:pt x="25765" y="53157"/>
                  </a:cubicBezTo>
                  <a:cubicBezTo>
                    <a:pt x="25765" y="54330"/>
                    <a:pt x="25906" y="54760"/>
                    <a:pt x="26509" y="55848"/>
                  </a:cubicBezTo>
                  <a:cubicBezTo>
                    <a:pt x="27139" y="56792"/>
                    <a:pt x="27196" y="57795"/>
                    <a:pt x="27624" y="58738"/>
                  </a:cubicBezTo>
                  <a:cubicBezTo>
                    <a:pt x="28169" y="59913"/>
                    <a:pt x="29200" y="60628"/>
                    <a:pt x="29800" y="61773"/>
                  </a:cubicBezTo>
                  <a:cubicBezTo>
                    <a:pt x="30201" y="62574"/>
                    <a:pt x="31117" y="63749"/>
                    <a:pt x="31174" y="64693"/>
                  </a:cubicBezTo>
                  <a:cubicBezTo>
                    <a:pt x="31231" y="65781"/>
                    <a:pt x="30288" y="66268"/>
                    <a:pt x="30688" y="67356"/>
                  </a:cubicBezTo>
                  <a:cubicBezTo>
                    <a:pt x="31117" y="68586"/>
                    <a:pt x="33150" y="69188"/>
                    <a:pt x="34124" y="70104"/>
                  </a:cubicBezTo>
                  <a:cubicBezTo>
                    <a:pt x="35211" y="71192"/>
                    <a:pt x="36384" y="71277"/>
                    <a:pt x="37758" y="71792"/>
                  </a:cubicBezTo>
                  <a:cubicBezTo>
                    <a:pt x="38567" y="72035"/>
                    <a:pt x="39074" y="72159"/>
                    <a:pt x="39595" y="72159"/>
                  </a:cubicBezTo>
                  <a:cubicBezTo>
                    <a:pt x="39996" y="72159"/>
                    <a:pt x="40404" y="72086"/>
                    <a:pt x="40964" y="71936"/>
                  </a:cubicBezTo>
                  <a:cubicBezTo>
                    <a:pt x="41291" y="71860"/>
                    <a:pt x="41629" y="71819"/>
                    <a:pt x="41960" y="71819"/>
                  </a:cubicBezTo>
                  <a:cubicBezTo>
                    <a:pt x="42878" y="71819"/>
                    <a:pt x="43753" y="72138"/>
                    <a:pt x="44257" y="72937"/>
                  </a:cubicBezTo>
                  <a:cubicBezTo>
                    <a:pt x="44457" y="73368"/>
                    <a:pt x="44200" y="73654"/>
                    <a:pt x="44601" y="74112"/>
                  </a:cubicBezTo>
                  <a:cubicBezTo>
                    <a:pt x="44887" y="74398"/>
                    <a:pt x="45487" y="74598"/>
                    <a:pt x="45918" y="74742"/>
                  </a:cubicBezTo>
                  <a:cubicBezTo>
                    <a:pt x="46948" y="75342"/>
                    <a:pt x="47892" y="75399"/>
                    <a:pt x="48922" y="75772"/>
                  </a:cubicBezTo>
                  <a:cubicBezTo>
                    <a:pt x="50010" y="76143"/>
                    <a:pt x="49525" y="76860"/>
                    <a:pt x="50354" y="77433"/>
                  </a:cubicBezTo>
                  <a:cubicBezTo>
                    <a:pt x="50448" y="77496"/>
                    <a:pt x="50557" y="77513"/>
                    <a:pt x="50674" y="77513"/>
                  </a:cubicBezTo>
                  <a:cubicBezTo>
                    <a:pt x="50820" y="77513"/>
                    <a:pt x="50976" y="77486"/>
                    <a:pt x="51127" y="77486"/>
                  </a:cubicBezTo>
                  <a:cubicBezTo>
                    <a:pt x="51294" y="77486"/>
                    <a:pt x="51455" y="77519"/>
                    <a:pt x="51586" y="77662"/>
                  </a:cubicBezTo>
                  <a:cubicBezTo>
                    <a:pt x="52216" y="78376"/>
                    <a:pt x="51384" y="78234"/>
                    <a:pt x="51242" y="78750"/>
                  </a:cubicBezTo>
                  <a:cubicBezTo>
                    <a:pt x="50899" y="80266"/>
                    <a:pt x="51929" y="80410"/>
                    <a:pt x="52903" y="81124"/>
                  </a:cubicBezTo>
                  <a:cubicBezTo>
                    <a:pt x="53704" y="81697"/>
                    <a:pt x="54334" y="82929"/>
                    <a:pt x="55422" y="83243"/>
                  </a:cubicBezTo>
                  <a:cubicBezTo>
                    <a:pt x="55492" y="83258"/>
                    <a:pt x="55562" y="83265"/>
                    <a:pt x="55631" y="83265"/>
                  </a:cubicBezTo>
                  <a:cubicBezTo>
                    <a:pt x="56700" y="83265"/>
                    <a:pt x="57574" y="81531"/>
                    <a:pt x="58285" y="81531"/>
                  </a:cubicBezTo>
                  <a:cubicBezTo>
                    <a:pt x="58383" y="81531"/>
                    <a:pt x="58479" y="81564"/>
                    <a:pt x="58571" y="81640"/>
                  </a:cubicBezTo>
                  <a:lnTo>
                    <a:pt x="58456" y="81498"/>
                  </a:lnTo>
                  <a:lnTo>
                    <a:pt x="58456" y="81498"/>
                  </a:lnTo>
                  <a:cubicBezTo>
                    <a:pt x="59143" y="82070"/>
                    <a:pt x="59487" y="83444"/>
                    <a:pt x="59743" y="84246"/>
                  </a:cubicBezTo>
                  <a:cubicBezTo>
                    <a:pt x="60087" y="85105"/>
                    <a:pt x="60087" y="85849"/>
                    <a:pt x="60030" y="86793"/>
                  </a:cubicBezTo>
                  <a:cubicBezTo>
                    <a:pt x="59945" y="88224"/>
                    <a:pt x="59801" y="89170"/>
                    <a:pt x="58800" y="90113"/>
                  </a:cubicBezTo>
                  <a:cubicBezTo>
                    <a:pt x="58312" y="90486"/>
                    <a:pt x="58026" y="90686"/>
                    <a:pt x="57769" y="91144"/>
                  </a:cubicBezTo>
                  <a:cubicBezTo>
                    <a:pt x="57682" y="91258"/>
                    <a:pt x="57884" y="91632"/>
                    <a:pt x="57769" y="91774"/>
                  </a:cubicBezTo>
                  <a:cubicBezTo>
                    <a:pt x="57568" y="92060"/>
                    <a:pt x="57224" y="92003"/>
                    <a:pt x="57082" y="92204"/>
                  </a:cubicBezTo>
                  <a:cubicBezTo>
                    <a:pt x="55965" y="93377"/>
                    <a:pt x="55163" y="95181"/>
                    <a:pt x="56052" y="96842"/>
                  </a:cubicBezTo>
                  <a:cubicBezTo>
                    <a:pt x="56109" y="97071"/>
                    <a:pt x="56739" y="97643"/>
                    <a:pt x="56739" y="97643"/>
                  </a:cubicBezTo>
                  <a:cubicBezTo>
                    <a:pt x="56881" y="98529"/>
                    <a:pt x="56594" y="98158"/>
                    <a:pt x="56109" y="98587"/>
                  </a:cubicBezTo>
                  <a:cubicBezTo>
                    <a:pt x="55422" y="99246"/>
                    <a:pt x="55422" y="98674"/>
                    <a:pt x="55365" y="99762"/>
                  </a:cubicBezTo>
                  <a:cubicBezTo>
                    <a:pt x="55307" y="100105"/>
                    <a:pt x="55422" y="100907"/>
                    <a:pt x="55507" y="101278"/>
                  </a:cubicBezTo>
                  <a:cubicBezTo>
                    <a:pt x="55708" y="102709"/>
                    <a:pt x="56594" y="102281"/>
                    <a:pt x="57281" y="103453"/>
                  </a:cubicBezTo>
                  <a:cubicBezTo>
                    <a:pt x="58170" y="104827"/>
                    <a:pt x="58227" y="106201"/>
                    <a:pt x="59400" y="107433"/>
                  </a:cubicBezTo>
                  <a:cubicBezTo>
                    <a:pt x="61319" y="109465"/>
                    <a:pt x="61461" y="113244"/>
                    <a:pt x="63923" y="114904"/>
                  </a:cubicBezTo>
                  <a:cubicBezTo>
                    <a:pt x="65155" y="115705"/>
                    <a:pt x="66327" y="115476"/>
                    <a:pt x="67415" y="116708"/>
                  </a:cubicBezTo>
                  <a:cubicBezTo>
                    <a:pt x="68045" y="117366"/>
                    <a:pt x="69277" y="118083"/>
                    <a:pt x="69534" y="118884"/>
                  </a:cubicBezTo>
                  <a:cubicBezTo>
                    <a:pt x="69763" y="119599"/>
                    <a:pt x="69621" y="120831"/>
                    <a:pt x="69678" y="121575"/>
                  </a:cubicBezTo>
                  <a:cubicBezTo>
                    <a:pt x="69678" y="122519"/>
                    <a:pt x="69763" y="123435"/>
                    <a:pt x="69763" y="124380"/>
                  </a:cubicBezTo>
                  <a:lnTo>
                    <a:pt x="69763" y="125324"/>
                  </a:lnTo>
                  <a:lnTo>
                    <a:pt x="69621" y="125411"/>
                  </a:lnTo>
                  <a:cubicBezTo>
                    <a:pt x="69534" y="127300"/>
                    <a:pt x="70221" y="128961"/>
                    <a:pt x="70450" y="130763"/>
                  </a:cubicBezTo>
                  <a:cubicBezTo>
                    <a:pt x="70651" y="132710"/>
                    <a:pt x="70221" y="134828"/>
                    <a:pt x="70507" y="136862"/>
                  </a:cubicBezTo>
                  <a:cubicBezTo>
                    <a:pt x="70709" y="138149"/>
                    <a:pt x="70766" y="139466"/>
                    <a:pt x="70766" y="140840"/>
                  </a:cubicBezTo>
                  <a:cubicBezTo>
                    <a:pt x="70766" y="142072"/>
                    <a:pt x="70163" y="143072"/>
                    <a:pt x="70308" y="144160"/>
                  </a:cubicBezTo>
                  <a:cubicBezTo>
                    <a:pt x="70365" y="145248"/>
                    <a:pt x="71109" y="146194"/>
                    <a:pt x="71251" y="147282"/>
                  </a:cubicBezTo>
                  <a:cubicBezTo>
                    <a:pt x="71338" y="147939"/>
                    <a:pt x="71338" y="148885"/>
                    <a:pt x="71682" y="149457"/>
                  </a:cubicBezTo>
                  <a:cubicBezTo>
                    <a:pt x="72025" y="150115"/>
                    <a:pt x="72083" y="149828"/>
                    <a:pt x="72568" y="150172"/>
                  </a:cubicBezTo>
                  <a:cubicBezTo>
                    <a:pt x="74487" y="151718"/>
                    <a:pt x="74201" y="155469"/>
                    <a:pt x="75232" y="157645"/>
                  </a:cubicBezTo>
                  <a:cubicBezTo>
                    <a:pt x="75632" y="158675"/>
                    <a:pt x="75717" y="159477"/>
                    <a:pt x="75976" y="160393"/>
                  </a:cubicBezTo>
                  <a:cubicBezTo>
                    <a:pt x="76319" y="161565"/>
                    <a:pt x="77492" y="162710"/>
                    <a:pt x="78179" y="163798"/>
                  </a:cubicBezTo>
                  <a:cubicBezTo>
                    <a:pt x="78696" y="164616"/>
                    <a:pt x="79164" y="165160"/>
                    <a:pt x="79901" y="165160"/>
                  </a:cubicBezTo>
                  <a:cubicBezTo>
                    <a:pt x="80144" y="165160"/>
                    <a:pt x="80416" y="165101"/>
                    <a:pt x="80728" y="164973"/>
                  </a:cubicBezTo>
                  <a:cubicBezTo>
                    <a:pt x="81083" y="164861"/>
                    <a:pt x="81213" y="164407"/>
                    <a:pt x="81600" y="164407"/>
                  </a:cubicBezTo>
                  <a:cubicBezTo>
                    <a:pt x="81713" y="164407"/>
                    <a:pt x="81847" y="164446"/>
                    <a:pt x="82015" y="164542"/>
                  </a:cubicBezTo>
                  <a:cubicBezTo>
                    <a:pt x="82503" y="164829"/>
                    <a:pt x="82560" y="165630"/>
                    <a:pt x="82904" y="166061"/>
                  </a:cubicBezTo>
                  <a:cubicBezTo>
                    <a:pt x="83379" y="166813"/>
                    <a:pt x="83921" y="167015"/>
                    <a:pt x="84685" y="167015"/>
                  </a:cubicBezTo>
                  <a:cubicBezTo>
                    <a:pt x="84793" y="167015"/>
                    <a:pt x="84905" y="167011"/>
                    <a:pt x="85022" y="167004"/>
                  </a:cubicBezTo>
                  <a:cubicBezTo>
                    <a:pt x="85229" y="167004"/>
                    <a:pt x="85443" y="167051"/>
                    <a:pt x="85635" y="167051"/>
                  </a:cubicBezTo>
                  <a:cubicBezTo>
                    <a:pt x="85840" y="167051"/>
                    <a:pt x="86019" y="166998"/>
                    <a:pt x="86137" y="166775"/>
                  </a:cubicBezTo>
                  <a:cubicBezTo>
                    <a:pt x="86481" y="165917"/>
                    <a:pt x="85565" y="166118"/>
                    <a:pt x="85164" y="165917"/>
                  </a:cubicBezTo>
                  <a:cubicBezTo>
                    <a:pt x="84278" y="165488"/>
                    <a:pt x="83533" y="165030"/>
                    <a:pt x="82988" y="164114"/>
                  </a:cubicBezTo>
                  <a:cubicBezTo>
                    <a:pt x="82702" y="163599"/>
                    <a:pt x="82645" y="163084"/>
                    <a:pt x="82301" y="162653"/>
                  </a:cubicBezTo>
                  <a:cubicBezTo>
                    <a:pt x="81816" y="161939"/>
                    <a:pt x="81529" y="161996"/>
                    <a:pt x="81529" y="160993"/>
                  </a:cubicBezTo>
                  <a:cubicBezTo>
                    <a:pt x="81614" y="158675"/>
                    <a:pt x="84278" y="157787"/>
                    <a:pt x="81729" y="156271"/>
                  </a:cubicBezTo>
                  <a:cubicBezTo>
                    <a:pt x="80842" y="155698"/>
                    <a:pt x="80155" y="155267"/>
                    <a:pt x="80984" y="154180"/>
                  </a:cubicBezTo>
                  <a:cubicBezTo>
                    <a:pt x="81271" y="153751"/>
                    <a:pt x="81816" y="153751"/>
                    <a:pt x="82015" y="153236"/>
                  </a:cubicBezTo>
                  <a:cubicBezTo>
                    <a:pt x="82159" y="152863"/>
                    <a:pt x="81873" y="152290"/>
                    <a:pt x="82015" y="151862"/>
                  </a:cubicBezTo>
                  <a:cubicBezTo>
                    <a:pt x="82358" y="150630"/>
                    <a:pt x="83247" y="150774"/>
                    <a:pt x="81958" y="149886"/>
                  </a:cubicBezTo>
                  <a:cubicBezTo>
                    <a:pt x="81058" y="149356"/>
                    <a:pt x="80403" y="148582"/>
                    <a:pt x="81621" y="148582"/>
                  </a:cubicBezTo>
                  <a:cubicBezTo>
                    <a:pt x="81720" y="148582"/>
                    <a:pt x="81832" y="148588"/>
                    <a:pt x="81958" y="148599"/>
                  </a:cubicBezTo>
                  <a:cubicBezTo>
                    <a:pt x="82364" y="148621"/>
                    <a:pt x="82650" y="148706"/>
                    <a:pt x="82851" y="148706"/>
                  </a:cubicBezTo>
                  <a:cubicBezTo>
                    <a:pt x="83161" y="148706"/>
                    <a:pt x="83270" y="148505"/>
                    <a:pt x="83304" y="147568"/>
                  </a:cubicBezTo>
                  <a:cubicBezTo>
                    <a:pt x="83304" y="146423"/>
                    <a:pt x="82560" y="145392"/>
                    <a:pt x="84220" y="145335"/>
                  </a:cubicBezTo>
                  <a:cubicBezTo>
                    <a:pt x="84292" y="145329"/>
                    <a:pt x="84364" y="145327"/>
                    <a:pt x="84436" y="145327"/>
                  </a:cubicBezTo>
                  <a:cubicBezTo>
                    <a:pt x="84891" y="145327"/>
                    <a:pt x="85335" y="145428"/>
                    <a:pt x="85761" y="145428"/>
                  </a:cubicBezTo>
                  <a:cubicBezTo>
                    <a:pt x="86279" y="145428"/>
                    <a:pt x="86771" y="145279"/>
                    <a:pt x="87225" y="144618"/>
                  </a:cubicBezTo>
                  <a:cubicBezTo>
                    <a:pt x="87770" y="143874"/>
                    <a:pt x="87569" y="142587"/>
                    <a:pt x="87225" y="141785"/>
                  </a:cubicBezTo>
                  <a:cubicBezTo>
                    <a:pt x="86789" y="140809"/>
                    <a:pt x="85637" y="139946"/>
                    <a:pt x="86794" y="139946"/>
                  </a:cubicBezTo>
                  <a:cubicBezTo>
                    <a:pt x="86925" y="139946"/>
                    <a:pt x="87087" y="139957"/>
                    <a:pt x="87282" y="139981"/>
                  </a:cubicBezTo>
                  <a:cubicBezTo>
                    <a:pt x="87817" y="140018"/>
                    <a:pt x="88209" y="140186"/>
                    <a:pt x="88673" y="140186"/>
                  </a:cubicBezTo>
                  <a:cubicBezTo>
                    <a:pt x="88930" y="140186"/>
                    <a:pt x="89208" y="140134"/>
                    <a:pt x="89545" y="139981"/>
                  </a:cubicBezTo>
                  <a:cubicBezTo>
                    <a:pt x="90660" y="139610"/>
                    <a:pt x="90232" y="139610"/>
                    <a:pt x="90518" y="138751"/>
                  </a:cubicBezTo>
                  <a:cubicBezTo>
                    <a:pt x="90660" y="138378"/>
                    <a:pt x="90717" y="138091"/>
                    <a:pt x="90862" y="137720"/>
                  </a:cubicBezTo>
                  <a:cubicBezTo>
                    <a:pt x="91004" y="137434"/>
                    <a:pt x="91347" y="137148"/>
                    <a:pt x="91462" y="136575"/>
                  </a:cubicBezTo>
                  <a:cubicBezTo>
                    <a:pt x="91748" y="135259"/>
                    <a:pt x="91950" y="134457"/>
                    <a:pt x="92836" y="133454"/>
                  </a:cubicBezTo>
                  <a:cubicBezTo>
                    <a:pt x="94210" y="132080"/>
                    <a:pt x="94840" y="131278"/>
                    <a:pt x="94553" y="129160"/>
                  </a:cubicBezTo>
                  <a:cubicBezTo>
                    <a:pt x="94354" y="127300"/>
                    <a:pt x="94354" y="127213"/>
                    <a:pt x="95641" y="125984"/>
                  </a:cubicBezTo>
                  <a:lnTo>
                    <a:pt x="95641" y="125984"/>
                  </a:lnTo>
                  <a:lnTo>
                    <a:pt x="95298" y="126213"/>
                  </a:lnTo>
                  <a:cubicBezTo>
                    <a:pt x="96901" y="124094"/>
                    <a:pt x="100107" y="125697"/>
                    <a:pt x="101538" y="123606"/>
                  </a:cubicBezTo>
                  <a:cubicBezTo>
                    <a:pt x="102168" y="122663"/>
                    <a:pt x="102427" y="121346"/>
                    <a:pt x="102855" y="120343"/>
                  </a:cubicBezTo>
                  <a:cubicBezTo>
                    <a:pt x="103343" y="119255"/>
                    <a:pt x="104087" y="118025"/>
                    <a:pt x="104145" y="116793"/>
                  </a:cubicBezTo>
                  <a:cubicBezTo>
                    <a:pt x="104145" y="115048"/>
                    <a:pt x="102855" y="112442"/>
                    <a:pt x="103744" y="110839"/>
                  </a:cubicBezTo>
                  <a:cubicBezTo>
                    <a:pt x="104000" y="110324"/>
                    <a:pt x="104488" y="110124"/>
                    <a:pt x="104889" y="109751"/>
                  </a:cubicBezTo>
                  <a:cubicBezTo>
                    <a:pt x="105603" y="109037"/>
                    <a:pt x="105461" y="108579"/>
                    <a:pt x="105805" y="107720"/>
                  </a:cubicBezTo>
                  <a:cubicBezTo>
                    <a:pt x="106263" y="106430"/>
                    <a:pt x="107637" y="106059"/>
                    <a:pt x="107866" y="104598"/>
                  </a:cubicBezTo>
                  <a:cubicBezTo>
                    <a:pt x="107981" y="103739"/>
                    <a:pt x="107923" y="102510"/>
                    <a:pt x="107779" y="101621"/>
                  </a:cubicBezTo>
                  <a:cubicBezTo>
                    <a:pt x="107722" y="101193"/>
                    <a:pt x="107580" y="100563"/>
                    <a:pt x="107294" y="100190"/>
                  </a:cubicBezTo>
                  <a:cubicBezTo>
                    <a:pt x="107002" y="99808"/>
                    <a:pt x="106866" y="99728"/>
                    <a:pt x="106689" y="99728"/>
                  </a:cubicBezTo>
                  <a:cubicBezTo>
                    <a:pt x="106563" y="99728"/>
                    <a:pt x="106416" y="99768"/>
                    <a:pt x="106177" y="99768"/>
                  </a:cubicBezTo>
                  <a:cubicBezTo>
                    <a:pt x="106124" y="99768"/>
                    <a:pt x="106067" y="99766"/>
                    <a:pt x="106004" y="99762"/>
                  </a:cubicBezTo>
                  <a:cubicBezTo>
                    <a:pt x="104832" y="99617"/>
                    <a:pt x="104488" y="98960"/>
                    <a:pt x="103542" y="98243"/>
                  </a:cubicBezTo>
                  <a:cubicBezTo>
                    <a:pt x="102370" y="97442"/>
                    <a:pt x="101538" y="97155"/>
                    <a:pt x="100164" y="97013"/>
                  </a:cubicBezTo>
                  <a:cubicBezTo>
                    <a:pt x="99764" y="96926"/>
                    <a:pt x="99363" y="96842"/>
                    <a:pt x="98934" y="96784"/>
                  </a:cubicBezTo>
                  <a:cubicBezTo>
                    <a:pt x="98772" y="96755"/>
                    <a:pt x="98629" y="96746"/>
                    <a:pt x="98494" y="96746"/>
                  </a:cubicBezTo>
                  <a:cubicBezTo>
                    <a:pt x="98225" y="96746"/>
                    <a:pt x="97989" y="96784"/>
                    <a:pt x="97702" y="96784"/>
                  </a:cubicBezTo>
                  <a:cubicBezTo>
                    <a:pt x="96615" y="96640"/>
                    <a:pt x="96958" y="96354"/>
                    <a:pt x="96328" y="95697"/>
                  </a:cubicBezTo>
                  <a:cubicBezTo>
                    <a:pt x="95870" y="95181"/>
                    <a:pt x="94897" y="94666"/>
                    <a:pt x="94267" y="94551"/>
                  </a:cubicBezTo>
                  <a:cubicBezTo>
                    <a:pt x="94134" y="94527"/>
                    <a:pt x="94018" y="94517"/>
                    <a:pt x="93916" y="94517"/>
                  </a:cubicBezTo>
                  <a:cubicBezTo>
                    <a:pt x="93293" y="94517"/>
                    <a:pt x="93157" y="94907"/>
                    <a:pt x="92492" y="94980"/>
                  </a:cubicBezTo>
                  <a:cubicBezTo>
                    <a:pt x="92435" y="94551"/>
                    <a:pt x="92435" y="94036"/>
                    <a:pt x="92149" y="93663"/>
                  </a:cubicBezTo>
                  <a:lnTo>
                    <a:pt x="92092" y="93434"/>
                  </a:lnTo>
                  <a:cubicBezTo>
                    <a:pt x="91405" y="92662"/>
                    <a:pt x="90919" y="93090"/>
                    <a:pt x="90660" y="91861"/>
                  </a:cubicBezTo>
                  <a:cubicBezTo>
                    <a:pt x="90575" y="91487"/>
                    <a:pt x="90717" y="91059"/>
                    <a:pt x="90660" y="90773"/>
                  </a:cubicBezTo>
                  <a:cubicBezTo>
                    <a:pt x="90431" y="90342"/>
                    <a:pt x="89973" y="90342"/>
                    <a:pt x="89831" y="89884"/>
                  </a:cubicBezTo>
                  <a:cubicBezTo>
                    <a:pt x="89545" y="89170"/>
                    <a:pt x="89973" y="88368"/>
                    <a:pt x="89545" y="87594"/>
                  </a:cubicBezTo>
                  <a:cubicBezTo>
                    <a:pt x="89201" y="86937"/>
                    <a:pt x="88256" y="86193"/>
                    <a:pt x="87626" y="85849"/>
                  </a:cubicBezTo>
                  <a:cubicBezTo>
                    <a:pt x="85450" y="84475"/>
                    <a:pt x="82988" y="86135"/>
                    <a:pt x="81472" y="83815"/>
                  </a:cubicBezTo>
                  <a:cubicBezTo>
                    <a:pt x="80785" y="82785"/>
                    <a:pt x="80499" y="82441"/>
                    <a:pt x="79553" y="81841"/>
                  </a:cubicBezTo>
                  <a:cubicBezTo>
                    <a:pt x="78866" y="81411"/>
                    <a:pt x="78236" y="80609"/>
                    <a:pt x="77636" y="80037"/>
                  </a:cubicBezTo>
                  <a:cubicBezTo>
                    <a:pt x="76910" y="79333"/>
                    <a:pt x="76726" y="78963"/>
                    <a:pt x="76144" y="78963"/>
                  </a:cubicBezTo>
                  <a:cubicBezTo>
                    <a:pt x="75946" y="78963"/>
                    <a:pt x="75701" y="79006"/>
                    <a:pt x="75374" y="79093"/>
                  </a:cubicBezTo>
                  <a:cubicBezTo>
                    <a:pt x="74830" y="79279"/>
                    <a:pt x="74350" y="79371"/>
                    <a:pt x="73853" y="79371"/>
                  </a:cubicBezTo>
                  <a:cubicBezTo>
                    <a:pt x="73356" y="79371"/>
                    <a:pt x="72841" y="79279"/>
                    <a:pt x="72225" y="79093"/>
                  </a:cubicBezTo>
                  <a:cubicBezTo>
                    <a:pt x="71682" y="78949"/>
                    <a:pt x="71109" y="78892"/>
                    <a:pt x="70651" y="78663"/>
                  </a:cubicBezTo>
                  <a:cubicBezTo>
                    <a:pt x="70163" y="78434"/>
                    <a:pt x="69621" y="77861"/>
                    <a:pt x="69076" y="77719"/>
                  </a:cubicBezTo>
                  <a:cubicBezTo>
                    <a:pt x="69021" y="77711"/>
                    <a:pt x="68969" y="77707"/>
                    <a:pt x="68917" y="77707"/>
                  </a:cubicBezTo>
                  <a:cubicBezTo>
                    <a:pt x="68169" y="77707"/>
                    <a:pt x="67707" y="78504"/>
                    <a:pt x="67025" y="78504"/>
                  </a:cubicBezTo>
                  <a:cubicBezTo>
                    <a:pt x="66914" y="78504"/>
                    <a:pt x="66796" y="78483"/>
                    <a:pt x="66671" y="78434"/>
                  </a:cubicBezTo>
                  <a:cubicBezTo>
                    <a:pt x="66728" y="78147"/>
                    <a:pt x="67502" y="77433"/>
                    <a:pt x="67159" y="77059"/>
                  </a:cubicBezTo>
                  <a:cubicBezTo>
                    <a:pt x="67114" y="77003"/>
                    <a:pt x="67043" y="76980"/>
                    <a:pt x="66957" y="76980"/>
                  </a:cubicBezTo>
                  <a:cubicBezTo>
                    <a:pt x="66606" y="76980"/>
                    <a:pt x="66002" y="77363"/>
                    <a:pt x="65842" y="77433"/>
                  </a:cubicBezTo>
                  <a:cubicBezTo>
                    <a:pt x="64896" y="77948"/>
                    <a:pt x="63437" y="78090"/>
                    <a:pt x="62693" y="78663"/>
                  </a:cubicBezTo>
                  <a:cubicBezTo>
                    <a:pt x="61747" y="79379"/>
                    <a:pt x="62063" y="81411"/>
                    <a:pt x="61060" y="81697"/>
                  </a:cubicBezTo>
                  <a:cubicBezTo>
                    <a:pt x="60918" y="81743"/>
                    <a:pt x="60800" y="81764"/>
                    <a:pt x="60702" y="81764"/>
                  </a:cubicBezTo>
                  <a:cubicBezTo>
                    <a:pt x="60133" y="81764"/>
                    <a:pt x="60230" y="81070"/>
                    <a:pt x="59888" y="80753"/>
                  </a:cubicBezTo>
                  <a:cubicBezTo>
                    <a:pt x="59591" y="80544"/>
                    <a:pt x="59326" y="80463"/>
                    <a:pt x="59009" y="80463"/>
                  </a:cubicBezTo>
                  <a:cubicBezTo>
                    <a:pt x="58806" y="80463"/>
                    <a:pt x="58581" y="80496"/>
                    <a:pt x="58312" y="80552"/>
                  </a:cubicBezTo>
                  <a:lnTo>
                    <a:pt x="58312" y="80696"/>
                  </a:lnTo>
                  <a:cubicBezTo>
                    <a:pt x="58170" y="80627"/>
                    <a:pt x="58033" y="80599"/>
                    <a:pt x="57899" y="80599"/>
                  </a:cubicBezTo>
                  <a:cubicBezTo>
                    <a:pt x="57266" y="80599"/>
                    <a:pt x="56702" y="81235"/>
                    <a:pt x="55997" y="81235"/>
                  </a:cubicBezTo>
                  <a:cubicBezTo>
                    <a:pt x="55922" y="81235"/>
                    <a:pt x="55844" y="81228"/>
                    <a:pt x="55765" y="81211"/>
                  </a:cubicBezTo>
                  <a:cubicBezTo>
                    <a:pt x="55021" y="80982"/>
                    <a:pt x="55078" y="80696"/>
                    <a:pt x="54533" y="80124"/>
                  </a:cubicBezTo>
                  <a:cubicBezTo>
                    <a:pt x="54277" y="79750"/>
                    <a:pt x="53704" y="79464"/>
                    <a:pt x="53445" y="79036"/>
                  </a:cubicBezTo>
                  <a:cubicBezTo>
                    <a:pt x="52960" y="78147"/>
                    <a:pt x="53303" y="77002"/>
                    <a:pt x="53647" y="76143"/>
                  </a:cubicBezTo>
                  <a:cubicBezTo>
                    <a:pt x="54132" y="74827"/>
                    <a:pt x="54391" y="74311"/>
                    <a:pt x="53933" y="72937"/>
                  </a:cubicBezTo>
                  <a:cubicBezTo>
                    <a:pt x="53647" y="72280"/>
                    <a:pt x="53933" y="72223"/>
                    <a:pt x="53102" y="71849"/>
                  </a:cubicBezTo>
                  <a:cubicBezTo>
                    <a:pt x="52839" y="71741"/>
                    <a:pt x="52516" y="71692"/>
                    <a:pt x="52189" y="71692"/>
                  </a:cubicBezTo>
                  <a:cubicBezTo>
                    <a:pt x="51913" y="71692"/>
                    <a:pt x="51634" y="71727"/>
                    <a:pt x="51384" y="71792"/>
                  </a:cubicBezTo>
                  <a:cubicBezTo>
                    <a:pt x="50982" y="71831"/>
                    <a:pt x="50079" y="72268"/>
                    <a:pt x="49379" y="72268"/>
                  </a:cubicBezTo>
                  <a:cubicBezTo>
                    <a:pt x="49035" y="72268"/>
                    <a:pt x="48740" y="72162"/>
                    <a:pt x="48579" y="71849"/>
                  </a:cubicBezTo>
                  <a:cubicBezTo>
                    <a:pt x="48093" y="70906"/>
                    <a:pt x="49868" y="68242"/>
                    <a:pt x="50154" y="67299"/>
                  </a:cubicBezTo>
                  <a:cubicBezTo>
                    <a:pt x="50354" y="66697"/>
                    <a:pt x="51327" y="65265"/>
                    <a:pt x="50984" y="64693"/>
                  </a:cubicBezTo>
                  <a:cubicBezTo>
                    <a:pt x="50842" y="64423"/>
                    <a:pt x="50411" y="64326"/>
                    <a:pt x="49918" y="64326"/>
                  </a:cubicBezTo>
                  <a:cubicBezTo>
                    <a:pt x="49212" y="64326"/>
                    <a:pt x="48379" y="64524"/>
                    <a:pt x="48093" y="64693"/>
                  </a:cubicBezTo>
                  <a:cubicBezTo>
                    <a:pt x="47006" y="65265"/>
                    <a:pt x="47349" y="66268"/>
                    <a:pt x="46861" y="67212"/>
                  </a:cubicBezTo>
                  <a:cubicBezTo>
                    <a:pt x="46461" y="68013"/>
                    <a:pt x="45288" y="68586"/>
                    <a:pt x="44544" y="68815"/>
                  </a:cubicBezTo>
                  <a:cubicBezTo>
                    <a:pt x="44350" y="68887"/>
                    <a:pt x="44111" y="68917"/>
                    <a:pt x="43850" y="68917"/>
                  </a:cubicBezTo>
                  <a:cubicBezTo>
                    <a:pt x="43069" y="68917"/>
                    <a:pt x="42088" y="68644"/>
                    <a:pt x="41509" y="68387"/>
                  </a:cubicBezTo>
                  <a:cubicBezTo>
                    <a:pt x="40364" y="67642"/>
                    <a:pt x="40708" y="66555"/>
                    <a:pt x="40364" y="65410"/>
                  </a:cubicBezTo>
                  <a:cubicBezTo>
                    <a:pt x="40021" y="64093"/>
                    <a:pt x="39247" y="63319"/>
                    <a:pt x="39590" y="61860"/>
                  </a:cubicBezTo>
                  <a:cubicBezTo>
                    <a:pt x="39876" y="60772"/>
                    <a:pt x="40708" y="59971"/>
                    <a:pt x="40907" y="58825"/>
                  </a:cubicBezTo>
                  <a:cubicBezTo>
                    <a:pt x="41108" y="57566"/>
                    <a:pt x="41051" y="56849"/>
                    <a:pt x="41995" y="55990"/>
                  </a:cubicBezTo>
                  <a:cubicBezTo>
                    <a:pt x="42739" y="55246"/>
                    <a:pt x="43712" y="54673"/>
                    <a:pt x="44544" y="54158"/>
                  </a:cubicBezTo>
                  <a:cubicBezTo>
                    <a:pt x="45125" y="53771"/>
                    <a:pt x="45583" y="53650"/>
                    <a:pt x="46031" y="53650"/>
                  </a:cubicBezTo>
                  <a:cubicBezTo>
                    <a:pt x="46642" y="53650"/>
                    <a:pt x="47234" y="53876"/>
                    <a:pt x="48093" y="53959"/>
                  </a:cubicBezTo>
                  <a:cubicBezTo>
                    <a:pt x="48380" y="53994"/>
                    <a:pt x="48716" y="54035"/>
                    <a:pt x="49055" y="54035"/>
                  </a:cubicBezTo>
                  <a:cubicBezTo>
                    <a:pt x="49527" y="54035"/>
                    <a:pt x="50004" y="53956"/>
                    <a:pt x="50354" y="53673"/>
                  </a:cubicBezTo>
                  <a:cubicBezTo>
                    <a:pt x="50784" y="53299"/>
                    <a:pt x="50555" y="52956"/>
                    <a:pt x="51128" y="52642"/>
                  </a:cubicBezTo>
                  <a:cubicBezTo>
                    <a:pt x="51380" y="52485"/>
                    <a:pt x="52175" y="52397"/>
                    <a:pt x="52946" y="52397"/>
                  </a:cubicBezTo>
                  <a:cubicBezTo>
                    <a:pt x="53578" y="52397"/>
                    <a:pt x="54192" y="52456"/>
                    <a:pt x="54476" y="52585"/>
                  </a:cubicBezTo>
                  <a:cubicBezTo>
                    <a:pt x="55021" y="52784"/>
                    <a:pt x="55220" y="53299"/>
                    <a:pt x="55708" y="53444"/>
                  </a:cubicBezTo>
                  <a:cubicBezTo>
                    <a:pt x="55784" y="53466"/>
                    <a:pt x="55852" y="53474"/>
                    <a:pt x="55913" y="53474"/>
                  </a:cubicBezTo>
                  <a:cubicBezTo>
                    <a:pt x="56084" y="53474"/>
                    <a:pt x="56208" y="53410"/>
                    <a:pt x="56356" y="53410"/>
                  </a:cubicBezTo>
                  <a:cubicBezTo>
                    <a:pt x="56493" y="53410"/>
                    <a:pt x="56649" y="53464"/>
                    <a:pt x="56881" y="53673"/>
                  </a:cubicBezTo>
                  <a:cubicBezTo>
                    <a:pt x="58113" y="54760"/>
                    <a:pt x="56395" y="59112"/>
                    <a:pt x="58713" y="59254"/>
                  </a:cubicBezTo>
                  <a:cubicBezTo>
                    <a:pt x="58748" y="59256"/>
                    <a:pt x="58782" y="59257"/>
                    <a:pt x="58815" y="59257"/>
                  </a:cubicBezTo>
                  <a:cubicBezTo>
                    <a:pt x="60890" y="59257"/>
                    <a:pt x="60025" y="54885"/>
                    <a:pt x="59743" y="53815"/>
                  </a:cubicBezTo>
                  <a:cubicBezTo>
                    <a:pt x="58914" y="50608"/>
                    <a:pt x="60774" y="49177"/>
                    <a:pt x="63437" y="48089"/>
                  </a:cubicBezTo>
                  <a:cubicBezTo>
                    <a:pt x="64610" y="47574"/>
                    <a:pt x="65842" y="47001"/>
                    <a:pt x="66586" y="45914"/>
                  </a:cubicBezTo>
                  <a:cubicBezTo>
                    <a:pt x="67502" y="44597"/>
                    <a:pt x="67273" y="43882"/>
                    <a:pt x="67560" y="42508"/>
                  </a:cubicBezTo>
                  <a:cubicBezTo>
                    <a:pt x="67718" y="41809"/>
                    <a:pt x="67949" y="41693"/>
                    <a:pt x="68244" y="41693"/>
                  </a:cubicBezTo>
                  <a:cubicBezTo>
                    <a:pt x="68391" y="41693"/>
                    <a:pt x="68554" y="41722"/>
                    <a:pt x="68732" y="41722"/>
                  </a:cubicBezTo>
                  <a:cubicBezTo>
                    <a:pt x="68973" y="41722"/>
                    <a:pt x="69241" y="41669"/>
                    <a:pt x="69534" y="41420"/>
                  </a:cubicBezTo>
                  <a:cubicBezTo>
                    <a:pt x="70507" y="40619"/>
                    <a:pt x="71194" y="39330"/>
                    <a:pt x="71938" y="38386"/>
                  </a:cubicBezTo>
                  <a:lnTo>
                    <a:pt x="72025" y="38242"/>
                  </a:lnTo>
                  <a:cubicBezTo>
                    <a:pt x="72352" y="37853"/>
                    <a:pt x="72667" y="37761"/>
                    <a:pt x="72997" y="37761"/>
                  </a:cubicBezTo>
                  <a:cubicBezTo>
                    <a:pt x="73295" y="37761"/>
                    <a:pt x="73604" y="37836"/>
                    <a:pt x="73945" y="37836"/>
                  </a:cubicBezTo>
                  <a:cubicBezTo>
                    <a:pt x="74091" y="37836"/>
                    <a:pt x="74242" y="37822"/>
                    <a:pt x="74400" y="37784"/>
                  </a:cubicBezTo>
                  <a:cubicBezTo>
                    <a:pt x="75575" y="37440"/>
                    <a:pt x="75174" y="36410"/>
                    <a:pt x="75632" y="35409"/>
                  </a:cubicBezTo>
                  <a:cubicBezTo>
                    <a:pt x="76262" y="34177"/>
                    <a:pt x="77148" y="34234"/>
                    <a:pt x="78236" y="33890"/>
                  </a:cubicBezTo>
                  <a:cubicBezTo>
                    <a:pt x="79210" y="33519"/>
                    <a:pt x="79954" y="32860"/>
                    <a:pt x="80984" y="32574"/>
                  </a:cubicBezTo>
                  <a:cubicBezTo>
                    <a:pt x="81185" y="32474"/>
                    <a:pt x="81822" y="32295"/>
                    <a:pt x="82269" y="32295"/>
                  </a:cubicBezTo>
                  <a:cubicBezTo>
                    <a:pt x="82717" y="32295"/>
                    <a:pt x="82975" y="32474"/>
                    <a:pt x="82416" y="33089"/>
                  </a:cubicBezTo>
                  <a:cubicBezTo>
                    <a:pt x="82159" y="33462"/>
                    <a:pt x="79553" y="33749"/>
                    <a:pt x="81271" y="34607"/>
                  </a:cubicBezTo>
                  <a:cubicBezTo>
                    <a:pt x="81397" y="34660"/>
                    <a:pt x="81521" y="34683"/>
                    <a:pt x="81644" y="34683"/>
                  </a:cubicBezTo>
                  <a:cubicBezTo>
                    <a:pt x="82519" y="34683"/>
                    <a:pt x="83298" y="33491"/>
                    <a:pt x="84076" y="33290"/>
                  </a:cubicBezTo>
                  <a:cubicBezTo>
                    <a:pt x="84678" y="33089"/>
                    <a:pt x="86481" y="33089"/>
                    <a:pt x="85995" y="31859"/>
                  </a:cubicBezTo>
                  <a:cubicBezTo>
                    <a:pt x="85652" y="31000"/>
                    <a:pt x="84076" y="31715"/>
                    <a:pt x="83591" y="30829"/>
                  </a:cubicBezTo>
                  <a:cubicBezTo>
                    <a:pt x="82904" y="29597"/>
                    <a:pt x="84763" y="29253"/>
                    <a:pt x="85022" y="28509"/>
                  </a:cubicBezTo>
                  <a:cubicBezTo>
                    <a:pt x="85301" y="27869"/>
                    <a:pt x="84987" y="27645"/>
                    <a:pt x="84389" y="27645"/>
                  </a:cubicBezTo>
                  <a:cubicBezTo>
                    <a:pt x="83004" y="27645"/>
                    <a:pt x="80094" y="28845"/>
                    <a:pt x="79502" y="28845"/>
                  </a:cubicBezTo>
                  <a:cubicBezTo>
                    <a:pt x="79459" y="28845"/>
                    <a:pt x="79428" y="28839"/>
                    <a:pt x="79411" y="28825"/>
                  </a:cubicBezTo>
                  <a:cubicBezTo>
                    <a:pt x="78580" y="28080"/>
                    <a:pt x="80641" y="26791"/>
                    <a:pt x="81186" y="26562"/>
                  </a:cubicBezTo>
                  <a:cubicBezTo>
                    <a:pt x="81502" y="26469"/>
                    <a:pt x="81825" y="26446"/>
                    <a:pt x="82151" y="26446"/>
                  </a:cubicBezTo>
                  <a:cubicBezTo>
                    <a:pt x="82481" y="26446"/>
                    <a:pt x="82814" y="26469"/>
                    <a:pt x="83149" y="26469"/>
                  </a:cubicBezTo>
                  <a:cubicBezTo>
                    <a:pt x="83505" y="26469"/>
                    <a:pt x="83863" y="26443"/>
                    <a:pt x="84220" y="26333"/>
                  </a:cubicBezTo>
                  <a:cubicBezTo>
                    <a:pt x="85182" y="26080"/>
                    <a:pt x="85875" y="25895"/>
                    <a:pt x="86872" y="25895"/>
                  </a:cubicBezTo>
                  <a:cubicBezTo>
                    <a:pt x="87003" y="25895"/>
                    <a:pt x="87140" y="25898"/>
                    <a:pt x="87282" y="25905"/>
                  </a:cubicBezTo>
                  <a:cubicBezTo>
                    <a:pt x="88002" y="26009"/>
                    <a:pt x="88483" y="26126"/>
                    <a:pt x="88937" y="26126"/>
                  </a:cubicBezTo>
                  <a:cubicBezTo>
                    <a:pt x="89477" y="26126"/>
                    <a:pt x="89980" y="25962"/>
                    <a:pt x="90804" y="25417"/>
                  </a:cubicBezTo>
                  <a:cubicBezTo>
                    <a:pt x="92092" y="24531"/>
                    <a:pt x="95041" y="24760"/>
                    <a:pt x="94954" y="22298"/>
                  </a:cubicBezTo>
                  <a:cubicBezTo>
                    <a:pt x="94954" y="21352"/>
                    <a:pt x="93953" y="20321"/>
                    <a:pt x="93266" y="19749"/>
                  </a:cubicBezTo>
                  <a:cubicBezTo>
                    <a:pt x="92149" y="18890"/>
                    <a:pt x="91892" y="18947"/>
                    <a:pt x="91892" y="17374"/>
                  </a:cubicBezTo>
                  <a:cubicBezTo>
                    <a:pt x="91892" y="16344"/>
                    <a:pt x="92149" y="15054"/>
                    <a:pt x="91462" y="14397"/>
                  </a:cubicBezTo>
                  <a:cubicBezTo>
                    <a:pt x="91136" y="14124"/>
                    <a:pt x="90823" y="14021"/>
                    <a:pt x="90519" y="14021"/>
                  </a:cubicBezTo>
                  <a:cubicBezTo>
                    <a:pt x="89677" y="14021"/>
                    <a:pt x="88898" y="14806"/>
                    <a:pt x="88056" y="14912"/>
                  </a:cubicBezTo>
                  <a:cubicBezTo>
                    <a:pt x="87946" y="14934"/>
                    <a:pt x="87775" y="14948"/>
                    <a:pt x="87593" y="14948"/>
                  </a:cubicBezTo>
                  <a:cubicBezTo>
                    <a:pt x="87303" y="14948"/>
                    <a:pt x="86983" y="14914"/>
                    <a:pt x="86824" y="14825"/>
                  </a:cubicBezTo>
                  <a:cubicBezTo>
                    <a:pt x="85908" y="14111"/>
                    <a:pt x="86881" y="14253"/>
                    <a:pt x="86939" y="13451"/>
                  </a:cubicBezTo>
                  <a:cubicBezTo>
                    <a:pt x="86939" y="12879"/>
                    <a:pt x="85995" y="11191"/>
                    <a:pt x="85565" y="10904"/>
                  </a:cubicBezTo>
                  <a:cubicBezTo>
                    <a:pt x="85357" y="10715"/>
                    <a:pt x="83662" y="10501"/>
                    <a:pt x="82338" y="10501"/>
                  </a:cubicBezTo>
                  <a:cubicBezTo>
                    <a:pt x="81658" y="10501"/>
                    <a:pt x="81075" y="10558"/>
                    <a:pt x="80842" y="10703"/>
                  </a:cubicBezTo>
                  <a:cubicBezTo>
                    <a:pt x="79610" y="11420"/>
                    <a:pt x="80584" y="13080"/>
                    <a:pt x="79697" y="13882"/>
                  </a:cubicBezTo>
                  <a:cubicBezTo>
                    <a:pt x="79068" y="14539"/>
                    <a:pt x="77206" y="13680"/>
                    <a:pt x="77893" y="15684"/>
                  </a:cubicBezTo>
                  <a:cubicBezTo>
                    <a:pt x="78179" y="16630"/>
                    <a:pt x="79210" y="17287"/>
                    <a:pt x="78236" y="18375"/>
                  </a:cubicBezTo>
                  <a:cubicBezTo>
                    <a:pt x="76606" y="20179"/>
                    <a:pt x="74201" y="18462"/>
                    <a:pt x="73656" y="21409"/>
                  </a:cubicBezTo>
                  <a:cubicBezTo>
                    <a:pt x="73514" y="22298"/>
                    <a:pt x="73457" y="23729"/>
                    <a:pt x="72625" y="24244"/>
                  </a:cubicBezTo>
                  <a:cubicBezTo>
                    <a:pt x="72448" y="24355"/>
                    <a:pt x="72231" y="24405"/>
                    <a:pt x="72000" y="24405"/>
                  </a:cubicBezTo>
                  <a:cubicBezTo>
                    <a:pt x="71337" y="24405"/>
                    <a:pt x="70563" y="23995"/>
                    <a:pt x="70308" y="23443"/>
                  </a:cubicBezTo>
                  <a:cubicBezTo>
                    <a:pt x="69534" y="21725"/>
                    <a:pt x="71538" y="21725"/>
                    <a:pt x="71739" y="20638"/>
                  </a:cubicBezTo>
                  <a:cubicBezTo>
                    <a:pt x="71900" y="19815"/>
                    <a:pt x="71362" y="19664"/>
                    <a:pt x="70723" y="19664"/>
                  </a:cubicBezTo>
                  <a:cubicBezTo>
                    <a:pt x="70356" y="19664"/>
                    <a:pt x="69955" y="19714"/>
                    <a:pt x="69635" y="19714"/>
                  </a:cubicBezTo>
                  <a:cubicBezTo>
                    <a:pt x="69523" y="19714"/>
                    <a:pt x="69422" y="19708"/>
                    <a:pt x="69334" y="19692"/>
                  </a:cubicBezTo>
                  <a:cubicBezTo>
                    <a:pt x="68503" y="19463"/>
                    <a:pt x="67273" y="18604"/>
                    <a:pt x="66671" y="18004"/>
                  </a:cubicBezTo>
                  <a:cubicBezTo>
                    <a:pt x="66185" y="17573"/>
                    <a:pt x="66270" y="16916"/>
                    <a:pt x="65498" y="16859"/>
                  </a:cubicBezTo>
                  <a:cubicBezTo>
                    <a:pt x="65036" y="16859"/>
                    <a:pt x="64575" y="17436"/>
                    <a:pt x="63991" y="17436"/>
                  </a:cubicBezTo>
                  <a:cubicBezTo>
                    <a:pt x="63887" y="17436"/>
                    <a:pt x="63779" y="17417"/>
                    <a:pt x="63666" y="17374"/>
                  </a:cubicBezTo>
                  <a:cubicBezTo>
                    <a:pt x="63666" y="16199"/>
                    <a:pt x="64667" y="15398"/>
                    <a:pt x="63094" y="15054"/>
                  </a:cubicBezTo>
                  <a:cubicBezTo>
                    <a:pt x="63179" y="14825"/>
                    <a:pt x="63236" y="14683"/>
                    <a:pt x="63380" y="14454"/>
                  </a:cubicBezTo>
                  <a:lnTo>
                    <a:pt x="63380" y="14454"/>
                  </a:lnTo>
                  <a:lnTo>
                    <a:pt x="63179" y="14596"/>
                  </a:lnTo>
                  <a:cubicBezTo>
                    <a:pt x="63522" y="13882"/>
                    <a:pt x="63236" y="13222"/>
                    <a:pt x="63866" y="12737"/>
                  </a:cubicBezTo>
                  <a:cubicBezTo>
                    <a:pt x="64266" y="12363"/>
                    <a:pt x="64754" y="12650"/>
                    <a:pt x="65240" y="12421"/>
                  </a:cubicBezTo>
                  <a:cubicBezTo>
                    <a:pt x="66270" y="11935"/>
                    <a:pt x="66671" y="10989"/>
                    <a:pt x="67960" y="10760"/>
                  </a:cubicBezTo>
                  <a:cubicBezTo>
                    <a:pt x="69190" y="10561"/>
                    <a:pt x="69964" y="10046"/>
                    <a:pt x="71109" y="9329"/>
                  </a:cubicBezTo>
                  <a:cubicBezTo>
                    <a:pt x="72140" y="8672"/>
                    <a:pt x="73170" y="8527"/>
                    <a:pt x="74286" y="7955"/>
                  </a:cubicBezTo>
                  <a:cubicBezTo>
                    <a:pt x="75087" y="7439"/>
                    <a:pt x="75774" y="6267"/>
                    <a:pt x="76606" y="5981"/>
                  </a:cubicBezTo>
                  <a:cubicBezTo>
                    <a:pt x="76784" y="5916"/>
                    <a:pt x="76970" y="5891"/>
                    <a:pt x="77162" y="5891"/>
                  </a:cubicBezTo>
                  <a:cubicBezTo>
                    <a:pt x="77822" y="5891"/>
                    <a:pt x="78550" y="6188"/>
                    <a:pt x="79243" y="6188"/>
                  </a:cubicBezTo>
                  <a:cubicBezTo>
                    <a:pt x="79416" y="6188"/>
                    <a:pt x="79587" y="6169"/>
                    <a:pt x="79755" y="6123"/>
                  </a:cubicBezTo>
                  <a:cubicBezTo>
                    <a:pt x="80499" y="5923"/>
                    <a:pt x="82358" y="4405"/>
                    <a:pt x="82759" y="3748"/>
                  </a:cubicBezTo>
                  <a:cubicBezTo>
                    <a:pt x="83293" y="2868"/>
                    <a:pt x="82974" y="2643"/>
                    <a:pt x="82431" y="2643"/>
                  </a:cubicBezTo>
                  <a:cubicBezTo>
                    <a:pt x="81984" y="2643"/>
                    <a:pt x="81385" y="2795"/>
                    <a:pt x="80984" y="2859"/>
                  </a:cubicBezTo>
                  <a:cubicBezTo>
                    <a:pt x="79812" y="3088"/>
                    <a:pt x="79610" y="3375"/>
                    <a:pt x="78667" y="4034"/>
                  </a:cubicBezTo>
                  <a:cubicBezTo>
                    <a:pt x="78224" y="4356"/>
                    <a:pt x="77948" y="4486"/>
                    <a:pt x="77767" y="4486"/>
                  </a:cubicBezTo>
                  <a:cubicBezTo>
                    <a:pt x="77305" y="4486"/>
                    <a:pt x="77459" y="3640"/>
                    <a:pt x="77006" y="3004"/>
                  </a:cubicBezTo>
                  <a:cubicBezTo>
                    <a:pt x="76606" y="2431"/>
                    <a:pt x="76061" y="2717"/>
                    <a:pt x="75861" y="2000"/>
                  </a:cubicBezTo>
                  <a:cubicBezTo>
                    <a:pt x="75774" y="1572"/>
                    <a:pt x="76262" y="1142"/>
                    <a:pt x="76118" y="684"/>
                  </a:cubicBezTo>
                  <a:cubicBezTo>
                    <a:pt x="75992" y="182"/>
                    <a:pt x="75768" y="1"/>
                    <a:pt x="7550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545545" y="993833"/>
              <a:ext cx="2199235" cy="3393224"/>
            </a:xfrm>
            <a:custGeom>
              <a:avLst/>
              <a:gdLst/>
              <a:ahLst/>
              <a:cxnLst/>
              <a:rect l="l" t="t" r="r" b="b"/>
              <a:pathLst>
                <a:path w="108725" h="167753" extrusionOk="0">
                  <a:moveTo>
                    <a:pt x="75903" y="717"/>
                  </a:moveTo>
                  <a:cubicBezTo>
                    <a:pt x="75909" y="717"/>
                    <a:pt x="75914" y="717"/>
                    <a:pt x="75918" y="717"/>
                  </a:cubicBezTo>
                  <a:cubicBezTo>
                    <a:pt x="76005" y="744"/>
                    <a:pt x="76090" y="889"/>
                    <a:pt x="76147" y="1145"/>
                  </a:cubicBezTo>
                  <a:cubicBezTo>
                    <a:pt x="76177" y="1260"/>
                    <a:pt x="76120" y="1404"/>
                    <a:pt x="76033" y="1603"/>
                  </a:cubicBezTo>
                  <a:cubicBezTo>
                    <a:pt x="75918" y="1832"/>
                    <a:pt x="75804" y="2091"/>
                    <a:pt x="75861" y="2434"/>
                  </a:cubicBezTo>
                  <a:cubicBezTo>
                    <a:pt x="76033" y="3007"/>
                    <a:pt x="76406" y="3179"/>
                    <a:pt x="76663" y="3263"/>
                  </a:cubicBezTo>
                  <a:cubicBezTo>
                    <a:pt x="76834" y="3351"/>
                    <a:pt x="76979" y="3408"/>
                    <a:pt x="77093" y="3580"/>
                  </a:cubicBezTo>
                  <a:cubicBezTo>
                    <a:pt x="77235" y="3779"/>
                    <a:pt x="77322" y="4065"/>
                    <a:pt x="77379" y="4324"/>
                  </a:cubicBezTo>
                  <a:cubicBezTo>
                    <a:pt x="77464" y="4667"/>
                    <a:pt x="77551" y="5038"/>
                    <a:pt x="77895" y="5153"/>
                  </a:cubicBezTo>
                  <a:cubicBezTo>
                    <a:pt x="77977" y="5182"/>
                    <a:pt x="78060" y="5196"/>
                    <a:pt x="78145" y="5196"/>
                  </a:cubicBezTo>
                  <a:cubicBezTo>
                    <a:pt x="78474" y="5196"/>
                    <a:pt x="78829" y="4986"/>
                    <a:pt x="79239" y="4667"/>
                  </a:cubicBezTo>
                  <a:cubicBezTo>
                    <a:pt x="79411" y="4553"/>
                    <a:pt x="79583" y="4438"/>
                    <a:pt x="79727" y="4351"/>
                  </a:cubicBezTo>
                  <a:cubicBezTo>
                    <a:pt x="80299" y="3923"/>
                    <a:pt x="80556" y="3722"/>
                    <a:pt x="81415" y="3580"/>
                  </a:cubicBezTo>
                  <a:cubicBezTo>
                    <a:pt x="81529" y="3550"/>
                    <a:pt x="81673" y="3522"/>
                    <a:pt x="81815" y="3492"/>
                  </a:cubicBezTo>
                  <a:cubicBezTo>
                    <a:pt x="82083" y="3448"/>
                    <a:pt x="82595" y="3352"/>
                    <a:pt x="82876" y="3352"/>
                  </a:cubicBezTo>
                  <a:cubicBezTo>
                    <a:pt x="82955" y="3352"/>
                    <a:pt x="83016" y="3359"/>
                    <a:pt x="83047" y="3378"/>
                  </a:cubicBezTo>
                  <a:cubicBezTo>
                    <a:pt x="83047" y="3378"/>
                    <a:pt x="83075" y="3492"/>
                    <a:pt x="82846" y="3893"/>
                  </a:cubicBezTo>
                  <a:cubicBezTo>
                    <a:pt x="82475" y="4466"/>
                    <a:pt x="80700" y="5927"/>
                    <a:pt x="80041" y="6126"/>
                  </a:cubicBezTo>
                  <a:cubicBezTo>
                    <a:pt x="79897" y="6165"/>
                    <a:pt x="79750" y="6181"/>
                    <a:pt x="79599" y="6181"/>
                  </a:cubicBezTo>
                  <a:cubicBezTo>
                    <a:pt x="79299" y="6181"/>
                    <a:pt x="78982" y="6118"/>
                    <a:pt x="78639" y="6041"/>
                  </a:cubicBezTo>
                  <a:cubicBezTo>
                    <a:pt x="78288" y="5953"/>
                    <a:pt x="77915" y="5876"/>
                    <a:pt x="77547" y="5876"/>
                  </a:cubicBezTo>
                  <a:cubicBezTo>
                    <a:pt x="77315" y="5876"/>
                    <a:pt x="77085" y="5906"/>
                    <a:pt x="76864" y="5984"/>
                  </a:cubicBezTo>
                  <a:cubicBezTo>
                    <a:pt x="76319" y="6183"/>
                    <a:pt x="75861" y="6671"/>
                    <a:pt x="75403" y="7129"/>
                  </a:cubicBezTo>
                  <a:cubicBezTo>
                    <a:pt x="75117" y="7443"/>
                    <a:pt x="74773" y="7786"/>
                    <a:pt x="74487" y="7958"/>
                  </a:cubicBezTo>
                  <a:cubicBezTo>
                    <a:pt x="74001" y="8217"/>
                    <a:pt x="73543" y="8389"/>
                    <a:pt x="73085" y="8561"/>
                  </a:cubicBezTo>
                  <a:cubicBezTo>
                    <a:pt x="72513" y="8760"/>
                    <a:pt x="71911" y="8989"/>
                    <a:pt x="71311" y="9362"/>
                  </a:cubicBezTo>
                  <a:lnTo>
                    <a:pt x="71109" y="9477"/>
                  </a:lnTo>
                  <a:cubicBezTo>
                    <a:pt x="70051" y="10134"/>
                    <a:pt x="69364" y="10564"/>
                    <a:pt x="68276" y="10764"/>
                  </a:cubicBezTo>
                  <a:cubicBezTo>
                    <a:pt x="67388" y="10908"/>
                    <a:pt x="66872" y="11336"/>
                    <a:pt x="66387" y="11767"/>
                  </a:cubicBezTo>
                  <a:cubicBezTo>
                    <a:pt x="66071" y="12023"/>
                    <a:pt x="65814" y="12282"/>
                    <a:pt x="65441" y="12454"/>
                  </a:cubicBezTo>
                  <a:cubicBezTo>
                    <a:pt x="65326" y="12511"/>
                    <a:pt x="65155" y="12511"/>
                    <a:pt x="64983" y="12511"/>
                  </a:cubicBezTo>
                  <a:cubicBezTo>
                    <a:pt x="64697" y="12511"/>
                    <a:pt x="64326" y="12511"/>
                    <a:pt x="64010" y="12797"/>
                  </a:cubicBezTo>
                  <a:cubicBezTo>
                    <a:pt x="63524" y="13198"/>
                    <a:pt x="63467" y="13656"/>
                    <a:pt x="63410" y="14084"/>
                  </a:cubicBezTo>
                  <a:cubicBezTo>
                    <a:pt x="63352" y="14313"/>
                    <a:pt x="63323" y="14572"/>
                    <a:pt x="63208" y="14801"/>
                  </a:cubicBezTo>
                  <a:cubicBezTo>
                    <a:pt x="63181" y="14886"/>
                    <a:pt x="63181" y="15000"/>
                    <a:pt x="63208" y="15087"/>
                  </a:cubicBezTo>
                  <a:cubicBezTo>
                    <a:pt x="63181" y="15145"/>
                    <a:pt x="63151" y="15202"/>
                    <a:pt x="63123" y="15287"/>
                  </a:cubicBezTo>
                  <a:cubicBezTo>
                    <a:pt x="63094" y="15374"/>
                    <a:pt x="63123" y="15488"/>
                    <a:pt x="63151" y="15573"/>
                  </a:cubicBezTo>
                  <a:cubicBezTo>
                    <a:pt x="63208" y="15660"/>
                    <a:pt x="63295" y="15717"/>
                    <a:pt x="63410" y="15745"/>
                  </a:cubicBezTo>
                  <a:cubicBezTo>
                    <a:pt x="63838" y="15859"/>
                    <a:pt x="63952" y="15974"/>
                    <a:pt x="63982" y="16003"/>
                  </a:cubicBezTo>
                  <a:cubicBezTo>
                    <a:pt x="64039" y="16118"/>
                    <a:pt x="63952" y="16374"/>
                    <a:pt x="63868" y="16603"/>
                  </a:cubicBezTo>
                  <a:cubicBezTo>
                    <a:pt x="63781" y="16920"/>
                    <a:pt x="63666" y="17291"/>
                    <a:pt x="63666" y="17721"/>
                  </a:cubicBezTo>
                  <a:cubicBezTo>
                    <a:pt x="63666" y="17863"/>
                    <a:pt x="63753" y="18007"/>
                    <a:pt x="63895" y="18035"/>
                  </a:cubicBezTo>
                  <a:cubicBezTo>
                    <a:pt x="64064" y="18104"/>
                    <a:pt x="64223" y="18132"/>
                    <a:pt x="64372" y="18132"/>
                  </a:cubicBezTo>
                  <a:cubicBezTo>
                    <a:pt x="64778" y="18132"/>
                    <a:pt x="65112" y="17924"/>
                    <a:pt x="65384" y="17778"/>
                  </a:cubicBezTo>
                  <a:cubicBezTo>
                    <a:pt x="65555" y="17664"/>
                    <a:pt x="65757" y="17577"/>
                    <a:pt x="65842" y="17577"/>
                  </a:cubicBezTo>
                  <a:cubicBezTo>
                    <a:pt x="66100" y="17577"/>
                    <a:pt x="66185" y="17691"/>
                    <a:pt x="66357" y="18007"/>
                  </a:cubicBezTo>
                  <a:cubicBezTo>
                    <a:pt x="66444" y="18207"/>
                    <a:pt x="66586" y="18436"/>
                    <a:pt x="66787" y="18637"/>
                  </a:cubicBezTo>
                  <a:cubicBezTo>
                    <a:pt x="67417" y="19210"/>
                    <a:pt x="68704" y="20126"/>
                    <a:pt x="69650" y="20382"/>
                  </a:cubicBezTo>
                  <a:cubicBezTo>
                    <a:pt x="69759" y="20407"/>
                    <a:pt x="69874" y="20416"/>
                    <a:pt x="69996" y="20416"/>
                  </a:cubicBezTo>
                  <a:cubicBezTo>
                    <a:pt x="70161" y="20416"/>
                    <a:pt x="70339" y="20399"/>
                    <a:pt x="70536" y="20382"/>
                  </a:cubicBezTo>
                  <a:cubicBezTo>
                    <a:pt x="70688" y="20372"/>
                    <a:pt x="70873" y="20361"/>
                    <a:pt x="71051" y="20361"/>
                  </a:cubicBezTo>
                  <a:cubicBezTo>
                    <a:pt x="71345" y="20361"/>
                    <a:pt x="71622" y="20390"/>
                    <a:pt x="71711" y="20497"/>
                  </a:cubicBezTo>
                  <a:cubicBezTo>
                    <a:pt x="71796" y="20584"/>
                    <a:pt x="71769" y="20783"/>
                    <a:pt x="71769" y="20897"/>
                  </a:cubicBezTo>
                  <a:cubicBezTo>
                    <a:pt x="71711" y="21184"/>
                    <a:pt x="71425" y="21385"/>
                    <a:pt x="71109" y="21614"/>
                  </a:cubicBezTo>
                  <a:cubicBezTo>
                    <a:pt x="70536" y="22043"/>
                    <a:pt x="69765" y="22615"/>
                    <a:pt x="70337" y="23962"/>
                  </a:cubicBezTo>
                  <a:cubicBezTo>
                    <a:pt x="70566" y="24420"/>
                    <a:pt x="71109" y="24848"/>
                    <a:pt x="71739" y="25020"/>
                  </a:cubicBezTo>
                  <a:cubicBezTo>
                    <a:pt x="71965" y="25087"/>
                    <a:pt x="72182" y="25120"/>
                    <a:pt x="72384" y="25120"/>
                  </a:cubicBezTo>
                  <a:cubicBezTo>
                    <a:pt x="72696" y="25120"/>
                    <a:pt x="72974" y="25044"/>
                    <a:pt x="73200" y="24905"/>
                  </a:cubicBezTo>
                  <a:cubicBezTo>
                    <a:pt x="74059" y="24362"/>
                    <a:pt x="74201" y="23130"/>
                    <a:pt x="74345" y="22214"/>
                  </a:cubicBezTo>
                  <a:cubicBezTo>
                    <a:pt x="74345" y="22072"/>
                    <a:pt x="74372" y="21958"/>
                    <a:pt x="74372" y="21843"/>
                  </a:cubicBezTo>
                  <a:cubicBezTo>
                    <a:pt x="74659" y="20382"/>
                    <a:pt x="75346" y="20268"/>
                    <a:pt x="76376" y="20096"/>
                  </a:cubicBezTo>
                  <a:cubicBezTo>
                    <a:pt x="77178" y="19981"/>
                    <a:pt x="78094" y="19839"/>
                    <a:pt x="78895" y="18951"/>
                  </a:cubicBezTo>
                  <a:cubicBezTo>
                    <a:pt x="79754" y="18007"/>
                    <a:pt x="79296" y="17233"/>
                    <a:pt x="78953" y="16633"/>
                  </a:cubicBezTo>
                  <a:cubicBezTo>
                    <a:pt x="78811" y="16404"/>
                    <a:pt x="78696" y="16175"/>
                    <a:pt x="78609" y="15916"/>
                  </a:cubicBezTo>
                  <a:cubicBezTo>
                    <a:pt x="78437" y="15374"/>
                    <a:pt x="78495" y="15172"/>
                    <a:pt x="78524" y="15115"/>
                  </a:cubicBezTo>
                  <a:cubicBezTo>
                    <a:pt x="78609" y="14973"/>
                    <a:pt x="78895" y="14943"/>
                    <a:pt x="79182" y="14916"/>
                  </a:cubicBezTo>
                  <a:cubicBezTo>
                    <a:pt x="79583" y="14858"/>
                    <a:pt x="80013" y="14801"/>
                    <a:pt x="80299" y="14515"/>
                  </a:cubicBezTo>
                  <a:cubicBezTo>
                    <a:pt x="80815" y="14027"/>
                    <a:pt x="80842" y="13370"/>
                    <a:pt x="80872" y="12768"/>
                  </a:cubicBezTo>
                  <a:cubicBezTo>
                    <a:pt x="80899" y="12080"/>
                    <a:pt x="80929" y="11622"/>
                    <a:pt x="81415" y="11336"/>
                  </a:cubicBezTo>
                  <a:cubicBezTo>
                    <a:pt x="81576" y="11238"/>
                    <a:pt x="82014" y="11199"/>
                    <a:pt x="82555" y="11199"/>
                  </a:cubicBezTo>
                  <a:cubicBezTo>
                    <a:pt x="83743" y="11199"/>
                    <a:pt x="85424" y="11389"/>
                    <a:pt x="85738" y="11565"/>
                  </a:cubicBezTo>
                  <a:cubicBezTo>
                    <a:pt x="86082" y="11794"/>
                    <a:pt x="86968" y="13340"/>
                    <a:pt x="86968" y="13771"/>
                  </a:cubicBezTo>
                  <a:cubicBezTo>
                    <a:pt x="86941" y="13942"/>
                    <a:pt x="86854" y="14057"/>
                    <a:pt x="86739" y="14171"/>
                  </a:cubicBezTo>
                  <a:cubicBezTo>
                    <a:pt x="86597" y="14286"/>
                    <a:pt x="86425" y="14458"/>
                    <a:pt x="86453" y="14714"/>
                  </a:cubicBezTo>
                  <a:cubicBezTo>
                    <a:pt x="86453" y="15000"/>
                    <a:pt x="86712" y="15259"/>
                    <a:pt x="86968" y="15458"/>
                  </a:cubicBezTo>
                  <a:cubicBezTo>
                    <a:pt x="86968" y="15458"/>
                    <a:pt x="86998" y="15488"/>
                    <a:pt x="87025" y="15488"/>
                  </a:cubicBezTo>
                  <a:cubicBezTo>
                    <a:pt x="87251" y="15609"/>
                    <a:pt x="87623" y="15656"/>
                    <a:pt x="87952" y="15656"/>
                  </a:cubicBezTo>
                  <a:cubicBezTo>
                    <a:pt x="88166" y="15656"/>
                    <a:pt x="88362" y="15636"/>
                    <a:pt x="88487" y="15603"/>
                  </a:cubicBezTo>
                  <a:cubicBezTo>
                    <a:pt x="88945" y="15545"/>
                    <a:pt x="89345" y="15344"/>
                    <a:pt x="89746" y="15145"/>
                  </a:cubicBezTo>
                  <a:cubicBezTo>
                    <a:pt x="90226" y="14905"/>
                    <a:pt x="90583" y="14726"/>
                    <a:pt x="90922" y="14726"/>
                  </a:cubicBezTo>
                  <a:cubicBezTo>
                    <a:pt x="91148" y="14726"/>
                    <a:pt x="91365" y="14806"/>
                    <a:pt x="91606" y="15000"/>
                  </a:cubicBezTo>
                  <a:cubicBezTo>
                    <a:pt x="92007" y="15401"/>
                    <a:pt x="91979" y="16203"/>
                    <a:pt x="91922" y="17004"/>
                  </a:cubicBezTo>
                  <a:cubicBezTo>
                    <a:pt x="91922" y="17233"/>
                    <a:pt x="91892" y="17492"/>
                    <a:pt x="91892" y="17721"/>
                  </a:cubicBezTo>
                  <a:cubicBezTo>
                    <a:pt x="91892" y="19180"/>
                    <a:pt x="92151" y="19439"/>
                    <a:pt x="92980" y="20068"/>
                  </a:cubicBezTo>
                  <a:cubicBezTo>
                    <a:pt x="93094" y="20153"/>
                    <a:pt x="93239" y="20268"/>
                    <a:pt x="93381" y="20382"/>
                  </a:cubicBezTo>
                  <a:cubicBezTo>
                    <a:pt x="94411" y="21241"/>
                    <a:pt x="94984" y="22043"/>
                    <a:pt x="94984" y="22645"/>
                  </a:cubicBezTo>
                  <a:cubicBezTo>
                    <a:pt x="95013" y="23989"/>
                    <a:pt x="94097" y="24362"/>
                    <a:pt x="92579" y="24791"/>
                  </a:cubicBezTo>
                  <a:cubicBezTo>
                    <a:pt x="91979" y="24992"/>
                    <a:pt x="91407" y="25164"/>
                    <a:pt x="90948" y="25450"/>
                  </a:cubicBezTo>
                  <a:cubicBezTo>
                    <a:pt x="90211" y="25948"/>
                    <a:pt x="89782" y="26101"/>
                    <a:pt x="89294" y="26101"/>
                  </a:cubicBezTo>
                  <a:cubicBezTo>
                    <a:pt x="89025" y="26101"/>
                    <a:pt x="88739" y="26054"/>
                    <a:pt x="88372" y="25993"/>
                  </a:cubicBezTo>
                  <a:cubicBezTo>
                    <a:pt x="88171" y="25966"/>
                    <a:pt x="87942" y="25936"/>
                    <a:pt x="87685" y="25908"/>
                  </a:cubicBezTo>
                  <a:cubicBezTo>
                    <a:pt x="87503" y="25895"/>
                    <a:pt x="87331" y="25889"/>
                    <a:pt x="87166" y="25889"/>
                  </a:cubicBezTo>
                  <a:cubicBezTo>
                    <a:pt x="86211" y="25889"/>
                    <a:pt x="85499" y="26088"/>
                    <a:pt x="84621" y="26309"/>
                  </a:cubicBezTo>
                  <a:lnTo>
                    <a:pt x="84479" y="26337"/>
                  </a:lnTo>
                  <a:cubicBezTo>
                    <a:pt x="84155" y="26439"/>
                    <a:pt x="83830" y="26454"/>
                    <a:pt x="83496" y="26454"/>
                  </a:cubicBezTo>
                  <a:cubicBezTo>
                    <a:pt x="83357" y="26454"/>
                    <a:pt x="83217" y="26451"/>
                    <a:pt x="83075" y="26451"/>
                  </a:cubicBezTo>
                  <a:cubicBezTo>
                    <a:pt x="82869" y="26441"/>
                    <a:pt x="82664" y="26430"/>
                    <a:pt x="82458" y="26430"/>
                  </a:cubicBezTo>
                  <a:cubicBezTo>
                    <a:pt x="82120" y="26430"/>
                    <a:pt x="81782" y="26459"/>
                    <a:pt x="81444" y="26566"/>
                  </a:cubicBezTo>
                  <a:cubicBezTo>
                    <a:pt x="81014" y="26737"/>
                    <a:pt x="79411" y="27653"/>
                    <a:pt x="79239" y="28599"/>
                  </a:cubicBezTo>
                  <a:cubicBezTo>
                    <a:pt x="79182" y="28913"/>
                    <a:pt x="79296" y="29199"/>
                    <a:pt x="79555" y="29428"/>
                  </a:cubicBezTo>
                  <a:cubicBezTo>
                    <a:pt x="79642" y="29506"/>
                    <a:pt x="79735" y="29544"/>
                    <a:pt x="79876" y="29544"/>
                  </a:cubicBezTo>
                  <a:cubicBezTo>
                    <a:pt x="80150" y="29544"/>
                    <a:pt x="80602" y="29398"/>
                    <a:pt x="81529" y="29114"/>
                  </a:cubicBezTo>
                  <a:cubicBezTo>
                    <a:pt x="82213" y="28901"/>
                    <a:pt x="84021" y="28341"/>
                    <a:pt x="84799" y="28341"/>
                  </a:cubicBezTo>
                  <a:cubicBezTo>
                    <a:pt x="84966" y="28341"/>
                    <a:pt x="85085" y="28367"/>
                    <a:pt x="85136" y="28427"/>
                  </a:cubicBezTo>
                  <a:cubicBezTo>
                    <a:pt x="85136" y="28427"/>
                    <a:pt x="85166" y="28512"/>
                    <a:pt x="85079" y="28741"/>
                  </a:cubicBezTo>
                  <a:cubicBezTo>
                    <a:pt x="85022" y="28885"/>
                    <a:pt x="84735" y="29085"/>
                    <a:pt x="84479" y="29256"/>
                  </a:cubicBezTo>
                  <a:cubicBezTo>
                    <a:pt x="83964" y="29657"/>
                    <a:pt x="83047" y="30287"/>
                    <a:pt x="83648" y="31375"/>
                  </a:cubicBezTo>
                  <a:cubicBezTo>
                    <a:pt x="83991" y="31977"/>
                    <a:pt x="84651" y="32005"/>
                    <a:pt x="85193" y="32062"/>
                  </a:cubicBezTo>
                  <a:cubicBezTo>
                    <a:pt x="85709" y="32092"/>
                    <a:pt x="85938" y="32119"/>
                    <a:pt x="86025" y="32321"/>
                  </a:cubicBezTo>
                  <a:cubicBezTo>
                    <a:pt x="86082" y="32492"/>
                    <a:pt x="86109" y="32634"/>
                    <a:pt x="86052" y="32721"/>
                  </a:cubicBezTo>
                  <a:cubicBezTo>
                    <a:pt x="85910" y="32978"/>
                    <a:pt x="85280" y="33092"/>
                    <a:pt x="84880" y="33179"/>
                  </a:cubicBezTo>
                  <a:cubicBezTo>
                    <a:pt x="84678" y="33207"/>
                    <a:pt x="84479" y="33264"/>
                    <a:pt x="84364" y="33294"/>
                  </a:cubicBezTo>
                  <a:cubicBezTo>
                    <a:pt x="83934" y="33408"/>
                    <a:pt x="83563" y="33722"/>
                    <a:pt x="83189" y="34008"/>
                  </a:cubicBezTo>
                  <a:cubicBezTo>
                    <a:pt x="82695" y="34411"/>
                    <a:pt x="82336" y="34676"/>
                    <a:pt x="82000" y="34676"/>
                  </a:cubicBezTo>
                  <a:cubicBezTo>
                    <a:pt x="81929" y="34676"/>
                    <a:pt x="81858" y="34664"/>
                    <a:pt x="81788" y="34638"/>
                  </a:cubicBezTo>
                  <a:cubicBezTo>
                    <a:pt x="81616" y="34554"/>
                    <a:pt x="81529" y="34467"/>
                    <a:pt x="81472" y="34409"/>
                  </a:cubicBezTo>
                  <a:cubicBezTo>
                    <a:pt x="81616" y="34325"/>
                    <a:pt x="82017" y="34180"/>
                    <a:pt x="82246" y="34096"/>
                  </a:cubicBezTo>
                  <a:cubicBezTo>
                    <a:pt x="82674" y="33951"/>
                    <a:pt x="82960" y="33837"/>
                    <a:pt x="83075" y="33665"/>
                  </a:cubicBezTo>
                  <a:cubicBezTo>
                    <a:pt x="83476" y="33207"/>
                    <a:pt x="83590" y="32836"/>
                    <a:pt x="83361" y="32550"/>
                  </a:cubicBezTo>
                  <a:cubicBezTo>
                    <a:pt x="83209" y="32346"/>
                    <a:pt x="82932" y="32276"/>
                    <a:pt x="82627" y="32276"/>
                  </a:cubicBezTo>
                  <a:cubicBezTo>
                    <a:pt x="82074" y="32276"/>
                    <a:pt x="81427" y="32503"/>
                    <a:pt x="81243" y="32577"/>
                  </a:cubicBezTo>
                  <a:cubicBezTo>
                    <a:pt x="80643" y="32749"/>
                    <a:pt x="80128" y="33035"/>
                    <a:pt x="79640" y="33321"/>
                  </a:cubicBezTo>
                  <a:cubicBezTo>
                    <a:pt x="79239" y="33550"/>
                    <a:pt x="78895" y="33752"/>
                    <a:pt x="78495" y="33894"/>
                  </a:cubicBezTo>
                  <a:cubicBezTo>
                    <a:pt x="78266" y="33951"/>
                    <a:pt x="78066" y="34008"/>
                    <a:pt x="77837" y="34066"/>
                  </a:cubicBezTo>
                  <a:cubicBezTo>
                    <a:pt x="77036" y="34295"/>
                    <a:pt x="76262" y="34467"/>
                    <a:pt x="75689" y="35612"/>
                  </a:cubicBezTo>
                  <a:cubicBezTo>
                    <a:pt x="75490" y="35985"/>
                    <a:pt x="75433" y="36386"/>
                    <a:pt x="75376" y="36729"/>
                  </a:cubicBezTo>
                  <a:cubicBezTo>
                    <a:pt x="75261" y="37359"/>
                    <a:pt x="75204" y="37645"/>
                    <a:pt x="74716" y="37787"/>
                  </a:cubicBezTo>
                  <a:cubicBezTo>
                    <a:pt x="74582" y="37812"/>
                    <a:pt x="74459" y="37821"/>
                    <a:pt x="74338" y="37821"/>
                  </a:cubicBezTo>
                  <a:cubicBezTo>
                    <a:pt x="74177" y="37821"/>
                    <a:pt x="74021" y="37804"/>
                    <a:pt x="73857" y="37787"/>
                  </a:cubicBezTo>
                  <a:cubicBezTo>
                    <a:pt x="73692" y="37770"/>
                    <a:pt x="73521" y="37750"/>
                    <a:pt x="73347" y="37750"/>
                  </a:cubicBezTo>
                  <a:cubicBezTo>
                    <a:pt x="72948" y="37750"/>
                    <a:pt x="72530" y="37854"/>
                    <a:pt x="72112" y="38332"/>
                  </a:cubicBezTo>
                  <a:cubicBezTo>
                    <a:pt x="72082" y="38360"/>
                    <a:pt x="72082" y="38390"/>
                    <a:pt x="72055" y="38417"/>
                  </a:cubicBezTo>
                  <a:lnTo>
                    <a:pt x="71998" y="38531"/>
                  </a:lnTo>
                  <a:cubicBezTo>
                    <a:pt x="71769" y="38848"/>
                    <a:pt x="71510" y="39191"/>
                    <a:pt x="71281" y="39562"/>
                  </a:cubicBezTo>
                  <a:cubicBezTo>
                    <a:pt x="70795" y="40249"/>
                    <a:pt x="70280" y="40993"/>
                    <a:pt x="69678" y="41481"/>
                  </a:cubicBezTo>
                  <a:cubicBezTo>
                    <a:pt x="69482" y="41656"/>
                    <a:pt x="69301" y="41699"/>
                    <a:pt x="69123" y="41699"/>
                  </a:cubicBezTo>
                  <a:cubicBezTo>
                    <a:pt x="69040" y="41699"/>
                    <a:pt x="68958" y="41690"/>
                    <a:pt x="68876" y="41680"/>
                  </a:cubicBezTo>
                  <a:cubicBezTo>
                    <a:pt x="68811" y="41677"/>
                    <a:pt x="68747" y="41675"/>
                    <a:pt x="68683" y="41675"/>
                  </a:cubicBezTo>
                  <a:cubicBezTo>
                    <a:pt x="68214" y="41675"/>
                    <a:pt x="67791" y="41810"/>
                    <a:pt x="67589" y="42768"/>
                  </a:cubicBezTo>
                  <a:cubicBezTo>
                    <a:pt x="67502" y="43199"/>
                    <a:pt x="67445" y="43542"/>
                    <a:pt x="67417" y="43856"/>
                  </a:cubicBezTo>
                  <a:cubicBezTo>
                    <a:pt x="67330" y="44630"/>
                    <a:pt x="67273" y="45203"/>
                    <a:pt x="66673" y="46061"/>
                  </a:cubicBezTo>
                  <a:cubicBezTo>
                    <a:pt x="65986" y="47035"/>
                    <a:pt x="64868" y="47578"/>
                    <a:pt x="63696" y="48093"/>
                  </a:cubicBezTo>
                  <a:cubicBezTo>
                    <a:pt x="61234" y="49096"/>
                    <a:pt x="58829" y="50612"/>
                    <a:pt x="59773" y="54249"/>
                  </a:cubicBezTo>
                  <a:cubicBezTo>
                    <a:pt x="60146" y="55707"/>
                    <a:pt x="60432" y="58169"/>
                    <a:pt x="59773" y="58971"/>
                  </a:cubicBezTo>
                  <a:cubicBezTo>
                    <a:pt x="59622" y="59148"/>
                    <a:pt x="59450" y="59235"/>
                    <a:pt x="59217" y="59235"/>
                  </a:cubicBezTo>
                  <a:cubicBezTo>
                    <a:pt x="59184" y="59235"/>
                    <a:pt x="59150" y="59233"/>
                    <a:pt x="59116" y="59230"/>
                  </a:cubicBezTo>
                  <a:cubicBezTo>
                    <a:pt x="58170" y="59172"/>
                    <a:pt x="58112" y="58199"/>
                    <a:pt x="58112" y="56566"/>
                  </a:cubicBezTo>
                  <a:cubicBezTo>
                    <a:pt x="58112" y="55394"/>
                    <a:pt x="58112" y="54306"/>
                    <a:pt x="57483" y="53761"/>
                  </a:cubicBezTo>
                  <a:cubicBezTo>
                    <a:pt x="57201" y="53479"/>
                    <a:pt x="56968" y="53395"/>
                    <a:pt x="56759" y="53395"/>
                  </a:cubicBezTo>
                  <a:cubicBezTo>
                    <a:pt x="56651" y="53395"/>
                    <a:pt x="56550" y="53417"/>
                    <a:pt x="56452" y="53447"/>
                  </a:cubicBezTo>
                  <a:cubicBezTo>
                    <a:pt x="56395" y="53461"/>
                    <a:pt x="56352" y="53468"/>
                    <a:pt x="56309" y="53468"/>
                  </a:cubicBezTo>
                  <a:cubicBezTo>
                    <a:pt x="56266" y="53468"/>
                    <a:pt x="56223" y="53461"/>
                    <a:pt x="56166" y="53447"/>
                  </a:cubicBezTo>
                  <a:cubicBezTo>
                    <a:pt x="56024" y="53390"/>
                    <a:pt x="55909" y="53275"/>
                    <a:pt x="55738" y="53131"/>
                  </a:cubicBezTo>
                  <a:cubicBezTo>
                    <a:pt x="55536" y="52932"/>
                    <a:pt x="55307" y="52730"/>
                    <a:pt x="54993" y="52588"/>
                  </a:cubicBezTo>
                  <a:cubicBezTo>
                    <a:pt x="54673" y="52447"/>
                    <a:pt x="54022" y="52380"/>
                    <a:pt x="53349" y="52380"/>
                  </a:cubicBezTo>
                  <a:cubicBezTo>
                    <a:pt x="52515" y="52380"/>
                    <a:pt x="51646" y="52483"/>
                    <a:pt x="51329" y="52673"/>
                  </a:cubicBezTo>
                  <a:cubicBezTo>
                    <a:pt x="50899" y="52902"/>
                    <a:pt x="50784" y="53188"/>
                    <a:pt x="50699" y="53417"/>
                  </a:cubicBezTo>
                  <a:cubicBezTo>
                    <a:pt x="50642" y="53562"/>
                    <a:pt x="50612" y="53646"/>
                    <a:pt x="50498" y="53733"/>
                  </a:cubicBezTo>
                  <a:cubicBezTo>
                    <a:pt x="50226" y="53954"/>
                    <a:pt x="49843" y="54013"/>
                    <a:pt x="49444" y="54013"/>
                  </a:cubicBezTo>
                  <a:cubicBezTo>
                    <a:pt x="49173" y="54013"/>
                    <a:pt x="48894" y="53986"/>
                    <a:pt x="48638" y="53962"/>
                  </a:cubicBezTo>
                  <a:lnTo>
                    <a:pt x="48494" y="53933"/>
                  </a:lnTo>
                  <a:cubicBezTo>
                    <a:pt x="48123" y="53905"/>
                    <a:pt x="47807" y="53848"/>
                    <a:pt x="47493" y="53791"/>
                  </a:cubicBezTo>
                  <a:cubicBezTo>
                    <a:pt x="47119" y="53706"/>
                    <a:pt x="46766" y="53632"/>
                    <a:pt x="46398" y="53632"/>
                  </a:cubicBezTo>
                  <a:cubicBezTo>
                    <a:pt x="45893" y="53632"/>
                    <a:pt x="45362" y="53772"/>
                    <a:pt x="44715" y="54219"/>
                  </a:cubicBezTo>
                  <a:lnTo>
                    <a:pt x="44601" y="54276"/>
                  </a:lnTo>
                  <a:cubicBezTo>
                    <a:pt x="43799" y="54791"/>
                    <a:pt x="42856" y="55364"/>
                    <a:pt x="42139" y="56051"/>
                  </a:cubicBezTo>
                  <a:cubicBezTo>
                    <a:pt x="41223" y="56882"/>
                    <a:pt x="41138" y="57597"/>
                    <a:pt x="40994" y="58513"/>
                  </a:cubicBezTo>
                  <a:cubicBezTo>
                    <a:pt x="40966" y="58714"/>
                    <a:pt x="40966" y="58886"/>
                    <a:pt x="40909" y="59085"/>
                  </a:cubicBezTo>
                  <a:cubicBezTo>
                    <a:pt x="40822" y="59658"/>
                    <a:pt x="40565" y="60146"/>
                    <a:pt x="40279" y="60631"/>
                  </a:cubicBezTo>
                  <a:cubicBezTo>
                    <a:pt x="40020" y="61089"/>
                    <a:pt x="39764" y="61577"/>
                    <a:pt x="39620" y="62120"/>
                  </a:cubicBezTo>
                  <a:cubicBezTo>
                    <a:pt x="39363" y="63237"/>
                    <a:pt x="39677" y="64009"/>
                    <a:pt x="39993" y="64783"/>
                  </a:cubicBezTo>
                  <a:cubicBezTo>
                    <a:pt x="40135" y="65127"/>
                    <a:pt x="40279" y="65470"/>
                    <a:pt x="40394" y="65871"/>
                  </a:cubicBezTo>
                  <a:cubicBezTo>
                    <a:pt x="40478" y="66185"/>
                    <a:pt x="40508" y="66501"/>
                    <a:pt x="40565" y="66815"/>
                  </a:cubicBezTo>
                  <a:cubicBezTo>
                    <a:pt x="40650" y="67616"/>
                    <a:pt x="40737" y="68447"/>
                    <a:pt x="41738" y="69047"/>
                  </a:cubicBezTo>
                  <a:cubicBezTo>
                    <a:pt x="42326" y="69342"/>
                    <a:pt x="43346" y="69636"/>
                    <a:pt x="44186" y="69636"/>
                  </a:cubicBezTo>
                  <a:cubicBezTo>
                    <a:pt x="44491" y="69636"/>
                    <a:pt x="44773" y="69597"/>
                    <a:pt x="45001" y="69506"/>
                  </a:cubicBezTo>
                  <a:cubicBezTo>
                    <a:pt x="45718" y="69306"/>
                    <a:pt x="47063" y="68676"/>
                    <a:pt x="47550" y="67731"/>
                  </a:cubicBezTo>
                  <a:cubicBezTo>
                    <a:pt x="47750" y="67360"/>
                    <a:pt x="47837" y="66959"/>
                    <a:pt x="47894" y="66615"/>
                  </a:cubicBezTo>
                  <a:cubicBezTo>
                    <a:pt x="48008" y="66043"/>
                    <a:pt x="48093" y="65642"/>
                    <a:pt x="48666" y="65326"/>
                  </a:cubicBezTo>
                  <a:cubicBezTo>
                    <a:pt x="48880" y="65197"/>
                    <a:pt x="49643" y="65036"/>
                    <a:pt x="50264" y="65036"/>
                  </a:cubicBezTo>
                  <a:cubicBezTo>
                    <a:pt x="50472" y="65036"/>
                    <a:pt x="50663" y="65054"/>
                    <a:pt x="50814" y="65097"/>
                  </a:cubicBezTo>
                  <a:cubicBezTo>
                    <a:pt x="50956" y="65127"/>
                    <a:pt x="51013" y="65154"/>
                    <a:pt x="51043" y="65212"/>
                  </a:cubicBezTo>
                  <a:cubicBezTo>
                    <a:pt x="51185" y="65470"/>
                    <a:pt x="50699" y="66444"/>
                    <a:pt x="50498" y="66844"/>
                  </a:cubicBezTo>
                  <a:cubicBezTo>
                    <a:pt x="50356" y="67101"/>
                    <a:pt x="50241" y="67330"/>
                    <a:pt x="50184" y="67531"/>
                  </a:cubicBezTo>
                  <a:cubicBezTo>
                    <a:pt x="50097" y="67788"/>
                    <a:pt x="49868" y="68276"/>
                    <a:pt x="49611" y="68761"/>
                  </a:cubicBezTo>
                  <a:cubicBezTo>
                    <a:pt x="48810" y="70337"/>
                    <a:pt x="48237" y="71624"/>
                    <a:pt x="48638" y="72368"/>
                  </a:cubicBezTo>
                  <a:cubicBezTo>
                    <a:pt x="48870" y="72833"/>
                    <a:pt x="49279" y="72985"/>
                    <a:pt x="49733" y="72985"/>
                  </a:cubicBezTo>
                  <a:cubicBezTo>
                    <a:pt x="50230" y="72985"/>
                    <a:pt x="50780" y="72804"/>
                    <a:pt x="51215" y="72654"/>
                  </a:cubicBezTo>
                  <a:cubicBezTo>
                    <a:pt x="51471" y="72570"/>
                    <a:pt x="51673" y="72512"/>
                    <a:pt x="51815" y="72483"/>
                  </a:cubicBezTo>
                  <a:lnTo>
                    <a:pt x="51844" y="72483"/>
                  </a:lnTo>
                  <a:cubicBezTo>
                    <a:pt x="52067" y="72421"/>
                    <a:pt x="52306" y="72392"/>
                    <a:pt x="52536" y="72392"/>
                  </a:cubicBezTo>
                  <a:cubicBezTo>
                    <a:pt x="52837" y="72392"/>
                    <a:pt x="53121" y="72443"/>
                    <a:pt x="53333" y="72540"/>
                  </a:cubicBezTo>
                  <a:cubicBezTo>
                    <a:pt x="53761" y="72712"/>
                    <a:pt x="53761" y="72741"/>
                    <a:pt x="53818" y="72941"/>
                  </a:cubicBezTo>
                  <a:cubicBezTo>
                    <a:pt x="53848" y="73055"/>
                    <a:pt x="53876" y="73227"/>
                    <a:pt x="53963" y="73399"/>
                  </a:cubicBezTo>
                  <a:cubicBezTo>
                    <a:pt x="54363" y="74544"/>
                    <a:pt x="54192" y="75002"/>
                    <a:pt x="53791" y="76062"/>
                  </a:cubicBezTo>
                  <a:lnTo>
                    <a:pt x="53676" y="76348"/>
                  </a:lnTo>
                  <a:cubicBezTo>
                    <a:pt x="53333" y="77235"/>
                    <a:pt x="52932" y="78524"/>
                    <a:pt x="53505" y="79582"/>
                  </a:cubicBezTo>
                  <a:cubicBezTo>
                    <a:pt x="53704" y="79868"/>
                    <a:pt x="53963" y="80097"/>
                    <a:pt x="54192" y="80269"/>
                  </a:cubicBezTo>
                  <a:cubicBezTo>
                    <a:pt x="54363" y="80413"/>
                    <a:pt x="54535" y="80555"/>
                    <a:pt x="54650" y="80700"/>
                  </a:cubicBezTo>
                  <a:cubicBezTo>
                    <a:pt x="54822" y="80871"/>
                    <a:pt x="54906" y="81013"/>
                    <a:pt x="54993" y="81158"/>
                  </a:cubicBezTo>
                  <a:cubicBezTo>
                    <a:pt x="55222" y="81444"/>
                    <a:pt x="55422" y="81700"/>
                    <a:pt x="56081" y="81902"/>
                  </a:cubicBezTo>
                  <a:cubicBezTo>
                    <a:pt x="56195" y="81930"/>
                    <a:pt x="56305" y="81943"/>
                    <a:pt x="56411" y="81943"/>
                  </a:cubicBezTo>
                  <a:cubicBezTo>
                    <a:pt x="56835" y="81943"/>
                    <a:pt x="57197" y="81742"/>
                    <a:pt x="57540" y="81558"/>
                  </a:cubicBezTo>
                  <a:cubicBezTo>
                    <a:pt x="57849" y="81414"/>
                    <a:pt x="58069" y="81300"/>
                    <a:pt x="58274" y="81300"/>
                  </a:cubicBezTo>
                  <a:cubicBezTo>
                    <a:pt x="58355" y="81300"/>
                    <a:pt x="58433" y="81317"/>
                    <a:pt x="58513" y="81357"/>
                  </a:cubicBezTo>
                  <a:cubicBezTo>
                    <a:pt x="58570" y="81386"/>
                    <a:pt x="58635" y="81400"/>
                    <a:pt x="58700" y="81400"/>
                  </a:cubicBezTo>
                  <a:cubicBezTo>
                    <a:pt x="58765" y="81400"/>
                    <a:pt x="58829" y="81386"/>
                    <a:pt x="58887" y="81357"/>
                  </a:cubicBezTo>
                  <a:cubicBezTo>
                    <a:pt x="58944" y="81300"/>
                    <a:pt x="58971" y="81272"/>
                    <a:pt x="59001" y="81215"/>
                  </a:cubicBezTo>
                  <a:cubicBezTo>
                    <a:pt x="59147" y="81189"/>
                    <a:pt x="59273" y="81176"/>
                    <a:pt x="59385" y="81176"/>
                  </a:cubicBezTo>
                  <a:cubicBezTo>
                    <a:pt x="59645" y="81176"/>
                    <a:pt x="59832" y="81246"/>
                    <a:pt x="60032" y="81387"/>
                  </a:cubicBezTo>
                  <a:cubicBezTo>
                    <a:pt x="60089" y="81444"/>
                    <a:pt x="60146" y="81586"/>
                    <a:pt x="60203" y="81730"/>
                  </a:cubicBezTo>
                  <a:cubicBezTo>
                    <a:pt x="60298" y="82013"/>
                    <a:pt x="60488" y="82490"/>
                    <a:pt x="61080" y="82490"/>
                  </a:cubicBezTo>
                  <a:cubicBezTo>
                    <a:pt x="61207" y="82490"/>
                    <a:pt x="61353" y="82468"/>
                    <a:pt x="61520" y="82417"/>
                  </a:cubicBezTo>
                  <a:cubicBezTo>
                    <a:pt x="62264" y="82188"/>
                    <a:pt x="62464" y="81387"/>
                    <a:pt x="62635" y="80700"/>
                  </a:cubicBezTo>
                  <a:cubicBezTo>
                    <a:pt x="62780" y="80127"/>
                    <a:pt x="62922" y="79582"/>
                    <a:pt x="63295" y="79296"/>
                  </a:cubicBezTo>
                  <a:cubicBezTo>
                    <a:pt x="63666" y="79010"/>
                    <a:pt x="64239" y="78838"/>
                    <a:pt x="64868" y="78666"/>
                  </a:cubicBezTo>
                  <a:cubicBezTo>
                    <a:pt x="65384" y="78494"/>
                    <a:pt x="65929" y="78352"/>
                    <a:pt x="66357" y="78123"/>
                  </a:cubicBezTo>
                  <a:cubicBezTo>
                    <a:pt x="66444" y="78094"/>
                    <a:pt x="66529" y="78036"/>
                    <a:pt x="66616" y="77979"/>
                  </a:cubicBezTo>
                  <a:cubicBezTo>
                    <a:pt x="66730" y="77922"/>
                    <a:pt x="67044" y="77750"/>
                    <a:pt x="67246" y="77722"/>
                  </a:cubicBezTo>
                  <a:lnTo>
                    <a:pt x="67246" y="77722"/>
                  </a:lnTo>
                  <a:cubicBezTo>
                    <a:pt x="67188" y="77864"/>
                    <a:pt x="67044" y="78094"/>
                    <a:pt x="66959" y="78208"/>
                  </a:cubicBezTo>
                  <a:cubicBezTo>
                    <a:pt x="66815" y="78410"/>
                    <a:pt x="66730" y="78552"/>
                    <a:pt x="66700" y="78723"/>
                  </a:cubicBezTo>
                  <a:cubicBezTo>
                    <a:pt x="66643" y="78895"/>
                    <a:pt x="66730" y="79067"/>
                    <a:pt x="66902" y="79124"/>
                  </a:cubicBezTo>
                  <a:cubicBezTo>
                    <a:pt x="67074" y="79189"/>
                    <a:pt x="67236" y="79216"/>
                    <a:pt x="67387" y="79216"/>
                  </a:cubicBezTo>
                  <a:cubicBezTo>
                    <a:pt x="67840" y="79216"/>
                    <a:pt x="68205" y="78974"/>
                    <a:pt x="68505" y="78781"/>
                  </a:cubicBezTo>
                  <a:cubicBezTo>
                    <a:pt x="68795" y="78569"/>
                    <a:pt x="69038" y="78406"/>
                    <a:pt x="69276" y="78406"/>
                  </a:cubicBezTo>
                  <a:cubicBezTo>
                    <a:pt x="69295" y="78406"/>
                    <a:pt x="69315" y="78407"/>
                    <a:pt x="69334" y="78410"/>
                  </a:cubicBezTo>
                  <a:cubicBezTo>
                    <a:pt x="69593" y="78494"/>
                    <a:pt x="69879" y="78696"/>
                    <a:pt x="70165" y="78895"/>
                  </a:cubicBezTo>
                  <a:cubicBezTo>
                    <a:pt x="70394" y="79067"/>
                    <a:pt x="70623" y="79239"/>
                    <a:pt x="70880" y="79353"/>
                  </a:cubicBezTo>
                  <a:cubicBezTo>
                    <a:pt x="71224" y="79497"/>
                    <a:pt x="71624" y="79582"/>
                    <a:pt x="71998" y="79669"/>
                  </a:cubicBezTo>
                  <a:cubicBezTo>
                    <a:pt x="72169" y="79726"/>
                    <a:pt x="72341" y="79754"/>
                    <a:pt x="72483" y="79811"/>
                  </a:cubicBezTo>
                  <a:cubicBezTo>
                    <a:pt x="73141" y="79998"/>
                    <a:pt x="73693" y="80091"/>
                    <a:pt x="74223" y="80091"/>
                  </a:cubicBezTo>
                  <a:cubicBezTo>
                    <a:pt x="74753" y="80091"/>
                    <a:pt x="75261" y="79998"/>
                    <a:pt x="75834" y="79811"/>
                  </a:cubicBezTo>
                  <a:cubicBezTo>
                    <a:pt x="76143" y="79721"/>
                    <a:pt x="76352" y="79673"/>
                    <a:pt x="76515" y="79673"/>
                  </a:cubicBezTo>
                  <a:cubicBezTo>
                    <a:pt x="76819" y="79673"/>
                    <a:pt x="76968" y="79839"/>
                    <a:pt x="77322" y="80212"/>
                  </a:cubicBezTo>
                  <a:lnTo>
                    <a:pt x="77750" y="80642"/>
                  </a:lnTo>
                  <a:cubicBezTo>
                    <a:pt x="77952" y="80842"/>
                    <a:pt x="78151" y="81071"/>
                    <a:pt x="78380" y="81272"/>
                  </a:cubicBezTo>
                  <a:cubicBezTo>
                    <a:pt x="78811" y="81730"/>
                    <a:pt x="79239" y="82188"/>
                    <a:pt x="79727" y="82502"/>
                  </a:cubicBezTo>
                  <a:cubicBezTo>
                    <a:pt x="80643" y="83047"/>
                    <a:pt x="80872" y="83361"/>
                    <a:pt x="81529" y="84364"/>
                  </a:cubicBezTo>
                  <a:cubicBezTo>
                    <a:pt x="82502" y="85823"/>
                    <a:pt x="83819" y="85880"/>
                    <a:pt x="85109" y="85910"/>
                  </a:cubicBezTo>
                  <a:cubicBezTo>
                    <a:pt x="86025" y="85937"/>
                    <a:pt x="86941" y="85937"/>
                    <a:pt x="87827" y="86510"/>
                  </a:cubicBezTo>
                  <a:cubicBezTo>
                    <a:pt x="88514" y="86911"/>
                    <a:pt x="89345" y="87570"/>
                    <a:pt x="89602" y="88085"/>
                  </a:cubicBezTo>
                  <a:cubicBezTo>
                    <a:pt x="89774" y="88429"/>
                    <a:pt x="89774" y="88800"/>
                    <a:pt x="89746" y="89201"/>
                  </a:cubicBezTo>
                  <a:cubicBezTo>
                    <a:pt x="89716" y="89574"/>
                    <a:pt x="89716" y="89975"/>
                    <a:pt x="89861" y="90346"/>
                  </a:cubicBezTo>
                  <a:cubicBezTo>
                    <a:pt x="89975" y="90689"/>
                    <a:pt x="90232" y="90861"/>
                    <a:pt x="90403" y="91005"/>
                  </a:cubicBezTo>
                  <a:cubicBezTo>
                    <a:pt x="90548" y="91090"/>
                    <a:pt x="90632" y="91147"/>
                    <a:pt x="90690" y="91234"/>
                  </a:cubicBezTo>
                  <a:cubicBezTo>
                    <a:pt x="90690" y="91319"/>
                    <a:pt x="90662" y="91463"/>
                    <a:pt x="90662" y="91578"/>
                  </a:cubicBezTo>
                  <a:cubicBezTo>
                    <a:pt x="90632" y="91807"/>
                    <a:pt x="90632" y="92036"/>
                    <a:pt x="90662" y="92292"/>
                  </a:cubicBezTo>
                  <a:cubicBezTo>
                    <a:pt x="90861" y="93124"/>
                    <a:pt x="91177" y="93353"/>
                    <a:pt x="91578" y="93582"/>
                  </a:cubicBezTo>
                  <a:cubicBezTo>
                    <a:pt x="91778" y="93666"/>
                    <a:pt x="91949" y="93753"/>
                    <a:pt x="92151" y="93982"/>
                  </a:cubicBezTo>
                  <a:lnTo>
                    <a:pt x="92178" y="94124"/>
                  </a:lnTo>
                  <a:cubicBezTo>
                    <a:pt x="92208" y="94154"/>
                    <a:pt x="92208" y="94211"/>
                    <a:pt x="92236" y="94239"/>
                  </a:cubicBezTo>
                  <a:cubicBezTo>
                    <a:pt x="92407" y="94440"/>
                    <a:pt x="92437" y="94754"/>
                    <a:pt x="92465" y="95070"/>
                  </a:cubicBezTo>
                  <a:cubicBezTo>
                    <a:pt x="92494" y="95185"/>
                    <a:pt x="92494" y="95269"/>
                    <a:pt x="92522" y="95384"/>
                  </a:cubicBezTo>
                  <a:cubicBezTo>
                    <a:pt x="92549" y="95540"/>
                    <a:pt x="92694" y="95674"/>
                    <a:pt x="92849" y="95674"/>
                  </a:cubicBezTo>
                  <a:cubicBezTo>
                    <a:pt x="92865" y="95674"/>
                    <a:pt x="92880" y="95673"/>
                    <a:pt x="92895" y="95670"/>
                  </a:cubicBezTo>
                  <a:cubicBezTo>
                    <a:pt x="93296" y="95643"/>
                    <a:pt x="93552" y="95498"/>
                    <a:pt x="93754" y="95414"/>
                  </a:cubicBezTo>
                  <a:cubicBezTo>
                    <a:pt x="93934" y="95301"/>
                    <a:pt x="94078" y="95224"/>
                    <a:pt x="94339" y="95224"/>
                  </a:cubicBezTo>
                  <a:cubicBezTo>
                    <a:pt x="94411" y="95224"/>
                    <a:pt x="94491" y="95230"/>
                    <a:pt x="94583" y="95242"/>
                  </a:cubicBezTo>
                  <a:cubicBezTo>
                    <a:pt x="95098" y="95357"/>
                    <a:pt x="96014" y="95815"/>
                    <a:pt x="96445" y="96300"/>
                  </a:cubicBezTo>
                  <a:cubicBezTo>
                    <a:pt x="96617" y="96472"/>
                    <a:pt x="96701" y="96616"/>
                    <a:pt x="96788" y="96758"/>
                  </a:cubicBezTo>
                  <a:cubicBezTo>
                    <a:pt x="97017" y="97159"/>
                    <a:pt x="97217" y="97388"/>
                    <a:pt x="98075" y="97502"/>
                  </a:cubicBezTo>
                  <a:cubicBezTo>
                    <a:pt x="98220" y="97502"/>
                    <a:pt x="98362" y="97475"/>
                    <a:pt x="98506" y="97475"/>
                  </a:cubicBezTo>
                  <a:cubicBezTo>
                    <a:pt x="98659" y="97475"/>
                    <a:pt x="98824" y="97462"/>
                    <a:pt x="98993" y="97462"/>
                  </a:cubicBezTo>
                  <a:cubicBezTo>
                    <a:pt x="99078" y="97462"/>
                    <a:pt x="99164" y="97465"/>
                    <a:pt x="99250" y="97475"/>
                  </a:cubicBezTo>
                  <a:cubicBezTo>
                    <a:pt x="99651" y="97560"/>
                    <a:pt x="100079" y="97617"/>
                    <a:pt x="100510" y="97704"/>
                  </a:cubicBezTo>
                  <a:cubicBezTo>
                    <a:pt x="101827" y="97846"/>
                    <a:pt x="102598" y="98132"/>
                    <a:pt x="103686" y="98876"/>
                  </a:cubicBezTo>
                  <a:cubicBezTo>
                    <a:pt x="103945" y="99048"/>
                    <a:pt x="104144" y="99250"/>
                    <a:pt x="104346" y="99421"/>
                  </a:cubicBezTo>
                  <a:cubicBezTo>
                    <a:pt x="104889" y="99907"/>
                    <a:pt x="105376" y="100338"/>
                    <a:pt x="106350" y="100452"/>
                  </a:cubicBezTo>
                  <a:cubicBezTo>
                    <a:pt x="106435" y="100461"/>
                    <a:pt x="106515" y="100464"/>
                    <a:pt x="106588" y="100464"/>
                  </a:cubicBezTo>
                  <a:cubicBezTo>
                    <a:pt x="106734" y="100464"/>
                    <a:pt x="106855" y="100452"/>
                    <a:pt x="106950" y="100452"/>
                  </a:cubicBezTo>
                  <a:cubicBezTo>
                    <a:pt x="106989" y="100445"/>
                    <a:pt x="107019" y="100440"/>
                    <a:pt x="107045" y="100440"/>
                  </a:cubicBezTo>
                  <a:cubicBezTo>
                    <a:pt x="107135" y="100440"/>
                    <a:pt x="107180" y="100500"/>
                    <a:pt x="107380" y="100766"/>
                  </a:cubicBezTo>
                  <a:cubicBezTo>
                    <a:pt x="107495" y="100910"/>
                    <a:pt x="107667" y="101254"/>
                    <a:pt x="107781" y="102025"/>
                  </a:cubicBezTo>
                  <a:cubicBezTo>
                    <a:pt x="107923" y="102857"/>
                    <a:pt x="108010" y="104059"/>
                    <a:pt x="107866" y="104888"/>
                  </a:cubicBezTo>
                  <a:cubicBezTo>
                    <a:pt x="107781" y="105575"/>
                    <a:pt x="107380" y="105976"/>
                    <a:pt x="106922" y="106434"/>
                  </a:cubicBezTo>
                  <a:cubicBezTo>
                    <a:pt x="106521" y="106835"/>
                    <a:pt x="106063" y="107293"/>
                    <a:pt x="105834" y="107952"/>
                  </a:cubicBezTo>
                  <a:cubicBezTo>
                    <a:pt x="105720" y="108238"/>
                    <a:pt x="105633" y="108495"/>
                    <a:pt x="105576" y="108724"/>
                  </a:cubicBezTo>
                  <a:cubicBezTo>
                    <a:pt x="105491" y="109155"/>
                    <a:pt x="105404" y="109441"/>
                    <a:pt x="105033" y="109812"/>
                  </a:cubicBezTo>
                  <a:cubicBezTo>
                    <a:pt x="104918" y="109926"/>
                    <a:pt x="104804" y="110013"/>
                    <a:pt x="104660" y="110098"/>
                  </a:cubicBezTo>
                  <a:cubicBezTo>
                    <a:pt x="104346" y="110357"/>
                    <a:pt x="104030" y="110586"/>
                    <a:pt x="103801" y="111014"/>
                  </a:cubicBezTo>
                  <a:cubicBezTo>
                    <a:pt x="103143" y="112159"/>
                    <a:pt x="103487" y="113648"/>
                    <a:pt x="103831" y="115079"/>
                  </a:cubicBezTo>
                  <a:cubicBezTo>
                    <a:pt x="104002" y="115823"/>
                    <a:pt x="104174" y="116540"/>
                    <a:pt x="104174" y="117113"/>
                  </a:cubicBezTo>
                  <a:cubicBezTo>
                    <a:pt x="104117" y="117999"/>
                    <a:pt x="103686" y="118888"/>
                    <a:pt x="103258" y="119746"/>
                  </a:cubicBezTo>
                  <a:cubicBezTo>
                    <a:pt x="103114" y="120033"/>
                    <a:pt x="102999" y="120289"/>
                    <a:pt x="102885" y="120548"/>
                  </a:cubicBezTo>
                  <a:cubicBezTo>
                    <a:pt x="102743" y="120891"/>
                    <a:pt x="102628" y="121262"/>
                    <a:pt x="102484" y="121663"/>
                  </a:cubicBezTo>
                  <a:cubicBezTo>
                    <a:pt x="102255" y="122380"/>
                    <a:pt x="101998" y="123152"/>
                    <a:pt x="101625" y="123724"/>
                  </a:cubicBezTo>
                  <a:cubicBezTo>
                    <a:pt x="100995" y="124640"/>
                    <a:pt x="99937" y="124755"/>
                    <a:pt x="98820" y="124869"/>
                  </a:cubicBezTo>
                  <a:cubicBezTo>
                    <a:pt x="97617" y="125014"/>
                    <a:pt x="96273" y="125156"/>
                    <a:pt x="95384" y="126331"/>
                  </a:cubicBezTo>
                  <a:cubicBezTo>
                    <a:pt x="95357" y="126388"/>
                    <a:pt x="95327" y="126445"/>
                    <a:pt x="95327" y="126502"/>
                  </a:cubicBezTo>
                  <a:cubicBezTo>
                    <a:pt x="94384" y="127476"/>
                    <a:pt x="94384" y="127819"/>
                    <a:pt x="94555" y="129564"/>
                  </a:cubicBezTo>
                  <a:cubicBezTo>
                    <a:pt x="94812" y="131454"/>
                    <a:pt x="94326" y="132170"/>
                    <a:pt x="92952" y="133544"/>
                  </a:cubicBezTo>
                  <a:cubicBezTo>
                    <a:pt x="91979" y="134632"/>
                    <a:pt x="91778" y="135519"/>
                    <a:pt x="91491" y="136835"/>
                  </a:cubicBezTo>
                  <a:cubicBezTo>
                    <a:pt x="91407" y="137151"/>
                    <a:pt x="91262" y="137351"/>
                    <a:pt x="91120" y="137552"/>
                  </a:cubicBezTo>
                  <a:cubicBezTo>
                    <a:pt x="91033" y="137667"/>
                    <a:pt x="90948" y="137781"/>
                    <a:pt x="90891" y="137953"/>
                  </a:cubicBezTo>
                  <a:cubicBezTo>
                    <a:pt x="90804" y="138125"/>
                    <a:pt x="90747" y="138296"/>
                    <a:pt x="90719" y="138496"/>
                  </a:cubicBezTo>
                  <a:cubicBezTo>
                    <a:pt x="90662" y="138640"/>
                    <a:pt x="90605" y="138782"/>
                    <a:pt x="90548" y="138984"/>
                  </a:cubicBezTo>
                  <a:cubicBezTo>
                    <a:pt x="90461" y="139240"/>
                    <a:pt x="90433" y="139442"/>
                    <a:pt x="90403" y="139584"/>
                  </a:cubicBezTo>
                  <a:lnTo>
                    <a:pt x="90403" y="139728"/>
                  </a:lnTo>
                  <a:cubicBezTo>
                    <a:pt x="90346" y="139785"/>
                    <a:pt x="90147" y="139870"/>
                    <a:pt x="89774" y="139984"/>
                  </a:cubicBezTo>
                  <a:cubicBezTo>
                    <a:pt x="89476" y="140119"/>
                    <a:pt x="89240" y="140168"/>
                    <a:pt x="89014" y="140168"/>
                  </a:cubicBezTo>
                  <a:cubicBezTo>
                    <a:pt x="88805" y="140168"/>
                    <a:pt x="88605" y="140126"/>
                    <a:pt x="88372" y="140071"/>
                  </a:cubicBezTo>
                  <a:cubicBezTo>
                    <a:pt x="88171" y="140014"/>
                    <a:pt x="87971" y="139984"/>
                    <a:pt x="87713" y="139957"/>
                  </a:cubicBezTo>
                  <a:cubicBezTo>
                    <a:pt x="87517" y="139931"/>
                    <a:pt x="87339" y="139915"/>
                    <a:pt x="87180" y="139915"/>
                  </a:cubicBezTo>
                  <a:cubicBezTo>
                    <a:pt x="86805" y="139915"/>
                    <a:pt x="86537" y="140002"/>
                    <a:pt x="86396" y="140243"/>
                  </a:cubicBezTo>
                  <a:cubicBezTo>
                    <a:pt x="86167" y="140614"/>
                    <a:pt x="86453" y="141015"/>
                    <a:pt x="86769" y="141473"/>
                  </a:cubicBezTo>
                  <a:cubicBezTo>
                    <a:pt x="86941" y="141702"/>
                    <a:pt x="87140" y="141988"/>
                    <a:pt x="87254" y="142274"/>
                  </a:cubicBezTo>
                  <a:cubicBezTo>
                    <a:pt x="87598" y="143048"/>
                    <a:pt x="87742" y="144164"/>
                    <a:pt x="87312" y="144736"/>
                  </a:cubicBezTo>
                  <a:cubicBezTo>
                    <a:pt x="86929" y="145282"/>
                    <a:pt x="86560" y="145415"/>
                    <a:pt x="86114" y="145415"/>
                  </a:cubicBezTo>
                  <a:cubicBezTo>
                    <a:pt x="85928" y="145415"/>
                    <a:pt x="85729" y="145392"/>
                    <a:pt x="85509" y="145366"/>
                  </a:cubicBezTo>
                  <a:cubicBezTo>
                    <a:pt x="85252" y="145344"/>
                    <a:pt x="84996" y="145302"/>
                    <a:pt x="84739" y="145302"/>
                  </a:cubicBezTo>
                  <a:cubicBezTo>
                    <a:pt x="84681" y="145302"/>
                    <a:pt x="84622" y="145304"/>
                    <a:pt x="84564" y="145309"/>
                  </a:cubicBezTo>
                  <a:cubicBezTo>
                    <a:pt x="83964" y="145339"/>
                    <a:pt x="83590" y="145481"/>
                    <a:pt x="83361" y="145767"/>
                  </a:cubicBezTo>
                  <a:cubicBezTo>
                    <a:pt x="83075" y="146140"/>
                    <a:pt x="83162" y="146626"/>
                    <a:pt x="83247" y="147141"/>
                  </a:cubicBezTo>
                  <a:cubicBezTo>
                    <a:pt x="83277" y="147400"/>
                    <a:pt x="83334" y="147656"/>
                    <a:pt x="83334" y="147915"/>
                  </a:cubicBezTo>
                  <a:cubicBezTo>
                    <a:pt x="83304" y="148545"/>
                    <a:pt x="83247" y="148687"/>
                    <a:pt x="83247" y="148687"/>
                  </a:cubicBezTo>
                  <a:cubicBezTo>
                    <a:pt x="83189" y="148687"/>
                    <a:pt x="83047" y="148659"/>
                    <a:pt x="82903" y="148659"/>
                  </a:cubicBezTo>
                  <a:cubicBezTo>
                    <a:pt x="82761" y="148630"/>
                    <a:pt x="82560" y="148602"/>
                    <a:pt x="82360" y="148572"/>
                  </a:cubicBezTo>
                  <a:cubicBezTo>
                    <a:pt x="82278" y="148565"/>
                    <a:pt x="82158" y="148556"/>
                    <a:pt x="82023" y="148556"/>
                  </a:cubicBezTo>
                  <a:cubicBezTo>
                    <a:pt x="81640" y="148556"/>
                    <a:pt x="81134" y="148629"/>
                    <a:pt x="80986" y="149030"/>
                  </a:cubicBezTo>
                  <a:cubicBezTo>
                    <a:pt x="80785" y="149660"/>
                    <a:pt x="81731" y="150320"/>
                    <a:pt x="82131" y="150549"/>
                  </a:cubicBezTo>
                  <a:cubicBezTo>
                    <a:pt x="82475" y="150778"/>
                    <a:pt x="82589" y="150892"/>
                    <a:pt x="82647" y="150949"/>
                  </a:cubicBezTo>
                  <a:cubicBezTo>
                    <a:pt x="82617" y="151007"/>
                    <a:pt x="82560" y="151064"/>
                    <a:pt x="82532" y="151121"/>
                  </a:cubicBezTo>
                  <a:cubicBezTo>
                    <a:pt x="82388" y="151320"/>
                    <a:pt x="82159" y="151636"/>
                    <a:pt x="82044" y="152095"/>
                  </a:cubicBezTo>
                  <a:cubicBezTo>
                    <a:pt x="81960" y="152381"/>
                    <a:pt x="81987" y="152695"/>
                    <a:pt x="82044" y="152981"/>
                  </a:cubicBezTo>
                  <a:cubicBezTo>
                    <a:pt x="82044" y="153153"/>
                    <a:pt x="82074" y="153354"/>
                    <a:pt x="82044" y="153439"/>
                  </a:cubicBezTo>
                  <a:cubicBezTo>
                    <a:pt x="81987" y="153583"/>
                    <a:pt x="81873" y="153668"/>
                    <a:pt x="81673" y="153782"/>
                  </a:cubicBezTo>
                  <a:cubicBezTo>
                    <a:pt x="81472" y="153897"/>
                    <a:pt x="81215" y="154041"/>
                    <a:pt x="81071" y="154298"/>
                  </a:cubicBezTo>
                  <a:cubicBezTo>
                    <a:pt x="80728" y="154756"/>
                    <a:pt x="80586" y="155186"/>
                    <a:pt x="80643" y="155557"/>
                  </a:cubicBezTo>
                  <a:cubicBezTo>
                    <a:pt x="80757" y="156159"/>
                    <a:pt x="81300" y="156530"/>
                    <a:pt x="81930" y="156931"/>
                  </a:cubicBezTo>
                  <a:cubicBezTo>
                    <a:pt x="82445" y="157247"/>
                    <a:pt x="82761" y="157534"/>
                    <a:pt x="82818" y="157820"/>
                  </a:cubicBezTo>
                  <a:cubicBezTo>
                    <a:pt x="82903" y="158134"/>
                    <a:pt x="82674" y="158507"/>
                    <a:pt x="82388" y="158992"/>
                  </a:cubicBezTo>
                  <a:cubicBezTo>
                    <a:pt x="82017" y="159595"/>
                    <a:pt x="81586" y="160339"/>
                    <a:pt x="81559" y="161340"/>
                  </a:cubicBezTo>
                  <a:cubicBezTo>
                    <a:pt x="81559" y="162141"/>
                    <a:pt x="81731" y="162400"/>
                    <a:pt x="82044" y="162771"/>
                  </a:cubicBezTo>
                  <a:cubicBezTo>
                    <a:pt x="82131" y="162886"/>
                    <a:pt x="82246" y="163000"/>
                    <a:pt x="82388" y="163229"/>
                  </a:cubicBezTo>
                  <a:cubicBezTo>
                    <a:pt x="82560" y="163431"/>
                    <a:pt x="82647" y="163687"/>
                    <a:pt x="82731" y="163973"/>
                  </a:cubicBezTo>
                  <a:cubicBezTo>
                    <a:pt x="82818" y="164175"/>
                    <a:pt x="82903" y="164404"/>
                    <a:pt x="83047" y="164633"/>
                  </a:cubicBezTo>
                  <a:cubicBezTo>
                    <a:pt x="83648" y="165664"/>
                    <a:pt x="84506" y="166149"/>
                    <a:pt x="85365" y="166580"/>
                  </a:cubicBezTo>
                  <a:cubicBezTo>
                    <a:pt x="85537" y="166664"/>
                    <a:pt x="85738" y="166694"/>
                    <a:pt x="85910" y="166722"/>
                  </a:cubicBezTo>
                  <a:cubicBezTo>
                    <a:pt x="86025" y="166751"/>
                    <a:pt x="86196" y="166779"/>
                    <a:pt x="86224" y="166779"/>
                  </a:cubicBezTo>
                  <a:cubicBezTo>
                    <a:pt x="86224" y="166779"/>
                    <a:pt x="86224" y="166836"/>
                    <a:pt x="86167" y="166980"/>
                  </a:cubicBezTo>
                  <a:cubicBezTo>
                    <a:pt x="86150" y="167015"/>
                    <a:pt x="86143" y="167039"/>
                    <a:pt x="86054" y="167039"/>
                  </a:cubicBezTo>
                  <a:cubicBezTo>
                    <a:pt x="85999" y="167039"/>
                    <a:pt x="85910" y="167030"/>
                    <a:pt x="85766" y="167008"/>
                  </a:cubicBezTo>
                  <a:cubicBezTo>
                    <a:pt x="85651" y="167008"/>
                    <a:pt x="85537" y="166980"/>
                    <a:pt x="85395" y="166980"/>
                  </a:cubicBezTo>
                  <a:lnTo>
                    <a:pt x="85365" y="166980"/>
                  </a:lnTo>
                  <a:cubicBezTo>
                    <a:pt x="85237" y="166989"/>
                    <a:pt x="85118" y="166995"/>
                    <a:pt x="85005" y="166995"/>
                  </a:cubicBezTo>
                  <a:cubicBezTo>
                    <a:pt x="84386" y="166995"/>
                    <a:pt x="83974" y="166832"/>
                    <a:pt x="83563" y="166179"/>
                  </a:cubicBezTo>
                  <a:cubicBezTo>
                    <a:pt x="83448" y="166035"/>
                    <a:pt x="83391" y="165835"/>
                    <a:pt x="83304" y="165634"/>
                  </a:cubicBezTo>
                  <a:cubicBezTo>
                    <a:pt x="83132" y="165233"/>
                    <a:pt x="82960" y="164805"/>
                    <a:pt x="82560" y="164576"/>
                  </a:cubicBezTo>
                  <a:cubicBezTo>
                    <a:pt x="82330" y="164437"/>
                    <a:pt x="82133" y="164385"/>
                    <a:pt x="81964" y="164385"/>
                  </a:cubicBezTo>
                  <a:cubicBezTo>
                    <a:pt x="81605" y="164385"/>
                    <a:pt x="81371" y="164619"/>
                    <a:pt x="81215" y="164775"/>
                  </a:cubicBezTo>
                  <a:cubicBezTo>
                    <a:pt x="81128" y="164862"/>
                    <a:pt x="81071" y="164947"/>
                    <a:pt x="80957" y="164976"/>
                  </a:cubicBezTo>
                  <a:cubicBezTo>
                    <a:pt x="80702" y="165083"/>
                    <a:pt x="80480" y="165140"/>
                    <a:pt x="80276" y="165140"/>
                  </a:cubicBezTo>
                  <a:cubicBezTo>
                    <a:pt x="79771" y="165140"/>
                    <a:pt x="79377" y="164789"/>
                    <a:pt x="78868" y="163973"/>
                  </a:cubicBezTo>
                  <a:cubicBezTo>
                    <a:pt x="78609" y="163573"/>
                    <a:pt x="78323" y="163172"/>
                    <a:pt x="78037" y="162801"/>
                  </a:cubicBezTo>
                  <a:cubicBezTo>
                    <a:pt x="77494" y="162084"/>
                    <a:pt x="76921" y="161340"/>
                    <a:pt x="76720" y="160653"/>
                  </a:cubicBezTo>
                  <a:cubicBezTo>
                    <a:pt x="76605" y="160309"/>
                    <a:pt x="76548" y="159995"/>
                    <a:pt x="76463" y="159652"/>
                  </a:cubicBezTo>
                  <a:cubicBezTo>
                    <a:pt x="76349" y="159107"/>
                    <a:pt x="76205" y="158534"/>
                    <a:pt x="75948" y="157847"/>
                  </a:cubicBezTo>
                  <a:cubicBezTo>
                    <a:pt x="75575" y="157046"/>
                    <a:pt x="75376" y="156045"/>
                    <a:pt x="75174" y="154985"/>
                  </a:cubicBezTo>
                  <a:cubicBezTo>
                    <a:pt x="74803" y="153153"/>
                    <a:pt x="74459" y="151263"/>
                    <a:pt x="73143" y="150233"/>
                  </a:cubicBezTo>
                  <a:cubicBezTo>
                    <a:pt x="72941" y="150061"/>
                    <a:pt x="72769" y="150004"/>
                    <a:pt x="72655" y="149976"/>
                  </a:cubicBezTo>
                  <a:cubicBezTo>
                    <a:pt x="72540" y="149946"/>
                    <a:pt x="72513" y="149919"/>
                    <a:pt x="72369" y="149633"/>
                  </a:cubicBezTo>
                  <a:cubicBezTo>
                    <a:pt x="72112" y="149232"/>
                    <a:pt x="72082" y="148545"/>
                    <a:pt x="72025" y="148030"/>
                  </a:cubicBezTo>
                  <a:cubicBezTo>
                    <a:pt x="72025" y="147858"/>
                    <a:pt x="71998" y="147713"/>
                    <a:pt x="71998" y="147599"/>
                  </a:cubicBezTo>
                  <a:cubicBezTo>
                    <a:pt x="71911" y="147026"/>
                    <a:pt x="71711" y="146511"/>
                    <a:pt x="71482" y="146026"/>
                  </a:cubicBezTo>
                  <a:cubicBezTo>
                    <a:pt x="71281" y="145481"/>
                    <a:pt x="71082" y="144995"/>
                    <a:pt x="71024" y="144480"/>
                  </a:cubicBezTo>
                  <a:cubicBezTo>
                    <a:pt x="70967" y="143965"/>
                    <a:pt x="71109" y="143449"/>
                    <a:pt x="71253" y="142877"/>
                  </a:cubicBezTo>
                  <a:cubicBezTo>
                    <a:pt x="71368" y="142361"/>
                    <a:pt x="71510" y="141816"/>
                    <a:pt x="71510" y="141187"/>
                  </a:cubicBezTo>
                  <a:cubicBezTo>
                    <a:pt x="71510" y="139641"/>
                    <a:pt x="71425" y="138354"/>
                    <a:pt x="71224" y="137151"/>
                  </a:cubicBezTo>
                  <a:cubicBezTo>
                    <a:pt x="71109" y="136121"/>
                    <a:pt x="71139" y="135033"/>
                    <a:pt x="71196" y="133973"/>
                  </a:cubicBezTo>
                  <a:cubicBezTo>
                    <a:pt x="71224" y="133029"/>
                    <a:pt x="71281" y="132026"/>
                    <a:pt x="71166" y="131083"/>
                  </a:cubicBezTo>
                  <a:cubicBezTo>
                    <a:pt x="71082" y="130338"/>
                    <a:pt x="70937" y="129651"/>
                    <a:pt x="70765" y="128964"/>
                  </a:cubicBezTo>
                  <a:cubicBezTo>
                    <a:pt x="70566" y="127961"/>
                    <a:pt x="70337" y="126988"/>
                    <a:pt x="70337" y="125957"/>
                  </a:cubicBezTo>
                  <a:cubicBezTo>
                    <a:pt x="70422" y="125900"/>
                    <a:pt x="70479" y="125785"/>
                    <a:pt x="70479" y="125671"/>
                  </a:cubicBezTo>
                  <a:lnTo>
                    <a:pt x="70479" y="124727"/>
                  </a:lnTo>
                  <a:cubicBezTo>
                    <a:pt x="70479" y="124269"/>
                    <a:pt x="70479" y="123782"/>
                    <a:pt x="70452" y="123324"/>
                  </a:cubicBezTo>
                  <a:cubicBezTo>
                    <a:pt x="70422" y="122838"/>
                    <a:pt x="70422" y="122380"/>
                    <a:pt x="70422" y="121865"/>
                  </a:cubicBezTo>
                  <a:cubicBezTo>
                    <a:pt x="70394" y="121636"/>
                    <a:pt x="70394" y="121292"/>
                    <a:pt x="70394" y="120949"/>
                  </a:cubicBezTo>
                  <a:cubicBezTo>
                    <a:pt x="70394" y="120289"/>
                    <a:pt x="70422" y="119632"/>
                    <a:pt x="70250" y="119117"/>
                  </a:cubicBezTo>
                  <a:cubicBezTo>
                    <a:pt x="70051" y="118487"/>
                    <a:pt x="69421" y="117972"/>
                    <a:pt x="68791" y="117456"/>
                  </a:cubicBezTo>
                  <a:cubicBezTo>
                    <a:pt x="68505" y="117227"/>
                    <a:pt x="68246" y="116998"/>
                    <a:pt x="68075" y="116826"/>
                  </a:cubicBezTo>
                  <a:cubicBezTo>
                    <a:pt x="67360" y="115995"/>
                    <a:pt x="66586" y="115766"/>
                    <a:pt x="65871" y="115537"/>
                  </a:cubicBezTo>
                  <a:cubicBezTo>
                    <a:pt x="65413" y="115365"/>
                    <a:pt x="64955" y="115223"/>
                    <a:pt x="64497" y="114937"/>
                  </a:cubicBezTo>
                  <a:cubicBezTo>
                    <a:pt x="63208" y="114078"/>
                    <a:pt x="62608" y="112590"/>
                    <a:pt x="61948" y="110987"/>
                  </a:cubicBezTo>
                  <a:cubicBezTo>
                    <a:pt x="61463" y="109755"/>
                    <a:pt x="60918" y="108468"/>
                    <a:pt x="60032" y="107522"/>
                  </a:cubicBezTo>
                  <a:cubicBezTo>
                    <a:pt x="59402" y="106864"/>
                    <a:pt x="59116" y="106148"/>
                    <a:pt x="58799" y="105376"/>
                  </a:cubicBezTo>
                  <a:cubicBezTo>
                    <a:pt x="58570" y="104803"/>
                    <a:pt x="58341" y="104201"/>
                    <a:pt x="57970" y="103601"/>
                  </a:cubicBezTo>
                  <a:cubicBezTo>
                    <a:pt x="57627" y="103028"/>
                    <a:pt x="57226" y="102799"/>
                    <a:pt x="56910" y="102598"/>
                  </a:cubicBezTo>
                  <a:cubicBezTo>
                    <a:pt x="56539" y="102369"/>
                    <a:pt x="56338" y="102227"/>
                    <a:pt x="56223" y="101540"/>
                  </a:cubicBezTo>
                  <a:cubicBezTo>
                    <a:pt x="56051" y="100594"/>
                    <a:pt x="56081" y="100251"/>
                    <a:pt x="56109" y="100109"/>
                  </a:cubicBezTo>
                  <a:cubicBezTo>
                    <a:pt x="56109" y="99964"/>
                    <a:pt x="56109" y="99735"/>
                    <a:pt x="56138" y="99621"/>
                  </a:cubicBezTo>
                  <a:cubicBezTo>
                    <a:pt x="56253" y="99563"/>
                    <a:pt x="56452" y="99479"/>
                    <a:pt x="56738" y="99220"/>
                  </a:cubicBezTo>
                  <a:cubicBezTo>
                    <a:pt x="56853" y="99105"/>
                    <a:pt x="56940" y="99078"/>
                    <a:pt x="57025" y="99021"/>
                  </a:cubicBezTo>
                  <a:cubicBezTo>
                    <a:pt x="57512" y="98849"/>
                    <a:pt x="57570" y="98533"/>
                    <a:pt x="57455" y="97933"/>
                  </a:cubicBezTo>
                  <a:cubicBezTo>
                    <a:pt x="57455" y="97876"/>
                    <a:pt x="57425" y="97789"/>
                    <a:pt x="57368" y="97731"/>
                  </a:cubicBezTo>
                  <a:cubicBezTo>
                    <a:pt x="57082" y="97475"/>
                    <a:pt x="56796" y="97159"/>
                    <a:pt x="56768" y="97102"/>
                  </a:cubicBezTo>
                  <a:cubicBezTo>
                    <a:pt x="56768" y="97074"/>
                    <a:pt x="56738" y="97044"/>
                    <a:pt x="56738" y="97017"/>
                  </a:cubicBezTo>
                  <a:cubicBezTo>
                    <a:pt x="55937" y="95528"/>
                    <a:pt x="56711" y="93868"/>
                    <a:pt x="57712" y="92808"/>
                  </a:cubicBezTo>
                  <a:cubicBezTo>
                    <a:pt x="57741" y="92808"/>
                    <a:pt x="57741" y="92780"/>
                    <a:pt x="57741" y="92780"/>
                  </a:cubicBezTo>
                  <a:cubicBezTo>
                    <a:pt x="57769" y="92750"/>
                    <a:pt x="57826" y="92750"/>
                    <a:pt x="57856" y="92723"/>
                  </a:cubicBezTo>
                  <a:cubicBezTo>
                    <a:pt x="58028" y="92666"/>
                    <a:pt x="58257" y="92579"/>
                    <a:pt x="58399" y="92379"/>
                  </a:cubicBezTo>
                  <a:cubicBezTo>
                    <a:pt x="58600" y="92150"/>
                    <a:pt x="58543" y="91864"/>
                    <a:pt x="58513" y="91663"/>
                  </a:cubicBezTo>
                  <a:cubicBezTo>
                    <a:pt x="58486" y="91663"/>
                    <a:pt x="58486" y="91635"/>
                    <a:pt x="58486" y="91605"/>
                  </a:cubicBezTo>
                  <a:cubicBezTo>
                    <a:pt x="58715" y="91262"/>
                    <a:pt x="58944" y="91090"/>
                    <a:pt x="59402" y="90719"/>
                  </a:cubicBezTo>
                  <a:cubicBezTo>
                    <a:pt x="60547" y="89688"/>
                    <a:pt x="60689" y="88571"/>
                    <a:pt x="60746" y="87169"/>
                  </a:cubicBezTo>
                  <a:cubicBezTo>
                    <a:pt x="60833" y="86253"/>
                    <a:pt x="60833" y="85422"/>
                    <a:pt x="60460" y="84478"/>
                  </a:cubicBezTo>
                  <a:cubicBezTo>
                    <a:pt x="60432" y="84334"/>
                    <a:pt x="60375" y="84192"/>
                    <a:pt x="60318" y="84048"/>
                  </a:cubicBezTo>
                  <a:cubicBezTo>
                    <a:pt x="60059" y="83189"/>
                    <a:pt x="59716" y="82101"/>
                    <a:pt x="59058" y="81558"/>
                  </a:cubicBezTo>
                  <a:cubicBezTo>
                    <a:pt x="58985" y="81502"/>
                    <a:pt x="58899" y="81471"/>
                    <a:pt x="58809" y="81471"/>
                  </a:cubicBezTo>
                  <a:cubicBezTo>
                    <a:pt x="58759" y="81471"/>
                    <a:pt x="58708" y="81481"/>
                    <a:pt x="58658" y="81501"/>
                  </a:cubicBezTo>
                  <a:cubicBezTo>
                    <a:pt x="58199" y="81501"/>
                    <a:pt x="57712" y="81959"/>
                    <a:pt x="57341" y="82360"/>
                  </a:cubicBezTo>
                  <a:cubicBezTo>
                    <a:pt x="56927" y="82774"/>
                    <a:pt x="56466" y="83235"/>
                    <a:pt x="56043" y="83235"/>
                  </a:cubicBezTo>
                  <a:cubicBezTo>
                    <a:pt x="55998" y="83235"/>
                    <a:pt x="55953" y="83230"/>
                    <a:pt x="55909" y="83219"/>
                  </a:cubicBezTo>
                  <a:cubicBezTo>
                    <a:pt x="55307" y="83075"/>
                    <a:pt x="54849" y="82559"/>
                    <a:pt x="54421" y="82074"/>
                  </a:cubicBezTo>
                  <a:cubicBezTo>
                    <a:pt x="54105" y="81758"/>
                    <a:pt x="53818" y="81414"/>
                    <a:pt x="53475" y="81185"/>
                  </a:cubicBezTo>
                  <a:cubicBezTo>
                    <a:pt x="53276" y="81013"/>
                    <a:pt x="53047" y="80871"/>
                    <a:pt x="52845" y="80757"/>
                  </a:cubicBezTo>
                  <a:cubicBezTo>
                    <a:pt x="52131" y="80326"/>
                    <a:pt x="51757" y="80097"/>
                    <a:pt x="51986" y="79181"/>
                  </a:cubicBezTo>
                  <a:cubicBezTo>
                    <a:pt x="51986" y="79124"/>
                    <a:pt x="52044" y="79097"/>
                    <a:pt x="52158" y="79010"/>
                  </a:cubicBezTo>
                  <a:cubicBezTo>
                    <a:pt x="52302" y="78925"/>
                    <a:pt x="52502" y="78781"/>
                    <a:pt x="52559" y="78494"/>
                  </a:cubicBezTo>
                  <a:cubicBezTo>
                    <a:pt x="52589" y="78208"/>
                    <a:pt x="52417" y="77952"/>
                    <a:pt x="52245" y="77750"/>
                  </a:cubicBezTo>
                  <a:cubicBezTo>
                    <a:pt x="52021" y="77527"/>
                    <a:pt x="51740" y="77476"/>
                    <a:pt x="51503" y="77476"/>
                  </a:cubicBezTo>
                  <a:cubicBezTo>
                    <a:pt x="51406" y="77476"/>
                    <a:pt x="51317" y="77485"/>
                    <a:pt x="51242" y="77493"/>
                  </a:cubicBezTo>
                  <a:lnTo>
                    <a:pt x="50956" y="77493"/>
                  </a:lnTo>
                  <a:cubicBezTo>
                    <a:pt x="50669" y="77292"/>
                    <a:pt x="50585" y="77093"/>
                    <a:pt x="50498" y="76834"/>
                  </a:cubicBezTo>
                  <a:cubicBezTo>
                    <a:pt x="50356" y="76490"/>
                    <a:pt x="50184" y="76032"/>
                    <a:pt x="49410" y="75776"/>
                  </a:cubicBezTo>
                  <a:cubicBezTo>
                    <a:pt x="49039" y="75632"/>
                    <a:pt x="48666" y="75547"/>
                    <a:pt x="48295" y="75460"/>
                  </a:cubicBezTo>
                  <a:cubicBezTo>
                    <a:pt x="47665" y="75288"/>
                    <a:pt x="47092" y="75146"/>
                    <a:pt x="46463" y="74773"/>
                  </a:cubicBezTo>
                  <a:cubicBezTo>
                    <a:pt x="46433" y="74773"/>
                    <a:pt x="46433" y="74773"/>
                    <a:pt x="46405" y="74745"/>
                  </a:cubicBezTo>
                  <a:cubicBezTo>
                    <a:pt x="46119" y="74658"/>
                    <a:pt x="45459" y="74429"/>
                    <a:pt x="45230" y="74200"/>
                  </a:cubicBezTo>
                  <a:cubicBezTo>
                    <a:pt x="45088" y="74029"/>
                    <a:pt x="45088" y="73944"/>
                    <a:pt x="45088" y="73772"/>
                  </a:cubicBezTo>
                  <a:cubicBezTo>
                    <a:pt x="45088" y="73600"/>
                    <a:pt x="45088" y="73371"/>
                    <a:pt x="44944" y="73085"/>
                  </a:cubicBezTo>
                  <a:cubicBezTo>
                    <a:pt x="44333" y="72134"/>
                    <a:pt x="43301" y="71791"/>
                    <a:pt x="42296" y="71791"/>
                  </a:cubicBezTo>
                  <a:cubicBezTo>
                    <a:pt x="41938" y="71791"/>
                    <a:pt x="41583" y="71835"/>
                    <a:pt x="41252" y="71910"/>
                  </a:cubicBezTo>
                  <a:cubicBezTo>
                    <a:pt x="40720" y="72062"/>
                    <a:pt x="40339" y="72136"/>
                    <a:pt x="39961" y="72136"/>
                  </a:cubicBezTo>
                  <a:cubicBezTo>
                    <a:pt x="39484" y="72136"/>
                    <a:pt x="39011" y="72019"/>
                    <a:pt x="38245" y="71796"/>
                  </a:cubicBezTo>
                  <a:cubicBezTo>
                    <a:pt x="37874" y="71654"/>
                    <a:pt x="37531" y="71539"/>
                    <a:pt x="37187" y="71452"/>
                  </a:cubicBezTo>
                  <a:cubicBezTo>
                    <a:pt x="36271" y="71166"/>
                    <a:pt x="35497" y="70937"/>
                    <a:pt x="34753" y="70193"/>
                  </a:cubicBezTo>
                  <a:cubicBezTo>
                    <a:pt x="34352" y="69822"/>
                    <a:pt x="33780" y="69478"/>
                    <a:pt x="33237" y="69162"/>
                  </a:cubicBezTo>
                  <a:cubicBezTo>
                    <a:pt x="32435" y="68704"/>
                    <a:pt x="31634" y="68218"/>
                    <a:pt x="31405" y="67589"/>
                  </a:cubicBezTo>
                  <a:cubicBezTo>
                    <a:pt x="31233" y="67131"/>
                    <a:pt x="31375" y="66815"/>
                    <a:pt x="31577" y="66386"/>
                  </a:cubicBezTo>
                  <a:cubicBezTo>
                    <a:pt x="31748" y="66013"/>
                    <a:pt x="31948" y="65585"/>
                    <a:pt x="31920" y="65012"/>
                  </a:cubicBezTo>
                  <a:cubicBezTo>
                    <a:pt x="31863" y="64238"/>
                    <a:pt x="31348" y="63409"/>
                    <a:pt x="30917" y="62665"/>
                  </a:cubicBezTo>
                  <a:cubicBezTo>
                    <a:pt x="30745" y="62406"/>
                    <a:pt x="30603" y="62177"/>
                    <a:pt x="30489" y="61948"/>
                  </a:cubicBezTo>
                  <a:cubicBezTo>
                    <a:pt x="30173" y="61376"/>
                    <a:pt x="29772" y="60890"/>
                    <a:pt x="29371" y="60432"/>
                  </a:cubicBezTo>
                  <a:cubicBezTo>
                    <a:pt x="28970" y="59944"/>
                    <a:pt x="28570" y="59486"/>
                    <a:pt x="28313" y="58943"/>
                  </a:cubicBezTo>
                  <a:cubicBezTo>
                    <a:pt x="28169" y="58600"/>
                    <a:pt x="28054" y="58227"/>
                    <a:pt x="27970" y="57856"/>
                  </a:cubicBezTo>
                  <a:cubicBezTo>
                    <a:pt x="27768" y="57253"/>
                    <a:pt x="27596" y="56596"/>
                    <a:pt x="27196" y="55994"/>
                  </a:cubicBezTo>
                  <a:cubicBezTo>
                    <a:pt x="26596" y="54936"/>
                    <a:pt x="26509" y="54562"/>
                    <a:pt x="26509" y="53504"/>
                  </a:cubicBezTo>
                  <a:cubicBezTo>
                    <a:pt x="26509" y="52703"/>
                    <a:pt x="26424" y="51844"/>
                    <a:pt x="25851" y="51356"/>
                  </a:cubicBezTo>
                  <a:cubicBezTo>
                    <a:pt x="25605" y="51133"/>
                    <a:pt x="25271" y="51014"/>
                    <a:pt x="24865" y="51014"/>
                  </a:cubicBezTo>
                  <a:cubicBezTo>
                    <a:pt x="24750" y="51014"/>
                    <a:pt x="24630" y="51023"/>
                    <a:pt x="24505" y="51042"/>
                  </a:cubicBezTo>
                  <a:cubicBezTo>
                    <a:pt x="24447" y="51042"/>
                    <a:pt x="24420" y="51070"/>
                    <a:pt x="24390" y="51100"/>
                  </a:cubicBezTo>
                  <a:lnTo>
                    <a:pt x="24305" y="51127"/>
                  </a:lnTo>
                  <a:cubicBezTo>
                    <a:pt x="23847" y="51242"/>
                    <a:pt x="23646" y="51501"/>
                    <a:pt x="23531" y="51700"/>
                  </a:cubicBezTo>
                  <a:cubicBezTo>
                    <a:pt x="23218" y="52302"/>
                    <a:pt x="23504" y="53017"/>
                    <a:pt x="23589" y="53218"/>
                  </a:cubicBezTo>
                  <a:cubicBezTo>
                    <a:pt x="23733" y="53504"/>
                    <a:pt x="23905" y="53704"/>
                    <a:pt x="24047" y="53875"/>
                  </a:cubicBezTo>
                  <a:cubicBezTo>
                    <a:pt x="24191" y="54047"/>
                    <a:pt x="24333" y="54162"/>
                    <a:pt x="24420" y="54391"/>
                  </a:cubicBezTo>
                  <a:cubicBezTo>
                    <a:pt x="24420" y="54535"/>
                    <a:pt x="24420" y="54677"/>
                    <a:pt x="24390" y="54849"/>
                  </a:cubicBezTo>
                  <a:cubicBezTo>
                    <a:pt x="24390" y="55078"/>
                    <a:pt x="24363" y="55336"/>
                    <a:pt x="24420" y="55623"/>
                  </a:cubicBezTo>
                  <a:cubicBezTo>
                    <a:pt x="24534" y="56138"/>
                    <a:pt x="24791" y="56566"/>
                    <a:pt x="25050" y="56997"/>
                  </a:cubicBezTo>
                  <a:cubicBezTo>
                    <a:pt x="25279" y="57340"/>
                    <a:pt x="25478" y="57654"/>
                    <a:pt x="25565" y="58027"/>
                  </a:cubicBezTo>
                  <a:cubicBezTo>
                    <a:pt x="25650" y="58314"/>
                    <a:pt x="25679" y="58600"/>
                    <a:pt x="25737" y="58914"/>
                  </a:cubicBezTo>
                  <a:cubicBezTo>
                    <a:pt x="25794" y="59429"/>
                    <a:pt x="25851" y="59944"/>
                    <a:pt x="26080" y="60432"/>
                  </a:cubicBezTo>
                  <a:cubicBezTo>
                    <a:pt x="26108" y="60604"/>
                    <a:pt x="26222" y="60776"/>
                    <a:pt x="26337" y="61005"/>
                  </a:cubicBezTo>
                  <a:cubicBezTo>
                    <a:pt x="26481" y="61261"/>
                    <a:pt x="26909" y="62063"/>
                    <a:pt x="26825" y="62234"/>
                  </a:cubicBezTo>
                  <a:cubicBezTo>
                    <a:pt x="26825" y="62234"/>
                    <a:pt x="26767" y="62264"/>
                    <a:pt x="26653" y="62264"/>
                  </a:cubicBezTo>
                  <a:cubicBezTo>
                    <a:pt x="26050" y="62234"/>
                    <a:pt x="25508" y="60947"/>
                    <a:pt x="25306" y="60059"/>
                  </a:cubicBezTo>
                  <a:cubicBezTo>
                    <a:pt x="25279" y="59917"/>
                    <a:pt x="25249" y="59772"/>
                    <a:pt x="25221" y="59658"/>
                  </a:cubicBezTo>
                  <a:cubicBezTo>
                    <a:pt x="25107" y="59200"/>
                    <a:pt x="25020" y="58856"/>
                    <a:pt x="24534" y="58456"/>
                  </a:cubicBezTo>
                  <a:cubicBezTo>
                    <a:pt x="24305" y="58256"/>
                    <a:pt x="24019" y="58142"/>
                    <a:pt x="23790" y="58055"/>
                  </a:cubicBezTo>
                  <a:cubicBezTo>
                    <a:pt x="23332" y="57913"/>
                    <a:pt x="23131" y="57826"/>
                    <a:pt x="23073" y="57455"/>
                  </a:cubicBezTo>
                  <a:cubicBezTo>
                    <a:pt x="23046" y="57169"/>
                    <a:pt x="23160" y="56910"/>
                    <a:pt x="23302" y="56596"/>
                  </a:cubicBezTo>
                  <a:cubicBezTo>
                    <a:pt x="23561" y="56051"/>
                    <a:pt x="23847" y="55394"/>
                    <a:pt x="23447" y="54535"/>
                  </a:cubicBezTo>
                  <a:cubicBezTo>
                    <a:pt x="23332" y="54191"/>
                    <a:pt x="23131" y="54077"/>
                    <a:pt x="22959" y="53962"/>
                  </a:cubicBezTo>
                  <a:cubicBezTo>
                    <a:pt x="22844" y="53875"/>
                    <a:pt x="22760" y="53848"/>
                    <a:pt x="22730" y="53589"/>
                  </a:cubicBezTo>
                  <a:cubicBezTo>
                    <a:pt x="22702" y="53417"/>
                    <a:pt x="22787" y="53104"/>
                    <a:pt x="22874" y="52875"/>
                  </a:cubicBezTo>
                  <a:cubicBezTo>
                    <a:pt x="22931" y="52703"/>
                    <a:pt x="22959" y="52531"/>
                    <a:pt x="22989" y="52387"/>
                  </a:cubicBezTo>
                  <a:cubicBezTo>
                    <a:pt x="23103" y="51501"/>
                    <a:pt x="22817" y="50726"/>
                    <a:pt x="22501" y="50012"/>
                  </a:cubicBezTo>
                  <a:cubicBezTo>
                    <a:pt x="22416" y="49753"/>
                    <a:pt x="22302" y="49524"/>
                    <a:pt x="22214" y="49210"/>
                  </a:cubicBezTo>
                  <a:cubicBezTo>
                    <a:pt x="22157" y="49096"/>
                    <a:pt x="22100" y="48981"/>
                    <a:pt x="22073" y="48867"/>
                  </a:cubicBezTo>
                  <a:cubicBezTo>
                    <a:pt x="21901" y="48466"/>
                    <a:pt x="21786" y="48207"/>
                    <a:pt x="21241" y="47836"/>
                  </a:cubicBezTo>
                  <a:cubicBezTo>
                    <a:pt x="21069" y="47749"/>
                    <a:pt x="20870" y="47722"/>
                    <a:pt x="20669" y="47692"/>
                  </a:cubicBezTo>
                  <a:cubicBezTo>
                    <a:pt x="20469" y="47665"/>
                    <a:pt x="20240" y="47607"/>
                    <a:pt x="20153" y="47520"/>
                  </a:cubicBezTo>
                  <a:cubicBezTo>
                    <a:pt x="19982" y="47348"/>
                    <a:pt x="20039" y="46547"/>
                    <a:pt x="20039" y="46089"/>
                  </a:cubicBezTo>
                  <a:cubicBezTo>
                    <a:pt x="20069" y="45974"/>
                    <a:pt x="20069" y="45860"/>
                    <a:pt x="20069" y="45745"/>
                  </a:cubicBezTo>
                  <a:cubicBezTo>
                    <a:pt x="20096" y="45688"/>
                    <a:pt x="20126" y="45603"/>
                    <a:pt x="20126" y="45546"/>
                  </a:cubicBezTo>
                  <a:cubicBezTo>
                    <a:pt x="20126" y="44802"/>
                    <a:pt x="20039" y="44028"/>
                    <a:pt x="19897" y="43256"/>
                  </a:cubicBezTo>
                  <a:cubicBezTo>
                    <a:pt x="19840" y="43027"/>
                    <a:pt x="19725" y="42741"/>
                    <a:pt x="19611" y="42425"/>
                  </a:cubicBezTo>
                  <a:cubicBezTo>
                    <a:pt x="19382" y="41852"/>
                    <a:pt x="19123" y="41138"/>
                    <a:pt x="19153" y="40794"/>
                  </a:cubicBezTo>
                  <a:cubicBezTo>
                    <a:pt x="19210" y="40393"/>
                    <a:pt x="19553" y="40164"/>
                    <a:pt x="19924" y="39906"/>
                  </a:cubicBezTo>
                  <a:cubicBezTo>
                    <a:pt x="20268" y="39649"/>
                    <a:pt x="20669" y="39390"/>
                    <a:pt x="20840" y="38962"/>
                  </a:cubicBezTo>
                  <a:cubicBezTo>
                    <a:pt x="21127" y="38390"/>
                    <a:pt x="21099" y="37817"/>
                    <a:pt x="21099" y="37302"/>
                  </a:cubicBezTo>
                  <a:cubicBezTo>
                    <a:pt x="21069" y="36699"/>
                    <a:pt x="21069" y="36157"/>
                    <a:pt x="21470" y="35699"/>
                  </a:cubicBezTo>
                  <a:cubicBezTo>
                    <a:pt x="21814" y="35298"/>
                    <a:pt x="22157" y="35012"/>
                    <a:pt x="22558" y="34696"/>
                  </a:cubicBezTo>
                  <a:cubicBezTo>
                    <a:pt x="23103" y="34267"/>
                    <a:pt x="23676" y="33809"/>
                    <a:pt x="24104" y="33035"/>
                  </a:cubicBezTo>
                  <a:cubicBezTo>
                    <a:pt x="24763" y="32034"/>
                    <a:pt x="25336" y="30947"/>
                    <a:pt x="25707" y="30088"/>
                  </a:cubicBezTo>
                  <a:cubicBezTo>
                    <a:pt x="26138" y="29000"/>
                    <a:pt x="25908" y="28627"/>
                    <a:pt x="25478" y="28169"/>
                  </a:cubicBezTo>
                  <a:cubicBezTo>
                    <a:pt x="25336" y="27997"/>
                    <a:pt x="25164" y="27798"/>
                    <a:pt x="25020" y="27482"/>
                  </a:cubicBezTo>
                  <a:cubicBezTo>
                    <a:pt x="24848" y="27138"/>
                    <a:pt x="24905" y="26824"/>
                    <a:pt x="25077" y="26680"/>
                  </a:cubicBezTo>
                  <a:cubicBezTo>
                    <a:pt x="25136" y="26623"/>
                    <a:pt x="25208" y="26602"/>
                    <a:pt x="25281" y="26602"/>
                  </a:cubicBezTo>
                  <a:cubicBezTo>
                    <a:pt x="25388" y="26602"/>
                    <a:pt x="25497" y="26646"/>
                    <a:pt x="25565" y="26680"/>
                  </a:cubicBezTo>
                  <a:cubicBezTo>
                    <a:pt x="25650" y="26767"/>
                    <a:pt x="25764" y="27195"/>
                    <a:pt x="25851" y="27482"/>
                  </a:cubicBezTo>
                  <a:cubicBezTo>
                    <a:pt x="26080" y="28198"/>
                    <a:pt x="26279" y="28856"/>
                    <a:pt x="26738" y="29057"/>
                  </a:cubicBezTo>
                  <a:cubicBezTo>
                    <a:pt x="26831" y="29096"/>
                    <a:pt x="26923" y="29117"/>
                    <a:pt x="27016" y="29117"/>
                  </a:cubicBezTo>
                  <a:cubicBezTo>
                    <a:pt x="27124" y="29117"/>
                    <a:pt x="27231" y="29089"/>
                    <a:pt x="27340" y="29027"/>
                  </a:cubicBezTo>
                  <a:cubicBezTo>
                    <a:pt x="27454" y="28970"/>
                    <a:pt x="27626" y="28828"/>
                    <a:pt x="27683" y="28512"/>
                  </a:cubicBezTo>
                  <a:cubicBezTo>
                    <a:pt x="27912" y="27626"/>
                    <a:pt x="27168" y="25707"/>
                    <a:pt x="26939" y="25363"/>
                  </a:cubicBezTo>
                  <a:cubicBezTo>
                    <a:pt x="26738" y="25020"/>
                    <a:pt x="26481" y="24676"/>
                    <a:pt x="26195" y="24362"/>
                  </a:cubicBezTo>
                  <a:cubicBezTo>
                    <a:pt x="25794" y="23875"/>
                    <a:pt x="25393" y="23417"/>
                    <a:pt x="25336" y="22901"/>
                  </a:cubicBezTo>
                  <a:cubicBezTo>
                    <a:pt x="25306" y="22416"/>
                    <a:pt x="25508" y="21871"/>
                    <a:pt x="25737" y="21328"/>
                  </a:cubicBezTo>
                  <a:cubicBezTo>
                    <a:pt x="25908" y="20870"/>
                    <a:pt x="26080" y="20412"/>
                    <a:pt x="26138" y="19924"/>
                  </a:cubicBezTo>
                  <a:cubicBezTo>
                    <a:pt x="26451" y="17176"/>
                    <a:pt x="25020" y="14572"/>
                    <a:pt x="22760" y="13741"/>
                  </a:cubicBezTo>
                  <a:cubicBezTo>
                    <a:pt x="22187" y="13569"/>
                    <a:pt x="21642" y="13397"/>
                    <a:pt x="21099" y="13226"/>
                  </a:cubicBezTo>
                  <a:cubicBezTo>
                    <a:pt x="20554" y="13054"/>
                    <a:pt x="20011" y="12912"/>
                    <a:pt x="19466" y="12740"/>
                  </a:cubicBezTo>
                  <a:cubicBezTo>
                    <a:pt x="19120" y="12617"/>
                    <a:pt x="18810" y="12564"/>
                    <a:pt x="18525" y="12564"/>
                  </a:cubicBezTo>
                  <a:cubicBezTo>
                    <a:pt x="17752" y="12564"/>
                    <a:pt x="17158" y="12952"/>
                    <a:pt x="16489" y="13370"/>
                  </a:cubicBezTo>
                  <a:lnTo>
                    <a:pt x="16203" y="13569"/>
                  </a:lnTo>
                  <a:cubicBezTo>
                    <a:pt x="16004" y="13684"/>
                    <a:pt x="15802" y="13855"/>
                    <a:pt x="15546" y="14057"/>
                  </a:cubicBezTo>
                  <a:cubicBezTo>
                    <a:pt x="15028" y="14496"/>
                    <a:pt x="14322" y="15078"/>
                    <a:pt x="13811" y="15078"/>
                  </a:cubicBezTo>
                  <a:cubicBezTo>
                    <a:pt x="13757" y="15078"/>
                    <a:pt x="13705" y="15071"/>
                    <a:pt x="13656" y="15058"/>
                  </a:cubicBezTo>
                  <a:cubicBezTo>
                    <a:pt x="13569" y="15030"/>
                    <a:pt x="13512" y="15000"/>
                    <a:pt x="13484" y="14973"/>
                  </a:cubicBezTo>
                  <a:cubicBezTo>
                    <a:pt x="13626" y="14829"/>
                    <a:pt x="13970" y="14629"/>
                    <a:pt x="14172" y="14515"/>
                  </a:cubicBezTo>
                  <a:cubicBezTo>
                    <a:pt x="14371" y="14371"/>
                    <a:pt x="14572" y="14256"/>
                    <a:pt x="14714" y="14142"/>
                  </a:cubicBezTo>
                  <a:cubicBezTo>
                    <a:pt x="15317" y="13599"/>
                    <a:pt x="15516" y="13168"/>
                    <a:pt x="15317" y="12825"/>
                  </a:cubicBezTo>
                  <a:cubicBezTo>
                    <a:pt x="15195" y="12605"/>
                    <a:pt x="14969" y="12537"/>
                    <a:pt x="14728" y="12537"/>
                  </a:cubicBezTo>
                  <a:cubicBezTo>
                    <a:pt x="14403" y="12537"/>
                    <a:pt x="14050" y="12662"/>
                    <a:pt x="13885" y="12710"/>
                  </a:cubicBezTo>
                  <a:cubicBezTo>
                    <a:pt x="12997" y="12997"/>
                    <a:pt x="12339" y="13512"/>
                    <a:pt x="11652" y="14057"/>
                  </a:cubicBezTo>
                  <a:cubicBezTo>
                    <a:pt x="11394" y="14256"/>
                    <a:pt x="11137" y="14458"/>
                    <a:pt x="10851" y="14657"/>
                  </a:cubicBezTo>
                  <a:cubicBezTo>
                    <a:pt x="10336" y="15030"/>
                    <a:pt x="9763" y="15287"/>
                    <a:pt x="9161" y="15545"/>
                  </a:cubicBezTo>
                  <a:cubicBezTo>
                    <a:pt x="8416" y="15859"/>
                    <a:pt x="7645" y="16203"/>
                    <a:pt x="6985" y="16775"/>
                  </a:cubicBezTo>
                  <a:cubicBezTo>
                    <a:pt x="5813" y="17749"/>
                    <a:pt x="5125" y="17950"/>
                    <a:pt x="3637" y="18294"/>
                  </a:cubicBezTo>
                  <a:cubicBezTo>
                    <a:pt x="3493" y="18351"/>
                    <a:pt x="3321" y="18436"/>
                    <a:pt x="3064" y="18550"/>
                  </a:cubicBezTo>
                  <a:cubicBezTo>
                    <a:pt x="1765" y="19137"/>
                    <a:pt x="1171" y="19279"/>
                    <a:pt x="912" y="19279"/>
                  </a:cubicBezTo>
                  <a:cubicBezTo>
                    <a:pt x="818" y="19279"/>
                    <a:pt x="768" y="19260"/>
                    <a:pt x="744" y="19237"/>
                  </a:cubicBezTo>
                  <a:cubicBezTo>
                    <a:pt x="744" y="19237"/>
                    <a:pt x="744" y="19210"/>
                    <a:pt x="717" y="19210"/>
                  </a:cubicBezTo>
                  <a:cubicBezTo>
                    <a:pt x="831" y="18951"/>
                    <a:pt x="2004" y="18294"/>
                    <a:pt x="2950" y="17893"/>
                  </a:cubicBezTo>
                  <a:cubicBezTo>
                    <a:pt x="3149" y="17778"/>
                    <a:pt x="3522" y="17664"/>
                    <a:pt x="3923" y="17577"/>
                  </a:cubicBezTo>
                  <a:cubicBezTo>
                    <a:pt x="4752" y="17348"/>
                    <a:pt x="5611" y="17119"/>
                    <a:pt x="5927" y="16633"/>
                  </a:cubicBezTo>
                  <a:cubicBezTo>
                    <a:pt x="6069" y="16432"/>
                    <a:pt x="6413" y="15974"/>
                    <a:pt x="6184" y="15603"/>
                  </a:cubicBezTo>
                  <a:cubicBezTo>
                    <a:pt x="6053" y="15406"/>
                    <a:pt x="5845" y="15335"/>
                    <a:pt x="5587" y="15335"/>
                  </a:cubicBezTo>
                  <a:cubicBezTo>
                    <a:pt x="5279" y="15335"/>
                    <a:pt x="4900" y="15436"/>
                    <a:pt x="4496" y="15545"/>
                  </a:cubicBezTo>
                  <a:cubicBezTo>
                    <a:pt x="4267" y="15603"/>
                    <a:pt x="3951" y="15687"/>
                    <a:pt x="3893" y="15687"/>
                  </a:cubicBezTo>
                  <a:cubicBezTo>
                    <a:pt x="3637" y="15630"/>
                    <a:pt x="3522" y="15545"/>
                    <a:pt x="3465" y="15516"/>
                  </a:cubicBezTo>
                  <a:cubicBezTo>
                    <a:pt x="3522" y="15431"/>
                    <a:pt x="3694" y="15259"/>
                    <a:pt x="3779" y="15172"/>
                  </a:cubicBezTo>
                  <a:cubicBezTo>
                    <a:pt x="4008" y="14916"/>
                    <a:pt x="4267" y="14657"/>
                    <a:pt x="4267" y="14313"/>
                  </a:cubicBezTo>
                  <a:cubicBezTo>
                    <a:pt x="4267" y="14199"/>
                    <a:pt x="4209" y="14027"/>
                    <a:pt x="4008" y="13885"/>
                  </a:cubicBezTo>
                  <a:cubicBezTo>
                    <a:pt x="3876" y="13772"/>
                    <a:pt x="3728" y="13729"/>
                    <a:pt x="3573" y="13729"/>
                  </a:cubicBezTo>
                  <a:cubicBezTo>
                    <a:pt x="3293" y="13729"/>
                    <a:pt x="2986" y="13870"/>
                    <a:pt x="2691" y="14000"/>
                  </a:cubicBezTo>
                  <a:cubicBezTo>
                    <a:pt x="2577" y="14057"/>
                    <a:pt x="2377" y="14142"/>
                    <a:pt x="2263" y="14171"/>
                  </a:cubicBezTo>
                  <a:cubicBezTo>
                    <a:pt x="2233" y="14084"/>
                    <a:pt x="2233" y="13942"/>
                    <a:pt x="2290" y="13626"/>
                  </a:cubicBezTo>
                  <a:cubicBezTo>
                    <a:pt x="2634" y="11680"/>
                    <a:pt x="5183" y="11107"/>
                    <a:pt x="7244" y="10622"/>
                  </a:cubicBezTo>
                  <a:cubicBezTo>
                    <a:pt x="8016" y="10450"/>
                    <a:pt x="8732" y="10306"/>
                    <a:pt x="9275" y="10077"/>
                  </a:cubicBezTo>
                  <a:cubicBezTo>
                    <a:pt x="9390" y="10019"/>
                    <a:pt x="9534" y="9962"/>
                    <a:pt x="9676" y="9905"/>
                  </a:cubicBezTo>
                  <a:cubicBezTo>
                    <a:pt x="10878" y="9447"/>
                    <a:pt x="11623" y="9161"/>
                    <a:pt x="11565" y="8618"/>
                  </a:cubicBezTo>
                  <a:cubicBezTo>
                    <a:pt x="11481" y="8160"/>
                    <a:pt x="10851" y="8045"/>
                    <a:pt x="10249" y="7988"/>
                  </a:cubicBezTo>
                  <a:lnTo>
                    <a:pt x="9218" y="7988"/>
                  </a:lnTo>
                  <a:cubicBezTo>
                    <a:pt x="9066" y="7988"/>
                    <a:pt x="8915" y="7990"/>
                    <a:pt x="8764" y="7990"/>
                  </a:cubicBezTo>
                  <a:cubicBezTo>
                    <a:pt x="8373" y="7990"/>
                    <a:pt x="7986" y="7976"/>
                    <a:pt x="7615" y="7874"/>
                  </a:cubicBezTo>
                  <a:cubicBezTo>
                    <a:pt x="7901" y="7500"/>
                    <a:pt x="8531" y="7072"/>
                    <a:pt x="8961" y="6870"/>
                  </a:cubicBezTo>
                  <a:cubicBezTo>
                    <a:pt x="9441" y="6618"/>
                    <a:pt x="9654" y="6522"/>
                    <a:pt x="10052" y="6522"/>
                  </a:cubicBezTo>
                  <a:cubicBezTo>
                    <a:pt x="10105" y="6522"/>
                    <a:pt x="10161" y="6524"/>
                    <a:pt x="10221" y="6527"/>
                  </a:cubicBezTo>
                  <a:cubicBezTo>
                    <a:pt x="10478" y="6614"/>
                    <a:pt x="10707" y="6786"/>
                    <a:pt x="10908" y="6957"/>
                  </a:cubicBezTo>
                  <a:cubicBezTo>
                    <a:pt x="11107" y="7129"/>
                    <a:pt x="11279" y="7301"/>
                    <a:pt x="11508" y="7328"/>
                  </a:cubicBezTo>
                  <a:cubicBezTo>
                    <a:pt x="11585" y="7353"/>
                    <a:pt x="11674" y="7364"/>
                    <a:pt x="11772" y="7364"/>
                  </a:cubicBezTo>
                  <a:cubicBezTo>
                    <a:pt x="12365" y="7364"/>
                    <a:pt x="13275" y="6954"/>
                    <a:pt x="13741" y="6584"/>
                  </a:cubicBezTo>
                  <a:cubicBezTo>
                    <a:pt x="14114" y="6328"/>
                    <a:pt x="14286" y="6041"/>
                    <a:pt x="14286" y="5755"/>
                  </a:cubicBezTo>
                  <a:cubicBezTo>
                    <a:pt x="14286" y="5297"/>
                    <a:pt x="13885" y="4981"/>
                    <a:pt x="13484" y="4695"/>
                  </a:cubicBezTo>
                  <a:cubicBezTo>
                    <a:pt x="12939" y="4324"/>
                    <a:pt x="12797" y="4180"/>
                    <a:pt x="12882" y="3980"/>
                  </a:cubicBezTo>
                  <a:cubicBezTo>
                    <a:pt x="13111" y="3836"/>
                    <a:pt x="14256" y="3664"/>
                    <a:pt x="14886" y="3580"/>
                  </a:cubicBezTo>
                  <a:cubicBezTo>
                    <a:pt x="15516" y="3492"/>
                    <a:pt x="16004" y="3435"/>
                    <a:pt x="16233" y="3351"/>
                  </a:cubicBezTo>
                  <a:cubicBezTo>
                    <a:pt x="17405" y="2977"/>
                    <a:pt x="18665" y="2549"/>
                    <a:pt x="19753" y="2118"/>
                  </a:cubicBezTo>
                  <a:cubicBezTo>
                    <a:pt x="20783" y="1690"/>
                    <a:pt x="21699" y="1690"/>
                    <a:pt x="22874" y="1690"/>
                  </a:cubicBezTo>
                  <a:cubicBezTo>
                    <a:pt x="23561" y="1660"/>
                    <a:pt x="24161" y="1518"/>
                    <a:pt x="24763" y="1374"/>
                  </a:cubicBezTo>
                  <a:cubicBezTo>
                    <a:pt x="25221" y="1289"/>
                    <a:pt x="25679" y="1175"/>
                    <a:pt x="26165" y="1118"/>
                  </a:cubicBezTo>
                  <a:cubicBezTo>
                    <a:pt x="26252" y="1118"/>
                    <a:pt x="26309" y="1088"/>
                    <a:pt x="26367" y="1031"/>
                  </a:cubicBezTo>
                  <a:cubicBezTo>
                    <a:pt x="27054" y="1031"/>
                    <a:pt x="27596" y="1260"/>
                    <a:pt x="28256" y="1518"/>
                  </a:cubicBezTo>
                  <a:cubicBezTo>
                    <a:pt x="28398" y="1546"/>
                    <a:pt x="28542" y="1603"/>
                    <a:pt x="28714" y="1690"/>
                  </a:cubicBezTo>
                  <a:cubicBezTo>
                    <a:pt x="29509" y="1932"/>
                    <a:pt x="30373" y="1988"/>
                    <a:pt x="31225" y="1988"/>
                  </a:cubicBezTo>
                  <a:cubicBezTo>
                    <a:pt x="31478" y="1988"/>
                    <a:pt x="31729" y="1983"/>
                    <a:pt x="31977" y="1976"/>
                  </a:cubicBezTo>
                  <a:lnTo>
                    <a:pt x="32493" y="1976"/>
                  </a:lnTo>
                  <a:cubicBezTo>
                    <a:pt x="32749" y="1976"/>
                    <a:pt x="33065" y="1947"/>
                    <a:pt x="33379" y="1919"/>
                  </a:cubicBezTo>
                  <a:cubicBezTo>
                    <a:pt x="33764" y="1887"/>
                    <a:pt x="34212" y="1846"/>
                    <a:pt x="34607" y="1846"/>
                  </a:cubicBezTo>
                  <a:cubicBezTo>
                    <a:pt x="34917" y="1846"/>
                    <a:pt x="35195" y="1871"/>
                    <a:pt x="35383" y="1947"/>
                  </a:cubicBezTo>
                  <a:cubicBezTo>
                    <a:pt x="35584" y="2034"/>
                    <a:pt x="35584" y="2091"/>
                    <a:pt x="35612" y="2233"/>
                  </a:cubicBezTo>
                  <a:cubicBezTo>
                    <a:pt x="35642" y="2405"/>
                    <a:pt x="35699" y="2663"/>
                    <a:pt x="35955" y="2920"/>
                  </a:cubicBezTo>
                  <a:cubicBezTo>
                    <a:pt x="35985" y="2920"/>
                    <a:pt x="35985" y="2920"/>
                    <a:pt x="36013" y="2950"/>
                  </a:cubicBezTo>
                  <a:cubicBezTo>
                    <a:pt x="36271" y="3092"/>
                    <a:pt x="36700" y="3206"/>
                    <a:pt x="37130" y="3321"/>
                  </a:cubicBezTo>
                  <a:cubicBezTo>
                    <a:pt x="37359" y="3378"/>
                    <a:pt x="37588" y="3435"/>
                    <a:pt x="37730" y="3492"/>
                  </a:cubicBezTo>
                  <a:cubicBezTo>
                    <a:pt x="38174" y="3641"/>
                    <a:pt x="38530" y="3694"/>
                    <a:pt x="38847" y="3694"/>
                  </a:cubicBezTo>
                  <a:cubicBezTo>
                    <a:pt x="39205" y="3694"/>
                    <a:pt x="39515" y="3626"/>
                    <a:pt x="39849" y="3550"/>
                  </a:cubicBezTo>
                  <a:cubicBezTo>
                    <a:pt x="40135" y="3465"/>
                    <a:pt x="40451" y="3408"/>
                    <a:pt x="40822" y="3351"/>
                  </a:cubicBezTo>
                  <a:cubicBezTo>
                    <a:pt x="41882" y="3263"/>
                    <a:pt x="42482" y="2977"/>
                    <a:pt x="43199" y="2663"/>
                  </a:cubicBezTo>
                  <a:cubicBezTo>
                    <a:pt x="43485" y="2519"/>
                    <a:pt x="43772" y="2405"/>
                    <a:pt x="44143" y="2263"/>
                  </a:cubicBezTo>
                  <a:cubicBezTo>
                    <a:pt x="44631" y="2100"/>
                    <a:pt x="45234" y="2024"/>
                    <a:pt x="45974" y="2024"/>
                  </a:cubicBezTo>
                  <a:cubicBezTo>
                    <a:pt x="46276" y="2024"/>
                    <a:pt x="46600" y="2037"/>
                    <a:pt x="46948" y="2061"/>
                  </a:cubicBezTo>
                  <a:cubicBezTo>
                    <a:pt x="47463" y="2091"/>
                    <a:pt x="47692" y="2290"/>
                    <a:pt x="47979" y="2519"/>
                  </a:cubicBezTo>
                  <a:cubicBezTo>
                    <a:pt x="48180" y="2691"/>
                    <a:pt x="48437" y="2920"/>
                    <a:pt x="48837" y="3064"/>
                  </a:cubicBezTo>
                  <a:cubicBezTo>
                    <a:pt x="49158" y="3171"/>
                    <a:pt x="49533" y="3200"/>
                    <a:pt x="49923" y="3200"/>
                  </a:cubicBezTo>
                  <a:cubicBezTo>
                    <a:pt x="50161" y="3200"/>
                    <a:pt x="50404" y="3189"/>
                    <a:pt x="50642" y="3179"/>
                  </a:cubicBezTo>
                  <a:cubicBezTo>
                    <a:pt x="50860" y="3179"/>
                    <a:pt x="51079" y="3171"/>
                    <a:pt x="51287" y="3171"/>
                  </a:cubicBezTo>
                  <a:cubicBezTo>
                    <a:pt x="51487" y="3171"/>
                    <a:pt x="51676" y="3178"/>
                    <a:pt x="51844" y="3206"/>
                  </a:cubicBezTo>
                  <a:cubicBezTo>
                    <a:pt x="52531" y="3293"/>
                    <a:pt x="53131" y="3435"/>
                    <a:pt x="53647" y="3637"/>
                  </a:cubicBezTo>
                  <a:cubicBezTo>
                    <a:pt x="54192" y="3809"/>
                    <a:pt x="54421" y="4122"/>
                    <a:pt x="54707" y="4496"/>
                  </a:cubicBezTo>
                  <a:cubicBezTo>
                    <a:pt x="54936" y="4782"/>
                    <a:pt x="55193" y="5125"/>
                    <a:pt x="55623" y="5412"/>
                  </a:cubicBezTo>
                  <a:cubicBezTo>
                    <a:pt x="56172" y="5723"/>
                    <a:pt x="56717" y="5842"/>
                    <a:pt x="57254" y="5842"/>
                  </a:cubicBezTo>
                  <a:cubicBezTo>
                    <a:pt x="58199" y="5842"/>
                    <a:pt x="59115" y="5472"/>
                    <a:pt x="59974" y="5125"/>
                  </a:cubicBezTo>
                  <a:cubicBezTo>
                    <a:pt x="60762" y="4794"/>
                    <a:pt x="61535" y="4492"/>
                    <a:pt x="62261" y="4492"/>
                  </a:cubicBezTo>
                  <a:cubicBezTo>
                    <a:pt x="62536" y="4492"/>
                    <a:pt x="62805" y="4535"/>
                    <a:pt x="63066" y="4638"/>
                  </a:cubicBezTo>
                  <a:cubicBezTo>
                    <a:pt x="63238" y="4725"/>
                    <a:pt x="63410" y="4867"/>
                    <a:pt x="63609" y="5011"/>
                  </a:cubicBezTo>
                  <a:cubicBezTo>
                    <a:pt x="63810" y="5183"/>
                    <a:pt x="64039" y="5354"/>
                    <a:pt x="64326" y="5439"/>
                  </a:cubicBezTo>
                  <a:cubicBezTo>
                    <a:pt x="64501" y="5495"/>
                    <a:pt x="64655" y="5518"/>
                    <a:pt x="64795" y="5518"/>
                  </a:cubicBezTo>
                  <a:cubicBezTo>
                    <a:pt x="65157" y="5518"/>
                    <a:pt x="65414" y="5364"/>
                    <a:pt x="65642" y="5240"/>
                  </a:cubicBezTo>
                  <a:cubicBezTo>
                    <a:pt x="65784" y="5153"/>
                    <a:pt x="65929" y="5068"/>
                    <a:pt x="66071" y="5011"/>
                  </a:cubicBezTo>
                  <a:cubicBezTo>
                    <a:pt x="66172" y="4998"/>
                    <a:pt x="66276" y="4992"/>
                    <a:pt x="66382" y="4992"/>
                  </a:cubicBezTo>
                  <a:cubicBezTo>
                    <a:pt x="66756" y="4992"/>
                    <a:pt x="67158" y="5064"/>
                    <a:pt x="67559" y="5153"/>
                  </a:cubicBezTo>
                  <a:cubicBezTo>
                    <a:pt x="67875" y="5210"/>
                    <a:pt x="68189" y="5297"/>
                    <a:pt x="68562" y="5325"/>
                  </a:cubicBezTo>
                  <a:cubicBezTo>
                    <a:pt x="69135" y="5325"/>
                    <a:pt x="69391" y="5210"/>
                    <a:pt x="69678" y="5125"/>
                  </a:cubicBezTo>
                  <a:cubicBezTo>
                    <a:pt x="69822" y="5068"/>
                    <a:pt x="69964" y="5011"/>
                    <a:pt x="70193" y="4954"/>
                  </a:cubicBezTo>
                  <a:cubicBezTo>
                    <a:pt x="70536" y="4867"/>
                    <a:pt x="70823" y="4867"/>
                    <a:pt x="71052" y="4839"/>
                  </a:cubicBezTo>
                  <a:cubicBezTo>
                    <a:pt x="71853" y="4782"/>
                    <a:pt x="72341" y="4695"/>
                    <a:pt x="72856" y="3435"/>
                  </a:cubicBezTo>
                  <a:cubicBezTo>
                    <a:pt x="72941" y="3236"/>
                    <a:pt x="72998" y="3064"/>
                    <a:pt x="73028" y="2920"/>
                  </a:cubicBezTo>
                  <a:cubicBezTo>
                    <a:pt x="73113" y="2634"/>
                    <a:pt x="73143" y="2549"/>
                    <a:pt x="73429" y="2405"/>
                  </a:cubicBezTo>
                  <a:cubicBezTo>
                    <a:pt x="73458" y="2391"/>
                    <a:pt x="73486" y="2384"/>
                    <a:pt x="73525" y="2384"/>
                  </a:cubicBezTo>
                  <a:cubicBezTo>
                    <a:pt x="73565" y="2384"/>
                    <a:pt x="73614" y="2391"/>
                    <a:pt x="73685" y="2405"/>
                  </a:cubicBezTo>
                  <a:cubicBezTo>
                    <a:pt x="73743" y="2405"/>
                    <a:pt x="73812" y="2409"/>
                    <a:pt x="73890" y="2409"/>
                  </a:cubicBezTo>
                  <a:cubicBezTo>
                    <a:pt x="74083" y="2409"/>
                    <a:pt x="74329" y="2380"/>
                    <a:pt x="74574" y="2176"/>
                  </a:cubicBezTo>
                  <a:cubicBezTo>
                    <a:pt x="74716" y="2004"/>
                    <a:pt x="74746" y="1775"/>
                    <a:pt x="74773" y="1603"/>
                  </a:cubicBezTo>
                  <a:lnTo>
                    <a:pt x="74773" y="1489"/>
                  </a:lnTo>
                  <a:cubicBezTo>
                    <a:pt x="75494" y="743"/>
                    <a:pt x="75815" y="717"/>
                    <a:pt x="75903" y="717"/>
                  </a:cubicBezTo>
                  <a:close/>
                  <a:moveTo>
                    <a:pt x="75870" y="1"/>
                  </a:moveTo>
                  <a:cubicBezTo>
                    <a:pt x="75299" y="1"/>
                    <a:pt x="74693" y="544"/>
                    <a:pt x="74288" y="973"/>
                  </a:cubicBezTo>
                  <a:cubicBezTo>
                    <a:pt x="74086" y="1118"/>
                    <a:pt x="74059" y="1347"/>
                    <a:pt x="74059" y="1518"/>
                  </a:cubicBezTo>
                  <a:cubicBezTo>
                    <a:pt x="74029" y="1576"/>
                    <a:pt x="74029" y="1633"/>
                    <a:pt x="74029" y="1660"/>
                  </a:cubicBezTo>
                  <a:cubicBezTo>
                    <a:pt x="74000" y="1675"/>
                    <a:pt x="73972" y="1683"/>
                    <a:pt x="73932" y="1683"/>
                  </a:cubicBezTo>
                  <a:cubicBezTo>
                    <a:pt x="73893" y="1683"/>
                    <a:pt x="73843" y="1675"/>
                    <a:pt x="73772" y="1660"/>
                  </a:cubicBezTo>
                  <a:cubicBezTo>
                    <a:pt x="73717" y="1660"/>
                    <a:pt x="73655" y="1657"/>
                    <a:pt x="73587" y="1657"/>
                  </a:cubicBezTo>
                  <a:cubicBezTo>
                    <a:pt x="73446" y="1657"/>
                    <a:pt x="73279" y="1670"/>
                    <a:pt x="73085" y="1747"/>
                  </a:cubicBezTo>
                  <a:cubicBezTo>
                    <a:pt x="72570" y="2061"/>
                    <a:pt x="72456" y="2320"/>
                    <a:pt x="72341" y="2721"/>
                  </a:cubicBezTo>
                  <a:cubicBezTo>
                    <a:pt x="72311" y="2835"/>
                    <a:pt x="72254" y="2977"/>
                    <a:pt x="72197" y="3149"/>
                  </a:cubicBezTo>
                  <a:cubicBezTo>
                    <a:pt x="71826" y="4065"/>
                    <a:pt x="71654" y="4065"/>
                    <a:pt x="71024" y="4122"/>
                  </a:cubicBezTo>
                  <a:cubicBezTo>
                    <a:pt x="70765" y="4122"/>
                    <a:pt x="70452" y="4152"/>
                    <a:pt x="70051" y="4237"/>
                  </a:cubicBezTo>
                  <a:cubicBezTo>
                    <a:pt x="69765" y="4294"/>
                    <a:pt x="69563" y="4381"/>
                    <a:pt x="69421" y="4438"/>
                  </a:cubicBezTo>
                  <a:cubicBezTo>
                    <a:pt x="69162" y="4523"/>
                    <a:pt x="68991" y="4580"/>
                    <a:pt x="68590" y="4580"/>
                  </a:cubicBezTo>
                  <a:cubicBezTo>
                    <a:pt x="68304" y="4580"/>
                    <a:pt x="68017" y="4523"/>
                    <a:pt x="67731" y="4438"/>
                  </a:cubicBezTo>
                  <a:cubicBezTo>
                    <a:pt x="67307" y="4357"/>
                    <a:pt x="66896" y="4276"/>
                    <a:pt x="66469" y="4276"/>
                  </a:cubicBezTo>
                  <a:cubicBezTo>
                    <a:pt x="66293" y="4276"/>
                    <a:pt x="66113" y="4290"/>
                    <a:pt x="65929" y="4324"/>
                  </a:cubicBezTo>
                  <a:cubicBezTo>
                    <a:pt x="65642" y="4381"/>
                    <a:pt x="65441" y="4496"/>
                    <a:pt x="65269" y="4610"/>
                  </a:cubicBezTo>
                  <a:cubicBezTo>
                    <a:pt x="65083" y="4713"/>
                    <a:pt x="64957" y="4787"/>
                    <a:pt x="64782" y="4787"/>
                  </a:cubicBezTo>
                  <a:cubicBezTo>
                    <a:pt x="64715" y="4787"/>
                    <a:pt x="64641" y="4776"/>
                    <a:pt x="64555" y="4752"/>
                  </a:cubicBezTo>
                  <a:cubicBezTo>
                    <a:pt x="64410" y="4695"/>
                    <a:pt x="64239" y="4580"/>
                    <a:pt x="64067" y="4438"/>
                  </a:cubicBezTo>
                  <a:cubicBezTo>
                    <a:pt x="63868" y="4267"/>
                    <a:pt x="63639" y="4095"/>
                    <a:pt x="63352" y="3980"/>
                  </a:cubicBezTo>
                  <a:cubicBezTo>
                    <a:pt x="62989" y="3828"/>
                    <a:pt x="62626" y="3766"/>
                    <a:pt x="62264" y="3766"/>
                  </a:cubicBezTo>
                  <a:cubicBezTo>
                    <a:pt x="61398" y="3766"/>
                    <a:pt x="60536" y="4123"/>
                    <a:pt x="59688" y="4466"/>
                  </a:cubicBezTo>
                  <a:cubicBezTo>
                    <a:pt x="58845" y="4803"/>
                    <a:pt x="58038" y="5128"/>
                    <a:pt x="57245" y="5128"/>
                  </a:cubicBezTo>
                  <a:cubicBezTo>
                    <a:pt x="56826" y="5128"/>
                    <a:pt x="56410" y="5037"/>
                    <a:pt x="55994" y="4809"/>
                  </a:cubicBezTo>
                  <a:cubicBezTo>
                    <a:pt x="55680" y="4580"/>
                    <a:pt x="55509" y="4324"/>
                    <a:pt x="55307" y="4065"/>
                  </a:cubicBezTo>
                  <a:cubicBezTo>
                    <a:pt x="54993" y="3664"/>
                    <a:pt x="54650" y="3179"/>
                    <a:pt x="53876" y="2950"/>
                  </a:cubicBezTo>
                  <a:cubicBezTo>
                    <a:pt x="53360" y="2748"/>
                    <a:pt x="52673" y="2576"/>
                    <a:pt x="51959" y="2492"/>
                  </a:cubicBezTo>
                  <a:cubicBezTo>
                    <a:pt x="51705" y="2458"/>
                    <a:pt x="51441" y="2444"/>
                    <a:pt x="51173" y="2444"/>
                  </a:cubicBezTo>
                  <a:cubicBezTo>
                    <a:pt x="50987" y="2444"/>
                    <a:pt x="50800" y="2451"/>
                    <a:pt x="50612" y="2462"/>
                  </a:cubicBezTo>
                  <a:cubicBezTo>
                    <a:pt x="50378" y="2474"/>
                    <a:pt x="50144" y="2486"/>
                    <a:pt x="49922" y="2486"/>
                  </a:cubicBezTo>
                  <a:cubicBezTo>
                    <a:pt x="49601" y="2486"/>
                    <a:pt x="49303" y="2461"/>
                    <a:pt x="49066" y="2377"/>
                  </a:cubicBezTo>
                  <a:cubicBezTo>
                    <a:pt x="48810" y="2263"/>
                    <a:pt x="48638" y="2118"/>
                    <a:pt x="48437" y="1976"/>
                  </a:cubicBezTo>
                  <a:cubicBezTo>
                    <a:pt x="48123" y="1690"/>
                    <a:pt x="47750" y="1374"/>
                    <a:pt x="46978" y="1347"/>
                  </a:cubicBezTo>
                  <a:cubicBezTo>
                    <a:pt x="46600" y="1313"/>
                    <a:pt x="46248" y="1297"/>
                    <a:pt x="45917" y="1297"/>
                  </a:cubicBezTo>
                  <a:cubicBezTo>
                    <a:pt x="45119" y="1297"/>
                    <a:pt x="44453" y="1393"/>
                    <a:pt x="43886" y="1576"/>
                  </a:cubicBezTo>
                  <a:cubicBezTo>
                    <a:pt x="43513" y="1718"/>
                    <a:pt x="43199" y="1862"/>
                    <a:pt x="42883" y="2004"/>
                  </a:cubicBezTo>
                  <a:cubicBezTo>
                    <a:pt x="42196" y="2320"/>
                    <a:pt x="41681" y="2549"/>
                    <a:pt x="40765" y="2634"/>
                  </a:cubicBezTo>
                  <a:cubicBezTo>
                    <a:pt x="40307" y="2691"/>
                    <a:pt x="39993" y="2778"/>
                    <a:pt x="39677" y="2835"/>
                  </a:cubicBezTo>
                  <a:cubicBezTo>
                    <a:pt x="39356" y="2911"/>
                    <a:pt x="39100" y="2971"/>
                    <a:pt x="38822" y="2971"/>
                  </a:cubicBezTo>
                  <a:cubicBezTo>
                    <a:pt x="38580" y="2971"/>
                    <a:pt x="38321" y="2926"/>
                    <a:pt x="37989" y="2805"/>
                  </a:cubicBezTo>
                  <a:cubicBezTo>
                    <a:pt x="37817" y="2748"/>
                    <a:pt x="37588" y="2691"/>
                    <a:pt x="37302" y="2606"/>
                  </a:cubicBezTo>
                  <a:cubicBezTo>
                    <a:pt x="37016" y="2549"/>
                    <a:pt x="36585" y="2434"/>
                    <a:pt x="36413" y="2347"/>
                  </a:cubicBezTo>
                  <a:cubicBezTo>
                    <a:pt x="36356" y="2290"/>
                    <a:pt x="36356" y="2233"/>
                    <a:pt x="36329" y="2118"/>
                  </a:cubicBezTo>
                  <a:cubicBezTo>
                    <a:pt x="36299" y="1832"/>
                    <a:pt x="36184" y="1518"/>
                    <a:pt x="35642" y="1289"/>
                  </a:cubicBezTo>
                  <a:cubicBezTo>
                    <a:pt x="35339" y="1174"/>
                    <a:pt x="34958" y="1139"/>
                    <a:pt x="34551" y="1139"/>
                  </a:cubicBezTo>
                  <a:cubicBezTo>
                    <a:pt x="34148" y="1139"/>
                    <a:pt x="33721" y="1174"/>
                    <a:pt x="33322" y="1202"/>
                  </a:cubicBezTo>
                  <a:cubicBezTo>
                    <a:pt x="33008" y="1232"/>
                    <a:pt x="32722" y="1260"/>
                    <a:pt x="32493" y="1260"/>
                  </a:cubicBezTo>
                  <a:lnTo>
                    <a:pt x="31977" y="1260"/>
                  </a:lnTo>
                  <a:cubicBezTo>
                    <a:pt x="31800" y="1260"/>
                    <a:pt x="31621" y="1260"/>
                    <a:pt x="31441" y="1260"/>
                  </a:cubicBezTo>
                  <a:cubicBezTo>
                    <a:pt x="30577" y="1260"/>
                    <a:pt x="29701" y="1240"/>
                    <a:pt x="28943" y="1003"/>
                  </a:cubicBezTo>
                  <a:lnTo>
                    <a:pt x="28512" y="831"/>
                  </a:lnTo>
                  <a:cubicBezTo>
                    <a:pt x="27814" y="545"/>
                    <a:pt x="27185" y="308"/>
                    <a:pt x="26328" y="308"/>
                  </a:cubicBezTo>
                  <a:cubicBezTo>
                    <a:pt x="26238" y="308"/>
                    <a:pt x="26146" y="311"/>
                    <a:pt x="26050" y="316"/>
                  </a:cubicBezTo>
                  <a:cubicBezTo>
                    <a:pt x="25936" y="316"/>
                    <a:pt x="25851" y="373"/>
                    <a:pt x="25794" y="431"/>
                  </a:cubicBezTo>
                  <a:cubicBezTo>
                    <a:pt x="25393" y="488"/>
                    <a:pt x="24992" y="602"/>
                    <a:pt x="24592" y="687"/>
                  </a:cubicBezTo>
                  <a:cubicBezTo>
                    <a:pt x="24019" y="802"/>
                    <a:pt x="23447" y="946"/>
                    <a:pt x="22844" y="973"/>
                  </a:cubicBezTo>
                  <a:cubicBezTo>
                    <a:pt x="21672" y="973"/>
                    <a:pt x="20641" y="973"/>
                    <a:pt x="19496" y="1431"/>
                  </a:cubicBezTo>
                  <a:cubicBezTo>
                    <a:pt x="18408" y="1862"/>
                    <a:pt x="17176" y="2290"/>
                    <a:pt x="16004" y="2663"/>
                  </a:cubicBezTo>
                  <a:cubicBezTo>
                    <a:pt x="15832" y="2721"/>
                    <a:pt x="15287" y="2805"/>
                    <a:pt x="14801" y="2863"/>
                  </a:cubicBezTo>
                  <a:cubicBezTo>
                    <a:pt x="13168" y="3092"/>
                    <a:pt x="12424" y="3236"/>
                    <a:pt x="12252" y="3637"/>
                  </a:cubicBezTo>
                  <a:cubicBezTo>
                    <a:pt x="11824" y="4409"/>
                    <a:pt x="12568" y="4924"/>
                    <a:pt x="13054" y="5297"/>
                  </a:cubicBezTo>
                  <a:cubicBezTo>
                    <a:pt x="13226" y="5412"/>
                    <a:pt x="13569" y="5641"/>
                    <a:pt x="13569" y="5725"/>
                  </a:cubicBezTo>
                  <a:cubicBezTo>
                    <a:pt x="13490" y="6048"/>
                    <a:pt x="12223" y="6649"/>
                    <a:pt x="11759" y="6649"/>
                  </a:cubicBezTo>
                  <a:cubicBezTo>
                    <a:pt x="11729" y="6649"/>
                    <a:pt x="11703" y="6647"/>
                    <a:pt x="11680" y="6641"/>
                  </a:cubicBezTo>
                  <a:cubicBezTo>
                    <a:pt x="11623" y="6614"/>
                    <a:pt x="11481" y="6499"/>
                    <a:pt x="11366" y="6412"/>
                  </a:cubicBezTo>
                  <a:cubicBezTo>
                    <a:pt x="11137" y="6213"/>
                    <a:pt x="10821" y="5927"/>
                    <a:pt x="10336" y="5840"/>
                  </a:cubicBezTo>
                  <a:cubicBezTo>
                    <a:pt x="10201" y="5825"/>
                    <a:pt x="10080" y="5818"/>
                    <a:pt x="9968" y="5818"/>
                  </a:cubicBezTo>
                  <a:cubicBezTo>
                    <a:pt x="9435" y="5818"/>
                    <a:pt x="9119" y="5977"/>
                    <a:pt x="8645" y="6213"/>
                  </a:cubicBezTo>
                  <a:cubicBezTo>
                    <a:pt x="8302" y="6385"/>
                    <a:pt x="6928" y="7157"/>
                    <a:pt x="6729" y="7988"/>
                  </a:cubicBezTo>
                  <a:cubicBezTo>
                    <a:pt x="6699" y="8160"/>
                    <a:pt x="6786" y="8332"/>
                    <a:pt x="6958" y="8416"/>
                  </a:cubicBezTo>
                  <a:cubicBezTo>
                    <a:pt x="7548" y="8658"/>
                    <a:pt x="8140" y="8715"/>
                    <a:pt x="8719" y="8715"/>
                  </a:cubicBezTo>
                  <a:cubicBezTo>
                    <a:pt x="8896" y="8715"/>
                    <a:pt x="9073" y="8710"/>
                    <a:pt x="9248" y="8703"/>
                  </a:cubicBezTo>
                  <a:cubicBezTo>
                    <a:pt x="9561" y="8703"/>
                    <a:pt x="9878" y="8703"/>
                    <a:pt x="10191" y="8732"/>
                  </a:cubicBezTo>
                  <a:cubicBezTo>
                    <a:pt x="10363" y="8732"/>
                    <a:pt x="10478" y="8760"/>
                    <a:pt x="10565" y="8760"/>
                  </a:cubicBezTo>
                  <a:cubicBezTo>
                    <a:pt x="10221" y="8932"/>
                    <a:pt x="9706" y="9133"/>
                    <a:pt x="9419" y="9248"/>
                  </a:cubicBezTo>
                  <a:cubicBezTo>
                    <a:pt x="9275" y="9305"/>
                    <a:pt x="9133" y="9362"/>
                    <a:pt x="9019" y="9390"/>
                  </a:cubicBezTo>
                  <a:cubicBezTo>
                    <a:pt x="8531" y="9591"/>
                    <a:pt x="7816" y="9763"/>
                    <a:pt x="7100" y="9935"/>
                  </a:cubicBezTo>
                  <a:cubicBezTo>
                    <a:pt x="4809" y="10450"/>
                    <a:pt x="1977" y="11080"/>
                    <a:pt x="1603" y="13512"/>
                  </a:cubicBezTo>
                  <a:cubicBezTo>
                    <a:pt x="1489" y="13942"/>
                    <a:pt x="1431" y="14485"/>
                    <a:pt x="1775" y="14771"/>
                  </a:cubicBezTo>
                  <a:cubicBezTo>
                    <a:pt x="1893" y="14870"/>
                    <a:pt x="2024" y="14907"/>
                    <a:pt x="2163" y="14907"/>
                  </a:cubicBezTo>
                  <a:cubicBezTo>
                    <a:pt x="2430" y="14907"/>
                    <a:pt x="2724" y="14770"/>
                    <a:pt x="3007" y="14657"/>
                  </a:cubicBezTo>
                  <a:cubicBezTo>
                    <a:pt x="3122" y="14600"/>
                    <a:pt x="3293" y="14515"/>
                    <a:pt x="3435" y="14485"/>
                  </a:cubicBezTo>
                  <a:lnTo>
                    <a:pt x="3435" y="14485"/>
                  </a:lnTo>
                  <a:cubicBezTo>
                    <a:pt x="3378" y="14542"/>
                    <a:pt x="3293" y="14600"/>
                    <a:pt x="3264" y="14657"/>
                  </a:cubicBezTo>
                  <a:cubicBezTo>
                    <a:pt x="2977" y="14943"/>
                    <a:pt x="2634" y="15287"/>
                    <a:pt x="2748" y="15717"/>
                  </a:cubicBezTo>
                  <a:cubicBezTo>
                    <a:pt x="2863" y="16118"/>
                    <a:pt x="3351" y="16290"/>
                    <a:pt x="3751" y="16404"/>
                  </a:cubicBezTo>
                  <a:cubicBezTo>
                    <a:pt x="3785" y="16409"/>
                    <a:pt x="3819" y="16411"/>
                    <a:pt x="3857" y="16411"/>
                  </a:cubicBezTo>
                  <a:cubicBezTo>
                    <a:pt x="4042" y="16411"/>
                    <a:pt x="4286" y="16355"/>
                    <a:pt x="4667" y="16260"/>
                  </a:cubicBezTo>
                  <a:cubicBezTo>
                    <a:pt x="4867" y="16203"/>
                    <a:pt x="5210" y="16118"/>
                    <a:pt x="5439" y="16088"/>
                  </a:cubicBezTo>
                  <a:lnTo>
                    <a:pt x="5439" y="16088"/>
                  </a:lnTo>
                  <a:cubicBezTo>
                    <a:pt x="5412" y="16118"/>
                    <a:pt x="5382" y="16175"/>
                    <a:pt x="5325" y="16203"/>
                  </a:cubicBezTo>
                  <a:cubicBezTo>
                    <a:pt x="5153" y="16489"/>
                    <a:pt x="4351" y="16718"/>
                    <a:pt x="3751" y="16862"/>
                  </a:cubicBezTo>
                  <a:cubicBezTo>
                    <a:pt x="3321" y="16977"/>
                    <a:pt x="2893" y="17091"/>
                    <a:pt x="2634" y="17233"/>
                  </a:cubicBezTo>
                  <a:cubicBezTo>
                    <a:pt x="1832" y="17577"/>
                    <a:pt x="0" y="18408"/>
                    <a:pt x="0" y="19152"/>
                  </a:cubicBezTo>
                  <a:cubicBezTo>
                    <a:pt x="0" y="19466"/>
                    <a:pt x="115" y="19695"/>
                    <a:pt x="344" y="19839"/>
                  </a:cubicBezTo>
                  <a:cubicBezTo>
                    <a:pt x="498" y="19942"/>
                    <a:pt x="690" y="19987"/>
                    <a:pt x="911" y="19987"/>
                  </a:cubicBezTo>
                  <a:cubicBezTo>
                    <a:pt x="1553" y="19987"/>
                    <a:pt x="2441" y="19613"/>
                    <a:pt x="3378" y="19210"/>
                  </a:cubicBezTo>
                  <a:cubicBezTo>
                    <a:pt x="3580" y="19095"/>
                    <a:pt x="3751" y="19008"/>
                    <a:pt x="3809" y="19008"/>
                  </a:cubicBezTo>
                  <a:cubicBezTo>
                    <a:pt x="5325" y="18637"/>
                    <a:pt x="6156" y="18408"/>
                    <a:pt x="7473" y="17320"/>
                  </a:cubicBezTo>
                  <a:cubicBezTo>
                    <a:pt x="8045" y="16833"/>
                    <a:pt x="8732" y="16519"/>
                    <a:pt x="9447" y="16203"/>
                  </a:cubicBezTo>
                  <a:cubicBezTo>
                    <a:pt x="10077" y="15946"/>
                    <a:pt x="10707" y="15660"/>
                    <a:pt x="11279" y="15259"/>
                  </a:cubicBezTo>
                  <a:cubicBezTo>
                    <a:pt x="11565" y="15058"/>
                    <a:pt x="11824" y="14829"/>
                    <a:pt x="12081" y="14629"/>
                  </a:cubicBezTo>
                  <a:cubicBezTo>
                    <a:pt x="12768" y="14114"/>
                    <a:pt x="13340" y="13656"/>
                    <a:pt x="14142" y="13397"/>
                  </a:cubicBezTo>
                  <a:cubicBezTo>
                    <a:pt x="14314" y="13340"/>
                    <a:pt x="14458" y="13313"/>
                    <a:pt x="14543" y="13283"/>
                  </a:cubicBezTo>
                  <a:lnTo>
                    <a:pt x="14543" y="13283"/>
                  </a:lnTo>
                  <a:cubicBezTo>
                    <a:pt x="14485" y="13370"/>
                    <a:pt x="14401" y="13455"/>
                    <a:pt x="14256" y="13599"/>
                  </a:cubicBezTo>
                  <a:cubicBezTo>
                    <a:pt x="14142" y="13656"/>
                    <a:pt x="13970" y="13771"/>
                    <a:pt x="13798" y="13885"/>
                  </a:cubicBezTo>
                  <a:cubicBezTo>
                    <a:pt x="13255" y="14229"/>
                    <a:pt x="12653" y="14572"/>
                    <a:pt x="12710" y="15087"/>
                  </a:cubicBezTo>
                  <a:cubicBezTo>
                    <a:pt x="12768" y="15516"/>
                    <a:pt x="13255" y="15687"/>
                    <a:pt x="13427" y="15745"/>
                  </a:cubicBezTo>
                  <a:cubicBezTo>
                    <a:pt x="13548" y="15780"/>
                    <a:pt x="13670" y="15796"/>
                    <a:pt x="13792" y="15796"/>
                  </a:cubicBezTo>
                  <a:cubicBezTo>
                    <a:pt x="14568" y="15796"/>
                    <a:pt x="15364" y="15148"/>
                    <a:pt x="16031" y="14629"/>
                  </a:cubicBezTo>
                  <a:cubicBezTo>
                    <a:pt x="16233" y="14458"/>
                    <a:pt x="16432" y="14286"/>
                    <a:pt x="16604" y="14171"/>
                  </a:cubicBezTo>
                  <a:lnTo>
                    <a:pt x="16890" y="13970"/>
                  </a:lnTo>
                  <a:cubicBezTo>
                    <a:pt x="17491" y="13578"/>
                    <a:pt x="17956" y="13289"/>
                    <a:pt x="18525" y="13289"/>
                  </a:cubicBezTo>
                  <a:cubicBezTo>
                    <a:pt x="18743" y="13289"/>
                    <a:pt x="18976" y="13332"/>
                    <a:pt x="19237" y="13427"/>
                  </a:cubicBezTo>
                  <a:cubicBezTo>
                    <a:pt x="19782" y="13599"/>
                    <a:pt x="20325" y="13771"/>
                    <a:pt x="20870" y="13913"/>
                  </a:cubicBezTo>
                  <a:cubicBezTo>
                    <a:pt x="21413" y="14084"/>
                    <a:pt x="21985" y="14256"/>
                    <a:pt x="22501" y="14428"/>
                  </a:cubicBezTo>
                  <a:cubicBezTo>
                    <a:pt x="24477" y="15145"/>
                    <a:pt x="25707" y="17405"/>
                    <a:pt x="25421" y="19839"/>
                  </a:cubicBezTo>
                  <a:cubicBezTo>
                    <a:pt x="25393" y="20240"/>
                    <a:pt x="25221" y="20641"/>
                    <a:pt x="25050" y="21042"/>
                  </a:cubicBezTo>
                  <a:cubicBezTo>
                    <a:pt x="24821" y="21672"/>
                    <a:pt x="24562" y="22301"/>
                    <a:pt x="24619" y="22988"/>
                  </a:cubicBezTo>
                  <a:cubicBezTo>
                    <a:pt x="24706" y="23733"/>
                    <a:pt x="25192" y="24305"/>
                    <a:pt x="25650" y="24848"/>
                  </a:cubicBezTo>
                  <a:cubicBezTo>
                    <a:pt x="25908" y="25134"/>
                    <a:pt x="26138" y="25420"/>
                    <a:pt x="26309" y="25737"/>
                  </a:cubicBezTo>
                  <a:cubicBezTo>
                    <a:pt x="26623" y="26222"/>
                    <a:pt x="27168" y="27969"/>
                    <a:pt x="26996" y="28370"/>
                  </a:cubicBezTo>
                  <a:cubicBezTo>
                    <a:pt x="26852" y="28198"/>
                    <a:pt x="26653" y="27596"/>
                    <a:pt x="26566" y="27282"/>
                  </a:cubicBezTo>
                  <a:cubicBezTo>
                    <a:pt x="26367" y="26653"/>
                    <a:pt x="26252" y="26279"/>
                    <a:pt x="25966" y="26108"/>
                  </a:cubicBezTo>
                  <a:cubicBezTo>
                    <a:pt x="25714" y="25954"/>
                    <a:pt x="25462" y="25876"/>
                    <a:pt x="25227" y="25876"/>
                  </a:cubicBezTo>
                  <a:cubicBezTo>
                    <a:pt x="24981" y="25876"/>
                    <a:pt x="24753" y="25962"/>
                    <a:pt x="24562" y="26137"/>
                  </a:cubicBezTo>
                  <a:cubicBezTo>
                    <a:pt x="24161" y="26538"/>
                    <a:pt x="24076" y="27225"/>
                    <a:pt x="24363" y="27798"/>
                  </a:cubicBezTo>
                  <a:cubicBezTo>
                    <a:pt x="24562" y="28198"/>
                    <a:pt x="24763" y="28455"/>
                    <a:pt x="24935" y="28656"/>
                  </a:cubicBezTo>
                  <a:cubicBezTo>
                    <a:pt x="25221" y="28970"/>
                    <a:pt x="25336" y="29085"/>
                    <a:pt x="25050" y="29802"/>
                  </a:cubicBezTo>
                  <a:cubicBezTo>
                    <a:pt x="24706" y="30631"/>
                    <a:pt x="24134" y="31661"/>
                    <a:pt x="23474" y="32664"/>
                  </a:cubicBezTo>
                  <a:cubicBezTo>
                    <a:pt x="23131" y="33321"/>
                    <a:pt x="22645" y="33722"/>
                    <a:pt x="22100" y="34123"/>
                  </a:cubicBezTo>
                  <a:cubicBezTo>
                    <a:pt x="21699" y="34439"/>
                    <a:pt x="21298" y="34783"/>
                    <a:pt x="20927" y="35211"/>
                  </a:cubicBezTo>
                  <a:cubicBezTo>
                    <a:pt x="20325" y="35898"/>
                    <a:pt x="20355" y="36642"/>
                    <a:pt x="20382" y="37302"/>
                  </a:cubicBezTo>
                  <a:cubicBezTo>
                    <a:pt x="20382" y="37787"/>
                    <a:pt x="20382" y="38245"/>
                    <a:pt x="20183" y="38646"/>
                  </a:cubicBezTo>
                  <a:cubicBezTo>
                    <a:pt x="20069" y="38905"/>
                    <a:pt x="19810" y="39104"/>
                    <a:pt x="19524" y="39306"/>
                  </a:cubicBezTo>
                  <a:cubicBezTo>
                    <a:pt x="19066" y="39592"/>
                    <a:pt x="18550" y="39993"/>
                    <a:pt x="18436" y="40707"/>
                  </a:cubicBezTo>
                  <a:cubicBezTo>
                    <a:pt x="18379" y="41252"/>
                    <a:pt x="18665" y="41967"/>
                    <a:pt x="18924" y="42683"/>
                  </a:cubicBezTo>
                  <a:cubicBezTo>
                    <a:pt x="19038" y="42970"/>
                    <a:pt x="19153" y="43256"/>
                    <a:pt x="19210" y="43428"/>
                  </a:cubicBezTo>
                  <a:cubicBezTo>
                    <a:pt x="19295" y="43971"/>
                    <a:pt x="19352" y="44516"/>
                    <a:pt x="19382" y="45058"/>
                  </a:cubicBezTo>
                  <a:cubicBezTo>
                    <a:pt x="19352" y="45116"/>
                    <a:pt x="19324" y="45203"/>
                    <a:pt x="19324" y="45287"/>
                  </a:cubicBezTo>
                  <a:cubicBezTo>
                    <a:pt x="19352" y="45459"/>
                    <a:pt x="19324" y="45745"/>
                    <a:pt x="19324" y="46061"/>
                  </a:cubicBezTo>
                  <a:cubicBezTo>
                    <a:pt x="19295" y="46833"/>
                    <a:pt x="19237" y="47635"/>
                    <a:pt x="19638" y="48036"/>
                  </a:cubicBezTo>
                  <a:cubicBezTo>
                    <a:pt x="19897" y="48294"/>
                    <a:pt x="20268" y="48352"/>
                    <a:pt x="20554" y="48409"/>
                  </a:cubicBezTo>
                  <a:cubicBezTo>
                    <a:pt x="20669" y="48409"/>
                    <a:pt x="20840" y="48436"/>
                    <a:pt x="20840" y="48436"/>
                  </a:cubicBezTo>
                  <a:cubicBezTo>
                    <a:pt x="21214" y="48695"/>
                    <a:pt x="21271" y="48837"/>
                    <a:pt x="21385" y="49123"/>
                  </a:cubicBezTo>
                  <a:cubicBezTo>
                    <a:pt x="21443" y="49238"/>
                    <a:pt x="21470" y="49382"/>
                    <a:pt x="21527" y="49497"/>
                  </a:cubicBezTo>
                  <a:cubicBezTo>
                    <a:pt x="21642" y="49753"/>
                    <a:pt x="21729" y="50012"/>
                    <a:pt x="21843" y="50268"/>
                  </a:cubicBezTo>
                  <a:cubicBezTo>
                    <a:pt x="22130" y="50985"/>
                    <a:pt x="22359" y="51585"/>
                    <a:pt x="22272" y="52272"/>
                  </a:cubicBezTo>
                  <a:cubicBezTo>
                    <a:pt x="22272" y="52387"/>
                    <a:pt x="22214" y="52531"/>
                    <a:pt x="22187" y="52646"/>
                  </a:cubicBezTo>
                  <a:cubicBezTo>
                    <a:pt x="22073" y="52989"/>
                    <a:pt x="21958" y="53390"/>
                    <a:pt x="22015" y="53733"/>
                  </a:cubicBezTo>
                  <a:cubicBezTo>
                    <a:pt x="22100" y="54249"/>
                    <a:pt x="22329" y="54420"/>
                    <a:pt x="22588" y="54592"/>
                  </a:cubicBezTo>
                  <a:cubicBezTo>
                    <a:pt x="22673" y="54649"/>
                    <a:pt x="22730" y="54677"/>
                    <a:pt x="22787" y="54821"/>
                  </a:cubicBezTo>
                  <a:cubicBezTo>
                    <a:pt x="23046" y="55394"/>
                    <a:pt x="22874" y="55822"/>
                    <a:pt x="22645" y="56310"/>
                  </a:cubicBezTo>
                  <a:cubicBezTo>
                    <a:pt x="22473" y="56653"/>
                    <a:pt x="22302" y="57054"/>
                    <a:pt x="22359" y="57540"/>
                  </a:cubicBezTo>
                  <a:cubicBezTo>
                    <a:pt x="22473" y="58371"/>
                    <a:pt x="23073" y="58600"/>
                    <a:pt x="23531" y="58742"/>
                  </a:cubicBezTo>
                  <a:cubicBezTo>
                    <a:pt x="23733" y="58829"/>
                    <a:pt x="23932" y="58886"/>
                    <a:pt x="24047" y="59001"/>
                  </a:cubicBezTo>
                  <a:cubicBezTo>
                    <a:pt x="24390" y="59257"/>
                    <a:pt x="24420" y="59401"/>
                    <a:pt x="24505" y="59802"/>
                  </a:cubicBezTo>
                  <a:cubicBezTo>
                    <a:pt x="24534" y="59944"/>
                    <a:pt x="24562" y="60088"/>
                    <a:pt x="24619" y="60260"/>
                  </a:cubicBezTo>
                  <a:cubicBezTo>
                    <a:pt x="24676" y="60517"/>
                    <a:pt x="25192" y="62894"/>
                    <a:pt x="26623" y="63008"/>
                  </a:cubicBezTo>
                  <a:cubicBezTo>
                    <a:pt x="27111" y="63008"/>
                    <a:pt x="27340" y="62779"/>
                    <a:pt x="27425" y="62608"/>
                  </a:cubicBezTo>
                  <a:cubicBezTo>
                    <a:pt x="27741" y="62092"/>
                    <a:pt x="27340" y="61348"/>
                    <a:pt x="26996" y="60661"/>
                  </a:cubicBezTo>
                  <a:cubicBezTo>
                    <a:pt x="26882" y="60489"/>
                    <a:pt x="26795" y="60288"/>
                    <a:pt x="26738" y="60173"/>
                  </a:cubicBezTo>
                  <a:cubicBezTo>
                    <a:pt x="26566" y="59745"/>
                    <a:pt x="26509" y="59314"/>
                    <a:pt x="26451" y="58829"/>
                  </a:cubicBezTo>
                  <a:cubicBezTo>
                    <a:pt x="26394" y="58513"/>
                    <a:pt x="26367" y="58169"/>
                    <a:pt x="26279" y="57826"/>
                  </a:cubicBezTo>
                  <a:cubicBezTo>
                    <a:pt x="26138" y="57368"/>
                    <a:pt x="25908" y="56967"/>
                    <a:pt x="25679" y="56596"/>
                  </a:cubicBezTo>
                  <a:cubicBezTo>
                    <a:pt x="25421" y="56223"/>
                    <a:pt x="25221" y="55852"/>
                    <a:pt x="25134" y="55478"/>
                  </a:cubicBezTo>
                  <a:cubicBezTo>
                    <a:pt x="25107" y="55307"/>
                    <a:pt x="25107" y="55107"/>
                    <a:pt x="25134" y="54906"/>
                  </a:cubicBezTo>
                  <a:cubicBezTo>
                    <a:pt x="25134" y="54677"/>
                    <a:pt x="25164" y="54448"/>
                    <a:pt x="25107" y="54249"/>
                  </a:cubicBezTo>
                  <a:lnTo>
                    <a:pt x="25107" y="54191"/>
                  </a:lnTo>
                  <a:cubicBezTo>
                    <a:pt x="24963" y="53818"/>
                    <a:pt x="24763" y="53589"/>
                    <a:pt x="24592" y="53390"/>
                  </a:cubicBezTo>
                  <a:cubicBezTo>
                    <a:pt x="24477" y="53246"/>
                    <a:pt x="24363" y="53104"/>
                    <a:pt x="24276" y="52902"/>
                  </a:cubicBezTo>
                  <a:cubicBezTo>
                    <a:pt x="24104" y="52588"/>
                    <a:pt x="24076" y="52215"/>
                    <a:pt x="24161" y="52016"/>
                  </a:cubicBezTo>
                  <a:cubicBezTo>
                    <a:pt x="24218" y="51959"/>
                    <a:pt x="24276" y="51872"/>
                    <a:pt x="24477" y="51844"/>
                  </a:cubicBezTo>
                  <a:cubicBezTo>
                    <a:pt x="24534" y="51844"/>
                    <a:pt x="24562" y="51814"/>
                    <a:pt x="24592" y="51787"/>
                  </a:cubicBezTo>
                  <a:lnTo>
                    <a:pt x="24676" y="51757"/>
                  </a:lnTo>
                  <a:cubicBezTo>
                    <a:pt x="24747" y="51751"/>
                    <a:pt x="24813" y="51747"/>
                    <a:pt x="24875" y="51747"/>
                  </a:cubicBezTo>
                  <a:cubicBezTo>
                    <a:pt x="25091" y="51747"/>
                    <a:pt x="25260" y="51789"/>
                    <a:pt x="25393" y="51901"/>
                  </a:cubicBezTo>
                  <a:cubicBezTo>
                    <a:pt x="25737" y="52188"/>
                    <a:pt x="25764" y="52902"/>
                    <a:pt x="25764" y="53504"/>
                  </a:cubicBezTo>
                  <a:cubicBezTo>
                    <a:pt x="25764" y="54764"/>
                    <a:pt x="25966" y="55279"/>
                    <a:pt x="26596" y="56395"/>
                  </a:cubicBezTo>
                  <a:cubicBezTo>
                    <a:pt x="26939" y="56910"/>
                    <a:pt x="27081" y="57482"/>
                    <a:pt x="27253" y="58055"/>
                  </a:cubicBezTo>
                  <a:cubicBezTo>
                    <a:pt x="27367" y="58456"/>
                    <a:pt x="27482" y="58829"/>
                    <a:pt x="27654" y="59230"/>
                  </a:cubicBezTo>
                  <a:cubicBezTo>
                    <a:pt x="27970" y="59887"/>
                    <a:pt x="28398" y="60402"/>
                    <a:pt x="28828" y="60890"/>
                  </a:cubicBezTo>
                  <a:cubicBezTo>
                    <a:pt x="29229" y="61348"/>
                    <a:pt x="29573" y="61776"/>
                    <a:pt x="29859" y="62292"/>
                  </a:cubicBezTo>
                  <a:cubicBezTo>
                    <a:pt x="29973" y="62521"/>
                    <a:pt x="30115" y="62779"/>
                    <a:pt x="30287" y="63036"/>
                  </a:cubicBezTo>
                  <a:cubicBezTo>
                    <a:pt x="30688" y="63695"/>
                    <a:pt x="31146" y="64467"/>
                    <a:pt x="31176" y="65040"/>
                  </a:cubicBezTo>
                  <a:cubicBezTo>
                    <a:pt x="31203" y="65441"/>
                    <a:pt x="31061" y="65757"/>
                    <a:pt x="30917" y="66070"/>
                  </a:cubicBezTo>
                  <a:cubicBezTo>
                    <a:pt x="30688" y="66558"/>
                    <a:pt x="30432" y="67101"/>
                    <a:pt x="30718" y="67818"/>
                  </a:cubicBezTo>
                  <a:cubicBezTo>
                    <a:pt x="31032" y="68704"/>
                    <a:pt x="31977" y="69276"/>
                    <a:pt x="32893" y="69792"/>
                  </a:cubicBezTo>
                  <a:cubicBezTo>
                    <a:pt x="33409" y="70108"/>
                    <a:pt x="33894" y="70394"/>
                    <a:pt x="34238" y="70708"/>
                  </a:cubicBezTo>
                  <a:cubicBezTo>
                    <a:pt x="35097" y="71596"/>
                    <a:pt x="36013" y="71853"/>
                    <a:pt x="36986" y="72139"/>
                  </a:cubicBezTo>
                  <a:cubicBezTo>
                    <a:pt x="37302" y="72226"/>
                    <a:pt x="37645" y="72341"/>
                    <a:pt x="38016" y="72483"/>
                  </a:cubicBezTo>
                  <a:cubicBezTo>
                    <a:pt x="38868" y="72739"/>
                    <a:pt x="39412" y="72870"/>
                    <a:pt x="39964" y="72870"/>
                  </a:cubicBezTo>
                  <a:cubicBezTo>
                    <a:pt x="40396" y="72870"/>
                    <a:pt x="40833" y="72790"/>
                    <a:pt x="41424" y="72627"/>
                  </a:cubicBezTo>
                  <a:cubicBezTo>
                    <a:pt x="41715" y="72560"/>
                    <a:pt x="42031" y="72520"/>
                    <a:pt x="42347" y="72520"/>
                  </a:cubicBezTo>
                  <a:cubicBezTo>
                    <a:pt x="43117" y="72520"/>
                    <a:pt x="43889" y="72758"/>
                    <a:pt x="44314" y="73429"/>
                  </a:cubicBezTo>
                  <a:cubicBezTo>
                    <a:pt x="44372" y="73543"/>
                    <a:pt x="44372" y="73658"/>
                    <a:pt x="44372" y="73772"/>
                  </a:cubicBezTo>
                  <a:cubicBezTo>
                    <a:pt x="44372" y="74001"/>
                    <a:pt x="44372" y="74345"/>
                    <a:pt x="44715" y="74688"/>
                  </a:cubicBezTo>
                  <a:cubicBezTo>
                    <a:pt x="45031" y="75032"/>
                    <a:pt x="45604" y="75261"/>
                    <a:pt x="46119" y="75432"/>
                  </a:cubicBezTo>
                  <a:cubicBezTo>
                    <a:pt x="46834" y="75803"/>
                    <a:pt x="47493" y="75975"/>
                    <a:pt x="48123" y="76147"/>
                  </a:cubicBezTo>
                  <a:cubicBezTo>
                    <a:pt x="48466" y="76234"/>
                    <a:pt x="48810" y="76348"/>
                    <a:pt x="49181" y="76463"/>
                  </a:cubicBezTo>
                  <a:cubicBezTo>
                    <a:pt x="49639" y="76605"/>
                    <a:pt x="49696" y="76777"/>
                    <a:pt x="49811" y="77093"/>
                  </a:cubicBezTo>
                  <a:cubicBezTo>
                    <a:pt x="49925" y="77406"/>
                    <a:pt x="50069" y="77750"/>
                    <a:pt x="50527" y="78094"/>
                  </a:cubicBezTo>
                  <a:cubicBezTo>
                    <a:pt x="50704" y="78193"/>
                    <a:pt x="50894" y="78224"/>
                    <a:pt x="51071" y="78224"/>
                  </a:cubicBezTo>
                  <a:cubicBezTo>
                    <a:pt x="51151" y="78224"/>
                    <a:pt x="51228" y="78217"/>
                    <a:pt x="51299" y="78208"/>
                  </a:cubicBezTo>
                  <a:cubicBezTo>
                    <a:pt x="51393" y="78197"/>
                    <a:pt x="51468" y="78190"/>
                    <a:pt x="51527" y="78190"/>
                  </a:cubicBezTo>
                  <a:cubicBezTo>
                    <a:pt x="51612" y="78190"/>
                    <a:pt x="51666" y="78204"/>
                    <a:pt x="51700" y="78238"/>
                  </a:cubicBezTo>
                  <a:cubicBezTo>
                    <a:pt x="51757" y="78295"/>
                    <a:pt x="51787" y="78352"/>
                    <a:pt x="51787" y="78380"/>
                  </a:cubicBezTo>
                  <a:cubicBezTo>
                    <a:pt x="51787" y="78380"/>
                    <a:pt x="51787" y="78410"/>
                    <a:pt x="51757" y="78410"/>
                  </a:cubicBezTo>
                  <a:cubicBezTo>
                    <a:pt x="51615" y="78524"/>
                    <a:pt x="51357" y="78666"/>
                    <a:pt x="51272" y="79010"/>
                  </a:cubicBezTo>
                  <a:cubicBezTo>
                    <a:pt x="50956" y="80441"/>
                    <a:pt x="51700" y="80929"/>
                    <a:pt x="52444" y="81387"/>
                  </a:cubicBezTo>
                  <a:cubicBezTo>
                    <a:pt x="52646" y="81501"/>
                    <a:pt x="52845" y="81616"/>
                    <a:pt x="53074" y="81787"/>
                  </a:cubicBezTo>
                  <a:cubicBezTo>
                    <a:pt x="53333" y="81959"/>
                    <a:pt x="53589" y="82246"/>
                    <a:pt x="53876" y="82559"/>
                  </a:cubicBezTo>
                  <a:cubicBezTo>
                    <a:pt x="54363" y="83104"/>
                    <a:pt x="54906" y="83734"/>
                    <a:pt x="55738" y="83933"/>
                  </a:cubicBezTo>
                  <a:cubicBezTo>
                    <a:pt x="55839" y="83957"/>
                    <a:pt x="55938" y="83968"/>
                    <a:pt x="56035" y="83968"/>
                  </a:cubicBezTo>
                  <a:cubicBezTo>
                    <a:pt x="56757" y="83968"/>
                    <a:pt x="57351" y="83354"/>
                    <a:pt x="57856" y="82875"/>
                  </a:cubicBezTo>
                  <a:cubicBezTo>
                    <a:pt x="58200" y="82531"/>
                    <a:pt x="58502" y="82249"/>
                    <a:pt x="58653" y="82249"/>
                  </a:cubicBezTo>
                  <a:cubicBezTo>
                    <a:pt x="58678" y="82249"/>
                    <a:pt x="58699" y="82257"/>
                    <a:pt x="58715" y="82273"/>
                  </a:cubicBezTo>
                  <a:lnTo>
                    <a:pt x="58742" y="82273"/>
                  </a:lnTo>
                  <a:cubicBezTo>
                    <a:pt x="59143" y="82761"/>
                    <a:pt x="59429" y="83620"/>
                    <a:pt x="59631" y="84277"/>
                  </a:cubicBezTo>
                  <a:cubicBezTo>
                    <a:pt x="59688" y="84421"/>
                    <a:pt x="59745" y="84593"/>
                    <a:pt x="59773" y="84735"/>
                  </a:cubicBezTo>
                  <a:cubicBezTo>
                    <a:pt x="60089" y="85479"/>
                    <a:pt x="60116" y="86139"/>
                    <a:pt x="60032" y="87112"/>
                  </a:cubicBezTo>
                  <a:cubicBezTo>
                    <a:pt x="59974" y="88456"/>
                    <a:pt x="59860" y="89315"/>
                    <a:pt x="58944" y="90174"/>
                  </a:cubicBezTo>
                  <a:cubicBezTo>
                    <a:pt x="58428" y="90547"/>
                    <a:pt x="58142" y="90804"/>
                    <a:pt x="57799" y="91319"/>
                  </a:cubicBezTo>
                  <a:cubicBezTo>
                    <a:pt x="57712" y="91491"/>
                    <a:pt x="57769" y="91663"/>
                    <a:pt x="57799" y="91834"/>
                  </a:cubicBezTo>
                  <a:cubicBezTo>
                    <a:pt x="57799" y="91864"/>
                    <a:pt x="57799" y="91921"/>
                    <a:pt x="57826" y="91949"/>
                  </a:cubicBezTo>
                  <a:cubicBezTo>
                    <a:pt x="57769" y="91979"/>
                    <a:pt x="57712" y="92006"/>
                    <a:pt x="57627" y="92036"/>
                  </a:cubicBezTo>
                  <a:cubicBezTo>
                    <a:pt x="57483" y="92093"/>
                    <a:pt x="57283" y="92150"/>
                    <a:pt x="57169" y="92350"/>
                  </a:cubicBezTo>
                  <a:cubicBezTo>
                    <a:pt x="55994" y="93582"/>
                    <a:pt x="55135" y="95528"/>
                    <a:pt x="56081" y="97360"/>
                  </a:cubicBezTo>
                  <a:cubicBezTo>
                    <a:pt x="56196" y="97589"/>
                    <a:pt x="56482" y="97903"/>
                    <a:pt x="56768" y="98162"/>
                  </a:cubicBezTo>
                  <a:lnTo>
                    <a:pt x="56768" y="98361"/>
                  </a:lnTo>
                  <a:cubicBezTo>
                    <a:pt x="56654" y="98418"/>
                    <a:pt x="56452" y="98476"/>
                    <a:pt x="56253" y="98677"/>
                  </a:cubicBezTo>
                  <a:cubicBezTo>
                    <a:pt x="56024" y="98876"/>
                    <a:pt x="55909" y="98934"/>
                    <a:pt x="55822" y="98963"/>
                  </a:cubicBezTo>
                  <a:cubicBezTo>
                    <a:pt x="55422" y="99163"/>
                    <a:pt x="55422" y="99392"/>
                    <a:pt x="55364" y="100022"/>
                  </a:cubicBezTo>
                  <a:cubicBezTo>
                    <a:pt x="55307" y="100338"/>
                    <a:pt x="55364" y="100880"/>
                    <a:pt x="55509" y="101682"/>
                  </a:cubicBezTo>
                  <a:cubicBezTo>
                    <a:pt x="55651" y="102655"/>
                    <a:pt x="56138" y="102971"/>
                    <a:pt x="56539" y="103228"/>
                  </a:cubicBezTo>
                  <a:cubicBezTo>
                    <a:pt x="56825" y="103399"/>
                    <a:pt x="57082" y="103571"/>
                    <a:pt x="57341" y="104002"/>
                  </a:cubicBezTo>
                  <a:cubicBezTo>
                    <a:pt x="57712" y="104545"/>
                    <a:pt x="57913" y="105090"/>
                    <a:pt x="58142" y="105632"/>
                  </a:cubicBezTo>
                  <a:cubicBezTo>
                    <a:pt x="58456" y="106434"/>
                    <a:pt x="58772" y="107265"/>
                    <a:pt x="59516" y="108037"/>
                  </a:cubicBezTo>
                  <a:cubicBezTo>
                    <a:pt x="60318" y="108868"/>
                    <a:pt x="60776" y="110041"/>
                    <a:pt x="61291" y="111273"/>
                  </a:cubicBezTo>
                  <a:cubicBezTo>
                    <a:pt x="61948" y="112876"/>
                    <a:pt x="62608" y="114536"/>
                    <a:pt x="64097" y="115537"/>
                  </a:cubicBezTo>
                  <a:cubicBezTo>
                    <a:pt x="64639" y="115910"/>
                    <a:pt x="65155" y="116052"/>
                    <a:pt x="65642" y="116224"/>
                  </a:cubicBezTo>
                  <a:cubicBezTo>
                    <a:pt x="66329" y="116453"/>
                    <a:pt x="66929" y="116625"/>
                    <a:pt x="67532" y="117312"/>
                  </a:cubicBezTo>
                  <a:cubicBezTo>
                    <a:pt x="67761" y="117541"/>
                    <a:pt x="68047" y="117770"/>
                    <a:pt x="68333" y="118029"/>
                  </a:cubicBezTo>
                  <a:cubicBezTo>
                    <a:pt x="68849" y="118430"/>
                    <a:pt x="69421" y="118915"/>
                    <a:pt x="69563" y="119316"/>
                  </a:cubicBezTo>
                  <a:cubicBezTo>
                    <a:pt x="69678" y="119746"/>
                    <a:pt x="69678" y="120376"/>
                    <a:pt x="69678" y="120949"/>
                  </a:cubicBezTo>
                  <a:cubicBezTo>
                    <a:pt x="69678" y="121320"/>
                    <a:pt x="69678" y="121663"/>
                    <a:pt x="69707" y="121922"/>
                  </a:cubicBezTo>
                  <a:cubicBezTo>
                    <a:pt x="69707" y="122380"/>
                    <a:pt x="69707" y="122866"/>
                    <a:pt x="69735" y="123324"/>
                  </a:cubicBezTo>
                  <a:cubicBezTo>
                    <a:pt x="69735" y="123811"/>
                    <a:pt x="69765" y="124269"/>
                    <a:pt x="69765" y="124727"/>
                  </a:cubicBezTo>
                  <a:lnTo>
                    <a:pt x="69765" y="125472"/>
                  </a:lnTo>
                  <a:cubicBezTo>
                    <a:pt x="69678" y="125529"/>
                    <a:pt x="69620" y="125643"/>
                    <a:pt x="69620" y="125728"/>
                  </a:cubicBezTo>
                  <a:cubicBezTo>
                    <a:pt x="69593" y="126931"/>
                    <a:pt x="69822" y="128048"/>
                    <a:pt x="70078" y="129106"/>
                  </a:cubicBezTo>
                  <a:cubicBezTo>
                    <a:pt x="70223" y="129793"/>
                    <a:pt x="70365" y="130453"/>
                    <a:pt x="70452" y="131140"/>
                  </a:cubicBezTo>
                  <a:cubicBezTo>
                    <a:pt x="70536" y="132056"/>
                    <a:pt x="70509" y="132972"/>
                    <a:pt x="70452" y="133945"/>
                  </a:cubicBezTo>
                  <a:cubicBezTo>
                    <a:pt x="70422" y="135033"/>
                    <a:pt x="70365" y="136148"/>
                    <a:pt x="70509" y="137266"/>
                  </a:cubicBezTo>
                  <a:cubicBezTo>
                    <a:pt x="70708" y="138411"/>
                    <a:pt x="70795" y="139671"/>
                    <a:pt x="70795" y="141187"/>
                  </a:cubicBezTo>
                  <a:cubicBezTo>
                    <a:pt x="70795" y="141702"/>
                    <a:pt x="70651" y="142217"/>
                    <a:pt x="70536" y="142705"/>
                  </a:cubicBezTo>
                  <a:cubicBezTo>
                    <a:pt x="70394" y="143305"/>
                    <a:pt x="70223" y="143907"/>
                    <a:pt x="70307" y="144537"/>
                  </a:cubicBezTo>
                  <a:cubicBezTo>
                    <a:pt x="70337" y="145167"/>
                    <a:pt x="70594" y="145739"/>
                    <a:pt x="70823" y="146282"/>
                  </a:cubicBezTo>
                  <a:cubicBezTo>
                    <a:pt x="71024" y="146770"/>
                    <a:pt x="71224" y="147228"/>
                    <a:pt x="71281" y="147686"/>
                  </a:cubicBezTo>
                  <a:cubicBezTo>
                    <a:pt x="71281" y="147801"/>
                    <a:pt x="71281" y="147942"/>
                    <a:pt x="71311" y="148087"/>
                  </a:cubicBezTo>
                  <a:cubicBezTo>
                    <a:pt x="71368" y="148717"/>
                    <a:pt x="71425" y="149461"/>
                    <a:pt x="71711" y="149976"/>
                  </a:cubicBezTo>
                  <a:cubicBezTo>
                    <a:pt x="71968" y="150434"/>
                    <a:pt x="72140" y="150549"/>
                    <a:pt x="72398" y="150663"/>
                  </a:cubicBezTo>
                  <a:cubicBezTo>
                    <a:pt x="72483" y="150691"/>
                    <a:pt x="72570" y="150720"/>
                    <a:pt x="72712" y="150805"/>
                  </a:cubicBezTo>
                  <a:cubicBezTo>
                    <a:pt x="73800" y="151664"/>
                    <a:pt x="74116" y="153411"/>
                    <a:pt x="74459" y="155099"/>
                  </a:cubicBezTo>
                  <a:cubicBezTo>
                    <a:pt x="74659" y="156187"/>
                    <a:pt x="74860" y="157275"/>
                    <a:pt x="75261" y="158134"/>
                  </a:cubicBezTo>
                  <a:cubicBezTo>
                    <a:pt x="75518" y="158736"/>
                    <a:pt x="75632" y="159279"/>
                    <a:pt x="75747" y="159824"/>
                  </a:cubicBezTo>
                  <a:cubicBezTo>
                    <a:pt x="75834" y="160167"/>
                    <a:pt x="75918" y="160481"/>
                    <a:pt x="76005" y="160854"/>
                  </a:cubicBezTo>
                  <a:cubicBezTo>
                    <a:pt x="76262" y="161683"/>
                    <a:pt x="76864" y="162485"/>
                    <a:pt x="77437" y="163229"/>
                  </a:cubicBezTo>
                  <a:cubicBezTo>
                    <a:pt x="77750" y="163630"/>
                    <a:pt x="78009" y="164003"/>
                    <a:pt x="78238" y="164347"/>
                  </a:cubicBezTo>
                  <a:cubicBezTo>
                    <a:pt x="78729" y="165105"/>
                    <a:pt x="79306" y="165863"/>
                    <a:pt x="80268" y="165863"/>
                  </a:cubicBezTo>
                  <a:cubicBezTo>
                    <a:pt x="80541" y="165863"/>
                    <a:pt x="80844" y="165803"/>
                    <a:pt x="81186" y="165664"/>
                  </a:cubicBezTo>
                  <a:cubicBezTo>
                    <a:pt x="81444" y="165577"/>
                    <a:pt x="81616" y="165405"/>
                    <a:pt x="81758" y="165290"/>
                  </a:cubicBezTo>
                  <a:cubicBezTo>
                    <a:pt x="81871" y="165163"/>
                    <a:pt x="81920" y="165106"/>
                    <a:pt x="81982" y="165106"/>
                  </a:cubicBezTo>
                  <a:cubicBezTo>
                    <a:pt x="82031" y="165106"/>
                    <a:pt x="82087" y="165142"/>
                    <a:pt x="82189" y="165205"/>
                  </a:cubicBezTo>
                  <a:cubicBezTo>
                    <a:pt x="82388" y="165290"/>
                    <a:pt x="82502" y="165577"/>
                    <a:pt x="82617" y="165893"/>
                  </a:cubicBezTo>
                  <a:cubicBezTo>
                    <a:pt x="82731" y="166149"/>
                    <a:pt x="82818" y="166408"/>
                    <a:pt x="82960" y="166607"/>
                  </a:cubicBezTo>
                  <a:cubicBezTo>
                    <a:pt x="83518" y="167479"/>
                    <a:pt x="84156" y="167716"/>
                    <a:pt x="84946" y="167716"/>
                  </a:cubicBezTo>
                  <a:cubicBezTo>
                    <a:pt x="85091" y="167716"/>
                    <a:pt x="85240" y="167708"/>
                    <a:pt x="85395" y="167695"/>
                  </a:cubicBezTo>
                  <a:cubicBezTo>
                    <a:pt x="85509" y="167695"/>
                    <a:pt x="85594" y="167725"/>
                    <a:pt x="85681" y="167725"/>
                  </a:cubicBezTo>
                  <a:cubicBezTo>
                    <a:pt x="85766" y="167752"/>
                    <a:pt x="85880" y="167752"/>
                    <a:pt x="86025" y="167752"/>
                  </a:cubicBezTo>
                  <a:cubicBezTo>
                    <a:pt x="86311" y="167752"/>
                    <a:pt x="86654" y="167667"/>
                    <a:pt x="86826" y="167267"/>
                  </a:cubicBezTo>
                  <a:cubicBezTo>
                    <a:pt x="86968" y="166923"/>
                    <a:pt x="86968" y="166664"/>
                    <a:pt x="86854" y="166435"/>
                  </a:cubicBezTo>
                  <a:cubicBezTo>
                    <a:pt x="86682" y="166122"/>
                    <a:pt x="86311" y="166064"/>
                    <a:pt x="86025" y="166007"/>
                  </a:cubicBezTo>
                  <a:cubicBezTo>
                    <a:pt x="85910" y="166007"/>
                    <a:pt x="85766" y="165977"/>
                    <a:pt x="85709" y="165920"/>
                  </a:cubicBezTo>
                  <a:cubicBezTo>
                    <a:pt x="84880" y="165549"/>
                    <a:pt x="84163" y="165148"/>
                    <a:pt x="83677" y="164260"/>
                  </a:cubicBezTo>
                  <a:cubicBezTo>
                    <a:pt x="83563" y="164088"/>
                    <a:pt x="83506" y="163916"/>
                    <a:pt x="83419" y="163717"/>
                  </a:cubicBezTo>
                  <a:cubicBezTo>
                    <a:pt x="83304" y="163401"/>
                    <a:pt x="83189" y="163087"/>
                    <a:pt x="82960" y="162801"/>
                  </a:cubicBezTo>
                  <a:cubicBezTo>
                    <a:pt x="82818" y="162572"/>
                    <a:pt x="82704" y="162428"/>
                    <a:pt x="82589" y="162286"/>
                  </a:cubicBezTo>
                  <a:cubicBezTo>
                    <a:pt x="82360" y="162027"/>
                    <a:pt x="82273" y="161912"/>
                    <a:pt x="82273" y="161340"/>
                  </a:cubicBezTo>
                  <a:cubicBezTo>
                    <a:pt x="82303" y="160538"/>
                    <a:pt x="82674" y="159938"/>
                    <a:pt x="83018" y="159366"/>
                  </a:cubicBezTo>
                  <a:cubicBezTo>
                    <a:pt x="83361" y="158793"/>
                    <a:pt x="83677" y="158248"/>
                    <a:pt x="83533" y="157648"/>
                  </a:cubicBezTo>
                  <a:cubicBezTo>
                    <a:pt x="83419" y="157160"/>
                    <a:pt x="83018" y="156732"/>
                    <a:pt x="82303" y="156301"/>
                  </a:cubicBezTo>
                  <a:cubicBezTo>
                    <a:pt x="81815" y="155988"/>
                    <a:pt x="81415" y="155729"/>
                    <a:pt x="81357" y="155443"/>
                  </a:cubicBezTo>
                  <a:cubicBezTo>
                    <a:pt x="81330" y="155271"/>
                    <a:pt x="81415" y="155042"/>
                    <a:pt x="81673" y="154698"/>
                  </a:cubicBezTo>
                  <a:cubicBezTo>
                    <a:pt x="81758" y="154584"/>
                    <a:pt x="81873" y="154527"/>
                    <a:pt x="82044" y="154412"/>
                  </a:cubicBezTo>
                  <a:cubicBezTo>
                    <a:pt x="82273" y="154270"/>
                    <a:pt x="82560" y="154098"/>
                    <a:pt x="82731" y="153698"/>
                  </a:cubicBezTo>
                  <a:cubicBezTo>
                    <a:pt x="82818" y="153439"/>
                    <a:pt x="82789" y="153153"/>
                    <a:pt x="82761" y="152866"/>
                  </a:cubicBezTo>
                  <a:cubicBezTo>
                    <a:pt x="82731" y="152667"/>
                    <a:pt x="82704" y="152438"/>
                    <a:pt x="82731" y="152294"/>
                  </a:cubicBezTo>
                  <a:cubicBezTo>
                    <a:pt x="82846" y="151923"/>
                    <a:pt x="82990" y="151721"/>
                    <a:pt x="83132" y="151522"/>
                  </a:cubicBezTo>
                  <a:cubicBezTo>
                    <a:pt x="83277" y="151320"/>
                    <a:pt x="83419" y="151121"/>
                    <a:pt x="83361" y="150835"/>
                  </a:cubicBezTo>
                  <a:cubicBezTo>
                    <a:pt x="83304" y="150519"/>
                    <a:pt x="83018" y="150262"/>
                    <a:pt x="82502" y="149946"/>
                  </a:cubicBezTo>
                  <a:cubicBezTo>
                    <a:pt x="82074" y="149660"/>
                    <a:pt x="81845" y="149431"/>
                    <a:pt x="81731" y="149317"/>
                  </a:cubicBezTo>
                  <a:cubicBezTo>
                    <a:pt x="81845" y="149289"/>
                    <a:pt x="82017" y="149289"/>
                    <a:pt x="82303" y="149289"/>
                  </a:cubicBezTo>
                  <a:cubicBezTo>
                    <a:pt x="82502" y="149317"/>
                    <a:pt x="82647" y="149346"/>
                    <a:pt x="82789" y="149374"/>
                  </a:cubicBezTo>
                  <a:cubicBezTo>
                    <a:pt x="82930" y="149397"/>
                    <a:pt x="83062" y="149416"/>
                    <a:pt x="83186" y="149416"/>
                  </a:cubicBezTo>
                  <a:cubicBezTo>
                    <a:pt x="83363" y="149416"/>
                    <a:pt x="83525" y="149378"/>
                    <a:pt x="83677" y="149259"/>
                  </a:cubicBezTo>
                  <a:cubicBezTo>
                    <a:pt x="83964" y="149030"/>
                    <a:pt x="84021" y="148630"/>
                    <a:pt x="84048" y="147915"/>
                  </a:cubicBezTo>
                  <a:cubicBezTo>
                    <a:pt x="84048" y="147599"/>
                    <a:pt x="83991" y="147285"/>
                    <a:pt x="83964" y="146999"/>
                  </a:cubicBezTo>
                  <a:cubicBezTo>
                    <a:pt x="83906" y="146655"/>
                    <a:pt x="83849" y="146339"/>
                    <a:pt x="83934" y="146225"/>
                  </a:cubicBezTo>
                  <a:cubicBezTo>
                    <a:pt x="83991" y="146168"/>
                    <a:pt x="84135" y="146053"/>
                    <a:pt x="84593" y="146053"/>
                  </a:cubicBezTo>
                  <a:cubicBezTo>
                    <a:pt x="84676" y="146045"/>
                    <a:pt x="84757" y="146042"/>
                    <a:pt x="84837" y="146042"/>
                  </a:cubicBezTo>
                  <a:cubicBezTo>
                    <a:pt x="85031" y="146042"/>
                    <a:pt x="85219" y="146062"/>
                    <a:pt x="85422" y="146083"/>
                  </a:cubicBezTo>
                  <a:cubicBezTo>
                    <a:pt x="85650" y="146107"/>
                    <a:pt x="85887" y="146133"/>
                    <a:pt x="86127" y="146133"/>
                  </a:cubicBezTo>
                  <a:cubicBezTo>
                    <a:pt x="86731" y="146133"/>
                    <a:pt x="87351" y="145965"/>
                    <a:pt x="87884" y="145167"/>
                  </a:cubicBezTo>
                  <a:cubicBezTo>
                    <a:pt x="88514" y="144365"/>
                    <a:pt x="88342" y="142934"/>
                    <a:pt x="87942" y="141988"/>
                  </a:cubicBezTo>
                  <a:cubicBezTo>
                    <a:pt x="87770" y="141645"/>
                    <a:pt x="87571" y="141331"/>
                    <a:pt x="87369" y="141045"/>
                  </a:cubicBezTo>
                  <a:cubicBezTo>
                    <a:pt x="87284" y="140930"/>
                    <a:pt x="87170" y="140758"/>
                    <a:pt x="87112" y="140644"/>
                  </a:cubicBezTo>
                  <a:cubicBezTo>
                    <a:pt x="87197" y="140644"/>
                    <a:pt x="87369" y="140644"/>
                    <a:pt x="87628" y="140671"/>
                  </a:cubicBezTo>
                  <a:cubicBezTo>
                    <a:pt x="87857" y="140701"/>
                    <a:pt x="88056" y="140729"/>
                    <a:pt x="88228" y="140786"/>
                  </a:cubicBezTo>
                  <a:cubicBezTo>
                    <a:pt x="88485" y="140843"/>
                    <a:pt x="88751" y="140900"/>
                    <a:pt x="89044" y="140900"/>
                  </a:cubicBezTo>
                  <a:cubicBezTo>
                    <a:pt x="89338" y="140900"/>
                    <a:pt x="89660" y="140843"/>
                    <a:pt x="90032" y="140671"/>
                  </a:cubicBezTo>
                  <a:cubicBezTo>
                    <a:pt x="90834" y="140385"/>
                    <a:pt x="91063" y="140243"/>
                    <a:pt x="91120" y="139698"/>
                  </a:cubicBezTo>
                  <a:cubicBezTo>
                    <a:pt x="91148" y="139556"/>
                    <a:pt x="91177" y="139412"/>
                    <a:pt x="91235" y="139213"/>
                  </a:cubicBezTo>
                  <a:lnTo>
                    <a:pt x="91407" y="138697"/>
                  </a:lnTo>
                  <a:cubicBezTo>
                    <a:pt x="91464" y="138553"/>
                    <a:pt x="91491" y="138381"/>
                    <a:pt x="91548" y="138239"/>
                  </a:cubicBezTo>
                  <a:lnTo>
                    <a:pt x="91720" y="137980"/>
                  </a:lnTo>
                  <a:cubicBezTo>
                    <a:pt x="91865" y="137751"/>
                    <a:pt x="92094" y="137438"/>
                    <a:pt x="92208" y="136980"/>
                  </a:cubicBezTo>
                  <a:cubicBezTo>
                    <a:pt x="92465" y="135748"/>
                    <a:pt x="92666" y="134976"/>
                    <a:pt x="93468" y="134060"/>
                  </a:cubicBezTo>
                  <a:cubicBezTo>
                    <a:pt x="94842" y="132686"/>
                    <a:pt x="95586" y="131797"/>
                    <a:pt x="95300" y="129479"/>
                  </a:cubicBezTo>
                  <a:cubicBezTo>
                    <a:pt x="95098" y="127705"/>
                    <a:pt x="95098" y="127705"/>
                    <a:pt x="96273" y="126587"/>
                  </a:cubicBezTo>
                  <a:cubicBezTo>
                    <a:pt x="96358" y="126530"/>
                    <a:pt x="96388" y="126445"/>
                    <a:pt x="96388" y="126331"/>
                  </a:cubicBezTo>
                  <a:cubicBezTo>
                    <a:pt x="97075" y="125815"/>
                    <a:pt x="97961" y="125701"/>
                    <a:pt x="98877" y="125614"/>
                  </a:cubicBezTo>
                  <a:cubicBezTo>
                    <a:pt x="100137" y="125472"/>
                    <a:pt x="101396" y="125327"/>
                    <a:pt x="102227" y="124125"/>
                  </a:cubicBezTo>
                  <a:cubicBezTo>
                    <a:pt x="102656" y="123468"/>
                    <a:pt x="102914" y="122666"/>
                    <a:pt x="103171" y="121865"/>
                  </a:cubicBezTo>
                  <a:cubicBezTo>
                    <a:pt x="103315" y="121491"/>
                    <a:pt x="103430" y="121148"/>
                    <a:pt x="103544" y="120834"/>
                  </a:cubicBezTo>
                  <a:cubicBezTo>
                    <a:pt x="103659" y="120575"/>
                    <a:pt x="103773" y="120319"/>
                    <a:pt x="103915" y="120060"/>
                  </a:cubicBezTo>
                  <a:cubicBezTo>
                    <a:pt x="104346" y="119174"/>
                    <a:pt x="104831" y="118171"/>
                    <a:pt x="104889" y="117140"/>
                  </a:cubicBezTo>
                  <a:cubicBezTo>
                    <a:pt x="104889" y="116453"/>
                    <a:pt x="104717" y="115709"/>
                    <a:pt x="104545" y="114907"/>
                  </a:cubicBezTo>
                  <a:cubicBezTo>
                    <a:pt x="104231" y="113620"/>
                    <a:pt x="103915" y="112274"/>
                    <a:pt x="104431" y="111358"/>
                  </a:cubicBezTo>
                  <a:cubicBezTo>
                    <a:pt x="104575" y="111071"/>
                    <a:pt x="104831" y="110900"/>
                    <a:pt x="105090" y="110700"/>
                  </a:cubicBezTo>
                  <a:cubicBezTo>
                    <a:pt x="105232" y="110586"/>
                    <a:pt x="105376" y="110499"/>
                    <a:pt x="105548" y="110357"/>
                  </a:cubicBezTo>
                  <a:cubicBezTo>
                    <a:pt x="106063" y="109784"/>
                    <a:pt x="106178" y="109354"/>
                    <a:pt x="106292" y="108896"/>
                  </a:cubicBezTo>
                  <a:cubicBezTo>
                    <a:pt x="106350" y="108697"/>
                    <a:pt x="106407" y="108468"/>
                    <a:pt x="106521" y="108209"/>
                  </a:cubicBezTo>
                  <a:cubicBezTo>
                    <a:pt x="106693" y="107693"/>
                    <a:pt x="107037" y="107322"/>
                    <a:pt x="107437" y="106949"/>
                  </a:cubicBezTo>
                  <a:cubicBezTo>
                    <a:pt x="107923" y="106434"/>
                    <a:pt x="108438" y="105919"/>
                    <a:pt x="108583" y="105003"/>
                  </a:cubicBezTo>
                  <a:cubicBezTo>
                    <a:pt x="108725" y="104029"/>
                    <a:pt x="108640" y="102742"/>
                    <a:pt x="108525" y="101941"/>
                  </a:cubicBezTo>
                  <a:cubicBezTo>
                    <a:pt x="108381" y="101167"/>
                    <a:pt x="108209" y="100651"/>
                    <a:pt x="107953" y="100308"/>
                  </a:cubicBezTo>
                  <a:cubicBezTo>
                    <a:pt x="107595" y="99856"/>
                    <a:pt x="107376" y="99720"/>
                    <a:pt x="107066" y="99720"/>
                  </a:cubicBezTo>
                  <a:cubicBezTo>
                    <a:pt x="107003" y="99720"/>
                    <a:pt x="106937" y="99726"/>
                    <a:pt x="106865" y="99735"/>
                  </a:cubicBezTo>
                  <a:cubicBezTo>
                    <a:pt x="106789" y="99735"/>
                    <a:pt x="106699" y="99748"/>
                    <a:pt x="106589" y="99748"/>
                  </a:cubicBezTo>
                  <a:cubicBezTo>
                    <a:pt x="106534" y="99748"/>
                    <a:pt x="106473" y="99745"/>
                    <a:pt x="106407" y="99735"/>
                  </a:cubicBezTo>
                  <a:cubicBezTo>
                    <a:pt x="105690" y="99651"/>
                    <a:pt x="105347" y="99334"/>
                    <a:pt x="104831" y="98876"/>
                  </a:cubicBezTo>
                  <a:cubicBezTo>
                    <a:pt x="104632" y="98705"/>
                    <a:pt x="104403" y="98505"/>
                    <a:pt x="104117" y="98276"/>
                  </a:cubicBezTo>
                  <a:cubicBezTo>
                    <a:pt x="102914" y="97475"/>
                    <a:pt x="102026" y="97131"/>
                    <a:pt x="100624" y="96987"/>
                  </a:cubicBezTo>
                  <a:cubicBezTo>
                    <a:pt x="100194" y="96902"/>
                    <a:pt x="99793" y="96845"/>
                    <a:pt x="99365" y="96758"/>
                  </a:cubicBezTo>
                  <a:cubicBezTo>
                    <a:pt x="99193" y="96744"/>
                    <a:pt x="99036" y="96737"/>
                    <a:pt x="98885" y="96737"/>
                  </a:cubicBezTo>
                  <a:cubicBezTo>
                    <a:pt x="98735" y="96737"/>
                    <a:pt x="98592" y="96744"/>
                    <a:pt x="98449" y="96758"/>
                  </a:cubicBezTo>
                  <a:lnTo>
                    <a:pt x="98133" y="96758"/>
                  </a:lnTo>
                  <a:cubicBezTo>
                    <a:pt x="97590" y="96701"/>
                    <a:pt x="97533" y="96644"/>
                    <a:pt x="97418" y="96415"/>
                  </a:cubicBezTo>
                  <a:cubicBezTo>
                    <a:pt x="97331" y="96243"/>
                    <a:pt x="97217" y="96044"/>
                    <a:pt x="96988" y="95785"/>
                  </a:cubicBezTo>
                  <a:cubicBezTo>
                    <a:pt x="96415" y="95212"/>
                    <a:pt x="95384" y="94669"/>
                    <a:pt x="94697" y="94525"/>
                  </a:cubicBezTo>
                  <a:cubicBezTo>
                    <a:pt x="94562" y="94502"/>
                    <a:pt x="94438" y="94491"/>
                    <a:pt x="94325" y="94491"/>
                  </a:cubicBezTo>
                  <a:cubicBezTo>
                    <a:pt x="93891" y="94491"/>
                    <a:pt x="93614" y="94642"/>
                    <a:pt x="93410" y="94754"/>
                  </a:cubicBezTo>
                  <a:cubicBezTo>
                    <a:pt x="93323" y="94811"/>
                    <a:pt x="93266" y="94841"/>
                    <a:pt x="93181" y="94869"/>
                  </a:cubicBezTo>
                  <a:cubicBezTo>
                    <a:pt x="93152" y="94525"/>
                    <a:pt x="93067" y="94154"/>
                    <a:pt x="92865" y="93838"/>
                  </a:cubicBezTo>
                  <a:lnTo>
                    <a:pt x="92808" y="93696"/>
                  </a:lnTo>
                  <a:cubicBezTo>
                    <a:pt x="92808" y="93639"/>
                    <a:pt x="92781" y="93609"/>
                    <a:pt x="92751" y="93552"/>
                  </a:cubicBezTo>
                  <a:cubicBezTo>
                    <a:pt x="92437" y="93208"/>
                    <a:pt x="92151" y="93066"/>
                    <a:pt x="91922" y="92922"/>
                  </a:cubicBezTo>
                  <a:cubicBezTo>
                    <a:pt x="91663" y="92780"/>
                    <a:pt x="91521" y="92723"/>
                    <a:pt x="91377" y="92121"/>
                  </a:cubicBezTo>
                  <a:cubicBezTo>
                    <a:pt x="91349" y="92006"/>
                    <a:pt x="91377" y="91834"/>
                    <a:pt x="91377" y="91663"/>
                  </a:cubicBezTo>
                  <a:cubicBezTo>
                    <a:pt x="91407" y="91434"/>
                    <a:pt x="91434" y="91234"/>
                    <a:pt x="91377" y="91033"/>
                  </a:cubicBezTo>
                  <a:cubicBezTo>
                    <a:pt x="91377" y="91005"/>
                    <a:pt x="91377" y="90975"/>
                    <a:pt x="91349" y="90948"/>
                  </a:cubicBezTo>
                  <a:cubicBezTo>
                    <a:pt x="91205" y="90662"/>
                    <a:pt x="90976" y="90517"/>
                    <a:pt x="90804" y="90403"/>
                  </a:cubicBezTo>
                  <a:cubicBezTo>
                    <a:pt x="90632" y="90288"/>
                    <a:pt x="90575" y="90231"/>
                    <a:pt x="90548" y="90117"/>
                  </a:cubicBezTo>
                  <a:cubicBezTo>
                    <a:pt x="90433" y="89860"/>
                    <a:pt x="90461" y="89574"/>
                    <a:pt x="90461" y="89230"/>
                  </a:cubicBezTo>
                  <a:cubicBezTo>
                    <a:pt x="90490" y="88800"/>
                    <a:pt x="90518" y="88285"/>
                    <a:pt x="90261" y="87769"/>
                  </a:cubicBezTo>
                  <a:cubicBezTo>
                    <a:pt x="89861" y="86998"/>
                    <a:pt x="88773" y="86196"/>
                    <a:pt x="88200" y="85880"/>
                  </a:cubicBezTo>
                  <a:cubicBezTo>
                    <a:pt x="87170" y="85223"/>
                    <a:pt x="86082" y="85193"/>
                    <a:pt x="85136" y="85165"/>
                  </a:cubicBezTo>
                  <a:cubicBezTo>
                    <a:pt x="83877" y="85136"/>
                    <a:pt x="82903" y="85108"/>
                    <a:pt x="82131" y="83963"/>
                  </a:cubicBezTo>
                  <a:cubicBezTo>
                    <a:pt x="81415" y="82903"/>
                    <a:pt x="81128" y="82502"/>
                    <a:pt x="80128" y="81902"/>
                  </a:cubicBezTo>
                  <a:cubicBezTo>
                    <a:pt x="79697" y="81643"/>
                    <a:pt x="79296" y="81185"/>
                    <a:pt x="78895" y="80784"/>
                  </a:cubicBezTo>
                  <a:cubicBezTo>
                    <a:pt x="78696" y="80555"/>
                    <a:pt x="78467" y="80326"/>
                    <a:pt x="78266" y="80127"/>
                  </a:cubicBezTo>
                  <a:cubicBezTo>
                    <a:pt x="78094" y="79983"/>
                    <a:pt x="77952" y="79841"/>
                    <a:pt x="77837" y="79697"/>
                  </a:cubicBezTo>
                  <a:cubicBezTo>
                    <a:pt x="77396" y="79215"/>
                    <a:pt x="77109" y="78945"/>
                    <a:pt x="76542" y="78945"/>
                  </a:cubicBezTo>
                  <a:cubicBezTo>
                    <a:pt x="76301" y="78945"/>
                    <a:pt x="76008" y="78994"/>
                    <a:pt x="75632" y="79097"/>
                  </a:cubicBezTo>
                  <a:cubicBezTo>
                    <a:pt x="75117" y="79268"/>
                    <a:pt x="74673" y="79354"/>
                    <a:pt x="74212" y="79354"/>
                  </a:cubicBezTo>
                  <a:cubicBezTo>
                    <a:pt x="73750" y="79354"/>
                    <a:pt x="73271" y="79268"/>
                    <a:pt x="72685" y="79097"/>
                  </a:cubicBezTo>
                  <a:cubicBezTo>
                    <a:pt x="72513" y="79039"/>
                    <a:pt x="72341" y="79010"/>
                    <a:pt x="72140" y="78982"/>
                  </a:cubicBezTo>
                  <a:cubicBezTo>
                    <a:pt x="71796" y="78895"/>
                    <a:pt x="71453" y="78810"/>
                    <a:pt x="71166" y="78696"/>
                  </a:cubicBezTo>
                  <a:cubicBezTo>
                    <a:pt x="70994" y="78609"/>
                    <a:pt x="70795" y="78467"/>
                    <a:pt x="70594" y="78323"/>
                  </a:cubicBezTo>
                  <a:cubicBezTo>
                    <a:pt x="70250" y="78066"/>
                    <a:pt x="69907" y="77807"/>
                    <a:pt x="69506" y="77722"/>
                  </a:cubicBezTo>
                  <a:cubicBezTo>
                    <a:pt x="69431" y="77712"/>
                    <a:pt x="69358" y="77707"/>
                    <a:pt x="69288" y="77707"/>
                  </a:cubicBezTo>
                  <a:cubicBezTo>
                    <a:pt x="68793" y="77707"/>
                    <a:pt x="68405" y="77954"/>
                    <a:pt x="68104" y="78181"/>
                  </a:cubicBezTo>
                  <a:cubicBezTo>
                    <a:pt x="67933" y="78265"/>
                    <a:pt x="67818" y="78380"/>
                    <a:pt x="67674" y="78437"/>
                  </a:cubicBezTo>
                  <a:cubicBezTo>
                    <a:pt x="67903" y="78066"/>
                    <a:pt x="68132" y="77578"/>
                    <a:pt x="67788" y="77177"/>
                  </a:cubicBezTo>
                  <a:cubicBezTo>
                    <a:pt x="67671" y="77031"/>
                    <a:pt x="67512" y="76975"/>
                    <a:pt x="67336" y="76975"/>
                  </a:cubicBezTo>
                  <a:cubicBezTo>
                    <a:pt x="66997" y="76975"/>
                    <a:pt x="66591" y="77181"/>
                    <a:pt x="66272" y="77349"/>
                  </a:cubicBezTo>
                  <a:cubicBezTo>
                    <a:pt x="66215" y="77379"/>
                    <a:pt x="66128" y="77436"/>
                    <a:pt x="66100" y="77436"/>
                  </a:cubicBezTo>
                  <a:cubicBezTo>
                    <a:pt x="66071" y="77436"/>
                    <a:pt x="66071" y="77464"/>
                    <a:pt x="66043" y="77464"/>
                  </a:cubicBezTo>
                  <a:cubicBezTo>
                    <a:pt x="65670" y="77665"/>
                    <a:pt x="65155" y="77807"/>
                    <a:pt x="64669" y="77952"/>
                  </a:cubicBezTo>
                  <a:cubicBezTo>
                    <a:pt x="64010" y="78151"/>
                    <a:pt x="63323" y="78352"/>
                    <a:pt x="62837" y="78723"/>
                  </a:cubicBezTo>
                  <a:cubicBezTo>
                    <a:pt x="62292" y="79154"/>
                    <a:pt x="62120" y="79868"/>
                    <a:pt x="61948" y="80498"/>
                  </a:cubicBezTo>
                  <a:cubicBezTo>
                    <a:pt x="61777" y="81185"/>
                    <a:pt x="61635" y="81616"/>
                    <a:pt x="61319" y="81700"/>
                  </a:cubicBezTo>
                  <a:cubicBezTo>
                    <a:pt x="61214" y="81739"/>
                    <a:pt x="61144" y="81761"/>
                    <a:pt x="61092" y="81761"/>
                  </a:cubicBezTo>
                  <a:cubicBezTo>
                    <a:pt x="60989" y="81761"/>
                    <a:pt x="60957" y="81673"/>
                    <a:pt x="60861" y="81444"/>
                  </a:cubicBezTo>
                  <a:cubicBezTo>
                    <a:pt x="60803" y="81272"/>
                    <a:pt x="60689" y="81013"/>
                    <a:pt x="60490" y="80814"/>
                  </a:cubicBezTo>
                  <a:cubicBezTo>
                    <a:pt x="60120" y="80550"/>
                    <a:pt x="59784" y="80448"/>
                    <a:pt x="59401" y="80448"/>
                  </a:cubicBezTo>
                  <a:cubicBezTo>
                    <a:pt x="59159" y="80448"/>
                    <a:pt x="58899" y="80489"/>
                    <a:pt x="58600" y="80555"/>
                  </a:cubicBezTo>
                  <a:cubicBezTo>
                    <a:pt x="58570" y="80555"/>
                    <a:pt x="58513" y="80585"/>
                    <a:pt x="58486" y="80585"/>
                  </a:cubicBezTo>
                  <a:cubicBezTo>
                    <a:pt x="58428" y="80578"/>
                    <a:pt x="58371" y="80575"/>
                    <a:pt x="58315" y="80575"/>
                  </a:cubicBezTo>
                  <a:cubicBezTo>
                    <a:pt x="57897" y="80575"/>
                    <a:pt x="57525" y="80751"/>
                    <a:pt x="57196" y="80929"/>
                  </a:cubicBezTo>
                  <a:cubicBezTo>
                    <a:pt x="56899" y="81077"/>
                    <a:pt x="56624" y="81226"/>
                    <a:pt x="56369" y="81226"/>
                  </a:cubicBezTo>
                  <a:cubicBezTo>
                    <a:pt x="56330" y="81226"/>
                    <a:pt x="56291" y="81223"/>
                    <a:pt x="56253" y="81215"/>
                  </a:cubicBezTo>
                  <a:cubicBezTo>
                    <a:pt x="55852" y="81100"/>
                    <a:pt x="55795" y="80986"/>
                    <a:pt x="55593" y="80727"/>
                  </a:cubicBezTo>
                  <a:cubicBezTo>
                    <a:pt x="55479" y="80585"/>
                    <a:pt x="55364" y="80413"/>
                    <a:pt x="55193" y="80242"/>
                  </a:cubicBezTo>
                  <a:cubicBezTo>
                    <a:pt x="55051" y="80040"/>
                    <a:pt x="54849" y="79898"/>
                    <a:pt x="54650" y="79726"/>
                  </a:cubicBezTo>
                  <a:cubicBezTo>
                    <a:pt x="54448" y="79555"/>
                    <a:pt x="54249" y="79383"/>
                    <a:pt x="54134" y="79211"/>
                  </a:cubicBezTo>
                  <a:cubicBezTo>
                    <a:pt x="53704" y="78437"/>
                    <a:pt x="54077" y="77349"/>
                    <a:pt x="54363" y="76605"/>
                  </a:cubicBezTo>
                  <a:lnTo>
                    <a:pt x="54478" y="76319"/>
                  </a:lnTo>
                  <a:cubicBezTo>
                    <a:pt x="54879" y="75174"/>
                    <a:pt x="55135" y="74574"/>
                    <a:pt x="54620" y="73142"/>
                  </a:cubicBezTo>
                  <a:cubicBezTo>
                    <a:pt x="54563" y="72998"/>
                    <a:pt x="54535" y="72856"/>
                    <a:pt x="54505" y="72769"/>
                  </a:cubicBezTo>
                  <a:cubicBezTo>
                    <a:pt x="54391" y="72341"/>
                    <a:pt x="54276" y="72139"/>
                    <a:pt x="53619" y="71883"/>
                  </a:cubicBezTo>
                  <a:cubicBezTo>
                    <a:pt x="53287" y="71725"/>
                    <a:pt x="52894" y="71662"/>
                    <a:pt x="52522" y="71662"/>
                  </a:cubicBezTo>
                  <a:cubicBezTo>
                    <a:pt x="52220" y="71662"/>
                    <a:pt x="51931" y="71703"/>
                    <a:pt x="51700" y="71768"/>
                  </a:cubicBezTo>
                  <a:cubicBezTo>
                    <a:pt x="51501" y="71796"/>
                    <a:pt x="51272" y="71883"/>
                    <a:pt x="50986" y="71967"/>
                  </a:cubicBezTo>
                  <a:cubicBezTo>
                    <a:pt x="50528" y="72120"/>
                    <a:pt x="50082" y="72252"/>
                    <a:pt x="49751" y="72252"/>
                  </a:cubicBezTo>
                  <a:cubicBezTo>
                    <a:pt x="49522" y="72252"/>
                    <a:pt x="49350" y="72189"/>
                    <a:pt x="49268" y="72025"/>
                  </a:cubicBezTo>
                  <a:cubicBezTo>
                    <a:pt x="49039" y="71567"/>
                    <a:pt x="49811" y="70021"/>
                    <a:pt x="50269" y="69077"/>
                  </a:cubicBezTo>
                  <a:cubicBezTo>
                    <a:pt x="50555" y="68532"/>
                    <a:pt x="50784" y="68074"/>
                    <a:pt x="50871" y="67760"/>
                  </a:cubicBezTo>
                  <a:cubicBezTo>
                    <a:pt x="50928" y="67616"/>
                    <a:pt x="51013" y="67417"/>
                    <a:pt x="51128" y="67188"/>
                  </a:cubicBezTo>
                  <a:cubicBezTo>
                    <a:pt x="51558" y="66357"/>
                    <a:pt x="52016" y="65441"/>
                    <a:pt x="51673" y="64868"/>
                  </a:cubicBezTo>
                  <a:cubicBezTo>
                    <a:pt x="51558" y="64639"/>
                    <a:pt x="51329" y="64467"/>
                    <a:pt x="51013" y="64382"/>
                  </a:cubicBezTo>
                  <a:cubicBezTo>
                    <a:pt x="50807" y="64324"/>
                    <a:pt x="50557" y="64299"/>
                    <a:pt x="50292" y="64299"/>
                  </a:cubicBezTo>
                  <a:cubicBezTo>
                    <a:pt x="49527" y="64299"/>
                    <a:pt x="48635" y="64506"/>
                    <a:pt x="48295" y="64696"/>
                  </a:cubicBezTo>
                  <a:cubicBezTo>
                    <a:pt x="47436" y="65154"/>
                    <a:pt x="47292" y="65871"/>
                    <a:pt x="47177" y="66501"/>
                  </a:cubicBezTo>
                  <a:cubicBezTo>
                    <a:pt x="47120" y="66815"/>
                    <a:pt x="47063" y="67101"/>
                    <a:pt x="46921" y="67387"/>
                  </a:cubicBezTo>
                  <a:cubicBezTo>
                    <a:pt x="46604" y="68017"/>
                    <a:pt x="45604" y="68562"/>
                    <a:pt x="44772" y="68818"/>
                  </a:cubicBezTo>
                  <a:cubicBezTo>
                    <a:pt x="44629" y="68876"/>
                    <a:pt x="44436" y="68901"/>
                    <a:pt x="44215" y="68901"/>
                  </a:cubicBezTo>
                  <a:cubicBezTo>
                    <a:pt x="43552" y="68901"/>
                    <a:pt x="42640" y="68675"/>
                    <a:pt x="42081" y="68418"/>
                  </a:cubicBezTo>
                  <a:cubicBezTo>
                    <a:pt x="41424" y="68017"/>
                    <a:pt x="41367" y="67474"/>
                    <a:pt x="41280" y="66730"/>
                  </a:cubicBezTo>
                  <a:cubicBezTo>
                    <a:pt x="41223" y="66386"/>
                    <a:pt x="41195" y="66043"/>
                    <a:pt x="41081" y="65670"/>
                  </a:cubicBezTo>
                  <a:cubicBezTo>
                    <a:pt x="40966" y="65241"/>
                    <a:pt x="40822" y="64868"/>
                    <a:pt x="40680" y="64497"/>
                  </a:cubicBezTo>
                  <a:cubicBezTo>
                    <a:pt x="40364" y="63753"/>
                    <a:pt x="40107" y="63180"/>
                    <a:pt x="40336" y="62292"/>
                  </a:cubicBezTo>
                  <a:cubicBezTo>
                    <a:pt x="40451" y="61834"/>
                    <a:pt x="40680" y="61433"/>
                    <a:pt x="40909" y="60975"/>
                  </a:cubicBezTo>
                  <a:cubicBezTo>
                    <a:pt x="41195" y="60459"/>
                    <a:pt x="41509" y="59917"/>
                    <a:pt x="41623" y="59230"/>
                  </a:cubicBezTo>
                  <a:cubicBezTo>
                    <a:pt x="41681" y="59001"/>
                    <a:pt x="41710" y="58799"/>
                    <a:pt x="41710" y="58627"/>
                  </a:cubicBezTo>
                  <a:cubicBezTo>
                    <a:pt x="41852" y="57769"/>
                    <a:pt x="41910" y="57226"/>
                    <a:pt x="42627" y="56596"/>
                  </a:cubicBezTo>
                  <a:cubicBezTo>
                    <a:pt x="43314" y="55936"/>
                    <a:pt x="44200" y="55394"/>
                    <a:pt x="44974" y="54906"/>
                  </a:cubicBezTo>
                  <a:lnTo>
                    <a:pt x="45116" y="54821"/>
                  </a:lnTo>
                  <a:cubicBezTo>
                    <a:pt x="45639" y="54466"/>
                    <a:pt x="46023" y="54351"/>
                    <a:pt x="46425" y="54351"/>
                  </a:cubicBezTo>
                  <a:cubicBezTo>
                    <a:pt x="46706" y="54351"/>
                    <a:pt x="46996" y="54407"/>
                    <a:pt x="47349" y="54478"/>
                  </a:cubicBezTo>
                  <a:cubicBezTo>
                    <a:pt x="47665" y="54562"/>
                    <a:pt x="48008" y="54620"/>
                    <a:pt x="48437" y="54677"/>
                  </a:cubicBezTo>
                  <a:lnTo>
                    <a:pt x="48551" y="54677"/>
                  </a:lnTo>
                  <a:cubicBezTo>
                    <a:pt x="48824" y="54710"/>
                    <a:pt x="49138" y="54747"/>
                    <a:pt x="49462" y="54747"/>
                  </a:cubicBezTo>
                  <a:cubicBezTo>
                    <a:pt x="49989" y="54747"/>
                    <a:pt x="50542" y="54649"/>
                    <a:pt x="50986" y="54276"/>
                  </a:cubicBezTo>
                  <a:cubicBezTo>
                    <a:pt x="51215" y="54077"/>
                    <a:pt x="51299" y="53848"/>
                    <a:pt x="51386" y="53676"/>
                  </a:cubicBezTo>
                  <a:cubicBezTo>
                    <a:pt x="51444" y="53504"/>
                    <a:pt x="51471" y="53417"/>
                    <a:pt x="51673" y="53303"/>
                  </a:cubicBezTo>
                  <a:cubicBezTo>
                    <a:pt x="51881" y="53191"/>
                    <a:pt x="52638" y="53115"/>
                    <a:pt x="53359" y="53115"/>
                  </a:cubicBezTo>
                  <a:cubicBezTo>
                    <a:pt x="53924" y="53115"/>
                    <a:pt x="54468" y="53162"/>
                    <a:pt x="54707" y="53275"/>
                  </a:cubicBezTo>
                  <a:cubicBezTo>
                    <a:pt x="54906" y="53333"/>
                    <a:pt x="55078" y="53504"/>
                    <a:pt x="55222" y="53646"/>
                  </a:cubicBezTo>
                  <a:cubicBezTo>
                    <a:pt x="55422" y="53848"/>
                    <a:pt x="55651" y="54047"/>
                    <a:pt x="55967" y="54134"/>
                  </a:cubicBezTo>
                  <a:cubicBezTo>
                    <a:pt x="56096" y="54173"/>
                    <a:pt x="56208" y="54188"/>
                    <a:pt x="56305" y="54188"/>
                  </a:cubicBezTo>
                  <a:cubicBezTo>
                    <a:pt x="56422" y="54188"/>
                    <a:pt x="56517" y="54165"/>
                    <a:pt x="56596" y="54134"/>
                  </a:cubicBezTo>
                  <a:cubicBezTo>
                    <a:pt x="56647" y="54125"/>
                    <a:pt x="56685" y="54119"/>
                    <a:pt x="56719" y="54119"/>
                  </a:cubicBezTo>
                  <a:cubicBezTo>
                    <a:pt x="56799" y="54119"/>
                    <a:pt x="56855" y="54155"/>
                    <a:pt x="56997" y="54276"/>
                  </a:cubicBezTo>
                  <a:cubicBezTo>
                    <a:pt x="57398" y="54649"/>
                    <a:pt x="57398" y="55623"/>
                    <a:pt x="57398" y="56566"/>
                  </a:cubicBezTo>
                  <a:cubicBezTo>
                    <a:pt x="57398" y="58027"/>
                    <a:pt x="57368" y="59859"/>
                    <a:pt x="59058" y="59944"/>
                  </a:cubicBezTo>
                  <a:cubicBezTo>
                    <a:pt x="59117" y="59951"/>
                    <a:pt x="59175" y="59954"/>
                    <a:pt x="59232" y="59954"/>
                  </a:cubicBezTo>
                  <a:cubicBezTo>
                    <a:pt x="59675" y="59954"/>
                    <a:pt x="60064" y="59760"/>
                    <a:pt x="60318" y="59429"/>
                  </a:cubicBezTo>
                  <a:cubicBezTo>
                    <a:pt x="61463" y="58085"/>
                    <a:pt x="60574" y="54478"/>
                    <a:pt x="60460" y="54077"/>
                  </a:cubicBezTo>
                  <a:cubicBezTo>
                    <a:pt x="59716" y="51157"/>
                    <a:pt x="61319" y="49840"/>
                    <a:pt x="63952" y="48780"/>
                  </a:cubicBezTo>
                  <a:cubicBezTo>
                    <a:pt x="65269" y="48207"/>
                    <a:pt x="66471" y="47607"/>
                    <a:pt x="67273" y="46462"/>
                  </a:cubicBezTo>
                  <a:cubicBezTo>
                    <a:pt x="67960" y="45459"/>
                    <a:pt x="68047" y="44745"/>
                    <a:pt x="68132" y="43943"/>
                  </a:cubicBezTo>
                  <a:cubicBezTo>
                    <a:pt x="68162" y="43627"/>
                    <a:pt x="68219" y="43313"/>
                    <a:pt x="68276" y="42940"/>
                  </a:cubicBezTo>
                  <a:cubicBezTo>
                    <a:pt x="68384" y="42505"/>
                    <a:pt x="68443" y="42401"/>
                    <a:pt x="68616" y="42401"/>
                  </a:cubicBezTo>
                  <a:cubicBezTo>
                    <a:pt x="68670" y="42401"/>
                    <a:pt x="68736" y="42411"/>
                    <a:pt x="68819" y="42425"/>
                  </a:cubicBezTo>
                  <a:cubicBezTo>
                    <a:pt x="68898" y="42432"/>
                    <a:pt x="68988" y="42440"/>
                    <a:pt x="69087" y="42440"/>
                  </a:cubicBezTo>
                  <a:cubicBezTo>
                    <a:pt x="69383" y="42440"/>
                    <a:pt x="69757" y="42374"/>
                    <a:pt x="70165" y="42054"/>
                  </a:cubicBezTo>
                  <a:cubicBezTo>
                    <a:pt x="70823" y="41481"/>
                    <a:pt x="71368" y="40707"/>
                    <a:pt x="71883" y="39963"/>
                  </a:cubicBezTo>
                  <a:cubicBezTo>
                    <a:pt x="72112" y="39592"/>
                    <a:pt x="72369" y="39248"/>
                    <a:pt x="72598" y="38962"/>
                  </a:cubicBezTo>
                  <a:cubicBezTo>
                    <a:pt x="72627" y="38932"/>
                    <a:pt x="72627" y="38905"/>
                    <a:pt x="72655" y="38875"/>
                  </a:cubicBezTo>
                  <a:lnTo>
                    <a:pt x="72685" y="38790"/>
                  </a:lnTo>
                  <a:cubicBezTo>
                    <a:pt x="72917" y="38538"/>
                    <a:pt x="73109" y="38470"/>
                    <a:pt x="73360" y="38470"/>
                  </a:cubicBezTo>
                  <a:cubicBezTo>
                    <a:pt x="73481" y="38470"/>
                    <a:pt x="73614" y="38485"/>
                    <a:pt x="73772" y="38504"/>
                  </a:cubicBezTo>
                  <a:cubicBezTo>
                    <a:pt x="73944" y="38535"/>
                    <a:pt x="74134" y="38558"/>
                    <a:pt x="74340" y="38558"/>
                  </a:cubicBezTo>
                  <a:cubicBezTo>
                    <a:pt x="74511" y="38558"/>
                    <a:pt x="74694" y="38542"/>
                    <a:pt x="74888" y="38504"/>
                  </a:cubicBezTo>
                  <a:cubicBezTo>
                    <a:pt x="75861" y="38188"/>
                    <a:pt x="75976" y="37473"/>
                    <a:pt x="76090" y="36844"/>
                  </a:cubicBezTo>
                  <a:cubicBezTo>
                    <a:pt x="76147" y="36528"/>
                    <a:pt x="76205" y="36214"/>
                    <a:pt x="76349" y="35928"/>
                  </a:cubicBezTo>
                  <a:cubicBezTo>
                    <a:pt x="76750" y="35096"/>
                    <a:pt x="77265" y="34982"/>
                    <a:pt x="78037" y="34783"/>
                  </a:cubicBezTo>
                  <a:cubicBezTo>
                    <a:pt x="78238" y="34725"/>
                    <a:pt x="78495" y="34668"/>
                    <a:pt x="78753" y="34581"/>
                  </a:cubicBezTo>
                  <a:cubicBezTo>
                    <a:pt x="79212" y="34409"/>
                    <a:pt x="79612" y="34180"/>
                    <a:pt x="79983" y="33951"/>
                  </a:cubicBezTo>
                  <a:cubicBezTo>
                    <a:pt x="80471" y="33695"/>
                    <a:pt x="80929" y="33436"/>
                    <a:pt x="81472" y="33264"/>
                  </a:cubicBezTo>
                  <a:cubicBezTo>
                    <a:pt x="81472" y="33264"/>
                    <a:pt x="81502" y="33264"/>
                    <a:pt x="81529" y="33237"/>
                  </a:cubicBezTo>
                  <a:cubicBezTo>
                    <a:pt x="81737" y="33133"/>
                    <a:pt x="82277" y="33004"/>
                    <a:pt x="82589" y="33004"/>
                  </a:cubicBezTo>
                  <a:cubicBezTo>
                    <a:pt x="82620" y="33004"/>
                    <a:pt x="82648" y="33005"/>
                    <a:pt x="82674" y="33008"/>
                  </a:cubicBezTo>
                  <a:cubicBezTo>
                    <a:pt x="82647" y="33035"/>
                    <a:pt x="82617" y="33122"/>
                    <a:pt x="82532" y="33207"/>
                  </a:cubicBezTo>
                  <a:cubicBezTo>
                    <a:pt x="82475" y="33237"/>
                    <a:pt x="82189" y="33351"/>
                    <a:pt x="81987" y="33408"/>
                  </a:cubicBezTo>
                  <a:cubicBezTo>
                    <a:pt x="81357" y="33637"/>
                    <a:pt x="80728" y="33866"/>
                    <a:pt x="80700" y="34382"/>
                  </a:cubicBezTo>
                  <a:cubicBezTo>
                    <a:pt x="80670" y="34810"/>
                    <a:pt x="81128" y="35096"/>
                    <a:pt x="81502" y="35298"/>
                  </a:cubicBezTo>
                  <a:cubicBezTo>
                    <a:pt x="81677" y="35371"/>
                    <a:pt x="81848" y="35402"/>
                    <a:pt x="82014" y="35402"/>
                  </a:cubicBezTo>
                  <a:cubicBezTo>
                    <a:pt x="82628" y="35402"/>
                    <a:pt x="83169" y="34965"/>
                    <a:pt x="83620" y="34581"/>
                  </a:cubicBezTo>
                  <a:cubicBezTo>
                    <a:pt x="83934" y="34325"/>
                    <a:pt x="84277" y="34066"/>
                    <a:pt x="84564" y="33981"/>
                  </a:cubicBezTo>
                  <a:cubicBezTo>
                    <a:pt x="84678" y="33951"/>
                    <a:pt x="84850" y="33924"/>
                    <a:pt x="85022" y="33894"/>
                  </a:cubicBezTo>
                  <a:cubicBezTo>
                    <a:pt x="85624" y="33779"/>
                    <a:pt x="86396" y="33608"/>
                    <a:pt x="86682" y="33065"/>
                  </a:cubicBezTo>
                  <a:cubicBezTo>
                    <a:pt x="86854" y="32779"/>
                    <a:pt x="86854" y="32435"/>
                    <a:pt x="86712" y="32062"/>
                  </a:cubicBezTo>
                  <a:cubicBezTo>
                    <a:pt x="86453" y="31432"/>
                    <a:pt x="85766" y="31375"/>
                    <a:pt x="85251" y="31347"/>
                  </a:cubicBezTo>
                  <a:cubicBezTo>
                    <a:pt x="84735" y="31290"/>
                    <a:pt x="84422" y="31260"/>
                    <a:pt x="84277" y="31004"/>
                  </a:cubicBezTo>
                  <a:cubicBezTo>
                    <a:pt x="84048" y="30573"/>
                    <a:pt x="84193" y="30344"/>
                    <a:pt x="84907" y="29859"/>
                  </a:cubicBezTo>
                  <a:cubicBezTo>
                    <a:pt x="85251" y="29600"/>
                    <a:pt x="85594" y="29371"/>
                    <a:pt x="85738" y="29000"/>
                  </a:cubicBezTo>
                  <a:cubicBezTo>
                    <a:pt x="85967" y="28455"/>
                    <a:pt x="85853" y="28111"/>
                    <a:pt x="85681" y="27940"/>
                  </a:cubicBezTo>
                  <a:cubicBezTo>
                    <a:pt x="85486" y="27725"/>
                    <a:pt x="85171" y="27633"/>
                    <a:pt x="84754" y="27633"/>
                  </a:cubicBezTo>
                  <a:cubicBezTo>
                    <a:pt x="83948" y="27633"/>
                    <a:pt x="82763" y="27975"/>
                    <a:pt x="81330" y="28427"/>
                  </a:cubicBezTo>
                  <a:cubicBezTo>
                    <a:pt x="80815" y="28569"/>
                    <a:pt x="80212" y="28771"/>
                    <a:pt x="79956" y="28798"/>
                  </a:cubicBezTo>
                  <a:lnTo>
                    <a:pt x="79956" y="28741"/>
                  </a:lnTo>
                  <a:cubicBezTo>
                    <a:pt x="80041" y="28226"/>
                    <a:pt x="81215" y="27424"/>
                    <a:pt x="81673" y="27253"/>
                  </a:cubicBezTo>
                  <a:cubicBezTo>
                    <a:pt x="81957" y="27177"/>
                    <a:pt x="82254" y="27151"/>
                    <a:pt x="82563" y="27151"/>
                  </a:cubicBezTo>
                  <a:cubicBezTo>
                    <a:pt x="82721" y="27151"/>
                    <a:pt x="82883" y="27158"/>
                    <a:pt x="83047" y="27168"/>
                  </a:cubicBezTo>
                  <a:cubicBezTo>
                    <a:pt x="83205" y="27176"/>
                    <a:pt x="83365" y="27182"/>
                    <a:pt x="83528" y="27182"/>
                  </a:cubicBezTo>
                  <a:cubicBezTo>
                    <a:pt x="83897" y="27182"/>
                    <a:pt x="84280" y="27152"/>
                    <a:pt x="84678" y="27053"/>
                  </a:cubicBezTo>
                  <a:lnTo>
                    <a:pt x="84822" y="26996"/>
                  </a:lnTo>
                  <a:cubicBezTo>
                    <a:pt x="85719" y="26771"/>
                    <a:pt x="86333" y="26612"/>
                    <a:pt x="87213" y="26612"/>
                  </a:cubicBezTo>
                  <a:cubicBezTo>
                    <a:pt x="87344" y="26612"/>
                    <a:pt x="87482" y="26615"/>
                    <a:pt x="87628" y="26623"/>
                  </a:cubicBezTo>
                  <a:cubicBezTo>
                    <a:pt x="87857" y="26653"/>
                    <a:pt x="88056" y="26680"/>
                    <a:pt x="88258" y="26710"/>
                  </a:cubicBezTo>
                  <a:cubicBezTo>
                    <a:pt x="88648" y="26781"/>
                    <a:pt x="88980" y="26838"/>
                    <a:pt x="89309" y="26838"/>
                  </a:cubicBezTo>
                  <a:cubicBezTo>
                    <a:pt x="89897" y="26838"/>
                    <a:pt x="90478" y="26657"/>
                    <a:pt x="91377" y="26050"/>
                  </a:cubicBezTo>
                  <a:cubicBezTo>
                    <a:pt x="91720" y="25821"/>
                    <a:pt x="92236" y="25679"/>
                    <a:pt x="92781" y="25508"/>
                  </a:cubicBezTo>
                  <a:cubicBezTo>
                    <a:pt x="94125" y="25107"/>
                    <a:pt x="95758" y="24619"/>
                    <a:pt x="95701" y="22645"/>
                  </a:cubicBezTo>
                  <a:cubicBezTo>
                    <a:pt x="95701" y="21814"/>
                    <a:pt x="95098" y="20870"/>
                    <a:pt x="93839" y="19810"/>
                  </a:cubicBezTo>
                  <a:lnTo>
                    <a:pt x="93410" y="19466"/>
                  </a:lnTo>
                  <a:cubicBezTo>
                    <a:pt x="92723" y="18951"/>
                    <a:pt x="92609" y="18894"/>
                    <a:pt x="92609" y="17721"/>
                  </a:cubicBezTo>
                  <a:cubicBezTo>
                    <a:pt x="92609" y="17492"/>
                    <a:pt x="92636" y="17263"/>
                    <a:pt x="92636" y="17034"/>
                  </a:cubicBezTo>
                  <a:cubicBezTo>
                    <a:pt x="92694" y="16118"/>
                    <a:pt x="92751" y="15115"/>
                    <a:pt x="92064" y="14458"/>
                  </a:cubicBezTo>
                  <a:cubicBezTo>
                    <a:pt x="91668" y="14132"/>
                    <a:pt x="91282" y="14014"/>
                    <a:pt x="90913" y="14014"/>
                  </a:cubicBezTo>
                  <a:cubicBezTo>
                    <a:pt x="90374" y="14014"/>
                    <a:pt x="89872" y="14265"/>
                    <a:pt x="89430" y="14485"/>
                  </a:cubicBezTo>
                  <a:cubicBezTo>
                    <a:pt x="89059" y="14657"/>
                    <a:pt x="88716" y="14858"/>
                    <a:pt x="88372" y="14886"/>
                  </a:cubicBezTo>
                  <a:lnTo>
                    <a:pt x="88315" y="14886"/>
                  </a:lnTo>
                  <a:cubicBezTo>
                    <a:pt x="88224" y="14912"/>
                    <a:pt x="88064" y="14926"/>
                    <a:pt x="87896" y="14926"/>
                  </a:cubicBezTo>
                  <a:cubicBezTo>
                    <a:pt x="87693" y="14926"/>
                    <a:pt x="87480" y="14905"/>
                    <a:pt x="87369" y="14858"/>
                  </a:cubicBezTo>
                  <a:cubicBezTo>
                    <a:pt x="87284" y="14801"/>
                    <a:pt x="87254" y="14744"/>
                    <a:pt x="87197" y="14714"/>
                  </a:cubicBezTo>
                  <a:lnTo>
                    <a:pt x="87227" y="14687"/>
                  </a:lnTo>
                  <a:cubicBezTo>
                    <a:pt x="87399" y="14542"/>
                    <a:pt x="87655" y="14286"/>
                    <a:pt x="87685" y="13798"/>
                  </a:cubicBezTo>
                  <a:cubicBezTo>
                    <a:pt x="87685" y="13111"/>
                    <a:pt x="86682" y="11309"/>
                    <a:pt x="86196" y="10993"/>
                  </a:cubicBezTo>
                  <a:cubicBezTo>
                    <a:pt x="85879" y="10732"/>
                    <a:pt x="84143" y="10471"/>
                    <a:pt x="82741" y="10471"/>
                  </a:cubicBezTo>
                  <a:cubicBezTo>
                    <a:pt x="81989" y="10471"/>
                    <a:pt x="81333" y="10546"/>
                    <a:pt x="81044" y="10736"/>
                  </a:cubicBezTo>
                  <a:cubicBezTo>
                    <a:pt x="80212" y="11222"/>
                    <a:pt x="80185" y="12080"/>
                    <a:pt x="80155" y="12740"/>
                  </a:cubicBezTo>
                  <a:cubicBezTo>
                    <a:pt x="80128" y="13255"/>
                    <a:pt x="80098" y="13684"/>
                    <a:pt x="79784" y="13970"/>
                  </a:cubicBezTo>
                  <a:cubicBezTo>
                    <a:pt x="79670" y="14114"/>
                    <a:pt x="79383" y="14142"/>
                    <a:pt x="79097" y="14171"/>
                  </a:cubicBezTo>
                  <a:cubicBezTo>
                    <a:pt x="78666" y="14229"/>
                    <a:pt x="78181" y="14286"/>
                    <a:pt x="77922" y="14714"/>
                  </a:cubicBezTo>
                  <a:cubicBezTo>
                    <a:pt x="77723" y="15058"/>
                    <a:pt x="77723" y="15516"/>
                    <a:pt x="77922" y="16145"/>
                  </a:cubicBezTo>
                  <a:cubicBezTo>
                    <a:pt x="78009" y="16461"/>
                    <a:pt x="78181" y="16718"/>
                    <a:pt x="78323" y="17004"/>
                  </a:cubicBezTo>
                  <a:cubicBezTo>
                    <a:pt x="78666" y="17577"/>
                    <a:pt x="78868" y="17920"/>
                    <a:pt x="78353" y="18493"/>
                  </a:cubicBezTo>
                  <a:cubicBezTo>
                    <a:pt x="77750" y="19152"/>
                    <a:pt x="77036" y="19267"/>
                    <a:pt x="76262" y="19381"/>
                  </a:cubicBezTo>
                  <a:cubicBezTo>
                    <a:pt x="75231" y="19553"/>
                    <a:pt x="74029" y="19725"/>
                    <a:pt x="73658" y="21699"/>
                  </a:cubicBezTo>
                  <a:cubicBezTo>
                    <a:pt x="73658" y="21843"/>
                    <a:pt x="73628" y="21985"/>
                    <a:pt x="73628" y="22130"/>
                  </a:cubicBezTo>
                  <a:cubicBezTo>
                    <a:pt x="73514" y="22874"/>
                    <a:pt x="73372" y="23932"/>
                    <a:pt x="72799" y="24275"/>
                  </a:cubicBezTo>
                  <a:cubicBezTo>
                    <a:pt x="72702" y="24357"/>
                    <a:pt x="72551" y="24392"/>
                    <a:pt x="72376" y="24392"/>
                  </a:cubicBezTo>
                  <a:cubicBezTo>
                    <a:pt x="72241" y="24392"/>
                    <a:pt x="72090" y="24371"/>
                    <a:pt x="71940" y="24333"/>
                  </a:cubicBezTo>
                  <a:cubicBezTo>
                    <a:pt x="71510" y="24191"/>
                    <a:pt x="71139" y="23932"/>
                    <a:pt x="70994" y="23646"/>
                  </a:cubicBezTo>
                  <a:cubicBezTo>
                    <a:pt x="70651" y="22844"/>
                    <a:pt x="70994" y="22615"/>
                    <a:pt x="71540" y="22214"/>
                  </a:cubicBezTo>
                  <a:cubicBezTo>
                    <a:pt x="71940" y="21928"/>
                    <a:pt x="72369" y="21614"/>
                    <a:pt x="72456" y="21042"/>
                  </a:cubicBezTo>
                  <a:cubicBezTo>
                    <a:pt x="72540" y="20611"/>
                    <a:pt x="72483" y="20268"/>
                    <a:pt x="72254" y="20039"/>
                  </a:cubicBezTo>
                  <a:cubicBezTo>
                    <a:pt x="71970" y="19714"/>
                    <a:pt x="71527" y="19648"/>
                    <a:pt x="71058" y="19648"/>
                  </a:cubicBezTo>
                  <a:cubicBezTo>
                    <a:pt x="70867" y="19648"/>
                    <a:pt x="70671" y="19659"/>
                    <a:pt x="70479" y="19668"/>
                  </a:cubicBezTo>
                  <a:cubicBezTo>
                    <a:pt x="70351" y="19681"/>
                    <a:pt x="70215" y="19688"/>
                    <a:pt x="70094" y="19688"/>
                  </a:cubicBezTo>
                  <a:cubicBezTo>
                    <a:pt x="69972" y="19688"/>
                    <a:pt x="69864" y="19681"/>
                    <a:pt x="69792" y="19668"/>
                  </a:cubicBezTo>
                  <a:cubicBezTo>
                    <a:pt x="69048" y="19466"/>
                    <a:pt x="67846" y="18637"/>
                    <a:pt x="67273" y="18092"/>
                  </a:cubicBezTo>
                  <a:cubicBezTo>
                    <a:pt x="67159" y="17978"/>
                    <a:pt x="67074" y="17836"/>
                    <a:pt x="66987" y="17664"/>
                  </a:cubicBezTo>
                  <a:cubicBezTo>
                    <a:pt x="66815" y="17348"/>
                    <a:pt x="66586" y="16920"/>
                    <a:pt x="65871" y="16833"/>
                  </a:cubicBezTo>
                  <a:cubicBezTo>
                    <a:pt x="65555" y="16833"/>
                    <a:pt x="65299" y="17004"/>
                    <a:pt x="65040" y="17149"/>
                  </a:cubicBezTo>
                  <a:cubicBezTo>
                    <a:pt x="64784" y="17291"/>
                    <a:pt x="64582" y="17405"/>
                    <a:pt x="64410" y="17405"/>
                  </a:cubicBezTo>
                  <a:cubicBezTo>
                    <a:pt x="64440" y="17206"/>
                    <a:pt x="64497" y="17004"/>
                    <a:pt x="64555" y="16833"/>
                  </a:cubicBezTo>
                  <a:cubicBezTo>
                    <a:pt x="64697" y="16432"/>
                    <a:pt x="64811" y="16031"/>
                    <a:pt x="64612" y="15660"/>
                  </a:cubicBezTo>
                  <a:cubicBezTo>
                    <a:pt x="64468" y="15431"/>
                    <a:pt x="64268" y="15287"/>
                    <a:pt x="63982" y="15172"/>
                  </a:cubicBezTo>
                  <a:cubicBezTo>
                    <a:pt x="63982" y="15115"/>
                    <a:pt x="64010" y="15058"/>
                    <a:pt x="64067" y="15000"/>
                  </a:cubicBezTo>
                  <a:cubicBezTo>
                    <a:pt x="64124" y="14886"/>
                    <a:pt x="64124" y="14714"/>
                    <a:pt x="64039" y="14600"/>
                  </a:cubicBezTo>
                  <a:lnTo>
                    <a:pt x="64124" y="14171"/>
                  </a:lnTo>
                  <a:cubicBezTo>
                    <a:pt x="64181" y="13771"/>
                    <a:pt x="64211" y="13569"/>
                    <a:pt x="64468" y="13340"/>
                  </a:cubicBezTo>
                  <a:cubicBezTo>
                    <a:pt x="64582" y="13226"/>
                    <a:pt x="64726" y="13226"/>
                    <a:pt x="64983" y="13226"/>
                  </a:cubicBezTo>
                  <a:cubicBezTo>
                    <a:pt x="65042" y="13226"/>
                    <a:pt x="65108" y="13228"/>
                    <a:pt x="65179" y="13228"/>
                  </a:cubicBezTo>
                  <a:cubicBezTo>
                    <a:pt x="65352" y="13228"/>
                    <a:pt x="65554" y="13213"/>
                    <a:pt x="65757" y="13111"/>
                  </a:cubicBezTo>
                  <a:cubicBezTo>
                    <a:pt x="66215" y="12882"/>
                    <a:pt x="66529" y="12596"/>
                    <a:pt x="66845" y="12339"/>
                  </a:cubicBezTo>
                  <a:cubicBezTo>
                    <a:pt x="67303" y="11938"/>
                    <a:pt x="67704" y="11595"/>
                    <a:pt x="68418" y="11480"/>
                  </a:cubicBezTo>
                  <a:cubicBezTo>
                    <a:pt x="69650" y="11251"/>
                    <a:pt x="70422" y="10764"/>
                    <a:pt x="71482" y="10106"/>
                  </a:cubicBezTo>
                  <a:lnTo>
                    <a:pt x="71682" y="9962"/>
                  </a:lnTo>
                  <a:cubicBezTo>
                    <a:pt x="72227" y="9648"/>
                    <a:pt x="72769" y="9447"/>
                    <a:pt x="73342" y="9248"/>
                  </a:cubicBezTo>
                  <a:cubicBezTo>
                    <a:pt x="73800" y="9046"/>
                    <a:pt x="74315" y="8874"/>
                    <a:pt x="74830" y="8588"/>
                  </a:cubicBezTo>
                  <a:cubicBezTo>
                    <a:pt x="75231" y="8359"/>
                    <a:pt x="75605" y="7988"/>
                    <a:pt x="75948" y="7615"/>
                  </a:cubicBezTo>
                  <a:cubicBezTo>
                    <a:pt x="76319" y="7214"/>
                    <a:pt x="76720" y="6813"/>
                    <a:pt x="77093" y="6671"/>
                  </a:cubicBezTo>
                  <a:cubicBezTo>
                    <a:pt x="77227" y="6623"/>
                    <a:pt x="77371" y="6604"/>
                    <a:pt x="77522" y="6604"/>
                  </a:cubicBezTo>
                  <a:cubicBezTo>
                    <a:pt x="77822" y="6604"/>
                    <a:pt x="78152" y="6680"/>
                    <a:pt x="78495" y="6756"/>
                  </a:cubicBezTo>
                  <a:cubicBezTo>
                    <a:pt x="78857" y="6828"/>
                    <a:pt x="79219" y="6901"/>
                    <a:pt x="79589" y="6901"/>
                  </a:cubicBezTo>
                  <a:cubicBezTo>
                    <a:pt x="79803" y="6901"/>
                    <a:pt x="80021" y="6876"/>
                    <a:pt x="80242" y="6813"/>
                  </a:cubicBezTo>
                  <a:cubicBezTo>
                    <a:pt x="81071" y="6584"/>
                    <a:pt x="82990" y="5011"/>
                    <a:pt x="83448" y="4267"/>
                  </a:cubicBezTo>
                  <a:cubicBezTo>
                    <a:pt x="83677" y="3893"/>
                    <a:pt x="83934" y="3378"/>
                    <a:pt x="83648" y="2977"/>
                  </a:cubicBezTo>
                  <a:cubicBezTo>
                    <a:pt x="83472" y="2714"/>
                    <a:pt x="83162" y="2630"/>
                    <a:pt x="82799" y="2630"/>
                  </a:cubicBezTo>
                  <a:cubicBezTo>
                    <a:pt x="82450" y="2630"/>
                    <a:pt x="82051" y="2707"/>
                    <a:pt x="81673" y="2778"/>
                  </a:cubicBezTo>
                  <a:cubicBezTo>
                    <a:pt x="81559" y="2805"/>
                    <a:pt x="81415" y="2835"/>
                    <a:pt x="81300" y="2863"/>
                  </a:cubicBezTo>
                  <a:cubicBezTo>
                    <a:pt x="80270" y="3064"/>
                    <a:pt x="79899" y="3321"/>
                    <a:pt x="79296" y="3751"/>
                  </a:cubicBezTo>
                  <a:cubicBezTo>
                    <a:pt x="79154" y="3836"/>
                    <a:pt x="79010" y="3951"/>
                    <a:pt x="78811" y="4095"/>
                  </a:cubicBezTo>
                  <a:cubicBezTo>
                    <a:pt x="78437" y="4381"/>
                    <a:pt x="78238" y="4438"/>
                    <a:pt x="78181" y="4466"/>
                  </a:cubicBezTo>
                  <a:cubicBezTo>
                    <a:pt x="78151" y="4381"/>
                    <a:pt x="78094" y="4267"/>
                    <a:pt x="78094" y="4152"/>
                  </a:cubicBezTo>
                  <a:cubicBezTo>
                    <a:pt x="78009" y="3866"/>
                    <a:pt x="77922" y="3492"/>
                    <a:pt x="77693" y="3149"/>
                  </a:cubicBezTo>
                  <a:cubicBezTo>
                    <a:pt x="77437" y="2805"/>
                    <a:pt x="77150" y="2691"/>
                    <a:pt x="76949" y="2606"/>
                  </a:cubicBezTo>
                  <a:cubicBezTo>
                    <a:pt x="76720" y="2519"/>
                    <a:pt x="76635" y="2492"/>
                    <a:pt x="76578" y="2290"/>
                  </a:cubicBezTo>
                  <a:cubicBezTo>
                    <a:pt x="76578" y="2205"/>
                    <a:pt x="76635" y="2034"/>
                    <a:pt x="76692" y="1889"/>
                  </a:cubicBezTo>
                  <a:cubicBezTo>
                    <a:pt x="76807" y="1633"/>
                    <a:pt x="76949" y="1289"/>
                    <a:pt x="76864" y="946"/>
                  </a:cubicBezTo>
                  <a:cubicBezTo>
                    <a:pt x="76720" y="431"/>
                    <a:pt x="76463" y="115"/>
                    <a:pt x="76090" y="30"/>
                  </a:cubicBezTo>
                  <a:cubicBezTo>
                    <a:pt x="76018" y="10"/>
                    <a:pt x="75944" y="1"/>
                    <a:pt x="7587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7547504" y="763704"/>
              <a:ext cx="886490" cy="505546"/>
            </a:xfrm>
            <a:custGeom>
              <a:avLst/>
              <a:gdLst/>
              <a:ahLst/>
              <a:cxnLst/>
              <a:rect l="l" t="t" r="r" b="b"/>
              <a:pathLst>
                <a:path w="43826" h="24993" extrusionOk="0">
                  <a:moveTo>
                    <a:pt x="33716" y="0"/>
                  </a:moveTo>
                  <a:cubicBezTo>
                    <a:pt x="31663" y="0"/>
                    <a:pt x="29597" y="184"/>
                    <a:pt x="27625" y="184"/>
                  </a:cubicBezTo>
                  <a:cubicBezTo>
                    <a:pt x="25994" y="184"/>
                    <a:pt x="24677" y="326"/>
                    <a:pt x="23159" y="757"/>
                  </a:cubicBezTo>
                  <a:lnTo>
                    <a:pt x="23044" y="814"/>
                  </a:lnTo>
                  <a:cubicBezTo>
                    <a:pt x="21670" y="956"/>
                    <a:pt x="20440" y="1272"/>
                    <a:pt x="19066" y="1272"/>
                  </a:cubicBezTo>
                  <a:cubicBezTo>
                    <a:pt x="18329" y="1236"/>
                    <a:pt x="17662" y="1190"/>
                    <a:pt x="17020" y="1190"/>
                  </a:cubicBezTo>
                  <a:cubicBezTo>
                    <a:pt x="16116" y="1190"/>
                    <a:pt x="15263" y="1281"/>
                    <a:pt x="14342" y="1616"/>
                  </a:cubicBezTo>
                  <a:cubicBezTo>
                    <a:pt x="13169" y="1987"/>
                    <a:pt x="12081" y="1757"/>
                    <a:pt x="10907" y="1987"/>
                  </a:cubicBezTo>
                  <a:cubicBezTo>
                    <a:pt x="9533" y="2216"/>
                    <a:pt x="8788" y="3132"/>
                    <a:pt x="7673" y="3734"/>
                  </a:cubicBezTo>
                  <a:cubicBezTo>
                    <a:pt x="6384" y="4364"/>
                    <a:pt x="1" y="3505"/>
                    <a:pt x="486" y="5909"/>
                  </a:cubicBezTo>
                  <a:cubicBezTo>
                    <a:pt x="699" y="7009"/>
                    <a:pt x="1561" y="7309"/>
                    <a:pt x="2653" y="7309"/>
                  </a:cubicBezTo>
                  <a:cubicBezTo>
                    <a:pt x="3967" y="7309"/>
                    <a:pt x="5615" y="6875"/>
                    <a:pt x="6867" y="6875"/>
                  </a:cubicBezTo>
                  <a:cubicBezTo>
                    <a:pt x="7664" y="6875"/>
                    <a:pt x="8301" y="7051"/>
                    <a:pt x="8589" y="7627"/>
                  </a:cubicBezTo>
                  <a:cubicBezTo>
                    <a:pt x="8933" y="8429"/>
                    <a:pt x="8245" y="10089"/>
                    <a:pt x="8360" y="11033"/>
                  </a:cubicBezTo>
                  <a:cubicBezTo>
                    <a:pt x="8502" y="11834"/>
                    <a:pt x="8016" y="11548"/>
                    <a:pt x="8704" y="11978"/>
                  </a:cubicBezTo>
                  <a:cubicBezTo>
                    <a:pt x="8849" y="12064"/>
                    <a:pt x="9018" y="12080"/>
                    <a:pt x="9192" y="12080"/>
                  </a:cubicBezTo>
                  <a:cubicBezTo>
                    <a:pt x="9298" y="12080"/>
                    <a:pt x="9407" y="12074"/>
                    <a:pt x="9513" y="12074"/>
                  </a:cubicBezTo>
                  <a:cubicBezTo>
                    <a:pt x="9814" y="12074"/>
                    <a:pt x="10099" y="12123"/>
                    <a:pt x="10277" y="12494"/>
                  </a:cubicBezTo>
                  <a:cubicBezTo>
                    <a:pt x="10563" y="13295"/>
                    <a:pt x="9933" y="12865"/>
                    <a:pt x="9677" y="13151"/>
                  </a:cubicBezTo>
                  <a:cubicBezTo>
                    <a:pt x="9189" y="13581"/>
                    <a:pt x="9333" y="13295"/>
                    <a:pt x="8990" y="14010"/>
                  </a:cubicBezTo>
                  <a:cubicBezTo>
                    <a:pt x="8704" y="14582"/>
                    <a:pt x="9047" y="14669"/>
                    <a:pt x="8502" y="15185"/>
                  </a:cubicBezTo>
                  <a:cubicBezTo>
                    <a:pt x="8158" y="15528"/>
                    <a:pt x="7471" y="15613"/>
                    <a:pt x="7128" y="16128"/>
                  </a:cubicBezTo>
                  <a:cubicBezTo>
                    <a:pt x="5697" y="17846"/>
                    <a:pt x="6727" y="21338"/>
                    <a:pt x="7616" y="23085"/>
                  </a:cubicBezTo>
                  <a:cubicBezTo>
                    <a:pt x="8245" y="24231"/>
                    <a:pt x="8933" y="23800"/>
                    <a:pt x="10078" y="24315"/>
                  </a:cubicBezTo>
                  <a:cubicBezTo>
                    <a:pt x="10542" y="24488"/>
                    <a:pt x="10673" y="24993"/>
                    <a:pt x="11254" y="24993"/>
                  </a:cubicBezTo>
                  <a:cubicBezTo>
                    <a:pt x="11353" y="24993"/>
                    <a:pt x="11465" y="24978"/>
                    <a:pt x="11594" y="24945"/>
                  </a:cubicBezTo>
                  <a:cubicBezTo>
                    <a:pt x="12196" y="24803"/>
                    <a:pt x="12539" y="24144"/>
                    <a:pt x="12883" y="23571"/>
                  </a:cubicBezTo>
                  <a:cubicBezTo>
                    <a:pt x="13112" y="23085"/>
                    <a:pt x="13169" y="22627"/>
                    <a:pt x="13655" y="22284"/>
                  </a:cubicBezTo>
                  <a:cubicBezTo>
                    <a:pt x="14113" y="21911"/>
                    <a:pt x="14601" y="22055"/>
                    <a:pt x="15086" y="21540"/>
                  </a:cubicBezTo>
                  <a:cubicBezTo>
                    <a:pt x="15830" y="20681"/>
                    <a:pt x="15773" y="19449"/>
                    <a:pt x="16948" y="18791"/>
                  </a:cubicBezTo>
                  <a:cubicBezTo>
                    <a:pt x="17333" y="18558"/>
                    <a:pt x="17693" y="18483"/>
                    <a:pt x="18049" y="18483"/>
                  </a:cubicBezTo>
                  <a:cubicBezTo>
                    <a:pt x="18699" y="18483"/>
                    <a:pt x="19338" y="18734"/>
                    <a:pt x="20097" y="18734"/>
                  </a:cubicBezTo>
                  <a:cubicBezTo>
                    <a:pt x="21128" y="18647"/>
                    <a:pt x="21872" y="17704"/>
                    <a:pt x="22758" y="17273"/>
                  </a:cubicBezTo>
                  <a:cubicBezTo>
                    <a:pt x="23589" y="16845"/>
                    <a:pt x="24132" y="16043"/>
                    <a:pt x="24964" y="15613"/>
                  </a:cubicBezTo>
                  <a:cubicBezTo>
                    <a:pt x="25195" y="15489"/>
                    <a:pt x="25442" y="15449"/>
                    <a:pt x="25698" y="15449"/>
                  </a:cubicBezTo>
                  <a:cubicBezTo>
                    <a:pt x="26168" y="15449"/>
                    <a:pt x="26670" y="15584"/>
                    <a:pt x="27174" y="15584"/>
                  </a:cubicBezTo>
                  <a:cubicBezTo>
                    <a:pt x="27344" y="15584"/>
                    <a:pt x="27513" y="15569"/>
                    <a:pt x="27682" y="15528"/>
                  </a:cubicBezTo>
                  <a:cubicBezTo>
                    <a:pt x="28598" y="15384"/>
                    <a:pt x="29601" y="14868"/>
                    <a:pt x="30574" y="14582"/>
                  </a:cubicBezTo>
                  <a:cubicBezTo>
                    <a:pt x="31261" y="14383"/>
                    <a:pt x="31948" y="14239"/>
                    <a:pt x="32205" y="13437"/>
                  </a:cubicBezTo>
                  <a:cubicBezTo>
                    <a:pt x="31948" y="13295"/>
                    <a:pt x="30831" y="13066"/>
                    <a:pt x="30774" y="12865"/>
                  </a:cubicBezTo>
                  <a:cubicBezTo>
                    <a:pt x="30517" y="12265"/>
                    <a:pt x="31117" y="11978"/>
                    <a:pt x="31518" y="11978"/>
                  </a:cubicBezTo>
                  <a:cubicBezTo>
                    <a:pt x="32042" y="11978"/>
                    <a:pt x="32649" y="12993"/>
                    <a:pt x="33149" y="12993"/>
                  </a:cubicBezTo>
                  <a:cubicBezTo>
                    <a:pt x="33305" y="12993"/>
                    <a:pt x="33450" y="12894"/>
                    <a:pt x="33579" y="12636"/>
                  </a:cubicBezTo>
                  <a:cubicBezTo>
                    <a:pt x="34209" y="11491"/>
                    <a:pt x="31948" y="10891"/>
                    <a:pt x="32693" y="10089"/>
                  </a:cubicBezTo>
                  <a:cubicBezTo>
                    <a:pt x="33178" y="9658"/>
                    <a:pt x="34697" y="10032"/>
                    <a:pt x="35354" y="9601"/>
                  </a:cubicBezTo>
                  <a:cubicBezTo>
                    <a:pt x="35842" y="9315"/>
                    <a:pt x="36270" y="8658"/>
                    <a:pt x="36613" y="8142"/>
                  </a:cubicBezTo>
                  <a:cubicBezTo>
                    <a:pt x="36957" y="7570"/>
                    <a:pt x="36872" y="6910"/>
                    <a:pt x="37159" y="6482"/>
                  </a:cubicBezTo>
                  <a:cubicBezTo>
                    <a:pt x="37358" y="6109"/>
                    <a:pt x="38045" y="6051"/>
                    <a:pt x="38189" y="5680"/>
                  </a:cubicBezTo>
                  <a:cubicBezTo>
                    <a:pt x="38446" y="5108"/>
                    <a:pt x="37903" y="4822"/>
                    <a:pt x="38102" y="4306"/>
                  </a:cubicBezTo>
                  <a:cubicBezTo>
                    <a:pt x="38732" y="2932"/>
                    <a:pt x="43656" y="3074"/>
                    <a:pt x="43800" y="1902"/>
                  </a:cubicBezTo>
                  <a:cubicBezTo>
                    <a:pt x="43826" y="1251"/>
                    <a:pt x="43036" y="1074"/>
                    <a:pt x="42101" y="1074"/>
                  </a:cubicBezTo>
                  <a:cubicBezTo>
                    <a:pt x="40980" y="1074"/>
                    <a:pt x="39652" y="1329"/>
                    <a:pt x="39277" y="1329"/>
                  </a:cubicBezTo>
                  <a:cubicBezTo>
                    <a:pt x="37701" y="1272"/>
                    <a:pt x="36815" y="184"/>
                    <a:pt x="35239" y="40"/>
                  </a:cubicBezTo>
                  <a:cubicBezTo>
                    <a:pt x="34733" y="12"/>
                    <a:pt x="34225" y="0"/>
                    <a:pt x="3371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7548678" y="756118"/>
              <a:ext cx="892296" cy="520878"/>
            </a:xfrm>
            <a:custGeom>
              <a:avLst/>
              <a:gdLst/>
              <a:ahLst/>
              <a:cxnLst/>
              <a:rect l="l" t="t" r="r" b="b"/>
              <a:pathLst>
                <a:path w="44113" h="25751" extrusionOk="0">
                  <a:moveTo>
                    <a:pt x="33755" y="723"/>
                  </a:moveTo>
                  <a:cubicBezTo>
                    <a:pt x="34215" y="723"/>
                    <a:pt x="34672" y="733"/>
                    <a:pt x="35124" y="758"/>
                  </a:cubicBezTo>
                  <a:cubicBezTo>
                    <a:pt x="35841" y="816"/>
                    <a:pt x="36384" y="1102"/>
                    <a:pt x="36986" y="1388"/>
                  </a:cubicBezTo>
                  <a:cubicBezTo>
                    <a:pt x="37643" y="1704"/>
                    <a:pt x="38303" y="2018"/>
                    <a:pt x="39219" y="2075"/>
                  </a:cubicBezTo>
                  <a:cubicBezTo>
                    <a:pt x="39361" y="2075"/>
                    <a:pt x="39647" y="2048"/>
                    <a:pt x="39991" y="1991"/>
                  </a:cubicBezTo>
                  <a:cubicBezTo>
                    <a:pt x="40479" y="1925"/>
                    <a:pt x="41329" y="1814"/>
                    <a:pt x="42056" y="1814"/>
                  </a:cubicBezTo>
                  <a:cubicBezTo>
                    <a:pt x="42607" y="1814"/>
                    <a:pt x="43086" y="1878"/>
                    <a:pt x="43284" y="2075"/>
                  </a:cubicBezTo>
                  <a:cubicBezTo>
                    <a:pt x="43369" y="2132"/>
                    <a:pt x="43369" y="2190"/>
                    <a:pt x="43369" y="2247"/>
                  </a:cubicBezTo>
                  <a:cubicBezTo>
                    <a:pt x="43341" y="2563"/>
                    <a:pt x="41880" y="2849"/>
                    <a:pt x="41108" y="3021"/>
                  </a:cubicBezTo>
                  <a:cubicBezTo>
                    <a:pt x="39620" y="3335"/>
                    <a:pt x="38101" y="3651"/>
                    <a:pt x="37701" y="4537"/>
                  </a:cubicBezTo>
                  <a:cubicBezTo>
                    <a:pt x="37559" y="4910"/>
                    <a:pt x="37673" y="5224"/>
                    <a:pt x="37758" y="5426"/>
                  </a:cubicBezTo>
                  <a:cubicBezTo>
                    <a:pt x="37845" y="5655"/>
                    <a:pt x="37872" y="5739"/>
                    <a:pt x="37788" y="5911"/>
                  </a:cubicBezTo>
                  <a:cubicBezTo>
                    <a:pt x="37758" y="5968"/>
                    <a:pt x="37559" y="6083"/>
                    <a:pt x="37444" y="6140"/>
                  </a:cubicBezTo>
                  <a:cubicBezTo>
                    <a:pt x="37215" y="6255"/>
                    <a:pt x="36929" y="6399"/>
                    <a:pt x="36784" y="6655"/>
                  </a:cubicBezTo>
                  <a:cubicBezTo>
                    <a:pt x="36613" y="6914"/>
                    <a:pt x="36555" y="7228"/>
                    <a:pt x="36498" y="7514"/>
                  </a:cubicBezTo>
                  <a:cubicBezTo>
                    <a:pt x="36441" y="7801"/>
                    <a:pt x="36384" y="8087"/>
                    <a:pt x="36242" y="8316"/>
                  </a:cubicBezTo>
                  <a:lnTo>
                    <a:pt x="36155" y="8430"/>
                  </a:lnTo>
                  <a:cubicBezTo>
                    <a:pt x="35868" y="8888"/>
                    <a:pt x="35497" y="9433"/>
                    <a:pt x="35124" y="9662"/>
                  </a:cubicBezTo>
                  <a:cubicBezTo>
                    <a:pt x="34868" y="9834"/>
                    <a:pt x="34352" y="9834"/>
                    <a:pt x="33894" y="9862"/>
                  </a:cubicBezTo>
                  <a:cubicBezTo>
                    <a:pt x="33292" y="9891"/>
                    <a:pt x="32719" y="9891"/>
                    <a:pt x="32376" y="10235"/>
                  </a:cubicBezTo>
                  <a:cubicBezTo>
                    <a:pt x="31776" y="10865"/>
                    <a:pt x="32376" y="11465"/>
                    <a:pt x="32749" y="11838"/>
                  </a:cubicBezTo>
                  <a:cubicBezTo>
                    <a:pt x="33207" y="12296"/>
                    <a:pt x="33379" y="12525"/>
                    <a:pt x="33207" y="12839"/>
                  </a:cubicBezTo>
                  <a:cubicBezTo>
                    <a:pt x="33150" y="12983"/>
                    <a:pt x="33093" y="13011"/>
                    <a:pt x="33093" y="13011"/>
                  </a:cubicBezTo>
                  <a:cubicBezTo>
                    <a:pt x="32978" y="13011"/>
                    <a:pt x="32692" y="12754"/>
                    <a:pt x="32548" y="12610"/>
                  </a:cubicBezTo>
                  <a:cubicBezTo>
                    <a:pt x="32204" y="12296"/>
                    <a:pt x="31890" y="12010"/>
                    <a:pt x="31460" y="12010"/>
                  </a:cubicBezTo>
                  <a:cubicBezTo>
                    <a:pt x="31116" y="12010"/>
                    <a:pt x="30631" y="12152"/>
                    <a:pt x="30429" y="12525"/>
                  </a:cubicBezTo>
                  <a:cubicBezTo>
                    <a:pt x="30258" y="12754"/>
                    <a:pt x="30258" y="13068"/>
                    <a:pt x="30372" y="13354"/>
                  </a:cubicBezTo>
                  <a:cubicBezTo>
                    <a:pt x="30487" y="13640"/>
                    <a:pt x="30860" y="13785"/>
                    <a:pt x="31517" y="13984"/>
                  </a:cubicBezTo>
                  <a:cubicBezTo>
                    <a:pt x="31574" y="13984"/>
                    <a:pt x="31604" y="14014"/>
                    <a:pt x="31632" y="14014"/>
                  </a:cubicBezTo>
                  <a:cubicBezTo>
                    <a:pt x="31432" y="14300"/>
                    <a:pt x="31089" y="14414"/>
                    <a:pt x="30574" y="14556"/>
                  </a:cubicBezTo>
                  <a:lnTo>
                    <a:pt x="30402" y="14614"/>
                  </a:lnTo>
                  <a:cubicBezTo>
                    <a:pt x="30029" y="14728"/>
                    <a:pt x="29628" y="14872"/>
                    <a:pt x="29257" y="15014"/>
                  </a:cubicBezTo>
                  <a:cubicBezTo>
                    <a:pt x="28654" y="15243"/>
                    <a:pt x="28082" y="15473"/>
                    <a:pt x="27567" y="15560"/>
                  </a:cubicBezTo>
                  <a:cubicBezTo>
                    <a:pt x="27431" y="15590"/>
                    <a:pt x="27296" y="15602"/>
                    <a:pt x="27158" y="15602"/>
                  </a:cubicBezTo>
                  <a:cubicBezTo>
                    <a:pt x="26919" y="15602"/>
                    <a:pt x="26676" y="15566"/>
                    <a:pt x="26422" y="15530"/>
                  </a:cubicBezTo>
                  <a:cubicBezTo>
                    <a:pt x="26157" y="15491"/>
                    <a:pt x="25892" y="15451"/>
                    <a:pt x="25629" y="15451"/>
                  </a:cubicBezTo>
                  <a:cubicBezTo>
                    <a:pt x="25325" y="15451"/>
                    <a:pt x="25025" y="15504"/>
                    <a:pt x="24734" y="15674"/>
                  </a:cubicBezTo>
                  <a:cubicBezTo>
                    <a:pt x="24276" y="15903"/>
                    <a:pt x="23902" y="16217"/>
                    <a:pt x="23559" y="16560"/>
                  </a:cubicBezTo>
                  <a:cubicBezTo>
                    <a:pt x="23215" y="16847"/>
                    <a:pt x="22902" y="17133"/>
                    <a:pt x="22528" y="17334"/>
                  </a:cubicBezTo>
                  <a:cubicBezTo>
                    <a:pt x="22185" y="17506"/>
                    <a:pt x="21871" y="17735"/>
                    <a:pt x="21555" y="17964"/>
                  </a:cubicBezTo>
                  <a:cubicBezTo>
                    <a:pt x="21040" y="18335"/>
                    <a:pt x="20554" y="18708"/>
                    <a:pt x="20039" y="18736"/>
                  </a:cubicBezTo>
                  <a:cubicBezTo>
                    <a:pt x="19666" y="18736"/>
                    <a:pt x="19322" y="18679"/>
                    <a:pt x="19008" y="18621"/>
                  </a:cubicBezTo>
                  <a:cubicBezTo>
                    <a:pt x="18684" y="18557"/>
                    <a:pt x="18354" y="18499"/>
                    <a:pt x="18011" y="18499"/>
                  </a:cubicBezTo>
                  <a:cubicBezTo>
                    <a:pt x="17595" y="18499"/>
                    <a:pt x="17159" y="18585"/>
                    <a:pt x="16688" y="18850"/>
                  </a:cubicBezTo>
                  <a:cubicBezTo>
                    <a:pt x="15887" y="19308"/>
                    <a:pt x="15601" y="20025"/>
                    <a:pt x="15344" y="20625"/>
                  </a:cubicBezTo>
                  <a:cubicBezTo>
                    <a:pt x="15172" y="21026"/>
                    <a:pt x="15001" y="21399"/>
                    <a:pt x="14772" y="21686"/>
                  </a:cubicBezTo>
                  <a:cubicBezTo>
                    <a:pt x="14570" y="21885"/>
                    <a:pt x="14371" y="21942"/>
                    <a:pt x="14112" y="22029"/>
                  </a:cubicBezTo>
                  <a:cubicBezTo>
                    <a:pt x="13883" y="22086"/>
                    <a:pt x="13627" y="22171"/>
                    <a:pt x="13368" y="22373"/>
                  </a:cubicBezTo>
                  <a:cubicBezTo>
                    <a:pt x="12910" y="22716"/>
                    <a:pt x="12738" y="23117"/>
                    <a:pt x="12596" y="23518"/>
                  </a:cubicBezTo>
                  <a:cubicBezTo>
                    <a:pt x="12566" y="23602"/>
                    <a:pt x="12539" y="23689"/>
                    <a:pt x="12509" y="23804"/>
                  </a:cubicBezTo>
                  <a:lnTo>
                    <a:pt x="12452" y="23889"/>
                  </a:lnTo>
                  <a:cubicBezTo>
                    <a:pt x="12165" y="24377"/>
                    <a:pt x="11879" y="24892"/>
                    <a:pt x="11451" y="24977"/>
                  </a:cubicBezTo>
                  <a:cubicBezTo>
                    <a:pt x="11348" y="24999"/>
                    <a:pt x="11266" y="25010"/>
                    <a:pt x="11197" y="25010"/>
                  </a:cubicBezTo>
                  <a:cubicBezTo>
                    <a:pt x="10996" y="25010"/>
                    <a:pt x="10904" y="24918"/>
                    <a:pt x="10734" y="24748"/>
                  </a:cubicBezTo>
                  <a:cubicBezTo>
                    <a:pt x="10592" y="24606"/>
                    <a:pt x="10420" y="24434"/>
                    <a:pt x="10162" y="24347"/>
                  </a:cubicBezTo>
                  <a:cubicBezTo>
                    <a:pt x="9733" y="24148"/>
                    <a:pt x="9333" y="24090"/>
                    <a:pt x="9017" y="24033"/>
                  </a:cubicBezTo>
                  <a:cubicBezTo>
                    <a:pt x="8474" y="23919"/>
                    <a:pt x="8187" y="23889"/>
                    <a:pt x="7871" y="23289"/>
                  </a:cubicBezTo>
                  <a:cubicBezTo>
                    <a:pt x="7013" y="21571"/>
                    <a:pt x="6069" y="18278"/>
                    <a:pt x="7386" y="16705"/>
                  </a:cubicBezTo>
                  <a:cubicBezTo>
                    <a:pt x="7528" y="16476"/>
                    <a:pt x="7757" y="16361"/>
                    <a:pt x="8016" y="16247"/>
                  </a:cubicBezTo>
                  <a:cubicBezTo>
                    <a:pt x="8272" y="16132"/>
                    <a:pt x="8531" y="15988"/>
                    <a:pt x="8703" y="15816"/>
                  </a:cubicBezTo>
                  <a:cubicBezTo>
                    <a:pt x="9104" y="15445"/>
                    <a:pt x="9131" y="15216"/>
                    <a:pt x="9161" y="14930"/>
                  </a:cubicBezTo>
                  <a:cubicBezTo>
                    <a:pt x="9161" y="14815"/>
                    <a:pt x="9188" y="14728"/>
                    <a:pt x="9275" y="14529"/>
                  </a:cubicBezTo>
                  <a:cubicBezTo>
                    <a:pt x="9475" y="14098"/>
                    <a:pt x="9475" y="14098"/>
                    <a:pt x="9532" y="14041"/>
                  </a:cubicBezTo>
                  <a:cubicBezTo>
                    <a:pt x="9619" y="13984"/>
                    <a:pt x="9704" y="13927"/>
                    <a:pt x="9875" y="13785"/>
                  </a:cubicBezTo>
                  <a:cubicBezTo>
                    <a:pt x="9875" y="13755"/>
                    <a:pt x="9962" y="13755"/>
                    <a:pt x="10020" y="13755"/>
                  </a:cubicBezTo>
                  <a:cubicBezTo>
                    <a:pt x="10162" y="13755"/>
                    <a:pt x="10420" y="13727"/>
                    <a:pt x="10562" y="13498"/>
                  </a:cubicBezTo>
                  <a:cubicBezTo>
                    <a:pt x="10734" y="13269"/>
                    <a:pt x="10649" y="12983"/>
                    <a:pt x="10562" y="12724"/>
                  </a:cubicBezTo>
                  <a:cubicBezTo>
                    <a:pt x="10306" y="12152"/>
                    <a:pt x="9848" y="12095"/>
                    <a:pt x="9475" y="12095"/>
                  </a:cubicBezTo>
                  <a:lnTo>
                    <a:pt x="9303" y="12095"/>
                  </a:lnTo>
                  <a:cubicBezTo>
                    <a:pt x="9104" y="12095"/>
                    <a:pt x="8932" y="12095"/>
                    <a:pt x="8845" y="12067"/>
                  </a:cubicBezTo>
                  <a:cubicBezTo>
                    <a:pt x="8787" y="12010"/>
                    <a:pt x="8730" y="11980"/>
                    <a:pt x="8673" y="11953"/>
                  </a:cubicBezTo>
                  <a:cubicBezTo>
                    <a:pt x="8703" y="11808"/>
                    <a:pt x="8703" y="11637"/>
                    <a:pt x="8673" y="11380"/>
                  </a:cubicBezTo>
                  <a:cubicBezTo>
                    <a:pt x="8616" y="11007"/>
                    <a:pt x="8703" y="10464"/>
                    <a:pt x="8817" y="9949"/>
                  </a:cubicBezTo>
                  <a:cubicBezTo>
                    <a:pt x="8932" y="9204"/>
                    <a:pt x="9074" y="8403"/>
                    <a:pt x="8845" y="7858"/>
                  </a:cubicBezTo>
                  <a:cubicBezTo>
                    <a:pt x="8470" y="7108"/>
                    <a:pt x="7688" y="6896"/>
                    <a:pt x="6749" y="6896"/>
                  </a:cubicBezTo>
                  <a:cubicBezTo>
                    <a:pt x="6111" y="6896"/>
                    <a:pt x="5401" y="6993"/>
                    <a:pt x="4695" y="7086"/>
                  </a:cubicBezTo>
                  <a:cubicBezTo>
                    <a:pt x="3870" y="7214"/>
                    <a:pt x="3150" y="7311"/>
                    <a:pt x="2558" y="7311"/>
                  </a:cubicBezTo>
                  <a:cubicBezTo>
                    <a:pt x="1566" y="7311"/>
                    <a:pt x="934" y="7041"/>
                    <a:pt x="772" y="6197"/>
                  </a:cubicBezTo>
                  <a:cubicBezTo>
                    <a:pt x="745" y="5968"/>
                    <a:pt x="772" y="5826"/>
                    <a:pt x="887" y="5655"/>
                  </a:cubicBezTo>
                  <a:cubicBezTo>
                    <a:pt x="1432" y="4968"/>
                    <a:pt x="3577" y="4853"/>
                    <a:pt x="5123" y="4796"/>
                  </a:cubicBezTo>
                  <a:cubicBezTo>
                    <a:pt x="6326" y="4709"/>
                    <a:pt x="7299" y="4681"/>
                    <a:pt x="7787" y="4423"/>
                  </a:cubicBezTo>
                  <a:cubicBezTo>
                    <a:pt x="8187" y="4223"/>
                    <a:pt x="8531" y="3965"/>
                    <a:pt x="8875" y="3708"/>
                  </a:cubicBezTo>
                  <a:cubicBezTo>
                    <a:pt x="9504" y="3278"/>
                    <a:pt x="10077" y="2849"/>
                    <a:pt x="10906" y="2705"/>
                  </a:cubicBezTo>
                  <a:cubicBezTo>
                    <a:pt x="11394" y="2620"/>
                    <a:pt x="11852" y="2620"/>
                    <a:pt x="12337" y="2591"/>
                  </a:cubicBezTo>
                  <a:cubicBezTo>
                    <a:pt x="12997" y="2591"/>
                    <a:pt x="13654" y="2563"/>
                    <a:pt x="14398" y="2334"/>
                  </a:cubicBezTo>
                  <a:cubicBezTo>
                    <a:pt x="15288" y="2004"/>
                    <a:pt x="16126" y="1924"/>
                    <a:pt x="17035" y="1924"/>
                  </a:cubicBezTo>
                  <a:cubicBezTo>
                    <a:pt x="17471" y="1924"/>
                    <a:pt x="17924" y="1942"/>
                    <a:pt x="18406" y="1961"/>
                  </a:cubicBezTo>
                  <a:lnTo>
                    <a:pt x="19008" y="1991"/>
                  </a:lnTo>
                  <a:cubicBezTo>
                    <a:pt x="19924" y="1991"/>
                    <a:pt x="20783" y="1876"/>
                    <a:pt x="21642" y="1732"/>
                  </a:cubicBezTo>
                  <a:cubicBezTo>
                    <a:pt x="22100" y="1674"/>
                    <a:pt x="22528" y="1617"/>
                    <a:pt x="23016" y="1560"/>
                  </a:cubicBezTo>
                  <a:cubicBezTo>
                    <a:pt x="23101" y="1560"/>
                    <a:pt x="23158" y="1532"/>
                    <a:pt x="23215" y="1475"/>
                  </a:cubicBezTo>
                  <a:cubicBezTo>
                    <a:pt x="24619" y="1074"/>
                    <a:pt x="25879" y="903"/>
                    <a:pt x="27567" y="903"/>
                  </a:cubicBezTo>
                  <a:cubicBezTo>
                    <a:pt x="28540" y="903"/>
                    <a:pt x="29571" y="873"/>
                    <a:pt x="30574" y="816"/>
                  </a:cubicBezTo>
                  <a:cubicBezTo>
                    <a:pt x="31629" y="776"/>
                    <a:pt x="32700" y="723"/>
                    <a:pt x="33755" y="723"/>
                  </a:cubicBezTo>
                  <a:close/>
                  <a:moveTo>
                    <a:pt x="33550" y="1"/>
                  </a:moveTo>
                  <a:cubicBezTo>
                    <a:pt x="32540" y="1"/>
                    <a:pt x="31530" y="45"/>
                    <a:pt x="30544" y="101"/>
                  </a:cubicBezTo>
                  <a:cubicBezTo>
                    <a:pt x="29543" y="129"/>
                    <a:pt x="28540" y="186"/>
                    <a:pt x="27567" y="186"/>
                  </a:cubicBezTo>
                  <a:cubicBezTo>
                    <a:pt x="25792" y="186"/>
                    <a:pt x="24475" y="358"/>
                    <a:pt x="23016" y="788"/>
                  </a:cubicBezTo>
                  <a:cubicBezTo>
                    <a:pt x="22959" y="788"/>
                    <a:pt x="22929" y="816"/>
                    <a:pt x="22872" y="845"/>
                  </a:cubicBezTo>
                  <a:cubicBezTo>
                    <a:pt x="22414" y="903"/>
                    <a:pt x="21986" y="960"/>
                    <a:pt x="21528" y="1017"/>
                  </a:cubicBezTo>
                  <a:cubicBezTo>
                    <a:pt x="20669" y="1159"/>
                    <a:pt x="19867" y="1274"/>
                    <a:pt x="19008" y="1274"/>
                  </a:cubicBezTo>
                  <a:lnTo>
                    <a:pt x="18436" y="1246"/>
                  </a:lnTo>
                  <a:cubicBezTo>
                    <a:pt x="17956" y="1228"/>
                    <a:pt x="17496" y="1210"/>
                    <a:pt x="17046" y="1210"/>
                  </a:cubicBezTo>
                  <a:cubicBezTo>
                    <a:pt x="16073" y="1210"/>
                    <a:pt x="15148" y="1295"/>
                    <a:pt x="14169" y="1647"/>
                  </a:cubicBezTo>
                  <a:cubicBezTo>
                    <a:pt x="13540" y="1846"/>
                    <a:pt x="12940" y="1846"/>
                    <a:pt x="12310" y="1876"/>
                  </a:cubicBezTo>
                  <a:cubicBezTo>
                    <a:pt x="11822" y="1903"/>
                    <a:pt x="11307" y="1903"/>
                    <a:pt x="10791" y="1991"/>
                  </a:cubicBezTo>
                  <a:cubicBezTo>
                    <a:pt x="9791" y="2162"/>
                    <a:pt x="9131" y="2648"/>
                    <a:pt x="8444" y="3136"/>
                  </a:cubicBezTo>
                  <a:cubicBezTo>
                    <a:pt x="8130" y="3365"/>
                    <a:pt x="7814" y="3594"/>
                    <a:pt x="7471" y="3765"/>
                  </a:cubicBezTo>
                  <a:cubicBezTo>
                    <a:pt x="7100" y="3965"/>
                    <a:pt x="6069" y="3994"/>
                    <a:pt x="5096" y="4052"/>
                  </a:cubicBezTo>
                  <a:cubicBezTo>
                    <a:pt x="3206" y="4166"/>
                    <a:pt x="1058" y="4251"/>
                    <a:pt x="314" y="5224"/>
                  </a:cubicBezTo>
                  <a:cubicBezTo>
                    <a:pt x="57" y="5540"/>
                    <a:pt x="0" y="5911"/>
                    <a:pt x="85" y="6342"/>
                  </a:cubicBezTo>
                  <a:cubicBezTo>
                    <a:pt x="324" y="7696"/>
                    <a:pt x="1357" y="8044"/>
                    <a:pt x="2595" y="8044"/>
                  </a:cubicBezTo>
                  <a:cubicBezTo>
                    <a:pt x="3294" y="8044"/>
                    <a:pt x="4057" y="7934"/>
                    <a:pt x="4780" y="7830"/>
                  </a:cubicBezTo>
                  <a:cubicBezTo>
                    <a:pt x="5492" y="7721"/>
                    <a:pt x="6217" y="7611"/>
                    <a:pt x="6821" y="7611"/>
                  </a:cubicBezTo>
                  <a:cubicBezTo>
                    <a:pt x="7479" y="7611"/>
                    <a:pt x="7993" y="7741"/>
                    <a:pt x="8187" y="8144"/>
                  </a:cubicBezTo>
                  <a:cubicBezTo>
                    <a:pt x="8329" y="8488"/>
                    <a:pt x="8215" y="9204"/>
                    <a:pt x="8100" y="9804"/>
                  </a:cubicBezTo>
                  <a:cubicBezTo>
                    <a:pt x="7986" y="10407"/>
                    <a:pt x="7871" y="11007"/>
                    <a:pt x="7958" y="11465"/>
                  </a:cubicBezTo>
                  <a:cubicBezTo>
                    <a:pt x="7986" y="11724"/>
                    <a:pt x="7958" y="11808"/>
                    <a:pt x="7958" y="11866"/>
                  </a:cubicBezTo>
                  <a:cubicBezTo>
                    <a:pt x="7814" y="12266"/>
                    <a:pt x="8043" y="12411"/>
                    <a:pt x="8474" y="12667"/>
                  </a:cubicBezTo>
                  <a:cubicBezTo>
                    <a:pt x="8678" y="12790"/>
                    <a:pt x="8883" y="12825"/>
                    <a:pt x="9087" y="12825"/>
                  </a:cubicBezTo>
                  <a:cubicBezTo>
                    <a:pt x="9169" y="12825"/>
                    <a:pt x="9251" y="12819"/>
                    <a:pt x="9333" y="12811"/>
                  </a:cubicBezTo>
                  <a:cubicBezTo>
                    <a:pt x="9704" y="12811"/>
                    <a:pt x="9818" y="12811"/>
                    <a:pt x="9875" y="12983"/>
                  </a:cubicBezTo>
                  <a:cubicBezTo>
                    <a:pt x="9905" y="13011"/>
                    <a:pt x="9905" y="13011"/>
                    <a:pt x="9905" y="13040"/>
                  </a:cubicBezTo>
                  <a:cubicBezTo>
                    <a:pt x="9733" y="13040"/>
                    <a:pt x="9532" y="13098"/>
                    <a:pt x="9360" y="13240"/>
                  </a:cubicBezTo>
                  <a:cubicBezTo>
                    <a:pt x="9246" y="13354"/>
                    <a:pt x="9161" y="13411"/>
                    <a:pt x="9104" y="13469"/>
                  </a:cubicBezTo>
                  <a:cubicBezTo>
                    <a:pt x="8875" y="13640"/>
                    <a:pt x="8845" y="13698"/>
                    <a:pt x="8588" y="14243"/>
                  </a:cubicBezTo>
                  <a:cubicBezTo>
                    <a:pt x="8474" y="14529"/>
                    <a:pt x="8444" y="14728"/>
                    <a:pt x="8444" y="14872"/>
                  </a:cubicBezTo>
                  <a:cubicBezTo>
                    <a:pt x="8416" y="15014"/>
                    <a:pt x="8416" y="15072"/>
                    <a:pt x="8187" y="15301"/>
                  </a:cubicBezTo>
                  <a:cubicBezTo>
                    <a:pt x="8073" y="15415"/>
                    <a:pt x="7901" y="15502"/>
                    <a:pt x="7700" y="15587"/>
                  </a:cubicBezTo>
                  <a:cubicBezTo>
                    <a:pt x="7386" y="15731"/>
                    <a:pt x="7013" y="15931"/>
                    <a:pt x="6784" y="16247"/>
                  </a:cubicBezTo>
                  <a:cubicBezTo>
                    <a:pt x="5181" y="18221"/>
                    <a:pt x="6383" y="21942"/>
                    <a:pt x="7242" y="23602"/>
                  </a:cubicBezTo>
                  <a:cubicBezTo>
                    <a:pt x="7729" y="24519"/>
                    <a:pt x="8302" y="24633"/>
                    <a:pt x="8902" y="24748"/>
                  </a:cubicBezTo>
                  <a:cubicBezTo>
                    <a:pt x="9188" y="24805"/>
                    <a:pt x="9504" y="24862"/>
                    <a:pt x="9875" y="25006"/>
                  </a:cubicBezTo>
                  <a:cubicBezTo>
                    <a:pt x="10020" y="25064"/>
                    <a:pt x="10104" y="25148"/>
                    <a:pt x="10219" y="25263"/>
                  </a:cubicBezTo>
                  <a:cubicBezTo>
                    <a:pt x="10448" y="25464"/>
                    <a:pt x="10707" y="25751"/>
                    <a:pt x="11192" y="25751"/>
                  </a:cubicBezTo>
                  <a:cubicBezTo>
                    <a:pt x="11336" y="25751"/>
                    <a:pt x="11451" y="25721"/>
                    <a:pt x="11623" y="25693"/>
                  </a:cubicBezTo>
                  <a:cubicBezTo>
                    <a:pt x="12337" y="25522"/>
                    <a:pt x="12738" y="24835"/>
                    <a:pt x="13082" y="24262"/>
                  </a:cubicBezTo>
                  <a:lnTo>
                    <a:pt x="13139" y="24148"/>
                  </a:lnTo>
                  <a:cubicBezTo>
                    <a:pt x="13169" y="24118"/>
                    <a:pt x="13169" y="24118"/>
                    <a:pt x="13169" y="24090"/>
                  </a:cubicBezTo>
                  <a:cubicBezTo>
                    <a:pt x="13226" y="23976"/>
                    <a:pt x="13253" y="23889"/>
                    <a:pt x="13283" y="23774"/>
                  </a:cubicBezTo>
                  <a:cubicBezTo>
                    <a:pt x="13425" y="23431"/>
                    <a:pt x="13512" y="23174"/>
                    <a:pt x="13798" y="22945"/>
                  </a:cubicBezTo>
                  <a:cubicBezTo>
                    <a:pt x="13970" y="22831"/>
                    <a:pt x="14112" y="22773"/>
                    <a:pt x="14314" y="22716"/>
                  </a:cubicBezTo>
                  <a:cubicBezTo>
                    <a:pt x="14600" y="22629"/>
                    <a:pt x="14943" y="22544"/>
                    <a:pt x="15314" y="22171"/>
                  </a:cubicBezTo>
                  <a:cubicBezTo>
                    <a:pt x="15630" y="21770"/>
                    <a:pt x="15830" y="21342"/>
                    <a:pt x="16001" y="20912"/>
                  </a:cubicBezTo>
                  <a:cubicBezTo>
                    <a:pt x="16260" y="20339"/>
                    <a:pt x="16459" y="19824"/>
                    <a:pt x="17062" y="19480"/>
                  </a:cubicBezTo>
                  <a:cubicBezTo>
                    <a:pt x="17386" y="19289"/>
                    <a:pt x="17679" y="19227"/>
                    <a:pt x="17982" y="19227"/>
                  </a:cubicBezTo>
                  <a:cubicBezTo>
                    <a:pt x="18267" y="19227"/>
                    <a:pt x="18560" y="19283"/>
                    <a:pt x="18894" y="19338"/>
                  </a:cubicBezTo>
                  <a:cubicBezTo>
                    <a:pt x="19237" y="19395"/>
                    <a:pt x="19608" y="19453"/>
                    <a:pt x="20039" y="19453"/>
                  </a:cubicBezTo>
                  <a:lnTo>
                    <a:pt x="20066" y="19453"/>
                  </a:lnTo>
                  <a:cubicBezTo>
                    <a:pt x="20811" y="19395"/>
                    <a:pt x="21413" y="18965"/>
                    <a:pt x="21986" y="18537"/>
                  </a:cubicBezTo>
                  <a:cubicBezTo>
                    <a:pt x="22272" y="18335"/>
                    <a:pt x="22558" y="18106"/>
                    <a:pt x="22872" y="17964"/>
                  </a:cubicBezTo>
                  <a:cubicBezTo>
                    <a:pt x="23330" y="17735"/>
                    <a:pt x="23673" y="17392"/>
                    <a:pt x="24047" y="17076"/>
                  </a:cubicBezTo>
                  <a:cubicBezTo>
                    <a:pt x="24360" y="16789"/>
                    <a:pt x="24704" y="16503"/>
                    <a:pt x="25047" y="16304"/>
                  </a:cubicBezTo>
                  <a:cubicBezTo>
                    <a:pt x="25234" y="16218"/>
                    <a:pt x="25428" y="16189"/>
                    <a:pt x="25635" y="16189"/>
                  </a:cubicBezTo>
                  <a:cubicBezTo>
                    <a:pt x="25843" y="16189"/>
                    <a:pt x="26064" y="16218"/>
                    <a:pt x="26307" y="16247"/>
                  </a:cubicBezTo>
                  <a:cubicBezTo>
                    <a:pt x="26582" y="16283"/>
                    <a:pt x="26879" y="16331"/>
                    <a:pt x="27177" y="16331"/>
                  </a:cubicBezTo>
                  <a:cubicBezTo>
                    <a:pt x="27346" y="16331"/>
                    <a:pt x="27515" y="16315"/>
                    <a:pt x="27681" y="16274"/>
                  </a:cubicBezTo>
                  <a:cubicBezTo>
                    <a:pt x="28283" y="16160"/>
                    <a:pt x="28913" y="15931"/>
                    <a:pt x="29513" y="15702"/>
                  </a:cubicBezTo>
                  <a:cubicBezTo>
                    <a:pt x="29887" y="15560"/>
                    <a:pt x="30258" y="15415"/>
                    <a:pt x="30631" y="15301"/>
                  </a:cubicBezTo>
                  <a:lnTo>
                    <a:pt x="30803" y="15273"/>
                  </a:lnTo>
                  <a:cubicBezTo>
                    <a:pt x="31460" y="15072"/>
                    <a:pt x="32177" y="14843"/>
                    <a:pt x="32490" y="13927"/>
                  </a:cubicBezTo>
                  <a:cubicBezTo>
                    <a:pt x="32548" y="13755"/>
                    <a:pt x="32490" y="13583"/>
                    <a:pt x="32319" y="13498"/>
                  </a:cubicBezTo>
                  <a:cubicBezTo>
                    <a:pt x="32204" y="13411"/>
                    <a:pt x="32032" y="13354"/>
                    <a:pt x="31719" y="13269"/>
                  </a:cubicBezTo>
                  <a:cubicBezTo>
                    <a:pt x="31517" y="13212"/>
                    <a:pt x="31174" y="13098"/>
                    <a:pt x="31032" y="13040"/>
                  </a:cubicBezTo>
                  <a:cubicBezTo>
                    <a:pt x="31002" y="12953"/>
                    <a:pt x="31032" y="12926"/>
                    <a:pt x="31032" y="12896"/>
                  </a:cubicBezTo>
                  <a:cubicBezTo>
                    <a:pt x="31089" y="12811"/>
                    <a:pt x="31288" y="12724"/>
                    <a:pt x="31460" y="12724"/>
                  </a:cubicBezTo>
                  <a:cubicBezTo>
                    <a:pt x="31604" y="12724"/>
                    <a:pt x="31861" y="12983"/>
                    <a:pt x="32062" y="13155"/>
                  </a:cubicBezTo>
                  <a:cubicBezTo>
                    <a:pt x="32370" y="13436"/>
                    <a:pt x="32699" y="13740"/>
                    <a:pt x="33094" y="13740"/>
                  </a:cubicBezTo>
                  <a:cubicBezTo>
                    <a:pt x="33140" y="13740"/>
                    <a:pt x="33187" y="13736"/>
                    <a:pt x="33235" y="13727"/>
                  </a:cubicBezTo>
                  <a:cubicBezTo>
                    <a:pt x="33494" y="13670"/>
                    <a:pt x="33693" y="13498"/>
                    <a:pt x="33837" y="13182"/>
                  </a:cubicBezTo>
                  <a:cubicBezTo>
                    <a:pt x="34295" y="12353"/>
                    <a:pt x="33665" y="11724"/>
                    <a:pt x="33235" y="11323"/>
                  </a:cubicBezTo>
                  <a:cubicBezTo>
                    <a:pt x="32777" y="10865"/>
                    <a:pt x="32806" y="10808"/>
                    <a:pt x="32891" y="10750"/>
                  </a:cubicBezTo>
                  <a:cubicBezTo>
                    <a:pt x="33036" y="10606"/>
                    <a:pt x="33521" y="10606"/>
                    <a:pt x="33922" y="10578"/>
                  </a:cubicBezTo>
                  <a:cubicBezTo>
                    <a:pt x="34494" y="10578"/>
                    <a:pt x="35067" y="10549"/>
                    <a:pt x="35497" y="10292"/>
                  </a:cubicBezTo>
                  <a:cubicBezTo>
                    <a:pt x="36013" y="9976"/>
                    <a:pt x="36413" y="9376"/>
                    <a:pt x="36757" y="8861"/>
                  </a:cubicBezTo>
                  <a:lnTo>
                    <a:pt x="36842" y="8717"/>
                  </a:lnTo>
                  <a:cubicBezTo>
                    <a:pt x="37071" y="8346"/>
                    <a:pt x="37128" y="7972"/>
                    <a:pt x="37215" y="7659"/>
                  </a:cubicBezTo>
                  <a:cubicBezTo>
                    <a:pt x="37272" y="7400"/>
                    <a:pt x="37300" y="7201"/>
                    <a:pt x="37414" y="7029"/>
                  </a:cubicBezTo>
                  <a:cubicBezTo>
                    <a:pt x="37444" y="6942"/>
                    <a:pt x="37643" y="6857"/>
                    <a:pt x="37788" y="6800"/>
                  </a:cubicBezTo>
                  <a:cubicBezTo>
                    <a:pt x="38044" y="6655"/>
                    <a:pt x="38330" y="6514"/>
                    <a:pt x="38445" y="6197"/>
                  </a:cubicBezTo>
                  <a:cubicBezTo>
                    <a:pt x="38646" y="5769"/>
                    <a:pt x="38532" y="5426"/>
                    <a:pt x="38445" y="5167"/>
                  </a:cubicBezTo>
                  <a:cubicBezTo>
                    <a:pt x="38360" y="4995"/>
                    <a:pt x="38360" y="4910"/>
                    <a:pt x="38388" y="4823"/>
                  </a:cubicBezTo>
                  <a:cubicBezTo>
                    <a:pt x="38617" y="4281"/>
                    <a:pt x="40078" y="3994"/>
                    <a:pt x="41250" y="3736"/>
                  </a:cubicBezTo>
                  <a:cubicBezTo>
                    <a:pt x="42796" y="3422"/>
                    <a:pt x="43998" y="3163"/>
                    <a:pt x="44113" y="2304"/>
                  </a:cubicBezTo>
                  <a:cubicBezTo>
                    <a:pt x="44113" y="1991"/>
                    <a:pt x="43998" y="1732"/>
                    <a:pt x="43799" y="1532"/>
                  </a:cubicBezTo>
                  <a:cubicBezTo>
                    <a:pt x="43437" y="1201"/>
                    <a:pt x="42821" y="1091"/>
                    <a:pt x="42084" y="1091"/>
                  </a:cubicBezTo>
                  <a:cubicBezTo>
                    <a:pt x="41423" y="1091"/>
                    <a:pt x="40664" y="1179"/>
                    <a:pt x="39906" y="1274"/>
                  </a:cubicBezTo>
                  <a:cubicBezTo>
                    <a:pt x="39620" y="1303"/>
                    <a:pt x="39333" y="1331"/>
                    <a:pt x="39219" y="1331"/>
                  </a:cubicBezTo>
                  <a:cubicBezTo>
                    <a:pt x="38502" y="1303"/>
                    <a:pt x="37902" y="1017"/>
                    <a:pt x="37300" y="731"/>
                  </a:cubicBezTo>
                  <a:cubicBezTo>
                    <a:pt x="36670" y="445"/>
                    <a:pt x="36040" y="129"/>
                    <a:pt x="35181" y="44"/>
                  </a:cubicBezTo>
                  <a:cubicBezTo>
                    <a:pt x="34640" y="13"/>
                    <a:pt x="34095" y="1"/>
                    <a:pt x="3355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7197131" y="775052"/>
              <a:ext cx="544322" cy="171893"/>
            </a:xfrm>
            <a:custGeom>
              <a:avLst/>
              <a:gdLst/>
              <a:ahLst/>
              <a:cxnLst/>
              <a:rect l="l" t="t" r="r" b="b"/>
              <a:pathLst>
                <a:path w="26910" h="8498" extrusionOk="0">
                  <a:moveTo>
                    <a:pt x="25058" y="0"/>
                  </a:moveTo>
                  <a:cubicBezTo>
                    <a:pt x="24515" y="0"/>
                    <a:pt x="23947" y="109"/>
                    <a:pt x="23504" y="109"/>
                  </a:cubicBezTo>
                  <a:lnTo>
                    <a:pt x="23504" y="196"/>
                  </a:lnTo>
                  <a:cubicBezTo>
                    <a:pt x="22005" y="356"/>
                    <a:pt x="20784" y="870"/>
                    <a:pt x="19364" y="870"/>
                  </a:cubicBezTo>
                  <a:cubicBezTo>
                    <a:pt x="19021" y="870"/>
                    <a:pt x="18667" y="840"/>
                    <a:pt x="18294" y="768"/>
                  </a:cubicBezTo>
                  <a:cubicBezTo>
                    <a:pt x="17006" y="570"/>
                    <a:pt x="15786" y="262"/>
                    <a:pt x="14550" y="262"/>
                  </a:cubicBezTo>
                  <a:cubicBezTo>
                    <a:pt x="14000" y="262"/>
                    <a:pt x="13447" y="323"/>
                    <a:pt x="12883" y="482"/>
                  </a:cubicBezTo>
                  <a:cubicBezTo>
                    <a:pt x="12489" y="591"/>
                    <a:pt x="11988" y="604"/>
                    <a:pt x="11472" y="604"/>
                  </a:cubicBezTo>
                  <a:cubicBezTo>
                    <a:pt x="11307" y="604"/>
                    <a:pt x="11141" y="603"/>
                    <a:pt x="10977" y="603"/>
                  </a:cubicBezTo>
                  <a:cubicBezTo>
                    <a:pt x="10305" y="603"/>
                    <a:pt x="9660" y="625"/>
                    <a:pt x="9248" y="853"/>
                  </a:cubicBezTo>
                  <a:cubicBezTo>
                    <a:pt x="7386" y="1856"/>
                    <a:pt x="10192" y="1712"/>
                    <a:pt x="10535" y="1998"/>
                  </a:cubicBezTo>
                  <a:cubicBezTo>
                    <a:pt x="11996" y="3173"/>
                    <a:pt x="8905" y="4318"/>
                    <a:pt x="8073" y="4403"/>
                  </a:cubicBezTo>
                  <a:cubicBezTo>
                    <a:pt x="6786" y="4547"/>
                    <a:pt x="5611" y="4318"/>
                    <a:pt x="4867" y="5490"/>
                  </a:cubicBezTo>
                  <a:cubicBezTo>
                    <a:pt x="4581" y="5834"/>
                    <a:pt x="4924" y="6120"/>
                    <a:pt x="4581" y="6436"/>
                  </a:cubicBezTo>
                  <a:cubicBezTo>
                    <a:pt x="4442" y="6555"/>
                    <a:pt x="4245" y="6599"/>
                    <a:pt x="4029" y="6599"/>
                  </a:cubicBezTo>
                  <a:cubicBezTo>
                    <a:pt x="3621" y="6599"/>
                    <a:pt x="3145" y="6444"/>
                    <a:pt x="2863" y="6349"/>
                  </a:cubicBezTo>
                  <a:cubicBezTo>
                    <a:pt x="2363" y="6176"/>
                    <a:pt x="1924" y="5816"/>
                    <a:pt x="1503" y="5816"/>
                  </a:cubicBezTo>
                  <a:cubicBezTo>
                    <a:pt x="1228" y="5816"/>
                    <a:pt x="960" y="5971"/>
                    <a:pt x="688" y="6436"/>
                  </a:cubicBezTo>
                  <a:cubicBezTo>
                    <a:pt x="1" y="7666"/>
                    <a:pt x="1088" y="7810"/>
                    <a:pt x="1920" y="7952"/>
                  </a:cubicBezTo>
                  <a:cubicBezTo>
                    <a:pt x="2981" y="8118"/>
                    <a:pt x="3595" y="8498"/>
                    <a:pt x="4500" y="8498"/>
                  </a:cubicBezTo>
                  <a:cubicBezTo>
                    <a:pt x="4693" y="8498"/>
                    <a:pt x="4899" y="8480"/>
                    <a:pt x="5126" y="8440"/>
                  </a:cubicBezTo>
                  <a:cubicBezTo>
                    <a:pt x="5898" y="8296"/>
                    <a:pt x="7730" y="8440"/>
                    <a:pt x="8218" y="7666"/>
                  </a:cubicBezTo>
                  <a:cubicBezTo>
                    <a:pt x="9104" y="6349"/>
                    <a:pt x="7187" y="6723"/>
                    <a:pt x="6500" y="6578"/>
                  </a:cubicBezTo>
                  <a:cubicBezTo>
                    <a:pt x="6566" y="5790"/>
                    <a:pt x="7289" y="5607"/>
                    <a:pt x="8146" y="5607"/>
                  </a:cubicBezTo>
                  <a:cubicBezTo>
                    <a:pt x="8885" y="5607"/>
                    <a:pt x="9724" y="5743"/>
                    <a:pt x="10326" y="5743"/>
                  </a:cubicBezTo>
                  <a:cubicBezTo>
                    <a:pt x="10519" y="5743"/>
                    <a:pt x="10688" y="5729"/>
                    <a:pt x="10822" y="5692"/>
                  </a:cubicBezTo>
                  <a:cubicBezTo>
                    <a:pt x="11852" y="5406"/>
                    <a:pt x="12798" y="4547"/>
                    <a:pt x="13829" y="4116"/>
                  </a:cubicBezTo>
                  <a:cubicBezTo>
                    <a:pt x="15890" y="3230"/>
                    <a:pt x="17951" y="3230"/>
                    <a:pt x="20069" y="2800"/>
                  </a:cubicBezTo>
                  <a:cubicBezTo>
                    <a:pt x="21042" y="2571"/>
                    <a:pt x="21929" y="2085"/>
                    <a:pt x="22959" y="1856"/>
                  </a:cubicBezTo>
                  <a:cubicBezTo>
                    <a:pt x="23848" y="1655"/>
                    <a:pt x="24878" y="1856"/>
                    <a:pt x="25765" y="1483"/>
                  </a:cubicBezTo>
                  <a:cubicBezTo>
                    <a:pt x="26910" y="1055"/>
                    <a:pt x="26853" y="338"/>
                    <a:pt x="25623" y="51"/>
                  </a:cubicBezTo>
                  <a:cubicBezTo>
                    <a:pt x="25442" y="14"/>
                    <a:pt x="25252" y="0"/>
                    <a:pt x="2505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7197738" y="767669"/>
              <a:ext cx="544888" cy="186781"/>
            </a:xfrm>
            <a:custGeom>
              <a:avLst/>
              <a:gdLst/>
              <a:ahLst/>
              <a:cxnLst/>
              <a:rect l="l" t="t" r="r" b="b"/>
              <a:pathLst>
                <a:path w="26938" h="9234" extrusionOk="0">
                  <a:moveTo>
                    <a:pt x="25070" y="717"/>
                  </a:moveTo>
                  <a:cubicBezTo>
                    <a:pt x="25223" y="717"/>
                    <a:pt x="25370" y="729"/>
                    <a:pt x="25506" y="760"/>
                  </a:cubicBezTo>
                  <a:cubicBezTo>
                    <a:pt x="26078" y="904"/>
                    <a:pt x="26193" y="1076"/>
                    <a:pt x="26193" y="1103"/>
                  </a:cubicBezTo>
                  <a:cubicBezTo>
                    <a:pt x="26193" y="1133"/>
                    <a:pt x="26108" y="1332"/>
                    <a:pt x="25593" y="1534"/>
                  </a:cubicBezTo>
                  <a:cubicBezTo>
                    <a:pt x="25135" y="1706"/>
                    <a:pt x="24647" y="1733"/>
                    <a:pt x="24104" y="1733"/>
                  </a:cubicBezTo>
                  <a:cubicBezTo>
                    <a:pt x="23674" y="1763"/>
                    <a:pt x="23245" y="1763"/>
                    <a:pt x="22845" y="1878"/>
                  </a:cubicBezTo>
                  <a:cubicBezTo>
                    <a:pt x="22272" y="1992"/>
                    <a:pt x="21757" y="2191"/>
                    <a:pt x="21269" y="2363"/>
                  </a:cubicBezTo>
                  <a:cubicBezTo>
                    <a:pt x="20811" y="2535"/>
                    <a:pt x="20383" y="2707"/>
                    <a:pt x="19952" y="2821"/>
                  </a:cubicBezTo>
                  <a:cubicBezTo>
                    <a:pt x="19265" y="2965"/>
                    <a:pt x="18578" y="3050"/>
                    <a:pt x="17921" y="3137"/>
                  </a:cubicBezTo>
                  <a:cubicBezTo>
                    <a:pt x="16517" y="3336"/>
                    <a:pt x="15086" y="3538"/>
                    <a:pt x="13654" y="4138"/>
                  </a:cubicBezTo>
                  <a:cubicBezTo>
                    <a:pt x="13196" y="4339"/>
                    <a:pt x="12738" y="4626"/>
                    <a:pt x="12310" y="4882"/>
                  </a:cubicBezTo>
                  <a:cubicBezTo>
                    <a:pt x="11737" y="5226"/>
                    <a:pt x="11222" y="5569"/>
                    <a:pt x="10707" y="5713"/>
                  </a:cubicBezTo>
                  <a:cubicBezTo>
                    <a:pt x="10602" y="5744"/>
                    <a:pt x="10463" y="5756"/>
                    <a:pt x="10303" y="5756"/>
                  </a:cubicBezTo>
                  <a:cubicBezTo>
                    <a:pt x="10023" y="5756"/>
                    <a:pt x="9677" y="5720"/>
                    <a:pt x="9333" y="5684"/>
                  </a:cubicBezTo>
                  <a:cubicBezTo>
                    <a:pt x="8934" y="5650"/>
                    <a:pt x="8514" y="5612"/>
                    <a:pt x="8111" y="5612"/>
                  </a:cubicBezTo>
                  <a:cubicBezTo>
                    <a:pt x="7501" y="5612"/>
                    <a:pt x="6934" y="5700"/>
                    <a:pt x="6555" y="6027"/>
                  </a:cubicBezTo>
                  <a:cubicBezTo>
                    <a:pt x="6298" y="6229"/>
                    <a:pt x="6154" y="6543"/>
                    <a:pt x="6097" y="6916"/>
                  </a:cubicBezTo>
                  <a:cubicBezTo>
                    <a:pt x="6097" y="7088"/>
                    <a:pt x="6211" y="7259"/>
                    <a:pt x="6383" y="7287"/>
                  </a:cubicBezTo>
                  <a:cubicBezTo>
                    <a:pt x="6585" y="7317"/>
                    <a:pt x="6841" y="7344"/>
                    <a:pt x="7100" y="7344"/>
                  </a:cubicBezTo>
                  <a:cubicBezTo>
                    <a:pt x="7386" y="7344"/>
                    <a:pt x="7959" y="7374"/>
                    <a:pt x="8043" y="7459"/>
                  </a:cubicBezTo>
                  <a:cubicBezTo>
                    <a:pt x="8043" y="7459"/>
                    <a:pt x="8073" y="7546"/>
                    <a:pt x="7872" y="7832"/>
                  </a:cubicBezTo>
                  <a:cubicBezTo>
                    <a:pt x="7615" y="8260"/>
                    <a:pt x="6555" y="8317"/>
                    <a:pt x="5840" y="8375"/>
                  </a:cubicBezTo>
                  <a:cubicBezTo>
                    <a:pt x="5524" y="8404"/>
                    <a:pt x="5238" y="8432"/>
                    <a:pt x="5039" y="8462"/>
                  </a:cubicBezTo>
                  <a:cubicBezTo>
                    <a:pt x="4846" y="8490"/>
                    <a:pt x="4671" y="8503"/>
                    <a:pt x="4508" y="8503"/>
                  </a:cubicBezTo>
                  <a:cubicBezTo>
                    <a:pt x="4014" y="8503"/>
                    <a:pt x="3622" y="8389"/>
                    <a:pt x="3149" y="8260"/>
                  </a:cubicBezTo>
                  <a:cubicBezTo>
                    <a:pt x="2806" y="8146"/>
                    <a:pt x="2405" y="8031"/>
                    <a:pt x="1947" y="7946"/>
                  </a:cubicBezTo>
                  <a:lnTo>
                    <a:pt x="1860" y="7946"/>
                  </a:lnTo>
                  <a:cubicBezTo>
                    <a:pt x="1489" y="7859"/>
                    <a:pt x="916" y="7775"/>
                    <a:pt x="829" y="7546"/>
                  </a:cubicBezTo>
                  <a:cubicBezTo>
                    <a:pt x="772" y="7459"/>
                    <a:pt x="829" y="7230"/>
                    <a:pt x="974" y="6973"/>
                  </a:cubicBezTo>
                  <a:cubicBezTo>
                    <a:pt x="1145" y="6657"/>
                    <a:pt x="1287" y="6543"/>
                    <a:pt x="1489" y="6543"/>
                  </a:cubicBezTo>
                  <a:cubicBezTo>
                    <a:pt x="1661" y="6543"/>
                    <a:pt x="1860" y="6657"/>
                    <a:pt x="2119" y="6801"/>
                  </a:cubicBezTo>
                  <a:lnTo>
                    <a:pt x="2719" y="7058"/>
                  </a:lnTo>
                  <a:cubicBezTo>
                    <a:pt x="3082" y="7190"/>
                    <a:pt x="3541" y="7322"/>
                    <a:pt x="3964" y="7322"/>
                  </a:cubicBezTo>
                  <a:cubicBezTo>
                    <a:pt x="4273" y="7322"/>
                    <a:pt x="4562" y="7251"/>
                    <a:pt x="4780" y="7058"/>
                  </a:cubicBezTo>
                  <a:cubicBezTo>
                    <a:pt x="5096" y="6801"/>
                    <a:pt x="5096" y="6485"/>
                    <a:pt x="5066" y="6314"/>
                  </a:cubicBezTo>
                  <a:cubicBezTo>
                    <a:pt x="5066" y="6172"/>
                    <a:pt x="5066" y="6142"/>
                    <a:pt x="5123" y="6057"/>
                  </a:cubicBezTo>
                  <a:cubicBezTo>
                    <a:pt x="5639" y="5283"/>
                    <a:pt x="6326" y="5226"/>
                    <a:pt x="7299" y="5168"/>
                  </a:cubicBezTo>
                  <a:cubicBezTo>
                    <a:pt x="7558" y="5168"/>
                    <a:pt x="7814" y="5141"/>
                    <a:pt x="8073" y="5111"/>
                  </a:cubicBezTo>
                  <a:cubicBezTo>
                    <a:pt x="8760" y="5054"/>
                    <a:pt x="10906" y="4339"/>
                    <a:pt x="11222" y="3279"/>
                  </a:cubicBezTo>
                  <a:cubicBezTo>
                    <a:pt x="11279" y="3050"/>
                    <a:pt x="11337" y="2565"/>
                    <a:pt x="10764" y="2107"/>
                  </a:cubicBezTo>
                  <a:cubicBezTo>
                    <a:pt x="10563" y="1935"/>
                    <a:pt x="10276" y="1905"/>
                    <a:pt x="9791" y="1820"/>
                  </a:cubicBezTo>
                  <a:cubicBezTo>
                    <a:pt x="9589" y="1791"/>
                    <a:pt x="9303" y="1763"/>
                    <a:pt x="9104" y="1706"/>
                  </a:cubicBezTo>
                  <a:cubicBezTo>
                    <a:pt x="9161" y="1649"/>
                    <a:pt x="9246" y="1591"/>
                    <a:pt x="9390" y="1534"/>
                  </a:cubicBezTo>
                  <a:cubicBezTo>
                    <a:pt x="9761" y="1332"/>
                    <a:pt x="10478" y="1332"/>
                    <a:pt x="11165" y="1332"/>
                  </a:cubicBezTo>
                  <a:cubicBezTo>
                    <a:pt x="11795" y="1332"/>
                    <a:pt x="12424" y="1332"/>
                    <a:pt x="12940" y="1190"/>
                  </a:cubicBezTo>
                  <a:cubicBezTo>
                    <a:pt x="13480" y="1050"/>
                    <a:pt x="14008" y="994"/>
                    <a:pt x="14534" y="994"/>
                  </a:cubicBezTo>
                  <a:cubicBezTo>
                    <a:pt x="15399" y="994"/>
                    <a:pt x="16256" y="1144"/>
                    <a:pt x="17147" y="1305"/>
                  </a:cubicBezTo>
                  <a:cubicBezTo>
                    <a:pt x="17490" y="1390"/>
                    <a:pt x="17864" y="1447"/>
                    <a:pt x="18207" y="1504"/>
                  </a:cubicBezTo>
                  <a:cubicBezTo>
                    <a:pt x="18585" y="1577"/>
                    <a:pt x="18947" y="1607"/>
                    <a:pt x="19296" y="1607"/>
                  </a:cubicBezTo>
                  <a:cubicBezTo>
                    <a:pt x="20190" y="1607"/>
                    <a:pt x="21002" y="1412"/>
                    <a:pt x="21784" y="1248"/>
                  </a:cubicBezTo>
                  <a:cubicBezTo>
                    <a:pt x="22329" y="1103"/>
                    <a:pt x="22902" y="989"/>
                    <a:pt x="23502" y="904"/>
                  </a:cubicBezTo>
                  <a:cubicBezTo>
                    <a:pt x="23589" y="904"/>
                    <a:pt x="23646" y="874"/>
                    <a:pt x="23703" y="847"/>
                  </a:cubicBezTo>
                  <a:cubicBezTo>
                    <a:pt x="23875" y="817"/>
                    <a:pt x="24047" y="817"/>
                    <a:pt x="24246" y="790"/>
                  </a:cubicBezTo>
                  <a:cubicBezTo>
                    <a:pt x="24520" y="753"/>
                    <a:pt x="24804" y="717"/>
                    <a:pt x="25070" y="717"/>
                  </a:cubicBezTo>
                  <a:close/>
                  <a:moveTo>
                    <a:pt x="25100" y="1"/>
                  </a:moveTo>
                  <a:cubicBezTo>
                    <a:pt x="24772" y="1"/>
                    <a:pt x="24450" y="37"/>
                    <a:pt x="24161" y="73"/>
                  </a:cubicBezTo>
                  <a:cubicBezTo>
                    <a:pt x="23903" y="103"/>
                    <a:pt x="23674" y="130"/>
                    <a:pt x="23474" y="130"/>
                  </a:cubicBezTo>
                  <a:cubicBezTo>
                    <a:pt x="23360" y="130"/>
                    <a:pt x="23273" y="160"/>
                    <a:pt x="23216" y="217"/>
                  </a:cubicBezTo>
                  <a:cubicBezTo>
                    <a:pt x="22643" y="302"/>
                    <a:pt x="22128" y="416"/>
                    <a:pt x="21642" y="531"/>
                  </a:cubicBezTo>
                  <a:cubicBezTo>
                    <a:pt x="20869" y="715"/>
                    <a:pt x="20124" y="884"/>
                    <a:pt x="19327" y="884"/>
                  </a:cubicBezTo>
                  <a:cubicBezTo>
                    <a:pt x="19002" y="884"/>
                    <a:pt x="18669" y="856"/>
                    <a:pt x="18322" y="790"/>
                  </a:cubicBezTo>
                  <a:cubicBezTo>
                    <a:pt x="17978" y="732"/>
                    <a:pt x="17634" y="675"/>
                    <a:pt x="17291" y="588"/>
                  </a:cubicBezTo>
                  <a:cubicBezTo>
                    <a:pt x="16361" y="431"/>
                    <a:pt x="15464" y="273"/>
                    <a:pt x="14540" y="273"/>
                  </a:cubicBezTo>
                  <a:cubicBezTo>
                    <a:pt x="13955" y="273"/>
                    <a:pt x="13360" y="337"/>
                    <a:pt x="12738" y="503"/>
                  </a:cubicBezTo>
                  <a:cubicBezTo>
                    <a:pt x="12337" y="618"/>
                    <a:pt x="11737" y="618"/>
                    <a:pt x="11165" y="618"/>
                  </a:cubicBezTo>
                  <a:cubicBezTo>
                    <a:pt x="10334" y="618"/>
                    <a:pt x="9589" y="618"/>
                    <a:pt x="9046" y="904"/>
                  </a:cubicBezTo>
                  <a:cubicBezTo>
                    <a:pt x="8588" y="1133"/>
                    <a:pt x="8158" y="1447"/>
                    <a:pt x="8245" y="1848"/>
                  </a:cubicBezTo>
                  <a:cubicBezTo>
                    <a:pt x="8330" y="2336"/>
                    <a:pt x="8959" y="2420"/>
                    <a:pt x="9676" y="2535"/>
                  </a:cubicBezTo>
                  <a:cubicBezTo>
                    <a:pt x="9905" y="2565"/>
                    <a:pt x="10219" y="2622"/>
                    <a:pt x="10276" y="2649"/>
                  </a:cubicBezTo>
                  <a:cubicBezTo>
                    <a:pt x="10592" y="2878"/>
                    <a:pt x="10535" y="3023"/>
                    <a:pt x="10505" y="3080"/>
                  </a:cubicBezTo>
                  <a:cubicBezTo>
                    <a:pt x="10334" y="3680"/>
                    <a:pt x="8616" y="4339"/>
                    <a:pt x="8016" y="4397"/>
                  </a:cubicBezTo>
                  <a:cubicBezTo>
                    <a:pt x="7757" y="4424"/>
                    <a:pt x="7501" y="4454"/>
                    <a:pt x="7242" y="4454"/>
                  </a:cubicBezTo>
                  <a:cubicBezTo>
                    <a:pt x="6269" y="4511"/>
                    <a:pt x="5238" y="4568"/>
                    <a:pt x="4551" y="5626"/>
                  </a:cubicBezTo>
                  <a:cubicBezTo>
                    <a:pt x="4322" y="5913"/>
                    <a:pt x="4352" y="6172"/>
                    <a:pt x="4352" y="6343"/>
                  </a:cubicBezTo>
                  <a:cubicBezTo>
                    <a:pt x="4352" y="6485"/>
                    <a:pt x="4352" y="6485"/>
                    <a:pt x="4322" y="6515"/>
                  </a:cubicBezTo>
                  <a:cubicBezTo>
                    <a:pt x="4281" y="6556"/>
                    <a:pt x="4193" y="6604"/>
                    <a:pt x="4001" y="6604"/>
                  </a:cubicBezTo>
                  <a:cubicBezTo>
                    <a:pt x="3794" y="6604"/>
                    <a:pt x="3467" y="6549"/>
                    <a:pt x="2948" y="6371"/>
                  </a:cubicBezTo>
                  <a:cubicBezTo>
                    <a:pt x="2806" y="6314"/>
                    <a:pt x="2634" y="6229"/>
                    <a:pt x="2462" y="6142"/>
                  </a:cubicBezTo>
                  <a:cubicBezTo>
                    <a:pt x="2179" y="6000"/>
                    <a:pt x="1826" y="5824"/>
                    <a:pt x="1458" y="5824"/>
                  </a:cubicBezTo>
                  <a:cubicBezTo>
                    <a:pt x="1082" y="5824"/>
                    <a:pt x="691" y="6007"/>
                    <a:pt x="344" y="6600"/>
                  </a:cubicBezTo>
                  <a:cubicBezTo>
                    <a:pt x="58" y="7115"/>
                    <a:pt x="0" y="7516"/>
                    <a:pt x="172" y="7859"/>
                  </a:cubicBezTo>
                  <a:cubicBezTo>
                    <a:pt x="429" y="8432"/>
                    <a:pt x="1145" y="8546"/>
                    <a:pt x="1746" y="8661"/>
                  </a:cubicBezTo>
                  <a:lnTo>
                    <a:pt x="1833" y="8661"/>
                  </a:lnTo>
                  <a:cubicBezTo>
                    <a:pt x="2261" y="8748"/>
                    <a:pt x="2604" y="8833"/>
                    <a:pt x="2948" y="8947"/>
                  </a:cubicBezTo>
                  <a:cubicBezTo>
                    <a:pt x="3436" y="9091"/>
                    <a:pt x="3894" y="9233"/>
                    <a:pt x="4494" y="9233"/>
                  </a:cubicBezTo>
                  <a:cubicBezTo>
                    <a:pt x="4695" y="9233"/>
                    <a:pt x="4924" y="9206"/>
                    <a:pt x="5181" y="9176"/>
                  </a:cubicBezTo>
                  <a:cubicBezTo>
                    <a:pt x="5352" y="9149"/>
                    <a:pt x="5611" y="9119"/>
                    <a:pt x="5898" y="9091"/>
                  </a:cubicBezTo>
                  <a:cubicBezTo>
                    <a:pt x="6841" y="9034"/>
                    <a:pt x="8043" y="8947"/>
                    <a:pt x="8474" y="8233"/>
                  </a:cubicBezTo>
                  <a:cubicBezTo>
                    <a:pt x="8588" y="8061"/>
                    <a:pt x="8932" y="7573"/>
                    <a:pt x="8703" y="7145"/>
                  </a:cubicBezTo>
                  <a:cubicBezTo>
                    <a:pt x="8444" y="6657"/>
                    <a:pt x="7757" y="6630"/>
                    <a:pt x="7127" y="6630"/>
                  </a:cubicBezTo>
                  <a:cubicBezTo>
                    <a:pt x="7070" y="6630"/>
                    <a:pt x="7013" y="6630"/>
                    <a:pt x="6985" y="6600"/>
                  </a:cubicBezTo>
                  <a:cubicBezTo>
                    <a:pt x="6985" y="6600"/>
                    <a:pt x="7013" y="6600"/>
                    <a:pt x="7013" y="6572"/>
                  </a:cubicBezTo>
                  <a:cubicBezTo>
                    <a:pt x="7228" y="6403"/>
                    <a:pt x="7625" y="6349"/>
                    <a:pt x="8075" y="6349"/>
                  </a:cubicBezTo>
                  <a:cubicBezTo>
                    <a:pt x="8463" y="6349"/>
                    <a:pt x="8891" y="6389"/>
                    <a:pt x="9275" y="6428"/>
                  </a:cubicBezTo>
                  <a:cubicBezTo>
                    <a:pt x="9606" y="6457"/>
                    <a:pt x="9916" y="6479"/>
                    <a:pt x="10189" y="6479"/>
                  </a:cubicBezTo>
                  <a:cubicBezTo>
                    <a:pt x="10459" y="6479"/>
                    <a:pt x="10693" y="6457"/>
                    <a:pt x="10879" y="6401"/>
                  </a:cubicBezTo>
                  <a:cubicBezTo>
                    <a:pt x="11508" y="6229"/>
                    <a:pt x="12108" y="5855"/>
                    <a:pt x="12681" y="5512"/>
                  </a:cubicBezTo>
                  <a:cubicBezTo>
                    <a:pt x="13111" y="5255"/>
                    <a:pt x="13540" y="4969"/>
                    <a:pt x="13940" y="4797"/>
                  </a:cubicBezTo>
                  <a:cubicBezTo>
                    <a:pt x="15287" y="4252"/>
                    <a:pt x="16604" y="4053"/>
                    <a:pt x="18005" y="3852"/>
                  </a:cubicBezTo>
                  <a:cubicBezTo>
                    <a:pt x="18693" y="3767"/>
                    <a:pt x="19409" y="3680"/>
                    <a:pt x="20124" y="3508"/>
                  </a:cubicBezTo>
                  <a:cubicBezTo>
                    <a:pt x="20612" y="3423"/>
                    <a:pt x="21070" y="3222"/>
                    <a:pt x="21528" y="3050"/>
                  </a:cubicBezTo>
                  <a:cubicBezTo>
                    <a:pt x="22013" y="2878"/>
                    <a:pt x="22501" y="2679"/>
                    <a:pt x="23016" y="2565"/>
                  </a:cubicBezTo>
                  <a:cubicBezTo>
                    <a:pt x="23360" y="2478"/>
                    <a:pt x="23731" y="2478"/>
                    <a:pt x="24132" y="2478"/>
                  </a:cubicBezTo>
                  <a:cubicBezTo>
                    <a:pt x="24704" y="2450"/>
                    <a:pt x="25306" y="2420"/>
                    <a:pt x="25849" y="2191"/>
                  </a:cubicBezTo>
                  <a:cubicBezTo>
                    <a:pt x="26823" y="1848"/>
                    <a:pt x="26937" y="1332"/>
                    <a:pt x="26910" y="1076"/>
                  </a:cubicBezTo>
                  <a:cubicBezTo>
                    <a:pt x="26910" y="790"/>
                    <a:pt x="26708" y="302"/>
                    <a:pt x="25677" y="45"/>
                  </a:cubicBezTo>
                  <a:cubicBezTo>
                    <a:pt x="25487" y="13"/>
                    <a:pt x="25292" y="1"/>
                    <a:pt x="2510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7152566" y="960252"/>
              <a:ext cx="379872" cy="269471"/>
            </a:xfrm>
            <a:custGeom>
              <a:avLst/>
              <a:gdLst/>
              <a:ahLst/>
              <a:cxnLst/>
              <a:rect l="l" t="t" r="r" b="b"/>
              <a:pathLst>
                <a:path w="18780" h="13322" extrusionOk="0">
                  <a:moveTo>
                    <a:pt x="2986" y="1"/>
                  </a:moveTo>
                  <a:cubicBezTo>
                    <a:pt x="2474" y="1"/>
                    <a:pt x="2065" y="366"/>
                    <a:pt x="1718" y="687"/>
                  </a:cubicBezTo>
                  <a:cubicBezTo>
                    <a:pt x="1088" y="1117"/>
                    <a:pt x="1" y="2061"/>
                    <a:pt x="1" y="2920"/>
                  </a:cubicBezTo>
                  <a:cubicBezTo>
                    <a:pt x="28" y="3690"/>
                    <a:pt x="518" y="3905"/>
                    <a:pt x="1127" y="3905"/>
                  </a:cubicBezTo>
                  <a:cubicBezTo>
                    <a:pt x="1787" y="3905"/>
                    <a:pt x="2586" y="3653"/>
                    <a:pt x="3092" y="3579"/>
                  </a:cubicBezTo>
                  <a:cubicBezTo>
                    <a:pt x="3765" y="3476"/>
                    <a:pt x="4584" y="3360"/>
                    <a:pt x="5401" y="3360"/>
                  </a:cubicBezTo>
                  <a:cubicBezTo>
                    <a:pt x="6391" y="3360"/>
                    <a:pt x="7379" y="3530"/>
                    <a:pt x="8101" y="4094"/>
                  </a:cubicBezTo>
                  <a:cubicBezTo>
                    <a:pt x="8845" y="4667"/>
                    <a:pt x="9791" y="5526"/>
                    <a:pt x="9532" y="6614"/>
                  </a:cubicBezTo>
                  <a:cubicBezTo>
                    <a:pt x="9390" y="7129"/>
                    <a:pt x="8444" y="8874"/>
                    <a:pt x="8016" y="9075"/>
                  </a:cubicBezTo>
                  <a:cubicBezTo>
                    <a:pt x="7810" y="9173"/>
                    <a:pt x="7584" y="9210"/>
                    <a:pt x="7345" y="9210"/>
                  </a:cubicBezTo>
                  <a:cubicBezTo>
                    <a:pt x="6593" y="9210"/>
                    <a:pt x="5717" y="8842"/>
                    <a:pt x="4975" y="8842"/>
                  </a:cubicBezTo>
                  <a:cubicBezTo>
                    <a:pt x="4708" y="8842"/>
                    <a:pt x="4458" y="8889"/>
                    <a:pt x="4237" y="9018"/>
                  </a:cubicBezTo>
                  <a:cubicBezTo>
                    <a:pt x="2749" y="9877"/>
                    <a:pt x="5153" y="10248"/>
                    <a:pt x="5840" y="10248"/>
                  </a:cubicBezTo>
                  <a:cubicBezTo>
                    <a:pt x="7414" y="10305"/>
                    <a:pt x="7872" y="10534"/>
                    <a:pt x="8646" y="11908"/>
                  </a:cubicBezTo>
                  <a:cubicBezTo>
                    <a:pt x="8989" y="12625"/>
                    <a:pt x="8845" y="12911"/>
                    <a:pt x="9791" y="13198"/>
                  </a:cubicBezTo>
                  <a:cubicBezTo>
                    <a:pt x="9963" y="13249"/>
                    <a:pt x="10331" y="13321"/>
                    <a:pt x="10641" y="13321"/>
                  </a:cubicBezTo>
                  <a:cubicBezTo>
                    <a:pt x="10847" y="13321"/>
                    <a:pt x="11027" y="13289"/>
                    <a:pt x="11108" y="13198"/>
                  </a:cubicBezTo>
                  <a:cubicBezTo>
                    <a:pt x="11786" y="12623"/>
                    <a:pt x="10203" y="11002"/>
                    <a:pt x="11374" y="11002"/>
                  </a:cubicBezTo>
                  <a:cubicBezTo>
                    <a:pt x="11487" y="11002"/>
                    <a:pt x="11626" y="11017"/>
                    <a:pt x="11795" y="11050"/>
                  </a:cubicBezTo>
                  <a:cubicBezTo>
                    <a:pt x="12406" y="11092"/>
                    <a:pt x="12895" y="11820"/>
                    <a:pt x="13499" y="11820"/>
                  </a:cubicBezTo>
                  <a:cubicBezTo>
                    <a:pt x="13714" y="11820"/>
                    <a:pt x="13944" y="11728"/>
                    <a:pt x="14199" y="11480"/>
                  </a:cubicBezTo>
                  <a:cubicBezTo>
                    <a:pt x="15631" y="10163"/>
                    <a:pt x="13025" y="9446"/>
                    <a:pt x="13226" y="8359"/>
                  </a:cubicBezTo>
                  <a:cubicBezTo>
                    <a:pt x="13327" y="7874"/>
                    <a:pt x="13638" y="7703"/>
                    <a:pt x="14015" y="7703"/>
                  </a:cubicBezTo>
                  <a:cubicBezTo>
                    <a:pt x="14708" y="7703"/>
                    <a:pt x="15628" y="8281"/>
                    <a:pt x="15887" y="8560"/>
                  </a:cubicBezTo>
                  <a:cubicBezTo>
                    <a:pt x="16294" y="8948"/>
                    <a:pt x="16438" y="9288"/>
                    <a:pt x="16766" y="9288"/>
                  </a:cubicBezTo>
                  <a:cubicBezTo>
                    <a:pt x="16946" y="9288"/>
                    <a:pt x="17182" y="9185"/>
                    <a:pt x="17548" y="8931"/>
                  </a:cubicBezTo>
                  <a:cubicBezTo>
                    <a:pt x="18093" y="8560"/>
                    <a:pt x="18780" y="7557"/>
                    <a:pt x="18635" y="6756"/>
                  </a:cubicBezTo>
                  <a:cubicBezTo>
                    <a:pt x="18379" y="5668"/>
                    <a:pt x="17463" y="5897"/>
                    <a:pt x="16719" y="5668"/>
                  </a:cubicBezTo>
                  <a:cubicBezTo>
                    <a:pt x="14257" y="5095"/>
                    <a:pt x="17147" y="3636"/>
                    <a:pt x="15429" y="2205"/>
                  </a:cubicBezTo>
                  <a:cubicBezTo>
                    <a:pt x="15030" y="1888"/>
                    <a:pt x="13326" y="1370"/>
                    <a:pt x="12317" y="1370"/>
                  </a:cubicBezTo>
                  <a:cubicBezTo>
                    <a:pt x="11956" y="1370"/>
                    <a:pt x="11684" y="1437"/>
                    <a:pt x="11593" y="1603"/>
                  </a:cubicBezTo>
                  <a:lnTo>
                    <a:pt x="11508" y="1603"/>
                  </a:lnTo>
                  <a:cubicBezTo>
                    <a:pt x="11012" y="1603"/>
                    <a:pt x="10389" y="1705"/>
                    <a:pt x="9825" y="1705"/>
                  </a:cubicBezTo>
                  <a:cubicBezTo>
                    <a:pt x="9543" y="1705"/>
                    <a:pt x="9276" y="1679"/>
                    <a:pt x="9047" y="1603"/>
                  </a:cubicBezTo>
                  <a:cubicBezTo>
                    <a:pt x="8444" y="1461"/>
                    <a:pt x="8215" y="973"/>
                    <a:pt x="7757" y="687"/>
                  </a:cubicBezTo>
                  <a:cubicBezTo>
                    <a:pt x="7381" y="455"/>
                    <a:pt x="7060" y="355"/>
                    <a:pt x="6752" y="355"/>
                  </a:cubicBezTo>
                  <a:cubicBezTo>
                    <a:pt x="6264" y="355"/>
                    <a:pt x="5807" y="605"/>
                    <a:pt x="5211" y="973"/>
                  </a:cubicBezTo>
                  <a:cubicBezTo>
                    <a:pt x="4936" y="1166"/>
                    <a:pt x="4371" y="1778"/>
                    <a:pt x="3972" y="1778"/>
                  </a:cubicBezTo>
                  <a:cubicBezTo>
                    <a:pt x="3955" y="1778"/>
                    <a:pt x="3938" y="1777"/>
                    <a:pt x="3921" y="1775"/>
                  </a:cubicBezTo>
                  <a:cubicBezTo>
                    <a:pt x="3149" y="1546"/>
                    <a:pt x="3921" y="1175"/>
                    <a:pt x="3837" y="744"/>
                  </a:cubicBezTo>
                  <a:cubicBezTo>
                    <a:pt x="3635" y="171"/>
                    <a:pt x="3979" y="171"/>
                    <a:pt x="3234" y="29"/>
                  </a:cubicBezTo>
                  <a:cubicBezTo>
                    <a:pt x="3149" y="10"/>
                    <a:pt x="3066" y="1"/>
                    <a:pt x="2986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7145021" y="952606"/>
              <a:ext cx="395529" cy="284439"/>
            </a:xfrm>
            <a:custGeom>
              <a:avLst/>
              <a:gdLst/>
              <a:ahLst/>
              <a:cxnLst/>
              <a:rect l="l" t="t" r="r" b="b"/>
              <a:pathLst>
                <a:path w="19554" h="14062" extrusionOk="0">
                  <a:moveTo>
                    <a:pt x="3368" y="734"/>
                  </a:moveTo>
                  <a:cubicBezTo>
                    <a:pt x="3418" y="734"/>
                    <a:pt x="3470" y="740"/>
                    <a:pt x="3522" y="751"/>
                  </a:cubicBezTo>
                  <a:cubicBezTo>
                    <a:pt x="3637" y="778"/>
                    <a:pt x="3722" y="808"/>
                    <a:pt x="3779" y="808"/>
                  </a:cubicBezTo>
                  <a:cubicBezTo>
                    <a:pt x="3779" y="893"/>
                    <a:pt x="3809" y="1037"/>
                    <a:pt x="3866" y="1209"/>
                  </a:cubicBezTo>
                  <a:cubicBezTo>
                    <a:pt x="3836" y="1236"/>
                    <a:pt x="3779" y="1351"/>
                    <a:pt x="3751" y="1408"/>
                  </a:cubicBezTo>
                  <a:cubicBezTo>
                    <a:pt x="3664" y="1580"/>
                    <a:pt x="3522" y="1809"/>
                    <a:pt x="3607" y="2068"/>
                  </a:cubicBezTo>
                  <a:cubicBezTo>
                    <a:pt x="3722" y="2324"/>
                    <a:pt x="3980" y="2439"/>
                    <a:pt x="4210" y="2496"/>
                  </a:cubicBezTo>
                  <a:cubicBezTo>
                    <a:pt x="4253" y="2503"/>
                    <a:pt x="4296" y="2507"/>
                    <a:pt x="4339" y="2507"/>
                  </a:cubicBezTo>
                  <a:cubicBezTo>
                    <a:pt x="4811" y="2507"/>
                    <a:pt x="5274" y="2096"/>
                    <a:pt x="5641" y="1782"/>
                  </a:cubicBezTo>
                  <a:cubicBezTo>
                    <a:pt x="5698" y="1724"/>
                    <a:pt x="5755" y="1667"/>
                    <a:pt x="5783" y="1667"/>
                  </a:cubicBezTo>
                  <a:cubicBezTo>
                    <a:pt x="6362" y="1298"/>
                    <a:pt x="6747" y="1091"/>
                    <a:pt x="7137" y="1091"/>
                  </a:cubicBezTo>
                  <a:cubicBezTo>
                    <a:pt x="7383" y="1091"/>
                    <a:pt x="7631" y="1174"/>
                    <a:pt x="7931" y="1351"/>
                  </a:cubicBezTo>
                  <a:cubicBezTo>
                    <a:pt x="8073" y="1466"/>
                    <a:pt x="8217" y="1580"/>
                    <a:pt x="8332" y="1724"/>
                  </a:cubicBezTo>
                  <a:cubicBezTo>
                    <a:pt x="8588" y="1953"/>
                    <a:pt x="8847" y="2240"/>
                    <a:pt x="9305" y="2354"/>
                  </a:cubicBezTo>
                  <a:cubicBezTo>
                    <a:pt x="9597" y="2431"/>
                    <a:pt x="9923" y="2458"/>
                    <a:pt x="10256" y="2458"/>
                  </a:cubicBezTo>
                  <a:cubicBezTo>
                    <a:pt x="10541" y="2458"/>
                    <a:pt x="10830" y="2438"/>
                    <a:pt x="11107" y="2411"/>
                  </a:cubicBezTo>
                  <a:cubicBezTo>
                    <a:pt x="11394" y="2382"/>
                    <a:pt x="11652" y="2354"/>
                    <a:pt x="11852" y="2354"/>
                  </a:cubicBezTo>
                  <a:cubicBezTo>
                    <a:pt x="11888" y="2366"/>
                    <a:pt x="11925" y="2372"/>
                    <a:pt x="11960" y="2372"/>
                  </a:cubicBezTo>
                  <a:cubicBezTo>
                    <a:pt x="12091" y="2372"/>
                    <a:pt x="12207" y="2294"/>
                    <a:pt x="12252" y="2182"/>
                  </a:cubicBezTo>
                  <a:cubicBezTo>
                    <a:pt x="12315" y="2137"/>
                    <a:pt x="12460" y="2116"/>
                    <a:pt x="12656" y="2116"/>
                  </a:cubicBezTo>
                  <a:cubicBezTo>
                    <a:pt x="13444" y="2116"/>
                    <a:pt x="15069" y="2451"/>
                    <a:pt x="15573" y="2840"/>
                  </a:cubicBezTo>
                  <a:cubicBezTo>
                    <a:pt x="16175" y="3385"/>
                    <a:pt x="16031" y="3843"/>
                    <a:pt x="15859" y="4443"/>
                  </a:cubicBezTo>
                  <a:cubicBezTo>
                    <a:pt x="15717" y="4843"/>
                    <a:pt x="15573" y="5274"/>
                    <a:pt x="15802" y="5702"/>
                  </a:cubicBezTo>
                  <a:cubicBezTo>
                    <a:pt x="16004" y="6018"/>
                    <a:pt x="16375" y="6247"/>
                    <a:pt x="17005" y="6389"/>
                  </a:cubicBezTo>
                  <a:cubicBezTo>
                    <a:pt x="17206" y="6476"/>
                    <a:pt x="17405" y="6504"/>
                    <a:pt x="17607" y="6534"/>
                  </a:cubicBezTo>
                  <a:cubicBezTo>
                    <a:pt x="18237" y="6618"/>
                    <a:pt x="18523" y="6676"/>
                    <a:pt x="18665" y="7191"/>
                  </a:cubicBezTo>
                  <a:cubicBezTo>
                    <a:pt x="18752" y="7821"/>
                    <a:pt x="18179" y="8709"/>
                    <a:pt x="17721" y="9023"/>
                  </a:cubicBezTo>
                  <a:cubicBezTo>
                    <a:pt x="17443" y="9213"/>
                    <a:pt x="17300" y="9307"/>
                    <a:pt x="17188" y="9307"/>
                  </a:cubicBezTo>
                  <a:cubicBezTo>
                    <a:pt x="17081" y="9307"/>
                    <a:pt x="17003" y="9221"/>
                    <a:pt x="16863" y="9053"/>
                  </a:cubicBezTo>
                  <a:cubicBezTo>
                    <a:pt x="16776" y="8938"/>
                    <a:pt x="16661" y="8824"/>
                    <a:pt x="16546" y="8709"/>
                  </a:cubicBezTo>
                  <a:cubicBezTo>
                    <a:pt x="16248" y="8384"/>
                    <a:pt x="15212" y="7715"/>
                    <a:pt x="14365" y="7715"/>
                  </a:cubicBezTo>
                  <a:cubicBezTo>
                    <a:pt x="14238" y="7715"/>
                    <a:pt x="14115" y="7730"/>
                    <a:pt x="14000" y="7763"/>
                  </a:cubicBezTo>
                  <a:cubicBezTo>
                    <a:pt x="13599" y="7878"/>
                    <a:pt x="13340" y="8194"/>
                    <a:pt x="13256" y="8679"/>
                  </a:cubicBezTo>
                  <a:cubicBezTo>
                    <a:pt x="13111" y="9309"/>
                    <a:pt x="13599" y="9767"/>
                    <a:pt x="14027" y="10198"/>
                  </a:cubicBezTo>
                  <a:cubicBezTo>
                    <a:pt x="14343" y="10512"/>
                    <a:pt x="14630" y="10828"/>
                    <a:pt x="14630" y="11084"/>
                  </a:cubicBezTo>
                  <a:cubicBezTo>
                    <a:pt x="14630" y="11228"/>
                    <a:pt x="14515" y="11400"/>
                    <a:pt x="14314" y="11599"/>
                  </a:cubicBezTo>
                  <a:cubicBezTo>
                    <a:pt x="14140" y="11761"/>
                    <a:pt x="13999" y="11831"/>
                    <a:pt x="13856" y="11831"/>
                  </a:cubicBezTo>
                  <a:cubicBezTo>
                    <a:pt x="13667" y="11831"/>
                    <a:pt x="13474" y="11710"/>
                    <a:pt x="13198" y="11515"/>
                  </a:cubicBezTo>
                  <a:cubicBezTo>
                    <a:pt x="12912" y="11313"/>
                    <a:pt x="12569" y="11084"/>
                    <a:pt x="12225" y="11057"/>
                  </a:cubicBezTo>
                  <a:cubicBezTo>
                    <a:pt x="12082" y="11023"/>
                    <a:pt x="11922" y="10999"/>
                    <a:pt x="11764" y="10999"/>
                  </a:cubicBezTo>
                  <a:cubicBezTo>
                    <a:pt x="11509" y="10999"/>
                    <a:pt x="11256" y="11062"/>
                    <a:pt x="11080" y="11256"/>
                  </a:cubicBezTo>
                  <a:cubicBezTo>
                    <a:pt x="10821" y="11572"/>
                    <a:pt x="10965" y="12030"/>
                    <a:pt x="11107" y="12488"/>
                  </a:cubicBezTo>
                  <a:cubicBezTo>
                    <a:pt x="11222" y="12774"/>
                    <a:pt x="11366" y="13202"/>
                    <a:pt x="11252" y="13317"/>
                  </a:cubicBezTo>
                  <a:cubicBezTo>
                    <a:pt x="11213" y="13336"/>
                    <a:pt x="11129" y="13346"/>
                    <a:pt x="11022" y="13346"/>
                  </a:cubicBezTo>
                  <a:cubicBezTo>
                    <a:pt x="10810" y="13346"/>
                    <a:pt x="10506" y="13308"/>
                    <a:pt x="10278" y="13232"/>
                  </a:cubicBezTo>
                  <a:cubicBezTo>
                    <a:pt x="9706" y="13060"/>
                    <a:pt x="9676" y="12973"/>
                    <a:pt x="9534" y="12573"/>
                  </a:cubicBezTo>
                  <a:cubicBezTo>
                    <a:pt x="9477" y="12458"/>
                    <a:pt x="9420" y="12316"/>
                    <a:pt x="9333" y="12115"/>
                  </a:cubicBezTo>
                  <a:cubicBezTo>
                    <a:pt x="8504" y="10599"/>
                    <a:pt x="7874" y="10340"/>
                    <a:pt x="6213" y="10255"/>
                  </a:cubicBezTo>
                  <a:cubicBezTo>
                    <a:pt x="5668" y="10255"/>
                    <a:pt x="4782" y="10083"/>
                    <a:pt x="4523" y="9912"/>
                  </a:cubicBezTo>
                  <a:cubicBezTo>
                    <a:pt x="4581" y="9854"/>
                    <a:pt x="4638" y="9797"/>
                    <a:pt x="4810" y="9710"/>
                  </a:cubicBezTo>
                  <a:cubicBezTo>
                    <a:pt x="4961" y="9623"/>
                    <a:pt x="5142" y="9590"/>
                    <a:pt x="5343" y="9590"/>
                  </a:cubicBezTo>
                  <a:cubicBezTo>
                    <a:pt x="5671" y="9590"/>
                    <a:pt x="6051" y="9679"/>
                    <a:pt x="6442" y="9767"/>
                  </a:cubicBezTo>
                  <a:cubicBezTo>
                    <a:pt x="6861" y="9852"/>
                    <a:pt x="7289" y="9945"/>
                    <a:pt x="7704" y="9945"/>
                  </a:cubicBezTo>
                  <a:cubicBezTo>
                    <a:pt x="7999" y="9945"/>
                    <a:pt x="8287" y="9898"/>
                    <a:pt x="8561" y="9767"/>
                  </a:cubicBezTo>
                  <a:cubicBezTo>
                    <a:pt x="9133" y="9481"/>
                    <a:pt x="10134" y="7564"/>
                    <a:pt x="10249" y="7076"/>
                  </a:cubicBezTo>
                  <a:cubicBezTo>
                    <a:pt x="10622" y="5645"/>
                    <a:pt x="9218" y="4587"/>
                    <a:pt x="8675" y="4186"/>
                  </a:cubicBezTo>
                  <a:cubicBezTo>
                    <a:pt x="7886" y="3555"/>
                    <a:pt x="6801" y="3376"/>
                    <a:pt x="5747" y="3376"/>
                  </a:cubicBezTo>
                  <a:cubicBezTo>
                    <a:pt x="4888" y="3376"/>
                    <a:pt x="4050" y="3494"/>
                    <a:pt x="3408" y="3584"/>
                  </a:cubicBezTo>
                  <a:cubicBezTo>
                    <a:pt x="3236" y="3614"/>
                    <a:pt x="3035" y="3671"/>
                    <a:pt x="2806" y="3728"/>
                  </a:cubicBezTo>
                  <a:cubicBezTo>
                    <a:pt x="2412" y="3817"/>
                    <a:pt x="1917" y="3917"/>
                    <a:pt x="1518" y="3917"/>
                  </a:cubicBezTo>
                  <a:cubicBezTo>
                    <a:pt x="1279" y="3917"/>
                    <a:pt x="1075" y="3881"/>
                    <a:pt x="946" y="3785"/>
                  </a:cubicBezTo>
                  <a:cubicBezTo>
                    <a:pt x="889" y="3756"/>
                    <a:pt x="745" y="3641"/>
                    <a:pt x="745" y="3298"/>
                  </a:cubicBezTo>
                  <a:cubicBezTo>
                    <a:pt x="745" y="2668"/>
                    <a:pt x="1576" y="1866"/>
                    <a:pt x="2290" y="1351"/>
                  </a:cubicBezTo>
                  <a:cubicBezTo>
                    <a:pt x="2320" y="1351"/>
                    <a:pt x="2348" y="1324"/>
                    <a:pt x="2348" y="1294"/>
                  </a:cubicBezTo>
                  <a:cubicBezTo>
                    <a:pt x="2745" y="972"/>
                    <a:pt x="3036" y="734"/>
                    <a:pt x="3368" y="734"/>
                  </a:cubicBezTo>
                  <a:close/>
                  <a:moveTo>
                    <a:pt x="3379" y="0"/>
                  </a:moveTo>
                  <a:cubicBezTo>
                    <a:pt x="2739" y="0"/>
                    <a:pt x="2262" y="429"/>
                    <a:pt x="1890" y="751"/>
                  </a:cubicBezTo>
                  <a:cubicBezTo>
                    <a:pt x="1317" y="1152"/>
                    <a:pt x="0" y="2182"/>
                    <a:pt x="0" y="3327"/>
                  </a:cubicBezTo>
                  <a:cubicBezTo>
                    <a:pt x="30" y="3785"/>
                    <a:pt x="202" y="4129"/>
                    <a:pt x="488" y="4358"/>
                  </a:cubicBezTo>
                  <a:cubicBezTo>
                    <a:pt x="766" y="4572"/>
                    <a:pt x="1122" y="4647"/>
                    <a:pt x="1501" y="4647"/>
                  </a:cubicBezTo>
                  <a:cubicBezTo>
                    <a:pt x="1982" y="4647"/>
                    <a:pt x="2502" y="4527"/>
                    <a:pt x="2950" y="4415"/>
                  </a:cubicBezTo>
                  <a:cubicBezTo>
                    <a:pt x="3179" y="4385"/>
                    <a:pt x="3351" y="4328"/>
                    <a:pt x="3522" y="4301"/>
                  </a:cubicBezTo>
                  <a:cubicBezTo>
                    <a:pt x="4137" y="4221"/>
                    <a:pt x="4939" y="4109"/>
                    <a:pt x="5745" y="4109"/>
                  </a:cubicBezTo>
                  <a:cubicBezTo>
                    <a:pt x="6665" y="4109"/>
                    <a:pt x="7589" y="4254"/>
                    <a:pt x="8245" y="4759"/>
                  </a:cubicBezTo>
                  <a:cubicBezTo>
                    <a:pt x="8962" y="5301"/>
                    <a:pt x="9763" y="6046"/>
                    <a:pt x="9562" y="6905"/>
                  </a:cubicBezTo>
                  <a:cubicBezTo>
                    <a:pt x="9420" y="7392"/>
                    <a:pt x="8504" y="8966"/>
                    <a:pt x="8245" y="9137"/>
                  </a:cubicBezTo>
                  <a:cubicBezTo>
                    <a:pt x="8093" y="9209"/>
                    <a:pt x="7919" y="9237"/>
                    <a:pt x="7731" y="9237"/>
                  </a:cubicBezTo>
                  <a:cubicBezTo>
                    <a:pt x="7389" y="9237"/>
                    <a:pt x="7001" y="9144"/>
                    <a:pt x="6614" y="9053"/>
                  </a:cubicBezTo>
                  <a:cubicBezTo>
                    <a:pt x="6195" y="8956"/>
                    <a:pt x="5767" y="8859"/>
                    <a:pt x="5356" y="8859"/>
                  </a:cubicBezTo>
                  <a:cubicBezTo>
                    <a:pt x="5036" y="8859"/>
                    <a:pt x="4726" y="8918"/>
                    <a:pt x="4439" y="9080"/>
                  </a:cubicBezTo>
                  <a:cubicBezTo>
                    <a:pt x="3923" y="9366"/>
                    <a:pt x="3694" y="9710"/>
                    <a:pt x="3779" y="10053"/>
                  </a:cubicBezTo>
                  <a:cubicBezTo>
                    <a:pt x="4038" y="10912"/>
                    <a:pt x="6156" y="10970"/>
                    <a:pt x="6184" y="10970"/>
                  </a:cubicBezTo>
                  <a:cubicBezTo>
                    <a:pt x="7615" y="11057"/>
                    <a:pt x="7988" y="11171"/>
                    <a:pt x="8675" y="12431"/>
                  </a:cubicBezTo>
                  <a:cubicBezTo>
                    <a:pt x="8760" y="12602"/>
                    <a:pt x="8790" y="12717"/>
                    <a:pt x="8847" y="12831"/>
                  </a:cubicBezTo>
                  <a:cubicBezTo>
                    <a:pt x="9046" y="13347"/>
                    <a:pt x="9191" y="13660"/>
                    <a:pt x="10077" y="13947"/>
                  </a:cubicBezTo>
                  <a:cubicBezTo>
                    <a:pt x="10191" y="13976"/>
                    <a:pt x="10622" y="14061"/>
                    <a:pt x="11023" y="14061"/>
                  </a:cubicBezTo>
                  <a:cubicBezTo>
                    <a:pt x="11309" y="14061"/>
                    <a:pt x="11565" y="14034"/>
                    <a:pt x="11710" y="13862"/>
                  </a:cubicBezTo>
                  <a:cubicBezTo>
                    <a:pt x="12225" y="13431"/>
                    <a:pt x="11996" y="12744"/>
                    <a:pt x="11794" y="12229"/>
                  </a:cubicBezTo>
                  <a:cubicBezTo>
                    <a:pt x="11767" y="12087"/>
                    <a:pt x="11680" y="11858"/>
                    <a:pt x="11652" y="11744"/>
                  </a:cubicBezTo>
                  <a:cubicBezTo>
                    <a:pt x="11676" y="11731"/>
                    <a:pt x="11715" y="11724"/>
                    <a:pt x="11773" y="11724"/>
                  </a:cubicBezTo>
                  <a:cubicBezTo>
                    <a:pt x="11854" y="11724"/>
                    <a:pt x="11972" y="11738"/>
                    <a:pt x="12138" y="11771"/>
                  </a:cubicBezTo>
                  <a:cubicBezTo>
                    <a:pt x="12340" y="11801"/>
                    <a:pt x="12539" y="11943"/>
                    <a:pt x="12768" y="12115"/>
                  </a:cubicBezTo>
                  <a:cubicBezTo>
                    <a:pt x="13059" y="12303"/>
                    <a:pt x="13430" y="12552"/>
                    <a:pt x="13859" y="12552"/>
                  </a:cubicBezTo>
                  <a:cubicBezTo>
                    <a:pt x="14150" y="12552"/>
                    <a:pt x="14466" y="12438"/>
                    <a:pt x="14801" y="12115"/>
                  </a:cubicBezTo>
                  <a:cubicBezTo>
                    <a:pt x="15172" y="11801"/>
                    <a:pt x="15344" y="11457"/>
                    <a:pt x="15374" y="11084"/>
                  </a:cubicBezTo>
                  <a:cubicBezTo>
                    <a:pt x="15374" y="10512"/>
                    <a:pt x="14943" y="10083"/>
                    <a:pt x="14543" y="9682"/>
                  </a:cubicBezTo>
                  <a:cubicBezTo>
                    <a:pt x="14229" y="9366"/>
                    <a:pt x="13913" y="9053"/>
                    <a:pt x="13943" y="8794"/>
                  </a:cubicBezTo>
                  <a:cubicBezTo>
                    <a:pt x="14000" y="8565"/>
                    <a:pt x="14114" y="8480"/>
                    <a:pt x="14199" y="8450"/>
                  </a:cubicBezTo>
                  <a:cubicBezTo>
                    <a:pt x="14252" y="8436"/>
                    <a:pt x="14311" y="8429"/>
                    <a:pt x="14373" y="8429"/>
                  </a:cubicBezTo>
                  <a:cubicBezTo>
                    <a:pt x="14919" y="8429"/>
                    <a:pt x="15774" y="8941"/>
                    <a:pt x="16031" y="9224"/>
                  </a:cubicBezTo>
                  <a:cubicBezTo>
                    <a:pt x="16146" y="9339"/>
                    <a:pt x="16233" y="9424"/>
                    <a:pt x="16317" y="9538"/>
                  </a:cubicBezTo>
                  <a:cubicBezTo>
                    <a:pt x="16585" y="9852"/>
                    <a:pt x="16825" y="10037"/>
                    <a:pt x="17139" y="10037"/>
                  </a:cubicBezTo>
                  <a:cubicBezTo>
                    <a:pt x="17399" y="10037"/>
                    <a:pt x="17708" y="9910"/>
                    <a:pt x="18122" y="9625"/>
                  </a:cubicBezTo>
                  <a:cubicBezTo>
                    <a:pt x="18752" y="9195"/>
                    <a:pt x="19553" y="8050"/>
                    <a:pt x="19352" y="7049"/>
                  </a:cubicBezTo>
                  <a:cubicBezTo>
                    <a:pt x="19095" y="5989"/>
                    <a:pt x="18294" y="5874"/>
                    <a:pt x="17721" y="5789"/>
                  </a:cubicBezTo>
                  <a:cubicBezTo>
                    <a:pt x="17520" y="5789"/>
                    <a:pt x="17348" y="5760"/>
                    <a:pt x="17176" y="5702"/>
                  </a:cubicBezTo>
                  <a:cubicBezTo>
                    <a:pt x="16634" y="5560"/>
                    <a:pt x="16489" y="5416"/>
                    <a:pt x="16432" y="5331"/>
                  </a:cubicBezTo>
                  <a:cubicBezTo>
                    <a:pt x="16347" y="5217"/>
                    <a:pt x="16432" y="4930"/>
                    <a:pt x="16546" y="4672"/>
                  </a:cubicBezTo>
                  <a:cubicBezTo>
                    <a:pt x="16718" y="4042"/>
                    <a:pt x="17034" y="3156"/>
                    <a:pt x="16031" y="2297"/>
                  </a:cubicBezTo>
                  <a:cubicBezTo>
                    <a:pt x="15542" y="1906"/>
                    <a:pt x="13843" y="1389"/>
                    <a:pt x="12734" y="1389"/>
                  </a:cubicBezTo>
                  <a:cubicBezTo>
                    <a:pt x="12544" y="1389"/>
                    <a:pt x="12371" y="1405"/>
                    <a:pt x="12225" y="1438"/>
                  </a:cubicBezTo>
                  <a:cubicBezTo>
                    <a:pt x="12053" y="1466"/>
                    <a:pt x="11909" y="1523"/>
                    <a:pt x="11794" y="1637"/>
                  </a:cubicBezTo>
                  <a:cubicBezTo>
                    <a:pt x="11565" y="1637"/>
                    <a:pt x="11309" y="1667"/>
                    <a:pt x="11050" y="1667"/>
                  </a:cubicBezTo>
                  <a:cubicBezTo>
                    <a:pt x="10761" y="1698"/>
                    <a:pt x="10463" y="1728"/>
                    <a:pt x="10183" y="1728"/>
                  </a:cubicBezTo>
                  <a:cubicBezTo>
                    <a:pt x="9937" y="1728"/>
                    <a:pt x="9705" y="1705"/>
                    <a:pt x="9504" y="1637"/>
                  </a:cubicBezTo>
                  <a:cubicBezTo>
                    <a:pt x="9218" y="1580"/>
                    <a:pt x="9076" y="1408"/>
                    <a:pt x="8847" y="1209"/>
                  </a:cubicBezTo>
                  <a:cubicBezTo>
                    <a:pt x="8703" y="1037"/>
                    <a:pt x="8531" y="865"/>
                    <a:pt x="8302" y="751"/>
                  </a:cubicBezTo>
                  <a:cubicBezTo>
                    <a:pt x="7879" y="491"/>
                    <a:pt x="7502" y="382"/>
                    <a:pt x="7140" y="382"/>
                  </a:cubicBezTo>
                  <a:cubicBezTo>
                    <a:pt x="6546" y="382"/>
                    <a:pt x="5995" y="674"/>
                    <a:pt x="5355" y="1065"/>
                  </a:cubicBezTo>
                  <a:cubicBezTo>
                    <a:pt x="5297" y="1095"/>
                    <a:pt x="5240" y="1179"/>
                    <a:pt x="5153" y="1236"/>
                  </a:cubicBezTo>
                  <a:cubicBezTo>
                    <a:pt x="4751" y="1587"/>
                    <a:pt x="4498" y="1784"/>
                    <a:pt x="4399" y="1784"/>
                  </a:cubicBezTo>
                  <a:cubicBezTo>
                    <a:pt x="4392" y="1784"/>
                    <a:pt x="4386" y="1783"/>
                    <a:pt x="4381" y="1782"/>
                  </a:cubicBezTo>
                  <a:cubicBezTo>
                    <a:pt x="4466" y="1610"/>
                    <a:pt x="4610" y="1351"/>
                    <a:pt x="4581" y="1065"/>
                  </a:cubicBezTo>
                  <a:cubicBezTo>
                    <a:pt x="4581" y="1037"/>
                    <a:pt x="4553" y="1037"/>
                    <a:pt x="4553" y="1007"/>
                  </a:cubicBezTo>
                  <a:cubicBezTo>
                    <a:pt x="4496" y="865"/>
                    <a:pt x="4496" y="778"/>
                    <a:pt x="4496" y="694"/>
                  </a:cubicBezTo>
                  <a:cubicBezTo>
                    <a:pt x="4439" y="206"/>
                    <a:pt x="4122" y="121"/>
                    <a:pt x="3694" y="34"/>
                  </a:cubicBezTo>
                  <a:cubicBezTo>
                    <a:pt x="3585" y="11"/>
                    <a:pt x="3480" y="0"/>
                    <a:pt x="33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7225291" y="804850"/>
              <a:ext cx="153952" cy="47939"/>
            </a:xfrm>
            <a:custGeom>
              <a:avLst/>
              <a:gdLst/>
              <a:ahLst/>
              <a:cxnLst/>
              <a:rect l="l" t="t" r="r" b="b"/>
              <a:pathLst>
                <a:path w="7611" h="2370" extrusionOk="0">
                  <a:moveTo>
                    <a:pt x="5247" y="0"/>
                  </a:moveTo>
                  <a:cubicBezTo>
                    <a:pt x="5132" y="0"/>
                    <a:pt x="5034" y="30"/>
                    <a:pt x="4964" y="97"/>
                  </a:cubicBezTo>
                  <a:lnTo>
                    <a:pt x="4907" y="97"/>
                  </a:lnTo>
                  <a:cubicBezTo>
                    <a:pt x="4219" y="239"/>
                    <a:pt x="3876" y="669"/>
                    <a:pt x="3333" y="898"/>
                  </a:cubicBezTo>
                  <a:cubicBezTo>
                    <a:pt x="3189" y="957"/>
                    <a:pt x="3016" y="974"/>
                    <a:pt x="2834" y="974"/>
                  </a:cubicBezTo>
                  <a:cubicBezTo>
                    <a:pt x="2599" y="974"/>
                    <a:pt x="2350" y="946"/>
                    <a:pt x="2132" y="946"/>
                  </a:cubicBezTo>
                  <a:cubicBezTo>
                    <a:pt x="1947" y="946"/>
                    <a:pt x="1784" y="966"/>
                    <a:pt x="1673" y="1040"/>
                  </a:cubicBezTo>
                  <a:cubicBezTo>
                    <a:pt x="1" y="1961"/>
                    <a:pt x="2039" y="2370"/>
                    <a:pt x="3174" y="2370"/>
                  </a:cubicBezTo>
                  <a:cubicBezTo>
                    <a:pt x="3381" y="2370"/>
                    <a:pt x="3558" y="2356"/>
                    <a:pt x="3677" y="2330"/>
                  </a:cubicBezTo>
                  <a:cubicBezTo>
                    <a:pt x="3758" y="2322"/>
                    <a:pt x="3880" y="2319"/>
                    <a:pt x="4030" y="2319"/>
                  </a:cubicBezTo>
                  <a:cubicBezTo>
                    <a:pt x="4294" y="2319"/>
                    <a:pt x="4645" y="2327"/>
                    <a:pt x="5020" y="2327"/>
                  </a:cubicBezTo>
                  <a:cubicBezTo>
                    <a:pt x="5996" y="2327"/>
                    <a:pt x="7133" y="2275"/>
                    <a:pt x="7311" y="1899"/>
                  </a:cubicBezTo>
                  <a:cubicBezTo>
                    <a:pt x="7610" y="1351"/>
                    <a:pt x="6022" y="0"/>
                    <a:pt x="524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7237125" y="797284"/>
              <a:ext cx="148247" cy="62806"/>
            </a:xfrm>
            <a:custGeom>
              <a:avLst/>
              <a:gdLst/>
              <a:ahLst/>
              <a:cxnLst/>
              <a:rect l="l" t="t" r="r" b="b"/>
              <a:pathLst>
                <a:path w="7329" h="3105" extrusionOk="0">
                  <a:moveTo>
                    <a:pt x="4701" y="743"/>
                  </a:moveTo>
                  <a:cubicBezTo>
                    <a:pt x="4852" y="743"/>
                    <a:pt x="5205" y="878"/>
                    <a:pt x="5638" y="1215"/>
                  </a:cubicBezTo>
                  <a:cubicBezTo>
                    <a:pt x="6183" y="1616"/>
                    <a:pt x="6412" y="2017"/>
                    <a:pt x="6412" y="2101"/>
                  </a:cubicBezTo>
                  <a:cubicBezTo>
                    <a:pt x="6154" y="2330"/>
                    <a:pt x="4551" y="2330"/>
                    <a:pt x="3951" y="2330"/>
                  </a:cubicBezTo>
                  <a:cubicBezTo>
                    <a:pt x="3550" y="2330"/>
                    <a:pt x="3234" y="2330"/>
                    <a:pt x="3034" y="2360"/>
                  </a:cubicBezTo>
                  <a:cubicBezTo>
                    <a:pt x="2926" y="2383"/>
                    <a:pt x="2785" y="2393"/>
                    <a:pt x="2628" y="2393"/>
                  </a:cubicBezTo>
                  <a:cubicBezTo>
                    <a:pt x="1996" y="2393"/>
                    <a:pt x="1088" y="2227"/>
                    <a:pt x="859" y="2044"/>
                  </a:cubicBezTo>
                  <a:cubicBezTo>
                    <a:pt x="886" y="1987"/>
                    <a:pt x="1001" y="1872"/>
                    <a:pt x="1287" y="1730"/>
                  </a:cubicBezTo>
                  <a:cubicBezTo>
                    <a:pt x="1331" y="1701"/>
                    <a:pt x="1428" y="1694"/>
                    <a:pt x="1534" y="1694"/>
                  </a:cubicBezTo>
                  <a:cubicBezTo>
                    <a:pt x="1636" y="1694"/>
                    <a:pt x="1748" y="1701"/>
                    <a:pt x="1832" y="1701"/>
                  </a:cubicBezTo>
                  <a:cubicBezTo>
                    <a:pt x="1972" y="1713"/>
                    <a:pt x="2122" y="1725"/>
                    <a:pt x="2272" y="1725"/>
                  </a:cubicBezTo>
                  <a:cubicBezTo>
                    <a:pt x="2489" y="1725"/>
                    <a:pt x="2705" y="1700"/>
                    <a:pt x="2890" y="1616"/>
                  </a:cubicBezTo>
                  <a:cubicBezTo>
                    <a:pt x="3149" y="1501"/>
                    <a:pt x="3348" y="1357"/>
                    <a:pt x="3550" y="1243"/>
                  </a:cubicBezTo>
                  <a:cubicBezTo>
                    <a:pt x="3806" y="1071"/>
                    <a:pt x="4035" y="899"/>
                    <a:pt x="4351" y="842"/>
                  </a:cubicBezTo>
                  <a:cubicBezTo>
                    <a:pt x="4436" y="842"/>
                    <a:pt x="4551" y="814"/>
                    <a:pt x="4638" y="757"/>
                  </a:cubicBezTo>
                  <a:cubicBezTo>
                    <a:pt x="4651" y="748"/>
                    <a:pt x="4672" y="743"/>
                    <a:pt x="4701" y="743"/>
                  </a:cubicBezTo>
                  <a:close/>
                  <a:moveTo>
                    <a:pt x="4657" y="0"/>
                  </a:moveTo>
                  <a:cubicBezTo>
                    <a:pt x="4519" y="0"/>
                    <a:pt x="4385" y="29"/>
                    <a:pt x="4264" y="97"/>
                  </a:cubicBezTo>
                  <a:cubicBezTo>
                    <a:pt x="4264" y="97"/>
                    <a:pt x="4264" y="127"/>
                    <a:pt x="4237" y="127"/>
                  </a:cubicBezTo>
                  <a:cubicBezTo>
                    <a:pt x="3779" y="212"/>
                    <a:pt x="3435" y="441"/>
                    <a:pt x="3149" y="643"/>
                  </a:cubicBezTo>
                  <a:cubicBezTo>
                    <a:pt x="2977" y="757"/>
                    <a:pt x="2805" y="842"/>
                    <a:pt x="2604" y="929"/>
                  </a:cubicBezTo>
                  <a:cubicBezTo>
                    <a:pt x="2500" y="980"/>
                    <a:pt x="2353" y="990"/>
                    <a:pt x="2197" y="990"/>
                  </a:cubicBezTo>
                  <a:cubicBezTo>
                    <a:pt x="2096" y="990"/>
                    <a:pt x="1990" y="986"/>
                    <a:pt x="1889" y="986"/>
                  </a:cubicBezTo>
                  <a:cubicBezTo>
                    <a:pt x="1749" y="975"/>
                    <a:pt x="1612" y="964"/>
                    <a:pt x="1483" y="964"/>
                  </a:cubicBezTo>
                  <a:cubicBezTo>
                    <a:pt x="1269" y="964"/>
                    <a:pt x="1076" y="994"/>
                    <a:pt x="916" y="1101"/>
                  </a:cubicBezTo>
                  <a:cubicBezTo>
                    <a:pt x="257" y="1472"/>
                    <a:pt x="0" y="1845"/>
                    <a:pt x="142" y="2246"/>
                  </a:cubicBezTo>
                  <a:cubicBezTo>
                    <a:pt x="371" y="2933"/>
                    <a:pt x="1860" y="3104"/>
                    <a:pt x="2661" y="3104"/>
                  </a:cubicBezTo>
                  <a:cubicBezTo>
                    <a:pt x="2890" y="3104"/>
                    <a:pt x="3034" y="3104"/>
                    <a:pt x="3119" y="3075"/>
                  </a:cubicBezTo>
                  <a:cubicBezTo>
                    <a:pt x="3167" y="3065"/>
                    <a:pt x="3238" y="3062"/>
                    <a:pt x="3323" y="3062"/>
                  </a:cubicBezTo>
                  <a:cubicBezTo>
                    <a:pt x="3492" y="3062"/>
                    <a:pt x="3722" y="3075"/>
                    <a:pt x="3951" y="3075"/>
                  </a:cubicBezTo>
                  <a:cubicBezTo>
                    <a:pt x="5581" y="3075"/>
                    <a:pt x="6756" y="3017"/>
                    <a:pt x="7042" y="2445"/>
                  </a:cubicBezTo>
                  <a:cubicBezTo>
                    <a:pt x="7328" y="1872"/>
                    <a:pt x="6726" y="1128"/>
                    <a:pt x="6069" y="613"/>
                  </a:cubicBezTo>
                  <a:cubicBezTo>
                    <a:pt x="5840" y="453"/>
                    <a:pt x="5209" y="0"/>
                    <a:pt x="4657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7070273" y="1135763"/>
              <a:ext cx="87059" cy="59651"/>
            </a:xfrm>
            <a:custGeom>
              <a:avLst/>
              <a:gdLst/>
              <a:ahLst/>
              <a:cxnLst/>
              <a:rect l="l" t="t" r="r" b="b"/>
              <a:pathLst>
                <a:path w="4304" h="2949" extrusionOk="0">
                  <a:moveTo>
                    <a:pt x="2512" y="1"/>
                  </a:moveTo>
                  <a:cubicBezTo>
                    <a:pt x="2384" y="1"/>
                    <a:pt x="2262" y="35"/>
                    <a:pt x="2149" y="113"/>
                  </a:cubicBezTo>
                  <a:lnTo>
                    <a:pt x="2092" y="198"/>
                  </a:lnTo>
                  <a:cubicBezTo>
                    <a:pt x="1320" y="198"/>
                    <a:pt x="1405" y="628"/>
                    <a:pt x="1062" y="972"/>
                  </a:cubicBezTo>
                  <a:cubicBezTo>
                    <a:pt x="977" y="1114"/>
                    <a:pt x="175" y="2060"/>
                    <a:pt x="175" y="2145"/>
                  </a:cubicBezTo>
                  <a:cubicBezTo>
                    <a:pt x="0" y="2762"/>
                    <a:pt x="171" y="2949"/>
                    <a:pt x="476" y="2949"/>
                  </a:cubicBezTo>
                  <a:cubicBezTo>
                    <a:pt x="920" y="2949"/>
                    <a:pt x="1650" y="2552"/>
                    <a:pt x="2007" y="2518"/>
                  </a:cubicBezTo>
                  <a:cubicBezTo>
                    <a:pt x="2041" y="2514"/>
                    <a:pt x="2076" y="2512"/>
                    <a:pt x="2112" y="2512"/>
                  </a:cubicBezTo>
                  <a:cubicBezTo>
                    <a:pt x="2528" y="2512"/>
                    <a:pt x="3126" y="2739"/>
                    <a:pt x="3580" y="2739"/>
                  </a:cubicBezTo>
                  <a:cubicBezTo>
                    <a:pt x="4005" y="2739"/>
                    <a:pt x="4304" y="2541"/>
                    <a:pt x="4211" y="1774"/>
                  </a:cubicBezTo>
                  <a:cubicBezTo>
                    <a:pt x="4090" y="1093"/>
                    <a:pt x="3225" y="1"/>
                    <a:pt x="251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7062788" y="1128521"/>
              <a:ext cx="101380" cy="74397"/>
            </a:xfrm>
            <a:custGeom>
              <a:avLst/>
              <a:gdLst/>
              <a:ahLst/>
              <a:cxnLst/>
              <a:rect l="l" t="t" r="r" b="b"/>
              <a:pathLst>
                <a:path w="5012" h="3678" extrusionOk="0">
                  <a:moveTo>
                    <a:pt x="2867" y="728"/>
                  </a:moveTo>
                  <a:cubicBezTo>
                    <a:pt x="2921" y="728"/>
                    <a:pt x="2992" y="743"/>
                    <a:pt x="3092" y="785"/>
                  </a:cubicBezTo>
                  <a:cubicBezTo>
                    <a:pt x="3607" y="986"/>
                    <a:pt x="4152" y="1758"/>
                    <a:pt x="4210" y="2189"/>
                  </a:cubicBezTo>
                  <a:cubicBezTo>
                    <a:pt x="4267" y="2503"/>
                    <a:pt x="4210" y="2647"/>
                    <a:pt x="4180" y="2704"/>
                  </a:cubicBezTo>
                  <a:cubicBezTo>
                    <a:pt x="4137" y="2739"/>
                    <a:pt x="4066" y="2752"/>
                    <a:pt x="3978" y="2752"/>
                  </a:cubicBezTo>
                  <a:cubicBezTo>
                    <a:pt x="3775" y="2752"/>
                    <a:pt x="3485" y="2678"/>
                    <a:pt x="3264" y="2617"/>
                  </a:cubicBezTo>
                  <a:cubicBezTo>
                    <a:pt x="2966" y="2567"/>
                    <a:pt x="2711" y="2497"/>
                    <a:pt x="2462" y="2497"/>
                  </a:cubicBezTo>
                  <a:cubicBezTo>
                    <a:pt x="2424" y="2497"/>
                    <a:pt x="2386" y="2499"/>
                    <a:pt x="2348" y="2503"/>
                  </a:cubicBezTo>
                  <a:cubicBezTo>
                    <a:pt x="2148" y="2532"/>
                    <a:pt x="1890" y="2617"/>
                    <a:pt x="1633" y="2732"/>
                  </a:cubicBezTo>
                  <a:cubicBezTo>
                    <a:pt x="1432" y="2789"/>
                    <a:pt x="1003" y="2961"/>
                    <a:pt x="832" y="2961"/>
                  </a:cubicBezTo>
                  <a:cubicBezTo>
                    <a:pt x="832" y="2903"/>
                    <a:pt x="832" y="2819"/>
                    <a:pt x="889" y="2647"/>
                  </a:cubicBezTo>
                  <a:cubicBezTo>
                    <a:pt x="946" y="2532"/>
                    <a:pt x="1145" y="2303"/>
                    <a:pt x="1260" y="2132"/>
                  </a:cubicBezTo>
                  <a:cubicBezTo>
                    <a:pt x="1546" y="1816"/>
                    <a:pt x="1661" y="1644"/>
                    <a:pt x="1718" y="1559"/>
                  </a:cubicBezTo>
                  <a:cubicBezTo>
                    <a:pt x="1832" y="1415"/>
                    <a:pt x="1919" y="1300"/>
                    <a:pt x="1977" y="1186"/>
                  </a:cubicBezTo>
                  <a:cubicBezTo>
                    <a:pt x="2091" y="957"/>
                    <a:pt x="2148" y="899"/>
                    <a:pt x="2462" y="899"/>
                  </a:cubicBezTo>
                  <a:cubicBezTo>
                    <a:pt x="2577" y="899"/>
                    <a:pt x="2691" y="842"/>
                    <a:pt x="2748" y="757"/>
                  </a:cubicBezTo>
                  <a:cubicBezTo>
                    <a:pt x="2777" y="743"/>
                    <a:pt x="2813" y="728"/>
                    <a:pt x="2867" y="728"/>
                  </a:cubicBezTo>
                  <a:close/>
                  <a:moveTo>
                    <a:pt x="2892" y="0"/>
                  </a:moveTo>
                  <a:cubicBezTo>
                    <a:pt x="2690" y="0"/>
                    <a:pt x="2496" y="57"/>
                    <a:pt x="2320" y="185"/>
                  </a:cubicBezTo>
                  <a:lnTo>
                    <a:pt x="2290" y="185"/>
                  </a:lnTo>
                  <a:cubicBezTo>
                    <a:pt x="1690" y="242"/>
                    <a:pt x="1489" y="586"/>
                    <a:pt x="1347" y="842"/>
                  </a:cubicBezTo>
                  <a:lnTo>
                    <a:pt x="1175" y="1101"/>
                  </a:lnTo>
                  <a:cubicBezTo>
                    <a:pt x="1145" y="1101"/>
                    <a:pt x="1118" y="1158"/>
                    <a:pt x="1118" y="1186"/>
                  </a:cubicBezTo>
                  <a:cubicBezTo>
                    <a:pt x="1061" y="1243"/>
                    <a:pt x="859" y="1502"/>
                    <a:pt x="717" y="1674"/>
                  </a:cubicBezTo>
                  <a:cubicBezTo>
                    <a:pt x="287" y="2189"/>
                    <a:pt x="202" y="2303"/>
                    <a:pt x="172" y="2445"/>
                  </a:cubicBezTo>
                  <a:cubicBezTo>
                    <a:pt x="115" y="2647"/>
                    <a:pt x="0" y="3190"/>
                    <a:pt x="344" y="3506"/>
                  </a:cubicBezTo>
                  <a:cubicBezTo>
                    <a:pt x="488" y="3620"/>
                    <a:pt x="660" y="3677"/>
                    <a:pt x="832" y="3677"/>
                  </a:cubicBezTo>
                  <a:cubicBezTo>
                    <a:pt x="1175" y="3677"/>
                    <a:pt x="1546" y="3533"/>
                    <a:pt x="1890" y="3391"/>
                  </a:cubicBezTo>
                  <a:cubicBezTo>
                    <a:pt x="2091" y="3334"/>
                    <a:pt x="2320" y="3247"/>
                    <a:pt x="2435" y="3219"/>
                  </a:cubicBezTo>
                  <a:cubicBezTo>
                    <a:pt x="2577" y="3219"/>
                    <a:pt x="2835" y="3277"/>
                    <a:pt x="3092" y="3334"/>
                  </a:cubicBezTo>
                  <a:cubicBezTo>
                    <a:pt x="3380" y="3394"/>
                    <a:pt x="3684" y="3463"/>
                    <a:pt x="3966" y="3463"/>
                  </a:cubicBezTo>
                  <a:cubicBezTo>
                    <a:pt x="4216" y="3463"/>
                    <a:pt x="4449" y="3409"/>
                    <a:pt x="4638" y="3247"/>
                  </a:cubicBezTo>
                  <a:cubicBezTo>
                    <a:pt x="4924" y="2990"/>
                    <a:pt x="5011" y="2617"/>
                    <a:pt x="4924" y="2074"/>
                  </a:cubicBezTo>
                  <a:cubicBezTo>
                    <a:pt x="4810" y="1415"/>
                    <a:pt x="4122" y="441"/>
                    <a:pt x="3378" y="98"/>
                  </a:cubicBezTo>
                  <a:cubicBezTo>
                    <a:pt x="3215" y="35"/>
                    <a:pt x="3051" y="0"/>
                    <a:pt x="289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6790319" y="893455"/>
              <a:ext cx="226730" cy="49659"/>
            </a:xfrm>
            <a:custGeom>
              <a:avLst/>
              <a:gdLst/>
              <a:ahLst/>
              <a:cxnLst/>
              <a:rect l="l" t="t" r="r" b="b"/>
              <a:pathLst>
                <a:path w="11209" h="2455" extrusionOk="0">
                  <a:moveTo>
                    <a:pt x="4480" y="0"/>
                  </a:moveTo>
                  <a:cubicBezTo>
                    <a:pt x="2751" y="0"/>
                    <a:pt x="0" y="1492"/>
                    <a:pt x="1877" y="2157"/>
                  </a:cubicBezTo>
                  <a:cubicBezTo>
                    <a:pt x="2127" y="2242"/>
                    <a:pt x="2396" y="2274"/>
                    <a:pt x="2678" y="2274"/>
                  </a:cubicBezTo>
                  <a:cubicBezTo>
                    <a:pt x="3433" y="2274"/>
                    <a:pt x="4277" y="2050"/>
                    <a:pt x="5069" y="2050"/>
                  </a:cubicBezTo>
                  <a:cubicBezTo>
                    <a:pt x="5268" y="2050"/>
                    <a:pt x="5465" y="2064"/>
                    <a:pt x="5655" y="2099"/>
                  </a:cubicBezTo>
                  <a:cubicBezTo>
                    <a:pt x="6328" y="2252"/>
                    <a:pt x="6772" y="2454"/>
                    <a:pt x="7359" y="2454"/>
                  </a:cubicBezTo>
                  <a:cubicBezTo>
                    <a:pt x="7545" y="2454"/>
                    <a:pt x="7746" y="2434"/>
                    <a:pt x="7973" y="2386"/>
                  </a:cubicBezTo>
                  <a:cubicBezTo>
                    <a:pt x="8374" y="2301"/>
                    <a:pt x="10178" y="2157"/>
                    <a:pt x="10435" y="1870"/>
                  </a:cubicBezTo>
                  <a:cubicBezTo>
                    <a:pt x="11209" y="1069"/>
                    <a:pt x="9949" y="641"/>
                    <a:pt x="9347" y="641"/>
                  </a:cubicBezTo>
                  <a:lnTo>
                    <a:pt x="9491" y="641"/>
                  </a:lnTo>
                  <a:cubicBezTo>
                    <a:pt x="9311" y="594"/>
                    <a:pt x="9152" y="574"/>
                    <a:pt x="9010" y="574"/>
                  </a:cubicBezTo>
                  <a:cubicBezTo>
                    <a:pt x="8274" y="574"/>
                    <a:pt x="7974" y="1115"/>
                    <a:pt x="7229" y="1355"/>
                  </a:cubicBezTo>
                  <a:cubicBezTo>
                    <a:pt x="7030" y="1411"/>
                    <a:pt x="6865" y="1436"/>
                    <a:pt x="6727" y="1436"/>
                  </a:cubicBezTo>
                  <a:cubicBezTo>
                    <a:pt x="5951" y="1436"/>
                    <a:pt x="6001" y="647"/>
                    <a:pt x="5369" y="210"/>
                  </a:cubicBezTo>
                  <a:cubicBezTo>
                    <a:pt x="5149" y="63"/>
                    <a:pt x="4836" y="0"/>
                    <a:pt x="4480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6807413" y="885909"/>
              <a:ext cx="207878" cy="64526"/>
            </a:xfrm>
            <a:custGeom>
              <a:avLst/>
              <a:gdLst/>
              <a:ahLst/>
              <a:cxnLst/>
              <a:rect l="l" t="t" r="r" b="b"/>
              <a:pathLst>
                <a:path w="10277" h="3190" extrusionOk="0">
                  <a:moveTo>
                    <a:pt x="3665" y="735"/>
                  </a:moveTo>
                  <a:cubicBezTo>
                    <a:pt x="3941" y="735"/>
                    <a:pt x="4172" y="778"/>
                    <a:pt x="4322" y="869"/>
                  </a:cubicBezTo>
                  <a:cubicBezTo>
                    <a:pt x="4524" y="1014"/>
                    <a:pt x="4639" y="1213"/>
                    <a:pt x="4753" y="1414"/>
                  </a:cubicBezTo>
                  <a:cubicBezTo>
                    <a:pt x="4958" y="1734"/>
                    <a:pt x="5218" y="2163"/>
                    <a:pt x="5896" y="2163"/>
                  </a:cubicBezTo>
                  <a:cubicBezTo>
                    <a:pt x="6068" y="2163"/>
                    <a:pt x="6267" y="2136"/>
                    <a:pt x="6498" y="2072"/>
                  </a:cubicBezTo>
                  <a:cubicBezTo>
                    <a:pt x="6842" y="1957"/>
                    <a:pt x="7100" y="1785"/>
                    <a:pt x="7357" y="1643"/>
                  </a:cubicBezTo>
                  <a:cubicBezTo>
                    <a:pt x="7631" y="1469"/>
                    <a:pt x="7840" y="1316"/>
                    <a:pt x="8152" y="1316"/>
                  </a:cubicBezTo>
                  <a:cubicBezTo>
                    <a:pt x="8199" y="1316"/>
                    <a:pt x="8250" y="1320"/>
                    <a:pt x="8303" y="1327"/>
                  </a:cubicBezTo>
                  <a:cubicBezTo>
                    <a:pt x="8360" y="1357"/>
                    <a:pt x="8417" y="1385"/>
                    <a:pt x="8502" y="1385"/>
                  </a:cubicBezTo>
                  <a:cubicBezTo>
                    <a:pt x="8875" y="1385"/>
                    <a:pt x="9391" y="1586"/>
                    <a:pt x="9475" y="1758"/>
                  </a:cubicBezTo>
                  <a:cubicBezTo>
                    <a:pt x="9475" y="1815"/>
                    <a:pt x="9418" y="1900"/>
                    <a:pt x="9333" y="1987"/>
                  </a:cubicBezTo>
                  <a:cubicBezTo>
                    <a:pt x="9132" y="2129"/>
                    <a:pt x="7987" y="2273"/>
                    <a:pt x="7529" y="2330"/>
                  </a:cubicBezTo>
                  <a:cubicBezTo>
                    <a:pt x="7329" y="2358"/>
                    <a:pt x="7158" y="2388"/>
                    <a:pt x="7043" y="2415"/>
                  </a:cubicBezTo>
                  <a:cubicBezTo>
                    <a:pt x="6843" y="2461"/>
                    <a:pt x="6668" y="2481"/>
                    <a:pt x="6505" y="2481"/>
                  </a:cubicBezTo>
                  <a:cubicBezTo>
                    <a:pt x="6156" y="2481"/>
                    <a:pt x="5858" y="2390"/>
                    <a:pt x="5468" y="2273"/>
                  </a:cubicBezTo>
                  <a:cubicBezTo>
                    <a:pt x="5296" y="2216"/>
                    <a:pt x="5097" y="2159"/>
                    <a:pt x="4868" y="2101"/>
                  </a:cubicBezTo>
                  <a:cubicBezTo>
                    <a:pt x="4666" y="2072"/>
                    <a:pt x="4437" y="2044"/>
                    <a:pt x="4238" y="2044"/>
                  </a:cubicBezTo>
                  <a:cubicBezTo>
                    <a:pt x="3807" y="2044"/>
                    <a:pt x="3379" y="2129"/>
                    <a:pt x="2948" y="2186"/>
                  </a:cubicBezTo>
                  <a:cubicBezTo>
                    <a:pt x="2570" y="2236"/>
                    <a:pt x="2200" y="2286"/>
                    <a:pt x="1856" y="2286"/>
                  </a:cubicBezTo>
                  <a:cubicBezTo>
                    <a:pt x="1603" y="2286"/>
                    <a:pt x="1364" y="2259"/>
                    <a:pt x="1146" y="2186"/>
                  </a:cubicBezTo>
                  <a:cubicBezTo>
                    <a:pt x="830" y="2072"/>
                    <a:pt x="773" y="1987"/>
                    <a:pt x="773" y="1957"/>
                  </a:cubicBezTo>
                  <a:cubicBezTo>
                    <a:pt x="773" y="1930"/>
                    <a:pt x="860" y="1701"/>
                    <a:pt x="1345" y="1414"/>
                  </a:cubicBezTo>
                  <a:cubicBezTo>
                    <a:pt x="2056" y="988"/>
                    <a:pt x="2994" y="735"/>
                    <a:pt x="3665" y="735"/>
                  </a:cubicBezTo>
                  <a:close/>
                  <a:moveTo>
                    <a:pt x="3651" y="1"/>
                  </a:moveTo>
                  <a:cubicBezTo>
                    <a:pt x="2748" y="1"/>
                    <a:pt x="1660" y="372"/>
                    <a:pt x="974" y="785"/>
                  </a:cubicBezTo>
                  <a:cubicBezTo>
                    <a:pt x="315" y="1185"/>
                    <a:pt x="1" y="1614"/>
                    <a:pt x="28" y="2044"/>
                  </a:cubicBezTo>
                  <a:cubicBezTo>
                    <a:pt x="86" y="2415"/>
                    <a:pt x="372" y="2701"/>
                    <a:pt x="917" y="2873"/>
                  </a:cubicBezTo>
                  <a:cubicBezTo>
                    <a:pt x="1204" y="2973"/>
                    <a:pt x="1508" y="3008"/>
                    <a:pt x="1822" y="3008"/>
                  </a:cubicBezTo>
                  <a:cubicBezTo>
                    <a:pt x="2225" y="3008"/>
                    <a:pt x="2644" y="2951"/>
                    <a:pt x="3063" y="2903"/>
                  </a:cubicBezTo>
                  <a:cubicBezTo>
                    <a:pt x="3468" y="2841"/>
                    <a:pt x="3874" y="2781"/>
                    <a:pt x="4259" y="2781"/>
                  </a:cubicBezTo>
                  <a:cubicBezTo>
                    <a:pt x="4417" y="2781"/>
                    <a:pt x="4573" y="2791"/>
                    <a:pt x="4723" y="2816"/>
                  </a:cubicBezTo>
                  <a:cubicBezTo>
                    <a:pt x="4925" y="2873"/>
                    <a:pt x="5097" y="2930"/>
                    <a:pt x="5268" y="2960"/>
                  </a:cubicBezTo>
                  <a:cubicBezTo>
                    <a:pt x="5669" y="3075"/>
                    <a:pt x="6040" y="3189"/>
                    <a:pt x="6498" y="3189"/>
                  </a:cubicBezTo>
                  <a:cubicBezTo>
                    <a:pt x="6700" y="3189"/>
                    <a:pt x="6929" y="3159"/>
                    <a:pt x="7185" y="3102"/>
                  </a:cubicBezTo>
                  <a:cubicBezTo>
                    <a:pt x="7272" y="3102"/>
                    <a:pt x="7444" y="3075"/>
                    <a:pt x="7643" y="3045"/>
                  </a:cubicBezTo>
                  <a:cubicBezTo>
                    <a:pt x="8933" y="2903"/>
                    <a:pt x="9590" y="2759"/>
                    <a:pt x="9849" y="2502"/>
                  </a:cubicBezTo>
                  <a:cubicBezTo>
                    <a:pt x="10277" y="2044"/>
                    <a:pt x="10220" y="1643"/>
                    <a:pt x="10135" y="1472"/>
                  </a:cubicBezTo>
                  <a:cubicBezTo>
                    <a:pt x="9906" y="956"/>
                    <a:pt x="9219" y="727"/>
                    <a:pt x="8761" y="670"/>
                  </a:cubicBezTo>
                  <a:lnTo>
                    <a:pt x="8731" y="670"/>
                  </a:lnTo>
                  <a:cubicBezTo>
                    <a:pt x="8523" y="615"/>
                    <a:pt x="8338" y="591"/>
                    <a:pt x="8169" y="591"/>
                  </a:cubicBezTo>
                  <a:cubicBezTo>
                    <a:pt x="7641" y="591"/>
                    <a:pt x="7283" y="824"/>
                    <a:pt x="6956" y="1041"/>
                  </a:cubicBezTo>
                  <a:cubicBezTo>
                    <a:pt x="6727" y="1185"/>
                    <a:pt x="6528" y="1300"/>
                    <a:pt x="6269" y="1385"/>
                  </a:cubicBezTo>
                  <a:cubicBezTo>
                    <a:pt x="6106" y="1433"/>
                    <a:pt x="5983" y="1457"/>
                    <a:pt x="5884" y="1457"/>
                  </a:cubicBezTo>
                  <a:cubicBezTo>
                    <a:pt x="5637" y="1457"/>
                    <a:pt x="5547" y="1308"/>
                    <a:pt x="5383" y="1041"/>
                  </a:cubicBezTo>
                  <a:cubicBezTo>
                    <a:pt x="5239" y="785"/>
                    <a:pt x="5067" y="498"/>
                    <a:pt x="4723" y="269"/>
                  </a:cubicBezTo>
                  <a:cubicBezTo>
                    <a:pt x="4444" y="79"/>
                    <a:pt x="4067" y="1"/>
                    <a:pt x="3651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7041932" y="890198"/>
              <a:ext cx="82852" cy="41385"/>
            </a:xfrm>
            <a:custGeom>
              <a:avLst/>
              <a:gdLst/>
              <a:ahLst/>
              <a:cxnLst/>
              <a:rect l="l" t="t" r="r" b="b"/>
              <a:pathLst>
                <a:path w="4096" h="2046" extrusionOk="0">
                  <a:moveTo>
                    <a:pt x="4041" y="864"/>
                  </a:moveTo>
                  <a:cubicBezTo>
                    <a:pt x="4040" y="871"/>
                    <a:pt x="4039" y="879"/>
                    <a:pt x="4038" y="886"/>
                  </a:cubicBezTo>
                  <a:cubicBezTo>
                    <a:pt x="4041" y="875"/>
                    <a:pt x="4042" y="868"/>
                    <a:pt x="4041" y="864"/>
                  </a:cubicBezTo>
                  <a:close/>
                  <a:moveTo>
                    <a:pt x="3408" y="0"/>
                  </a:moveTo>
                  <a:lnTo>
                    <a:pt x="3695" y="142"/>
                  </a:lnTo>
                  <a:cubicBezTo>
                    <a:pt x="2520" y="142"/>
                    <a:pt x="2520" y="229"/>
                    <a:pt x="1634" y="802"/>
                  </a:cubicBezTo>
                  <a:cubicBezTo>
                    <a:pt x="889" y="1230"/>
                    <a:pt x="1" y="1459"/>
                    <a:pt x="1233" y="1974"/>
                  </a:cubicBezTo>
                  <a:cubicBezTo>
                    <a:pt x="1389" y="2023"/>
                    <a:pt x="1653" y="2046"/>
                    <a:pt x="1950" y="2046"/>
                  </a:cubicBezTo>
                  <a:cubicBezTo>
                    <a:pt x="2504" y="2046"/>
                    <a:pt x="3173" y="1968"/>
                    <a:pt x="3469" y="1843"/>
                  </a:cubicBezTo>
                  <a:lnTo>
                    <a:pt x="3469" y="1843"/>
                  </a:lnTo>
                  <a:cubicBezTo>
                    <a:pt x="3469" y="1843"/>
                    <a:pt x="3470" y="1843"/>
                    <a:pt x="3470" y="1843"/>
                  </a:cubicBezTo>
                  <a:cubicBezTo>
                    <a:pt x="3475" y="1843"/>
                    <a:pt x="3483" y="1839"/>
                    <a:pt x="3493" y="1832"/>
                  </a:cubicBezTo>
                  <a:lnTo>
                    <a:pt x="3493" y="1832"/>
                  </a:lnTo>
                  <a:cubicBezTo>
                    <a:pt x="3485" y="1836"/>
                    <a:pt x="3477" y="1839"/>
                    <a:pt x="3469" y="1843"/>
                  </a:cubicBezTo>
                  <a:lnTo>
                    <a:pt x="3469" y="1843"/>
                  </a:lnTo>
                  <a:cubicBezTo>
                    <a:pt x="3387" y="1835"/>
                    <a:pt x="3977" y="859"/>
                    <a:pt x="4036" y="859"/>
                  </a:cubicBezTo>
                  <a:cubicBezTo>
                    <a:pt x="4039" y="859"/>
                    <a:pt x="4040" y="861"/>
                    <a:pt x="4041" y="864"/>
                  </a:cubicBezTo>
                  <a:lnTo>
                    <a:pt x="4041" y="864"/>
                  </a:lnTo>
                  <a:cubicBezTo>
                    <a:pt x="4095" y="360"/>
                    <a:pt x="4085" y="0"/>
                    <a:pt x="340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7046564" y="883239"/>
              <a:ext cx="86331" cy="55605"/>
            </a:xfrm>
            <a:custGeom>
              <a:avLst/>
              <a:gdLst/>
              <a:ahLst/>
              <a:cxnLst/>
              <a:rect l="l" t="t" r="r" b="b"/>
              <a:pathLst>
                <a:path w="4268" h="2749" extrusionOk="0">
                  <a:moveTo>
                    <a:pt x="3466" y="859"/>
                  </a:moveTo>
                  <a:lnTo>
                    <a:pt x="3466" y="1031"/>
                  </a:lnTo>
                  <a:cubicBezTo>
                    <a:pt x="3466" y="1059"/>
                    <a:pt x="3436" y="1059"/>
                    <a:pt x="3436" y="1059"/>
                  </a:cubicBezTo>
                  <a:cubicBezTo>
                    <a:pt x="3150" y="1432"/>
                    <a:pt x="3008" y="1718"/>
                    <a:pt x="2921" y="1890"/>
                  </a:cubicBezTo>
                  <a:cubicBezTo>
                    <a:pt x="2634" y="1979"/>
                    <a:pt x="2137" y="2023"/>
                    <a:pt x="1726" y="2023"/>
                  </a:cubicBezTo>
                  <a:cubicBezTo>
                    <a:pt x="1479" y="2023"/>
                    <a:pt x="1264" y="2007"/>
                    <a:pt x="1146" y="1975"/>
                  </a:cubicBezTo>
                  <a:cubicBezTo>
                    <a:pt x="1004" y="1917"/>
                    <a:pt x="917" y="1890"/>
                    <a:pt x="859" y="1860"/>
                  </a:cubicBezTo>
                  <a:cubicBezTo>
                    <a:pt x="974" y="1803"/>
                    <a:pt x="1089" y="1718"/>
                    <a:pt x="1176" y="1688"/>
                  </a:cubicBezTo>
                  <a:cubicBezTo>
                    <a:pt x="1318" y="1604"/>
                    <a:pt x="1462" y="1546"/>
                    <a:pt x="1604" y="1459"/>
                  </a:cubicBezTo>
                  <a:lnTo>
                    <a:pt x="1805" y="1317"/>
                  </a:lnTo>
                  <a:cubicBezTo>
                    <a:pt x="2492" y="887"/>
                    <a:pt x="2520" y="859"/>
                    <a:pt x="3466" y="859"/>
                  </a:cubicBezTo>
                  <a:close/>
                  <a:moveTo>
                    <a:pt x="3179" y="0"/>
                  </a:moveTo>
                  <a:cubicBezTo>
                    <a:pt x="3065" y="0"/>
                    <a:pt x="2950" y="58"/>
                    <a:pt x="2893" y="142"/>
                  </a:cubicBezTo>
                  <a:cubicBezTo>
                    <a:pt x="2234" y="172"/>
                    <a:pt x="2005" y="314"/>
                    <a:pt x="1405" y="715"/>
                  </a:cubicBezTo>
                  <a:lnTo>
                    <a:pt x="1233" y="830"/>
                  </a:lnTo>
                  <a:cubicBezTo>
                    <a:pt x="1089" y="917"/>
                    <a:pt x="974" y="974"/>
                    <a:pt x="859" y="1031"/>
                  </a:cubicBezTo>
                  <a:cubicBezTo>
                    <a:pt x="401" y="1260"/>
                    <a:pt x="1" y="1459"/>
                    <a:pt x="30" y="1860"/>
                  </a:cubicBezTo>
                  <a:cubicBezTo>
                    <a:pt x="30" y="2261"/>
                    <a:pt x="431" y="2462"/>
                    <a:pt x="889" y="2662"/>
                  </a:cubicBezTo>
                  <a:cubicBezTo>
                    <a:pt x="1089" y="2719"/>
                    <a:pt x="1405" y="2749"/>
                    <a:pt x="1776" y="2749"/>
                  </a:cubicBezTo>
                  <a:cubicBezTo>
                    <a:pt x="2378" y="2749"/>
                    <a:pt x="3092" y="2662"/>
                    <a:pt x="3436" y="2490"/>
                  </a:cubicBezTo>
                  <a:lnTo>
                    <a:pt x="3466" y="2462"/>
                  </a:lnTo>
                  <a:cubicBezTo>
                    <a:pt x="3580" y="2375"/>
                    <a:pt x="3637" y="2261"/>
                    <a:pt x="3608" y="2146"/>
                  </a:cubicBezTo>
                  <a:cubicBezTo>
                    <a:pt x="3722" y="1975"/>
                    <a:pt x="3894" y="1661"/>
                    <a:pt x="4008" y="1517"/>
                  </a:cubicBezTo>
                  <a:cubicBezTo>
                    <a:pt x="4066" y="1489"/>
                    <a:pt x="4123" y="1402"/>
                    <a:pt x="4153" y="1317"/>
                  </a:cubicBezTo>
                  <a:lnTo>
                    <a:pt x="4153" y="1260"/>
                  </a:lnTo>
                  <a:cubicBezTo>
                    <a:pt x="4210" y="1001"/>
                    <a:pt x="4267" y="573"/>
                    <a:pt x="4008" y="287"/>
                  </a:cubicBezTo>
                  <a:cubicBezTo>
                    <a:pt x="3837" y="85"/>
                    <a:pt x="3550" y="0"/>
                    <a:pt x="31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6969571" y="948438"/>
              <a:ext cx="102493" cy="65092"/>
            </a:xfrm>
            <a:custGeom>
              <a:avLst/>
              <a:gdLst/>
              <a:ahLst/>
              <a:cxnLst/>
              <a:rect l="l" t="t" r="r" b="b"/>
              <a:pathLst>
                <a:path w="5067" h="3218" extrusionOk="0">
                  <a:moveTo>
                    <a:pt x="3405" y="1"/>
                  </a:moveTo>
                  <a:cubicBezTo>
                    <a:pt x="2536" y="1"/>
                    <a:pt x="2229" y="724"/>
                    <a:pt x="1375" y="1129"/>
                  </a:cubicBezTo>
                  <a:cubicBezTo>
                    <a:pt x="1236" y="1180"/>
                    <a:pt x="1100" y="1190"/>
                    <a:pt x="973" y="1190"/>
                  </a:cubicBezTo>
                  <a:cubicBezTo>
                    <a:pt x="890" y="1190"/>
                    <a:pt x="810" y="1185"/>
                    <a:pt x="735" y="1185"/>
                  </a:cubicBezTo>
                  <a:cubicBezTo>
                    <a:pt x="471" y="1185"/>
                    <a:pt x="259" y="1237"/>
                    <a:pt x="142" y="1701"/>
                  </a:cubicBezTo>
                  <a:cubicBezTo>
                    <a:pt x="0" y="2359"/>
                    <a:pt x="543" y="2503"/>
                    <a:pt x="974" y="2789"/>
                  </a:cubicBezTo>
                  <a:cubicBezTo>
                    <a:pt x="1373" y="3096"/>
                    <a:pt x="1643" y="3218"/>
                    <a:pt x="1864" y="3218"/>
                  </a:cubicBezTo>
                  <a:cubicBezTo>
                    <a:pt x="2324" y="3218"/>
                    <a:pt x="2576" y="2689"/>
                    <a:pt x="3349" y="2187"/>
                  </a:cubicBezTo>
                  <a:cubicBezTo>
                    <a:pt x="3779" y="1988"/>
                    <a:pt x="4265" y="2130"/>
                    <a:pt x="4608" y="1759"/>
                  </a:cubicBezTo>
                  <a:cubicBezTo>
                    <a:pt x="5009" y="1328"/>
                    <a:pt x="5066" y="526"/>
                    <a:pt x="4466" y="327"/>
                  </a:cubicBezTo>
                  <a:lnTo>
                    <a:pt x="4265" y="183"/>
                  </a:lnTo>
                  <a:cubicBezTo>
                    <a:pt x="3921" y="54"/>
                    <a:pt x="3642" y="1"/>
                    <a:pt x="3405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6962026" y="940974"/>
              <a:ext cx="115823" cy="79494"/>
            </a:xfrm>
            <a:custGeom>
              <a:avLst/>
              <a:gdLst/>
              <a:ahLst/>
              <a:cxnLst/>
              <a:rect l="l" t="t" r="r" b="b"/>
              <a:pathLst>
                <a:path w="5726" h="3930" extrusionOk="0">
                  <a:moveTo>
                    <a:pt x="3816" y="727"/>
                  </a:moveTo>
                  <a:cubicBezTo>
                    <a:pt x="4001" y="727"/>
                    <a:pt x="4219" y="770"/>
                    <a:pt x="4496" y="868"/>
                  </a:cubicBezTo>
                  <a:lnTo>
                    <a:pt x="4523" y="895"/>
                  </a:lnTo>
                  <a:cubicBezTo>
                    <a:pt x="4580" y="953"/>
                    <a:pt x="4638" y="1010"/>
                    <a:pt x="4725" y="1040"/>
                  </a:cubicBezTo>
                  <a:cubicBezTo>
                    <a:pt x="4809" y="1067"/>
                    <a:pt x="4896" y="1124"/>
                    <a:pt x="4924" y="1239"/>
                  </a:cubicBezTo>
                  <a:cubicBezTo>
                    <a:pt x="4954" y="1440"/>
                    <a:pt x="4867" y="1697"/>
                    <a:pt x="4695" y="1899"/>
                  </a:cubicBezTo>
                  <a:cubicBezTo>
                    <a:pt x="4580" y="2013"/>
                    <a:pt x="4466" y="2041"/>
                    <a:pt x="4209" y="2070"/>
                  </a:cubicBezTo>
                  <a:cubicBezTo>
                    <a:pt x="4008" y="2098"/>
                    <a:pt x="3779" y="2128"/>
                    <a:pt x="3550" y="2270"/>
                  </a:cubicBezTo>
                  <a:cubicBezTo>
                    <a:pt x="3179" y="2471"/>
                    <a:pt x="2950" y="2700"/>
                    <a:pt x="2748" y="2899"/>
                  </a:cubicBezTo>
                  <a:cubicBezTo>
                    <a:pt x="2506" y="3100"/>
                    <a:pt x="2370" y="3214"/>
                    <a:pt x="2212" y="3214"/>
                  </a:cubicBezTo>
                  <a:cubicBezTo>
                    <a:pt x="2055" y="3214"/>
                    <a:pt x="1876" y="3100"/>
                    <a:pt x="1546" y="2842"/>
                  </a:cubicBezTo>
                  <a:cubicBezTo>
                    <a:pt x="1461" y="2785"/>
                    <a:pt x="1374" y="2728"/>
                    <a:pt x="1260" y="2670"/>
                  </a:cubicBezTo>
                  <a:cubicBezTo>
                    <a:pt x="889" y="2441"/>
                    <a:pt x="831" y="2384"/>
                    <a:pt x="859" y="2155"/>
                  </a:cubicBezTo>
                  <a:cubicBezTo>
                    <a:pt x="916" y="1926"/>
                    <a:pt x="916" y="1926"/>
                    <a:pt x="1118" y="1926"/>
                  </a:cubicBezTo>
                  <a:lnTo>
                    <a:pt x="1203" y="1926"/>
                  </a:lnTo>
                  <a:cubicBezTo>
                    <a:pt x="1404" y="1926"/>
                    <a:pt x="1633" y="1926"/>
                    <a:pt x="1890" y="1811"/>
                  </a:cubicBezTo>
                  <a:cubicBezTo>
                    <a:pt x="2290" y="1640"/>
                    <a:pt x="2577" y="1411"/>
                    <a:pt x="2806" y="1211"/>
                  </a:cubicBezTo>
                  <a:cubicBezTo>
                    <a:pt x="3160" y="936"/>
                    <a:pt x="3407" y="727"/>
                    <a:pt x="3816" y="727"/>
                  </a:cubicBezTo>
                  <a:close/>
                  <a:moveTo>
                    <a:pt x="3759" y="1"/>
                  </a:moveTo>
                  <a:cubicBezTo>
                    <a:pt x="3120" y="1"/>
                    <a:pt x="2727" y="320"/>
                    <a:pt x="2348" y="639"/>
                  </a:cubicBezTo>
                  <a:cubicBezTo>
                    <a:pt x="2119" y="811"/>
                    <a:pt x="1890" y="1010"/>
                    <a:pt x="1603" y="1154"/>
                  </a:cubicBezTo>
                  <a:cubicBezTo>
                    <a:pt x="1489" y="1182"/>
                    <a:pt x="1374" y="1182"/>
                    <a:pt x="1232" y="1182"/>
                  </a:cubicBezTo>
                  <a:cubicBezTo>
                    <a:pt x="889" y="1182"/>
                    <a:pt x="373" y="1182"/>
                    <a:pt x="144" y="1983"/>
                  </a:cubicBezTo>
                  <a:cubicBezTo>
                    <a:pt x="0" y="2757"/>
                    <a:pt x="545" y="3101"/>
                    <a:pt x="889" y="3300"/>
                  </a:cubicBezTo>
                  <a:cubicBezTo>
                    <a:pt x="973" y="3357"/>
                    <a:pt x="1061" y="3387"/>
                    <a:pt x="1118" y="3444"/>
                  </a:cubicBezTo>
                  <a:cubicBezTo>
                    <a:pt x="1576" y="3788"/>
                    <a:pt x="1947" y="3930"/>
                    <a:pt x="2233" y="3930"/>
                  </a:cubicBezTo>
                  <a:cubicBezTo>
                    <a:pt x="2606" y="3930"/>
                    <a:pt x="2893" y="3731"/>
                    <a:pt x="3206" y="3415"/>
                  </a:cubicBezTo>
                  <a:cubicBezTo>
                    <a:pt x="3408" y="3273"/>
                    <a:pt x="3637" y="3071"/>
                    <a:pt x="3893" y="2899"/>
                  </a:cubicBezTo>
                  <a:cubicBezTo>
                    <a:pt x="4008" y="2842"/>
                    <a:pt x="4152" y="2815"/>
                    <a:pt x="4324" y="2785"/>
                  </a:cubicBezTo>
                  <a:cubicBezTo>
                    <a:pt x="4610" y="2728"/>
                    <a:pt x="4954" y="2700"/>
                    <a:pt x="5240" y="2384"/>
                  </a:cubicBezTo>
                  <a:cubicBezTo>
                    <a:pt x="5584" y="2013"/>
                    <a:pt x="5726" y="1525"/>
                    <a:pt x="5611" y="1067"/>
                  </a:cubicBezTo>
                  <a:cubicBezTo>
                    <a:pt x="5526" y="724"/>
                    <a:pt x="5297" y="467"/>
                    <a:pt x="4954" y="353"/>
                  </a:cubicBezTo>
                  <a:lnTo>
                    <a:pt x="4924" y="323"/>
                  </a:lnTo>
                  <a:cubicBezTo>
                    <a:pt x="4896" y="266"/>
                    <a:pt x="4839" y="238"/>
                    <a:pt x="4752" y="208"/>
                  </a:cubicBezTo>
                  <a:cubicBezTo>
                    <a:pt x="4362" y="61"/>
                    <a:pt x="4037" y="1"/>
                    <a:pt x="375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7091736" y="837440"/>
              <a:ext cx="71828" cy="35863"/>
            </a:xfrm>
            <a:custGeom>
              <a:avLst/>
              <a:gdLst/>
              <a:ahLst/>
              <a:cxnLst/>
              <a:rect l="l" t="t" r="r" b="b"/>
              <a:pathLst>
                <a:path w="3551" h="1773" extrusionOk="0">
                  <a:moveTo>
                    <a:pt x="964" y="0"/>
                  </a:moveTo>
                  <a:cubicBezTo>
                    <a:pt x="760" y="0"/>
                    <a:pt x="603" y="23"/>
                    <a:pt x="546" y="89"/>
                  </a:cubicBezTo>
                  <a:cubicBezTo>
                    <a:pt x="1" y="517"/>
                    <a:pt x="889" y="1520"/>
                    <a:pt x="1290" y="1662"/>
                  </a:cubicBezTo>
                  <a:cubicBezTo>
                    <a:pt x="1431" y="1738"/>
                    <a:pt x="1637" y="1773"/>
                    <a:pt x="1861" y="1773"/>
                  </a:cubicBezTo>
                  <a:cubicBezTo>
                    <a:pt x="2319" y="1773"/>
                    <a:pt x="2853" y="1626"/>
                    <a:pt x="3065" y="1376"/>
                  </a:cubicBezTo>
                  <a:cubicBezTo>
                    <a:pt x="3550" y="890"/>
                    <a:pt x="3550" y="89"/>
                    <a:pt x="2749" y="89"/>
                  </a:cubicBezTo>
                  <a:lnTo>
                    <a:pt x="2520" y="146"/>
                  </a:lnTo>
                  <a:cubicBezTo>
                    <a:pt x="2274" y="146"/>
                    <a:pt x="1474" y="0"/>
                    <a:pt x="964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7091190" y="830016"/>
              <a:ext cx="78766" cy="50913"/>
            </a:xfrm>
            <a:custGeom>
              <a:avLst/>
              <a:gdLst/>
              <a:ahLst/>
              <a:cxnLst/>
              <a:rect l="l" t="t" r="r" b="b"/>
              <a:pathLst>
                <a:path w="3894" h="2517" extrusionOk="0">
                  <a:moveTo>
                    <a:pt x="983" y="723"/>
                  </a:moveTo>
                  <a:cubicBezTo>
                    <a:pt x="1275" y="723"/>
                    <a:pt x="1734" y="783"/>
                    <a:pt x="1974" y="827"/>
                  </a:cubicBezTo>
                  <a:cubicBezTo>
                    <a:pt x="2191" y="856"/>
                    <a:pt x="2357" y="878"/>
                    <a:pt x="2486" y="878"/>
                  </a:cubicBezTo>
                  <a:cubicBezTo>
                    <a:pt x="2613" y="878"/>
                    <a:pt x="2705" y="856"/>
                    <a:pt x="2776" y="799"/>
                  </a:cubicBezTo>
                  <a:cubicBezTo>
                    <a:pt x="2890" y="799"/>
                    <a:pt x="3005" y="827"/>
                    <a:pt x="3062" y="914"/>
                  </a:cubicBezTo>
                  <a:cubicBezTo>
                    <a:pt x="3092" y="1028"/>
                    <a:pt x="3035" y="1285"/>
                    <a:pt x="2833" y="1514"/>
                  </a:cubicBezTo>
                  <a:cubicBezTo>
                    <a:pt x="2673" y="1674"/>
                    <a:pt x="2207" y="1778"/>
                    <a:pt x="1852" y="1778"/>
                  </a:cubicBezTo>
                  <a:cubicBezTo>
                    <a:pt x="1699" y="1778"/>
                    <a:pt x="1566" y="1758"/>
                    <a:pt x="1489" y="1715"/>
                  </a:cubicBezTo>
                  <a:cubicBezTo>
                    <a:pt x="1489" y="1715"/>
                    <a:pt x="1459" y="1715"/>
                    <a:pt x="1459" y="1686"/>
                  </a:cubicBezTo>
                  <a:cubicBezTo>
                    <a:pt x="1260" y="1628"/>
                    <a:pt x="829" y="1200"/>
                    <a:pt x="772" y="857"/>
                  </a:cubicBezTo>
                  <a:cubicBezTo>
                    <a:pt x="744" y="770"/>
                    <a:pt x="772" y="742"/>
                    <a:pt x="772" y="742"/>
                  </a:cubicBezTo>
                  <a:cubicBezTo>
                    <a:pt x="819" y="729"/>
                    <a:pt x="893" y="723"/>
                    <a:pt x="983" y="723"/>
                  </a:cubicBezTo>
                  <a:close/>
                  <a:moveTo>
                    <a:pt x="954" y="1"/>
                  </a:moveTo>
                  <a:cubicBezTo>
                    <a:pt x="652" y="1"/>
                    <a:pt x="448" y="50"/>
                    <a:pt x="314" y="170"/>
                  </a:cubicBezTo>
                  <a:cubicBezTo>
                    <a:pt x="85" y="369"/>
                    <a:pt x="0" y="655"/>
                    <a:pt x="57" y="971"/>
                  </a:cubicBezTo>
                  <a:cubicBezTo>
                    <a:pt x="142" y="1571"/>
                    <a:pt x="772" y="2201"/>
                    <a:pt x="1173" y="2373"/>
                  </a:cubicBezTo>
                  <a:cubicBezTo>
                    <a:pt x="1374" y="2460"/>
                    <a:pt x="1603" y="2517"/>
                    <a:pt x="1860" y="2517"/>
                  </a:cubicBezTo>
                  <a:cubicBezTo>
                    <a:pt x="2432" y="2517"/>
                    <a:pt x="3062" y="2315"/>
                    <a:pt x="3378" y="2002"/>
                  </a:cubicBezTo>
                  <a:cubicBezTo>
                    <a:pt x="3749" y="1601"/>
                    <a:pt x="3893" y="1056"/>
                    <a:pt x="3722" y="628"/>
                  </a:cubicBezTo>
                  <a:cubicBezTo>
                    <a:pt x="3577" y="284"/>
                    <a:pt x="3234" y="83"/>
                    <a:pt x="2776" y="83"/>
                  </a:cubicBezTo>
                  <a:cubicBezTo>
                    <a:pt x="2691" y="83"/>
                    <a:pt x="2604" y="112"/>
                    <a:pt x="2547" y="170"/>
                  </a:cubicBezTo>
                  <a:cubicBezTo>
                    <a:pt x="2462" y="140"/>
                    <a:pt x="2260" y="140"/>
                    <a:pt x="2061" y="112"/>
                  </a:cubicBezTo>
                  <a:cubicBezTo>
                    <a:pt x="1594" y="43"/>
                    <a:pt x="1233" y="1"/>
                    <a:pt x="95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7072053" y="949248"/>
              <a:ext cx="100207" cy="45350"/>
            </a:xfrm>
            <a:custGeom>
              <a:avLst/>
              <a:gdLst/>
              <a:ahLst/>
              <a:cxnLst/>
              <a:rect l="l" t="t" r="r" b="b"/>
              <a:pathLst>
                <a:path w="4954" h="2242" extrusionOk="0">
                  <a:moveTo>
                    <a:pt x="3923" y="1"/>
                  </a:moveTo>
                  <a:cubicBezTo>
                    <a:pt x="3923" y="1"/>
                    <a:pt x="3923" y="1"/>
                    <a:pt x="3923" y="1"/>
                  </a:cubicBezTo>
                  <a:lnTo>
                    <a:pt x="3923" y="1"/>
                  </a:lnTo>
                  <a:cubicBezTo>
                    <a:pt x="3961" y="1"/>
                    <a:pt x="3999" y="1"/>
                    <a:pt x="4038" y="1"/>
                  </a:cubicBezTo>
                  <a:close/>
                  <a:moveTo>
                    <a:pt x="3923" y="1"/>
                  </a:moveTo>
                  <a:cubicBezTo>
                    <a:pt x="2736" y="2"/>
                    <a:pt x="2522" y="24"/>
                    <a:pt x="1661" y="773"/>
                  </a:cubicBezTo>
                  <a:cubicBezTo>
                    <a:pt x="1232" y="1089"/>
                    <a:pt x="0" y="1803"/>
                    <a:pt x="1175" y="2234"/>
                  </a:cubicBezTo>
                  <a:cubicBezTo>
                    <a:pt x="1187" y="2239"/>
                    <a:pt x="1206" y="2241"/>
                    <a:pt x="1230" y="2241"/>
                  </a:cubicBezTo>
                  <a:cubicBezTo>
                    <a:pt x="1616" y="2241"/>
                    <a:pt x="3453" y="1653"/>
                    <a:pt x="3722" y="1517"/>
                  </a:cubicBezTo>
                  <a:cubicBezTo>
                    <a:pt x="4267" y="1231"/>
                    <a:pt x="4954" y="200"/>
                    <a:pt x="392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7077293" y="941702"/>
              <a:ext cx="93815" cy="60237"/>
            </a:xfrm>
            <a:custGeom>
              <a:avLst/>
              <a:gdLst/>
              <a:ahLst/>
              <a:cxnLst/>
              <a:rect l="l" t="t" r="r" b="b"/>
              <a:pathLst>
                <a:path w="4638" h="2978" extrusionOk="0">
                  <a:moveTo>
                    <a:pt x="3607" y="717"/>
                  </a:moveTo>
                  <a:cubicBezTo>
                    <a:pt x="3692" y="745"/>
                    <a:pt x="3806" y="775"/>
                    <a:pt x="3836" y="832"/>
                  </a:cubicBezTo>
                  <a:cubicBezTo>
                    <a:pt x="3836" y="1004"/>
                    <a:pt x="3577" y="1404"/>
                    <a:pt x="3291" y="1546"/>
                  </a:cubicBezTo>
                  <a:cubicBezTo>
                    <a:pt x="3062" y="1691"/>
                    <a:pt x="1344" y="2206"/>
                    <a:pt x="1001" y="2234"/>
                  </a:cubicBezTo>
                  <a:cubicBezTo>
                    <a:pt x="859" y="2176"/>
                    <a:pt x="802" y="2149"/>
                    <a:pt x="802" y="2149"/>
                  </a:cubicBezTo>
                  <a:cubicBezTo>
                    <a:pt x="829" y="2034"/>
                    <a:pt x="1058" y="1833"/>
                    <a:pt x="1489" y="1546"/>
                  </a:cubicBezTo>
                  <a:lnTo>
                    <a:pt x="1631" y="1432"/>
                  </a:lnTo>
                  <a:cubicBezTo>
                    <a:pt x="2375" y="745"/>
                    <a:pt x="2519" y="717"/>
                    <a:pt x="3607" y="717"/>
                  </a:cubicBezTo>
                  <a:close/>
                  <a:moveTo>
                    <a:pt x="3635" y="1"/>
                  </a:moveTo>
                  <a:cubicBezTo>
                    <a:pt x="2375" y="1"/>
                    <a:pt x="2089" y="58"/>
                    <a:pt x="1173" y="859"/>
                  </a:cubicBezTo>
                  <a:lnTo>
                    <a:pt x="1058" y="946"/>
                  </a:lnTo>
                  <a:cubicBezTo>
                    <a:pt x="630" y="1233"/>
                    <a:pt x="0" y="1661"/>
                    <a:pt x="57" y="2234"/>
                  </a:cubicBezTo>
                  <a:cubicBezTo>
                    <a:pt x="115" y="2550"/>
                    <a:pt x="344" y="2779"/>
                    <a:pt x="802" y="2950"/>
                  </a:cubicBezTo>
                  <a:cubicBezTo>
                    <a:pt x="829" y="2950"/>
                    <a:pt x="886" y="2978"/>
                    <a:pt x="944" y="2978"/>
                  </a:cubicBezTo>
                  <a:cubicBezTo>
                    <a:pt x="1603" y="2978"/>
                    <a:pt x="3550" y="2234"/>
                    <a:pt x="3607" y="2206"/>
                  </a:cubicBezTo>
                  <a:cubicBezTo>
                    <a:pt x="4065" y="1977"/>
                    <a:pt x="4638" y="1347"/>
                    <a:pt x="4551" y="745"/>
                  </a:cubicBezTo>
                  <a:cubicBezTo>
                    <a:pt x="4523" y="573"/>
                    <a:pt x="4409" y="287"/>
                    <a:pt x="4065" y="115"/>
                  </a:cubicBezTo>
                  <a:cubicBezTo>
                    <a:pt x="3951" y="1"/>
                    <a:pt x="3806" y="1"/>
                    <a:pt x="366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7340416" y="951493"/>
              <a:ext cx="50124" cy="27388"/>
            </a:xfrm>
            <a:custGeom>
              <a:avLst/>
              <a:gdLst/>
              <a:ahLst/>
              <a:cxnLst/>
              <a:rect l="l" t="t" r="r" b="b"/>
              <a:pathLst>
                <a:path w="2478" h="1354" extrusionOk="0">
                  <a:moveTo>
                    <a:pt x="1559" y="1"/>
                  </a:moveTo>
                  <a:cubicBezTo>
                    <a:pt x="1473" y="1"/>
                    <a:pt x="1379" y="10"/>
                    <a:pt x="1277" y="32"/>
                  </a:cubicBezTo>
                  <a:lnTo>
                    <a:pt x="1077" y="89"/>
                  </a:lnTo>
                  <a:cubicBezTo>
                    <a:pt x="1" y="408"/>
                    <a:pt x="450" y="1353"/>
                    <a:pt x="1212" y="1353"/>
                  </a:cubicBezTo>
                  <a:cubicBezTo>
                    <a:pt x="1341" y="1353"/>
                    <a:pt x="1479" y="1326"/>
                    <a:pt x="1620" y="1264"/>
                  </a:cubicBezTo>
                  <a:cubicBezTo>
                    <a:pt x="2477" y="926"/>
                    <a:pt x="2392" y="1"/>
                    <a:pt x="1559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7340760" y="943948"/>
              <a:ext cx="53886" cy="42397"/>
            </a:xfrm>
            <a:custGeom>
              <a:avLst/>
              <a:gdLst/>
              <a:ahLst/>
              <a:cxnLst/>
              <a:rect l="l" t="t" r="r" b="b"/>
              <a:pathLst>
                <a:path w="2664" h="2096" extrusionOk="0">
                  <a:moveTo>
                    <a:pt x="1507" y="730"/>
                  </a:moveTo>
                  <a:cubicBezTo>
                    <a:pt x="1703" y="730"/>
                    <a:pt x="1811" y="797"/>
                    <a:pt x="1832" y="863"/>
                  </a:cubicBezTo>
                  <a:cubicBezTo>
                    <a:pt x="1862" y="977"/>
                    <a:pt x="1747" y="1179"/>
                    <a:pt x="1431" y="1293"/>
                  </a:cubicBezTo>
                  <a:cubicBezTo>
                    <a:pt x="1339" y="1339"/>
                    <a:pt x="1256" y="1356"/>
                    <a:pt x="1183" y="1356"/>
                  </a:cubicBezTo>
                  <a:cubicBezTo>
                    <a:pt x="1031" y="1356"/>
                    <a:pt x="927" y="1284"/>
                    <a:pt x="889" y="1264"/>
                  </a:cubicBezTo>
                  <a:cubicBezTo>
                    <a:pt x="831" y="1206"/>
                    <a:pt x="774" y="1122"/>
                    <a:pt x="802" y="1064"/>
                  </a:cubicBezTo>
                  <a:cubicBezTo>
                    <a:pt x="802" y="977"/>
                    <a:pt x="916" y="893"/>
                    <a:pt x="1145" y="806"/>
                  </a:cubicBezTo>
                  <a:cubicBezTo>
                    <a:pt x="1202" y="806"/>
                    <a:pt x="1232" y="778"/>
                    <a:pt x="1260" y="748"/>
                  </a:cubicBezTo>
                  <a:lnTo>
                    <a:pt x="1317" y="748"/>
                  </a:lnTo>
                  <a:cubicBezTo>
                    <a:pt x="1388" y="736"/>
                    <a:pt x="1451" y="730"/>
                    <a:pt x="1507" y="730"/>
                  </a:cubicBezTo>
                  <a:close/>
                  <a:moveTo>
                    <a:pt x="1518" y="0"/>
                  </a:moveTo>
                  <a:cubicBezTo>
                    <a:pt x="1411" y="0"/>
                    <a:pt x="1297" y="11"/>
                    <a:pt x="1175" y="34"/>
                  </a:cubicBezTo>
                  <a:cubicBezTo>
                    <a:pt x="1118" y="61"/>
                    <a:pt x="1088" y="61"/>
                    <a:pt x="1031" y="91"/>
                  </a:cubicBezTo>
                  <a:cubicBezTo>
                    <a:pt x="1003" y="91"/>
                    <a:pt x="973" y="119"/>
                    <a:pt x="946" y="119"/>
                  </a:cubicBezTo>
                  <a:cubicBezTo>
                    <a:pt x="286" y="320"/>
                    <a:pt x="115" y="691"/>
                    <a:pt x="87" y="920"/>
                  </a:cubicBezTo>
                  <a:cubicBezTo>
                    <a:pt x="0" y="1236"/>
                    <a:pt x="144" y="1607"/>
                    <a:pt x="458" y="1836"/>
                  </a:cubicBezTo>
                  <a:cubicBezTo>
                    <a:pt x="660" y="2008"/>
                    <a:pt x="916" y="2095"/>
                    <a:pt x="1202" y="2095"/>
                  </a:cubicBezTo>
                  <a:cubicBezTo>
                    <a:pt x="1374" y="2095"/>
                    <a:pt x="1546" y="2038"/>
                    <a:pt x="1718" y="1951"/>
                  </a:cubicBezTo>
                  <a:cubicBezTo>
                    <a:pt x="2434" y="1694"/>
                    <a:pt x="2664" y="1122"/>
                    <a:pt x="2549" y="664"/>
                  </a:cubicBezTo>
                  <a:cubicBezTo>
                    <a:pt x="2428" y="301"/>
                    <a:pt x="2084" y="0"/>
                    <a:pt x="151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7178460" y="849658"/>
              <a:ext cx="56050" cy="27449"/>
            </a:xfrm>
            <a:custGeom>
              <a:avLst/>
              <a:gdLst/>
              <a:ahLst/>
              <a:cxnLst/>
              <a:rect l="l" t="t" r="r" b="b"/>
              <a:pathLst>
                <a:path w="2771" h="1357" extrusionOk="0">
                  <a:moveTo>
                    <a:pt x="1737" y="1"/>
                  </a:moveTo>
                  <a:cubicBezTo>
                    <a:pt x="1626" y="1"/>
                    <a:pt x="1507" y="18"/>
                    <a:pt x="1382" y="57"/>
                  </a:cubicBezTo>
                  <a:lnTo>
                    <a:pt x="1267" y="115"/>
                  </a:lnTo>
                  <a:cubicBezTo>
                    <a:pt x="1" y="185"/>
                    <a:pt x="611" y="1356"/>
                    <a:pt x="1447" y="1356"/>
                  </a:cubicBezTo>
                  <a:cubicBezTo>
                    <a:pt x="1611" y="1356"/>
                    <a:pt x="1785" y="1311"/>
                    <a:pt x="1954" y="1202"/>
                  </a:cubicBezTo>
                  <a:cubicBezTo>
                    <a:pt x="2771" y="708"/>
                    <a:pt x="2433" y="1"/>
                    <a:pt x="173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7180361" y="842295"/>
              <a:ext cx="56172" cy="42114"/>
            </a:xfrm>
            <a:custGeom>
              <a:avLst/>
              <a:gdLst/>
              <a:ahLst/>
              <a:cxnLst/>
              <a:rect l="l" t="t" r="r" b="b"/>
              <a:pathLst>
                <a:path w="2777" h="2082" extrusionOk="0">
                  <a:moveTo>
                    <a:pt x="1642" y="730"/>
                  </a:moveTo>
                  <a:cubicBezTo>
                    <a:pt x="1818" y="730"/>
                    <a:pt x="1926" y="797"/>
                    <a:pt x="1947" y="879"/>
                  </a:cubicBezTo>
                  <a:cubicBezTo>
                    <a:pt x="2004" y="964"/>
                    <a:pt x="1890" y="1136"/>
                    <a:pt x="1661" y="1280"/>
                  </a:cubicBezTo>
                  <a:cubicBezTo>
                    <a:pt x="1551" y="1349"/>
                    <a:pt x="1445" y="1374"/>
                    <a:pt x="1349" y="1374"/>
                  </a:cubicBezTo>
                  <a:cubicBezTo>
                    <a:pt x="1170" y="1374"/>
                    <a:pt x="1029" y="1288"/>
                    <a:pt x="974" y="1250"/>
                  </a:cubicBezTo>
                  <a:cubicBezTo>
                    <a:pt x="830" y="1136"/>
                    <a:pt x="802" y="994"/>
                    <a:pt x="802" y="964"/>
                  </a:cubicBezTo>
                  <a:cubicBezTo>
                    <a:pt x="802" y="937"/>
                    <a:pt x="887" y="879"/>
                    <a:pt x="1173" y="850"/>
                  </a:cubicBezTo>
                  <a:cubicBezTo>
                    <a:pt x="1260" y="850"/>
                    <a:pt x="1345" y="822"/>
                    <a:pt x="1402" y="765"/>
                  </a:cubicBezTo>
                  <a:cubicBezTo>
                    <a:pt x="1492" y="740"/>
                    <a:pt x="1572" y="730"/>
                    <a:pt x="1642" y="730"/>
                  </a:cubicBezTo>
                  <a:close/>
                  <a:moveTo>
                    <a:pt x="1659" y="0"/>
                  </a:moveTo>
                  <a:cubicBezTo>
                    <a:pt x="1517" y="0"/>
                    <a:pt x="1364" y="24"/>
                    <a:pt x="1203" y="78"/>
                  </a:cubicBezTo>
                  <a:cubicBezTo>
                    <a:pt x="1146" y="78"/>
                    <a:pt x="1116" y="105"/>
                    <a:pt x="1088" y="135"/>
                  </a:cubicBezTo>
                  <a:cubicBezTo>
                    <a:pt x="401" y="192"/>
                    <a:pt x="172" y="536"/>
                    <a:pt x="115" y="735"/>
                  </a:cubicBezTo>
                  <a:cubicBezTo>
                    <a:pt x="1" y="1108"/>
                    <a:pt x="172" y="1537"/>
                    <a:pt x="543" y="1823"/>
                  </a:cubicBezTo>
                  <a:cubicBezTo>
                    <a:pt x="745" y="1967"/>
                    <a:pt x="1031" y="2082"/>
                    <a:pt x="1345" y="2082"/>
                  </a:cubicBezTo>
                  <a:cubicBezTo>
                    <a:pt x="1574" y="2082"/>
                    <a:pt x="1803" y="2024"/>
                    <a:pt x="2032" y="1880"/>
                  </a:cubicBezTo>
                  <a:cubicBezTo>
                    <a:pt x="2719" y="1479"/>
                    <a:pt x="2776" y="907"/>
                    <a:pt x="2634" y="563"/>
                  </a:cubicBezTo>
                  <a:cubicBezTo>
                    <a:pt x="2480" y="256"/>
                    <a:pt x="2125" y="0"/>
                    <a:pt x="165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7166626" y="886759"/>
              <a:ext cx="29896" cy="24010"/>
            </a:xfrm>
            <a:custGeom>
              <a:avLst/>
              <a:gdLst/>
              <a:ahLst/>
              <a:cxnLst/>
              <a:rect l="l" t="t" r="r" b="b"/>
              <a:pathLst>
                <a:path w="1478" h="1187" extrusionOk="0">
                  <a:moveTo>
                    <a:pt x="532" y="1"/>
                  </a:moveTo>
                  <a:cubicBezTo>
                    <a:pt x="445" y="1"/>
                    <a:pt x="354" y="16"/>
                    <a:pt x="262" y="52"/>
                  </a:cubicBezTo>
                  <a:lnTo>
                    <a:pt x="262" y="52"/>
                  </a:lnTo>
                  <a:cubicBezTo>
                    <a:pt x="268" y="43"/>
                    <a:pt x="273" y="34"/>
                    <a:pt x="279" y="26"/>
                  </a:cubicBezTo>
                  <a:lnTo>
                    <a:pt x="279" y="26"/>
                  </a:lnTo>
                  <a:lnTo>
                    <a:pt x="135" y="113"/>
                  </a:lnTo>
                  <a:cubicBezTo>
                    <a:pt x="177" y="88"/>
                    <a:pt x="220" y="68"/>
                    <a:pt x="262" y="52"/>
                  </a:cubicBezTo>
                  <a:lnTo>
                    <a:pt x="262" y="52"/>
                  </a:lnTo>
                  <a:cubicBezTo>
                    <a:pt x="1" y="475"/>
                    <a:pt x="32" y="1186"/>
                    <a:pt x="457" y="1186"/>
                  </a:cubicBezTo>
                  <a:cubicBezTo>
                    <a:pt x="556" y="1186"/>
                    <a:pt x="677" y="1147"/>
                    <a:pt x="822" y="1056"/>
                  </a:cubicBezTo>
                  <a:cubicBezTo>
                    <a:pt x="1477" y="682"/>
                    <a:pt x="1099" y="1"/>
                    <a:pt x="53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7160071" y="879355"/>
              <a:ext cx="37684" cy="38655"/>
            </a:xfrm>
            <a:custGeom>
              <a:avLst/>
              <a:gdLst/>
              <a:ahLst/>
              <a:cxnLst/>
              <a:rect l="l" t="t" r="r" b="b"/>
              <a:pathLst>
                <a:path w="1863" h="1911" extrusionOk="0">
                  <a:moveTo>
                    <a:pt x="899" y="724"/>
                  </a:moveTo>
                  <a:cubicBezTo>
                    <a:pt x="950" y="724"/>
                    <a:pt x="990" y="744"/>
                    <a:pt x="1031" y="765"/>
                  </a:cubicBezTo>
                  <a:cubicBezTo>
                    <a:pt x="1088" y="822"/>
                    <a:pt x="1146" y="880"/>
                    <a:pt x="1146" y="937"/>
                  </a:cubicBezTo>
                  <a:cubicBezTo>
                    <a:pt x="1146" y="964"/>
                    <a:pt x="1061" y="1051"/>
                    <a:pt x="946" y="1109"/>
                  </a:cubicBezTo>
                  <a:cubicBezTo>
                    <a:pt x="859" y="1166"/>
                    <a:pt x="832" y="1166"/>
                    <a:pt x="802" y="1193"/>
                  </a:cubicBezTo>
                  <a:cubicBezTo>
                    <a:pt x="775" y="1109"/>
                    <a:pt x="745" y="907"/>
                    <a:pt x="832" y="735"/>
                  </a:cubicBezTo>
                  <a:cubicBezTo>
                    <a:pt x="856" y="727"/>
                    <a:pt x="879" y="724"/>
                    <a:pt x="899" y="724"/>
                  </a:cubicBezTo>
                  <a:close/>
                  <a:moveTo>
                    <a:pt x="881" y="0"/>
                  </a:moveTo>
                  <a:cubicBezTo>
                    <a:pt x="775" y="0"/>
                    <a:pt x="670" y="16"/>
                    <a:pt x="573" y="48"/>
                  </a:cubicBezTo>
                  <a:cubicBezTo>
                    <a:pt x="488" y="48"/>
                    <a:pt x="431" y="78"/>
                    <a:pt x="374" y="105"/>
                  </a:cubicBezTo>
                  <a:cubicBezTo>
                    <a:pt x="344" y="105"/>
                    <a:pt x="317" y="135"/>
                    <a:pt x="287" y="163"/>
                  </a:cubicBezTo>
                  <a:cubicBezTo>
                    <a:pt x="115" y="250"/>
                    <a:pt x="58" y="422"/>
                    <a:pt x="115" y="593"/>
                  </a:cubicBezTo>
                  <a:cubicBezTo>
                    <a:pt x="1" y="994"/>
                    <a:pt x="30" y="1452"/>
                    <a:pt x="287" y="1709"/>
                  </a:cubicBezTo>
                  <a:cubicBezTo>
                    <a:pt x="374" y="1796"/>
                    <a:pt x="516" y="1910"/>
                    <a:pt x="775" y="1910"/>
                  </a:cubicBezTo>
                  <a:cubicBezTo>
                    <a:pt x="917" y="1910"/>
                    <a:pt x="1118" y="1880"/>
                    <a:pt x="1317" y="1738"/>
                  </a:cubicBezTo>
                  <a:cubicBezTo>
                    <a:pt x="1661" y="1567"/>
                    <a:pt x="1862" y="1251"/>
                    <a:pt x="1862" y="937"/>
                  </a:cubicBezTo>
                  <a:cubicBezTo>
                    <a:pt x="1862" y="621"/>
                    <a:pt x="1691" y="307"/>
                    <a:pt x="1404" y="135"/>
                  </a:cubicBezTo>
                  <a:cubicBezTo>
                    <a:pt x="1243" y="45"/>
                    <a:pt x="1059" y="0"/>
                    <a:pt x="8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8"/>
            <p:cNvSpPr/>
            <p:nvPr/>
          </p:nvSpPr>
          <p:spPr>
            <a:xfrm>
              <a:off x="7130799" y="913543"/>
              <a:ext cx="33659" cy="21623"/>
            </a:xfrm>
            <a:custGeom>
              <a:avLst/>
              <a:gdLst/>
              <a:ahLst/>
              <a:cxnLst/>
              <a:rect l="l" t="t" r="r" b="b"/>
              <a:pathLst>
                <a:path w="1664" h="1069" extrusionOk="0">
                  <a:moveTo>
                    <a:pt x="957" y="0"/>
                  </a:moveTo>
                  <a:cubicBezTo>
                    <a:pt x="912" y="0"/>
                    <a:pt x="866" y="6"/>
                    <a:pt x="818" y="19"/>
                  </a:cubicBezTo>
                  <a:lnTo>
                    <a:pt x="589" y="163"/>
                  </a:lnTo>
                  <a:cubicBezTo>
                    <a:pt x="0" y="615"/>
                    <a:pt x="432" y="1068"/>
                    <a:pt x="879" y="1068"/>
                  </a:cubicBezTo>
                  <a:cubicBezTo>
                    <a:pt x="997" y="1068"/>
                    <a:pt x="1117" y="1036"/>
                    <a:pt x="1219" y="964"/>
                  </a:cubicBezTo>
                  <a:cubicBezTo>
                    <a:pt x="1663" y="624"/>
                    <a:pt x="1417" y="0"/>
                    <a:pt x="95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7128250" y="906260"/>
              <a:ext cx="41102" cy="36066"/>
            </a:xfrm>
            <a:custGeom>
              <a:avLst/>
              <a:gdLst/>
              <a:ahLst/>
              <a:cxnLst/>
              <a:rect l="l" t="t" r="r" b="b"/>
              <a:pathLst>
                <a:path w="2032" h="1783" extrusionOk="0">
                  <a:moveTo>
                    <a:pt x="1073" y="712"/>
                  </a:moveTo>
                  <a:cubicBezTo>
                    <a:pt x="1116" y="712"/>
                    <a:pt x="1159" y="744"/>
                    <a:pt x="1203" y="809"/>
                  </a:cubicBezTo>
                  <a:cubicBezTo>
                    <a:pt x="1203" y="837"/>
                    <a:pt x="1230" y="951"/>
                    <a:pt x="1116" y="1038"/>
                  </a:cubicBezTo>
                  <a:cubicBezTo>
                    <a:pt x="1087" y="1052"/>
                    <a:pt x="1051" y="1059"/>
                    <a:pt x="1016" y="1059"/>
                  </a:cubicBezTo>
                  <a:cubicBezTo>
                    <a:pt x="980" y="1059"/>
                    <a:pt x="945" y="1052"/>
                    <a:pt x="916" y="1038"/>
                  </a:cubicBezTo>
                  <a:cubicBezTo>
                    <a:pt x="829" y="1038"/>
                    <a:pt x="802" y="981"/>
                    <a:pt x="802" y="981"/>
                  </a:cubicBezTo>
                  <a:cubicBezTo>
                    <a:pt x="802" y="981"/>
                    <a:pt x="802" y="924"/>
                    <a:pt x="944" y="809"/>
                  </a:cubicBezTo>
                  <a:lnTo>
                    <a:pt x="1031" y="722"/>
                  </a:lnTo>
                  <a:cubicBezTo>
                    <a:pt x="1045" y="715"/>
                    <a:pt x="1059" y="712"/>
                    <a:pt x="1073" y="712"/>
                  </a:cubicBezTo>
                  <a:close/>
                  <a:moveTo>
                    <a:pt x="1088" y="0"/>
                  </a:moveTo>
                  <a:cubicBezTo>
                    <a:pt x="1004" y="0"/>
                    <a:pt x="917" y="12"/>
                    <a:pt x="829" y="35"/>
                  </a:cubicBezTo>
                  <a:cubicBezTo>
                    <a:pt x="744" y="35"/>
                    <a:pt x="687" y="92"/>
                    <a:pt x="630" y="179"/>
                  </a:cubicBezTo>
                  <a:cubicBezTo>
                    <a:pt x="600" y="179"/>
                    <a:pt x="543" y="207"/>
                    <a:pt x="515" y="237"/>
                  </a:cubicBezTo>
                  <a:cubicBezTo>
                    <a:pt x="0" y="637"/>
                    <a:pt x="0" y="1123"/>
                    <a:pt x="229" y="1439"/>
                  </a:cubicBezTo>
                  <a:cubicBezTo>
                    <a:pt x="401" y="1638"/>
                    <a:pt x="687" y="1782"/>
                    <a:pt x="1001" y="1782"/>
                  </a:cubicBezTo>
                  <a:cubicBezTo>
                    <a:pt x="1203" y="1782"/>
                    <a:pt x="1402" y="1725"/>
                    <a:pt x="1574" y="1611"/>
                  </a:cubicBezTo>
                  <a:cubicBezTo>
                    <a:pt x="1917" y="1324"/>
                    <a:pt x="2032" y="866"/>
                    <a:pt x="1832" y="493"/>
                  </a:cubicBezTo>
                  <a:cubicBezTo>
                    <a:pt x="1696" y="174"/>
                    <a:pt x="1414" y="0"/>
                    <a:pt x="108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6941007" y="856294"/>
              <a:ext cx="74336" cy="26033"/>
            </a:xfrm>
            <a:custGeom>
              <a:avLst/>
              <a:gdLst/>
              <a:ahLst/>
              <a:cxnLst/>
              <a:rect l="l" t="t" r="r" b="b"/>
              <a:pathLst>
                <a:path w="3675" h="1287" extrusionOk="0">
                  <a:moveTo>
                    <a:pt x="1903" y="1"/>
                  </a:moveTo>
                  <a:cubicBezTo>
                    <a:pt x="793" y="1"/>
                    <a:pt x="0" y="847"/>
                    <a:pt x="1412" y="1245"/>
                  </a:cubicBezTo>
                  <a:cubicBezTo>
                    <a:pt x="1515" y="1274"/>
                    <a:pt x="1621" y="1287"/>
                    <a:pt x="1727" y="1287"/>
                  </a:cubicBezTo>
                  <a:cubicBezTo>
                    <a:pt x="2689" y="1287"/>
                    <a:pt x="3675" y="230"/>
                    <a:pt x="2386" y="100"/>
                  </a:cubicBezTo>
                  <a:lnTo>
                    <a:pt x="2157" y="16"/>
                  </a:lnTo>
                  <a:cubicBezTo>
                    <a:pt x="2071" y="6"/>
                    <a:pt x="1986" y="1"/>
                    <a:pt x="190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6946409" y="848829"/>
              <a:ext cx="63717" cy="40779"/>
            </a:xfrm>
            <a:custGeom>
              <a:avLst/>
              <a:gdLst/>
              <a:ahLst/>
              <a:cxnLst/>
              <a:rect l="l" t="t" r="r" b="b"/>
              <a:pathLst>
                <a:path w="3150" h="2016" extrusionOk="0">
                  <a:moveTo>
                    <a:pt x="1612" y="739"/>
                  </a:moveTo>
                  <a:cubicBezTo>
                    <a:pt x="1691" y="739"/>
                    <a:pt x="1773" y="744"/>
                    <a:pt x="1860" y="756"/>
                  </a:cubicBezTo>
                  <a:lnTo>
                    <a:pt x="1890" y="756"/>
                  </a:lnTo>
                  <a:cubicBezTo>
                    <a:pt x="1947" y="785"/>
                    <a:pt x="2004" y="813"/>
                    <a:pt x="2062" y="813"/>
                  </a:cubicBezTo>
                  <a:cubicBezTo>
                    <a:pt x="2233" y="843"/>
                    <a:pt x="2318" y="870"/>
                    <a:pt x="2348" y="870"/>
                  </a:cubicBezTo>
                  <a:cubicBezTo>
                    <a:pt x="2318" y="927"/>
                    <a:pt x="2233" y="1014"/>
                    <a:pt x="2089" y="1099"/>
                  </a:cubicBezTo>
                  <a:cubicBezTo>
                    <a:pt x="1915" y="1209"/>
                    <a:pt x="1692" y="1301"/>
                    <a:pt x="1470" y="1301"/>
                  </a:cubicBezTo>
                  <a:cubicBezTo>
                    <a:pt x="1399" y="1301"/>
                    <a:pt x="1329" y="1292"/>
                    <a:pt x="1260" y="1271"/>
                  </a:cubicBezTo>
                  <a:cubicBezTo>
                    <a:pt x="859" y="1156"/>
                    <a:pt x="772" y="1042"/>
                    <a:pt x="772" y="1042"/>
                  </a:cubicBezTo>
                  <a:cubicBezTo>
                    <a:pt x="798" y="943"/>
                    <a:pt x="1120" y="739"/>
                    <a:pt x="1612" y="739"/>
                  </a:cubicBezTo>
                  <a:close/>
                  <a:moveTo>
                    <a:pt x="1702" y="0"/>
                  </a:moveTo>
                  <a:cubicBezTo>
                    <a:pt x="883" y="0"/>
                    <a:pt x="162" y="379"/>
                    <a:pt x="58" y="900"/>
                  </a:cubicBezTo>
                  <a:cubicBezTo>
                    <a:pt x="0" y="1129"/>
                    <a:pt x="0" y="1672"/>
                    <a:pt x="1058" y="1958"/>
                  </a:cubicBezTo>
                  <a:cubicBezTo>
                    <a:pt x="1173" y="2015"/>
                    <a:pt x="1317" y="2015"/>
                    <a:pt x="1459" y="2015"/>
                  </a:cubicBezTo>
                  <a:cubicBezTo>
                    <a:pt x="2004" y="2015"/>
                    <a:pt x="2547" y="1759"/>
                    <a:pt x="2833" y="1443"/>
                  </a:cubicBezTo>
                  <a:cubicBezTo>
                    <a:pt x="3062" y="1186"/>
                    <a:pt x="3149" y="870"/>
                    <a:pt x="3062" y="614"/>
                  </a:cubicBezTo>
                  <a:cubicBezTo>
                    <a:pt x="2948" y="327"/>
                    <a:pt x="2634" y="156"/>
                    <a:pt x="2146" y="98"/>
                  </a:cubicBezTo>
                  <a:lnTo>
                    <a:pt x="2119" y="98"/>
                  </a:lnTo>
                  <a:lnTo>
                    <a:pt x="1947" y="11"/>
                  </a:lnTo>
                  <a:cubicBezTo>
                    <a:pt x="1865" y="4"/>
                    <a:pt x="1783" y="0"/>
                    <a:pt x="170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030360" y="887265"/>
              <a:ext cx="28420" cy="19014"/>
            </a:xfrm>
            <a:custGeom>
              <a:avLst/>
              <a:gdLst/>
              <a:ahLst/>
              <a:cxnLst/>
              <a:rect l="l" t="t" r="r" b="b"/>
              <a:pathLst>
                <a:path w="1405" h="940" extrusionOk="0">
                  <a:moveTo>
                    <a:pt x="573" y="1"/>
                  </a:moveTo>
                  <a:lnTo>
                    <a:pt x="344" y="145"/>
                  </a:lnTo>
                  <a:cubicBezTo>
                    <a:pt x="144" y="374"/>
                    <a:pt x="0" y="516"/>
                    <a:pt x="0" y="889"/>
                  </a:cubicBezTo>
                  <a:cubicBezTo>
                    <a:pt x="83" y="924"/>
                    <a:pt x="168" y="939"/>
                    <a:pt x="252" y="939"/>
                  </a:cubicBezTo>
                  <a:cubicBezTo>
                    <a:pt x="862" y="939"/>
                    <a:pt x="1404" y="128"/>
                    <a:pt x="57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023402" y="880185"/>
              <a:ext cx="35358" cy="33193"/>
            </a:xfrm>
            <a:custGeom>
              <a:avLst/>
              <a:gdLst/>
              <a:ahLst/>
              <a:cxnLst/>
              <a:rect l="l" t="t" r="r" b="b"/>
              <a:pathLst>
                <a:path w="1748" h="1641" extrusionOk="0">
                  <a:moveTo>
                    <a:pt x="903" y="0"/>
                  </a:moveTo>
                  <a:cubicBezTo>
                    <a:pt x="785" y="0"/>
                    <a:pt x="674" y="56"/>
                    <a:pt x="603" y="151"/>
                  </a:cubicBezTo>
                  <a:cubicBezTo>
                    <a:pt x="546" y="179"/>
                    <a:pt x="488" y="209"/>
                    <a:pt x="431" y="266"/>
                  </a:cubicBezTo>
                  <a:cubicBezTo>
                    <a:pt x="230" y="495"/>
                    <a:pt x="1" y="724"/>
                    <a:pt x="1" y="1239"/>
                  </a:cubicBezTo>
                  <a:cubicBezTo>
                    <a:pt x="1" y="1381"/>
                    <a:pt x="88" y="1496"/>
                    <a:pt x="230" y="1553"/>
                  </a:cubicBezTo>
                  <a:cubicBezTo>
                    <a:pt x="344" y="1610"/>
                    <a:pt x="488" y="1640"/>
                    <a:pt x="603" y="1640"/>
                  </a:cubicBezTo>
                  <a:cubicBezTo>
                    <a:pt x="889" y="1640"/>
                    <a:pt x="1175" y="1526"/>
                    <a:pt x="1375" y="1324"/>
                  </a:cubicBezTo>
                  <a:cubicBezTo>
                    <a:pt x="1661" y="1095"/>
                    <a:pt x="1748" y="781"/>
                    <a:pt x="1691" y="522"/>
                  </a:cubicBezTo>
                  <a:cubicBezTo>
                    <a:pt x="1633" y="351"/>
                    <a:pt x="1462" y="64"/>
                    <a:pt x="974" y="7"/>
                  </a:cubicBezTo>
                  <a:cubicBezTo>
                    <a:pt x="950" y="3"/>
                    <a:pt x="927" y="0"/>
                    <a:pt x="9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8"/>
            <p:cNvSpPr/>
            <p:nvPr/>
          </p:nvSpPr>
          <p:spPr>
            <a:xfrm>
              <a:off x="6750548" y="878890"/>
              <a:ext cx="75995" cy="24698"/>
            </a:xfrm>
            <a:custGeom>
              <a:avLst/>
              <a:gdLst/>
              <a:ahLst/>
              <a:cxnLst/>
              <a:rect l="l" t="t" r="r" b="b"/>
              <a:pathLst>
                <a:path w="3757" h="1221" extrusionOk="0">
                  <a:moveTo>
                    <a:pt x="3156" y="0"/>
                  </a:moveTo>
                  <a:cubicBezTo>
                    <a:pt x="3057" y="0"/>
                    <a:pt x="2942" y="22"/>
                    <a:pt x="2812" y="71"/>
                  </a:cubicBezTo>
                  <a:lnTo>
                    <a:pt x="2755" y="128"/>
                  </a:lnTo>
                  <a:cubicBezTo>
                    <a:pt x="2722" y="127"/>
                    <a:pt x="2688" y="127"/>
                    <a:pt x="2655" y="127"/>
                  </a:cubicBezTo>
                  <a:cubicBezTo>
                    <a:pt x="1280" y="127"/>
                    <a:pt x="0" y="1221"/>
                    <a:pt x="1673" y="1221"/>
                  </a:cubicBezTo>
                  <a:cubicBezTo>
                    <a:pt x="1733" y="1221"/>
                    <a:pt x="1798" y="1219"/>
                    <a:pt x="1866" y="1216"/>
                  </a:cubicBezTo>
                  <a:cubicBezTo>
                    <a:pt x="2210" y="1216"/>
                    <a:pt x="3011" y="1216"/>
                    <a:pt x="3297" y="987"/>
                  </a:cubicBezTo>
                  <a:cubicBezTo>
                    <a:pt x="3757" y="626"/>
                    <a:pt x="3686" y="0"/>
                    <a:pt x="315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6760501" y="871486"/>
              <a:ext cx="72414" cy="39565"/>
            </a:xfrm>
            <a:custGeom>
              <a:avLst/>
              <a:gdLst/>
              <a:ahLst/>
              <a:cxnLst/>
              <a:rect l="l" t="t" r="r" b="b"/>
              <a:pathLst>
                <a:path w="3580" h="1956" extrusionOk="0">
                  <a:moveTo>
                    <a:pt x="2678" y="731"/>
                  </a:moveTo>
                  <a:cubicBezTo>
                    <a:pt x="2713" y="731"/>
                    <a:pt x="2734" y="738"/>
                    <a:pt x="2748" y="753"/>
                  </a:cubicBezTo>
                  <a:cubicBezTo>
                    <a:pt x="2778" y="811"/>
                    <a:pt x="2748" y="952"/>
                    <a:pt x="2576" y="1097"/>
                  </a:cubicBezTo>
                  <a:cubicBezTo>
                    <a:pt x="2519" y="1124"/>
                    <a:pt x="2290" y="1211"/>
                    <a:pt x="1347" y="1211"/>
                  </a:cubicBezTo>
                  <a:cubicBezTo>
                    <a:pt x="1279" y="1220"/>
                    <a:pt x="1219" y="1223"/>
                    <a:pt x="1164" y="1223"/>
                  </a:cubicBezTo>
                  <a:cubicBezTo>
                    <a:pt x="1054" y="1223"/>
                    <a:pt x="965" y="1211"/>
                    <a:pt x="889" y="1211"/>
                  </a:cubicBezTo>
                  <a:cubicBezTo>
                    <a:pt x="1128" y="1051"/>
                    <a:pt x="1593" y="865"/>
                    <a:pt x="2119" y="865"/>
                  </a:cubicBezTo>
                  <a:cubicBezTo>
                    <a:pt x="2157" y="865"/>
                    <a:pt x="2195" y="866"/>
                    <a:pt x="2233" y="868"/>
                  </a:cubicBezTo>
                  <a:cubicBezTo>
                    <a:pt x="2347" y="868"/>
                    <a:pt x="2462" y="811"/>
                    <a:pt x="2519" y="753"/>
                  </a:cubicBezTo>
                  <a:cubicBezTo>
                    <a:pt x="2591" y="738"/>
                    <a:pt x="2642" y="731"/>
                    <a:pt x="2678" y="731"/>
                  </a:cubicBezTo>
                  <a:close/>
                  <a:moveTo>
                    <a:pt x="2665" y="1"/>
                  </a:moveTo>
                  <a:cubicBezTo>
                    <a:pt x="2528" y="1"/>
                    <a:pt x="2375" y="29"/>
                    <a:pt x="2205" y="94"/>
                  </a:cubicBezTo>
                  <a:cubicBezTo>
                    <a:pt x="2176" y="94"/>
                    <a:pt x="2148" y="123"/>
                    <a:pt x="2118" y="123"/>
                  </a:cubicBezTo>
                  <a:cubicBezTo>
                    <a:pt x="1289" y="151"/>
                    <a:pt x="401" y="494"/>
                    <a:pt x="115" y="952"/>
                  </a:cubicBezTo>
                  <a:cubicBezTo>
                    <a:pt x="0" y="1154"/>
                    <a:pt x="0" y="1383"/>
                    <a:pt x="87" y="1555"/>
                  </a:cubicBezTo>
                  <a:cubicBezTo>
                    <a:pt x="259" y="1811"/>
                    <a:pt x="602" y="1956"/>
                    <a:pt x="1202" y="1956"/>
                  </a:cubicBezTo>
                  <a:lnTo>
                    <a:pt x="1374" y="1956"/>
                  </a:lnTo>
                  <a:cubicBezTo>
                    <a:pt x="2034" y="1956"/>
                    <a:pt x="2691" y="1898"/>
                    <a:pt x="3035" y="1640"/>
                  </a:cubicBezTo>
                  <a:cubicBezTo>
                    <a:pt x="3435" y="1326"/>
                    <a:pt x="3580" y="781"/>
                    <a:pt x="3378" y="410"/>
                  </a:cubicBezTo>
                  <a:cubicBezTo>
                    <a:pt x="3255" y="183"/>
                    <a:pt x="3013" y="1"/>
                    <a:pt x="266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8"/>
            <p:cNvSpPr/>
            <p:nvPr/>
          </p:nvSpPr>
          <p:spPr>
            <a:xfrm>
              <a:off x="6663804" y="964521"/>
              <a:ext cx="283751" cy="108177"/>
            </a:xfrm>
            <a:custGeom>
              <a:avLst/>
              <a:gdLst/>
              <a:ahLst/>
              <a:cxnLst/>
              <a:rect l="l" t="t" r="r" b="b"/>
              <a:pathLst>
                <a:path w="14028" h="5348" extrusionOk="0">
                  <a:moveTo>
                    <a:pt x="5662" y="1"/>
                  </a:moveTo>
                  <a:cubicBezTo>
                    <a:pt x="4902" y="1"/>
                    <a:pt x="4434" y="700"/>
                    <a:pt x="3750" y="964"/>
                  </a:cubicBezTo>
                  <a:cubicBezTo>
                    <a:pt x="3525" y="1045"/>
                    <a:pt x="3279" y="1061"/>
                    <a:pt x="3027" y="1061"/>
                  </a:cubicBezTo>
                  <a:cubicBezTo>
                    <a:pt x="2860" y="1061"/>
                    <a:pt x="2691" y="1054"/>
                    <a:pt x="2523" y="1054"/>
                  </a:cubicBezTo>
                  <a:cubicBezTo>
                    <a:pt x="2232" y="1054"/>
                    <a:pt x="1946" y="1076"/>
                    <a:pt x="1688" y="1193"/>
                  </a:cubicBezTo>
                  <a:cubicBezTo>
                    <a:pt x="859" y="1564"/>
                    <a:pt x="802" y="1907"/>
                    <a:pt x="1546" y="2651"/>
                  </a:cubicBezTo>
                  <a:cubicBezTo>
                    <a:pt x="2176" y="3139"/>
                    <a:pt x="3207" y="2853"/>
                    <a:pt x="3951" y="3654"/>
                  </a:cubicBezTo>
                  <a:cubicBezTo>
                    <a:pt x="3899" y="3684"/>
                    <a:pt x="3777" y="3695"/>
                    <a:pt x="3608" y="3695"/>
                  </a:cubicBezTo>
                  <a:cubicBezTo>
                    <a:pt x="3156" y="3695"/>
                    <a:pt x="2372" y="3617"/>
                    <a:pt x="1709" y="3617"/>
                  </a:cubicBezTo>
                  <a:cubicBezTo>
                    <a:pt x="720" y="3617"/>
                    <a:pt x="1" y="3791"/>
                    <a:pt x="1059" y="4655"/>
                  </a:cubicBezTo>
                  <a:cubicBezTo>
                    <a:pt x="1542" y="5042"/>
                    <a:pt x="2823" y="5347"/>
                    <a:pt x="3623" y="5347"/>
                  </a:cubicBezTo>
                  <a:cubicBezTo>
                    <a:pt x="3770" y="5347"/>
                    <a:pt x="3901" y="5337"/>
                    <a:pt x="4008" y="5315"/>
                  </a:cubicBezTo>
                  <a:cubicBezTo>
                    <a:pt x="5112" y="4963"/>
                    <a:pt x="5532" y="3928"/>
                    <a:pt x="6796" y="3928"/>
                  </a:cubicBezTo>
                  <a:cubicBezTo>
                    <a:pt x="6875" y="3928"/>
                    <a:pt x="6957" y="3932"/>
                    <a:pt x="7043" y="3941"/>
                  </a:cubicBezTo>
                  <a:cubicBezTo>
                    <a:pt x="8073" y="4083"/>
                    <a:pt x="8760" y="4884"/>
                    <a:pt x="9761" y="4884"/>
                  </a:cubicBezTo>
                  <a:cubicBezTo>
                    <a:pt x="10334" y="4884"/>
                    <a:pt x="12509" y="4513"/>
                    <a:pt x="12711" y="4312"/>
                  </a:cubicBezTo>
                  <a:cubicBezTo>
                    <a:pt x="13826" y="3281"/>
                    <a:pt x="12310" y="3082"/>
                    <a:pt x="12253" y="2422"/>
                  </a:cubicBezTo>
                  <a:cubicBezTo>
                    <a:pt x="12166" y="1564"/>
                    <a:pt x="14028" y="1335"/>
                    <a:pt x="12997" y="247"/>
                  </a:cubicBezTo>
                  <a:lnTo>
                    <a:pt x="12796" y="247"/>
                  </a:lnTo>
                  <a:cubicBezTo>
                    <a:pt x="12523" y="153"/>
                    <a:pt x="12309" y="111"/>
                    <a:pt x="12124" y="111"/>
                  </a:cubicBezTo>
                  <a:cubicBezTo>
                    <a:pt x="11744" y="111"/>
                    <a:pt x="11482" y="284"/>
                    <a:pt x="11078" y="533"/>
                  </a:cubicBezTo>
                  <a:cubicBezTo>
                    <a:pt x="10504" y="922"/>
                    <a:pt x="10468" y="1051"/>
                    <a:pt x="10294" y="1051"/>
                  </a:cubicBezTo>
                  <a:cubicBezTo>
                    <a:pt x="10173" y="1051"/>
                    <a:pt x="9986" y="988"/>
                    <a:pt x="9505" y="906"/>
                  </a:cubicBezTo>
                  <a:cubicBezTo>
                    <a:pt x="9161" y="834"/>
                    <a:pt x="8818" y="834"/>
                    <a:pt x="8467" y="834"/>
                  </a:cubicBezTo>
                  <a:cubicBezTo>
                    <a:pt x="8116" y="834"/>
                    <a:pt x="7758" y="834"/>
                    <a:pt x="7386" y="762"/>
                  </a:cubicBezTo>
                  <a:cubicBezTo>
                    <a:pt x="6841" y="620"/>
                    <a:pt x="6413" y="162"/>
                    <a:pt x="5868" y="18"/>
                  </a:cubicBezTo>
                  <a:cubicBezTo>
                    <a:pt x="5797" y="6"/>
                    <a:pt x="5728" y="1"/>
                    <a:pt x="566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6664371" y="957461"/>
              <a:ext cx="276247" cy="122680"/>
            </a:xfrm>
            <a:custGeom>
              <a:avLst/>
              <a:gdLst/>
              <a:ahLst/>
              <a:cxnLst/>
              <a:rect l="l" t="t" r="r" b="b"/>
              <a:pathLst>
                <a:path w="13657" h="6065" extrusionOk="0">
                  <a:moveTo>
                    <a:pt x="5615" y="729"/>
                  </a:moveTo>
                  <a:cubicBezTo>
                    <a:pt x="5661" y="729"/>
                    <a:pt x="5707" y="733"/>
                    <a:pt x="5755" y="740"/>
                  </a:cubicBezTo>
                  <a:cubicBezTo>
                    <a:pt x="5984" y="797"/>
                    <a:pt x="6183" y="912"/>
                    <a:pt x="6412" y="1054"/>
                  </a:cubicBezTo>
                  <a:cubicBezTo>
                    <a:pt x="6671" y="1198"/>
                    <a:pt x="6928" y="1370"/>
                    <a:pt x="7271" y="1455"/>
                  </a:cubicBezTo>
                  <a:cubicBezTo>
                    <a:pt x="7672" y="1527"/>
                    <a:pt x="8044" y="1527"/>
                    <a:pt x="8399" y="1527"/>
                  </a:cubicBezTo>
                  <a:cubicBezTo>
                    <a:pt x="8753" y="1527"/>
                    <a:pt x="9090" y="1527"/>
                    <a:pt x="9419" y="1599"/>
                  </a:cubicBezTo>
                  <a:cubicBezTo>
                    <a:pt x="9619" y="1656"/>
                    <a:pt x="9763" y="1684"/>
                    <a:pt x="9877" y="1713"/>
                  </a:cubicBezTo>
                  <a:cubicBezTo>
                    <a:pt x="10039" y="1743"/>
                    <a:pt x="10158" y="1762"/>
                    <a:pt x="10259" y="1762"/>
                  </a:cubicBezTo>
                  <a:cubicBezTo>
                    <a:pt x="10445" y="1762"/>
                    <a:pt x="10571" y="1697"/>
                    <a:pt x="10793" y="1512"/>
                  </a:cubicBezTo>
                  <a:cubicBezTo>
                    <a:pt x="10908" y="1455"/>
                    <a:pt x="11022" y="1340"/>
                    <a:pt x="11222" y="1198"/>
                  </a:cubicBezTo>
                  <a:lnTo>
                    <a:pt x="11336" y="1141"/>
                  </a:lnTo>
                  <a:cubicBezTo>
                    <a:pt x="11666" y="939"/>
                    <a:pt x="11855" y="819"/>
                    <a:pt x="12113" y="819"/>
                  </a:cubicBezTo>
                  <a:cubicBezTo>
                    <a:pt x="12259" y="819"/>
                    <a:pt x="12426" y="857"/>
                    <a:pt x="12653" y="939"/>
                  </a:cubicBezTo>
                  <a:cubicBezTo>
                    <a:pt x="12683" y="969"/>
                    <a:pt x="12740" y="969"/>
                    <a:pt x="12797" y="969"/>
                  </a:cubicBezTo>
                  <a:cubicBezTo>
                    <a:pt x="12882" y="1054"/>
                    <a:pt x="12912" y="1141"/>
                    <a:pt x="12912" y="1198"/>
                  </a:cubicBezTo>
                  <a:cubicBezTo>
                    <a:pt x="12912" y="1340"/>
                    <a:pt x="12710" y="1512"/>
                    <a:pt x="12539" y="1656"/>
                  </a:cubicBezTo>
                  <a:cubicBezTo>
                    <a:pt x="12195" y="1913"/>
                    <a:pt x="11824" y="2256"/>
                    <a:pt x="11852" y="2801"/>
                  </a:cubicBezTo>
                  <a:cubicBezTo>
                    <a:pt x="11881" y="3172"/>
                    <a:pt x="12195" y="3431"/>
                    <a:pt x="12424" y="3630"/>
                  </a:cubicBezTo>
                  <a:cubicBezTo>
                    <a:pt x="12568" y="3745"/>
                    <a:pt x="12740" y="3889"/>
                    <a:pt x="12740" y="4003"/>
                  </a:cubicBezTo>
                  <a:cubicBezTo>
                    <a:pt x="12740" y="4061"/>
                    <a:pt x="12653" y="4203"/>
                    <a:pt x="12454" y="4374"/>
                  </a:cubicBezTo>
                  <a:cubicBezTo>
                    <a:pt x="12195" y="4546"/>
                    <a:pt x="10248" y="4862"/>
                    <a:pt x="9733" y="4862"/>
                  </a:cubicBezTo>
                  <a:cubicBezTo>
                    <a:pt x="9275" y="4862"/>
                    <a:pt x="8874" y="4661"/>
                    <a:pt x="8446" y="4432"/>
                  </a:cubicBezTo>
                  <a:cubicBezTo>
                    <a:pt x="8016" y="4232"/>
                    <a:pt x="7587" y="4003"/>
                    <a:pt x="7042" y="3916"/>
                  </a:cubicBezTo>
                  <a:cubicBezTo>
                    <a:pt x="6961" y="3909"/>
                    <a:pt x="6882" y="3906"/>
                    <a:pt x="6805" y="3906"/>
                  </a:cubicBezTo>
                  <a:cubicBezTo>
                    <a:pt x="5944" y="3906"/>
                    <a:pt x="5395" y="4325"/>
                    <a:pt x="4896" y="4718"/>
                  </a:cubicBezTo>
                  <a:cubicBezTo>
                    <a:pt x="4580" y="4947"/>
                    <a:pt x="4294" y="5206"/>
                    <a:pt x="3923" y="5320"/>
                  </a:cubicBezTo>
                  <a:cubicBezTo>
                    <a:pt x="3842" y="5336"/>
                    <a:pt x="3744" y="5343"/>
                    <a:pt x="3632" y="5343"/>
                  </a:cubicBezTo>
                  <a:cubicBezTo>
                    <a:pt x="2912" y="5343"/>
                    <a:pt x="1656" y="5045"/>
                    <a:pt x="1260" y="4748"/>
                  </a:cubicBezTo>
                  <a:cubicBezTo>
                    <a:pt x="1060" y="4576"/>
                    <a:pt x="973" y="4461"/>
                    <a:pt x="916" y="4404"/>
                  </a:cubicBezTo>
                  <a:cubicBezTo>
                    <a:pt x="1072" y="4352"/>
                    <a:pt x="1370" y="4336"/>
                    <a:pt x="1697" y="4336"/>
                  </a:cubicBezTo>
                  <a:cubicBezTo>
                    <a:pt x="2090" y="4336"/>
                    <a:pt x="2524" y="4359"/>
                    <a:pt x="2805" y="4374"/>
                  </a:cubicBezTo>
                  <a:cubicBezTo>
                    <a:pt x="3176" y="4388"/>
                    <a:pt x="3432" y="4401"/>
                    <a:pt x="3620" y="4401"/>
                  </a:cubicBezTo>
                  <a:cubicBezTo>
                    <a:pt x="3854" y="4401"/>
                    <a:pt x="3983" y="4381"/>
                    <a:pt x="4095" y="4317"/>
                  </a:cubicBezTo>
                  <a:cubicBezTo>
                    <a:pt x="4180" y="4260"/>
                    <a:pt x="4267" y="4175"/>
                    <a:pt x="4267" y="4061"/>
                  </a:cubicBezTo>
                  <a:cubicBezTo>
                    <a:pt x="4294" y="3946"/>
                    <a:pt x="4267" y="3832"/>
                    <a:pt x="4180" y="3745"/>
                  </a:cubicBezTo>
                  <a:cubicBezTo>
                    <a:pt x="3694" y="3229"/>
                    <a:pt x="3064" y="3087"/>
                    <a:pt x="2576" y="3000"/>
                  </a:cubicBezTo>
                  <a:cubicBezTo>
                    <a:pt x="2233" y="2916"/>
                    <a:pt x="1947" y="2858"/>
                    <a:pt x="1775" y="2714"/>
                  </a:cubicBezTo>
                  <a:cubicBezTo>
                    <a:pt x="1347" y="2313"/>
                    <a:pt x="1374" y="2171"/>
                    <a:pt x="1374" y="2171"/>
                  </a:cubicBezTo>
                  <a:cubicBezTo>
                    <a:pt x="1374" y="2171"/>
                    <a:pt x="1374" y="2057"/>
                    <a:pt x="1805" y="1855"/>
                  </a:cubicBezTo>
                  <a:cubicBezTo>
                    <a:pt x="1973" y="1780"/>
                    <a:pt x="2180" y="1767"/>
                    <a:pt x="2399" y="1767"/>
                  </a:cubicBezTo>
                  <a:cubicBezTo>
                    <a:pt x="2513" y="1767"/>
                    <a:pt x="2631" y="1771"/>
                    <a:pt x="2748" y="1771"/>
                  </a:cubicBezTo>
                  <a:cubicBezTo>
                    <a:pt x="2852" y="1771"/>
                    <a:pt x="2956" y="1773"/>
                    <a:pt x="3060" y="1773"/>
                  </a:cubicBezTo>
                  <a:cubicBezTo>
                    <a:pt x="3326" y="1773"/>
                    <a:pt x="3588" y="1758"/>
                    <a:pt x="3836" y="1656"/>
                  </a:cubicBezTo>
                  <a:cubicBezTo>
                    <a:pt x="4180" y="1542"/>
                    <a:pt x="4438" y="1340"/>
                    <a:pt x="4667" y="1168"/>
                  </a:cubicBezTo>
                  <a:cubicBezTo>
                    <a:pt x="5041" y="895"/>
                    <a:pt x="5306" y="729"/>
                    <a:pt x="5615" y="729"/>
                  </a:cubicBezTo>
                  <a:close/>
                  <a:moveTo>
                    <a:pt x="5620" y="1"/>
                  </a:moveTo>
                  <a:cubicBezTo>
                    <a:pt x="5052" y="1"/>
                    <a:pt x="4633" y="295"/>
                    <a:pt x="4237" y="568"/>
                  </a:cubicBezTo>
                  <a:cubicBezTo>
                    <a:pt x="4038" y="740"/>
                    <a:pt x="3809" y="882"/>
                    <a:pt x="3607" y="969"/>
                  </a:cubicBezTo>
                  <a:cubicBezTo>
                    <a:pt x="3378" y="1054"/>
                    <a:pt x="3092" y="1054"/>
                    <a:pt x="2778" y="1054"/>
                  </a:cubicBezTo>
                  <a:cubicBezTo>
                    <a:pt x="2663" y="1046"/>
                    <a:pt x="2544" y="1040"/>
                    <a:pt x="2423" y="1040"/>
                  </a:cubicBezTo>
                  <a:cubicBezTo>
                    <a:pt x="2120" y="1040"/>
                    <a:pt x="1805" y="1075"/>
                    <a:pt x="1518" y="1198"/>
                  </a:cubicBezTo>
                  <a:cubicBezTo>
                    <a:pt x="1145" y="1370"/>
                    <a:pt x="717" y="1599"/>
                    <a:pt x="660" y="2027"/>
                  </a:cubicBezTo>
                  <a:cubicBezTo>
                    <a:pt x="573" y="2485"/>
                    <a:pt x="916" y="2916"/>
                    <a:pt x="1289" y="3259"/>
                  </a:cubicBezTo>
                  <a:cubicBezTo>
                    <a:pt x="1518" y="3431"/>
                    <a:pt x="1747" y="3545"/>
                    <a:pt x="1976" y="3603"/>
                  </a:cubicBezTo>
                  <a:cubicBezTo>
                    <a:pt x="1863" y="3599"/>
                    <a:pt x="1754" y="3597"/>
                    <a:pt x="1651" y="3597"/>
                  </a:cubicBezTo>
                  <a:cubicBezTo>
                    <a:pt x="843" y="3597"/>
                    <a:pt x="354" y="3712"/>
                    <a:pt x="202" y="4118"/>
                  </a:cubicBezTo>
                  <a:cubicBezTo>
                    <a:pt x="0" y="4576"/>
                    <a:pt x="431" y="4977"/>
                    <a:pt x="831" y="5290"/>
                  </a:cubicBezTo>
                  <a:cubicBezTo>
                    <a:pt x="1347" y="5721"/>
                    <a:pt x="2691" y="6065"/>
                    <a:pt x="3607" y="6065"/>
                  </a:cubicBezTo>
                  <a:cubicBezTo>
                    <a:pt x="3779" y="6065"/>
                    <a:pt x="3951" y="6035"/>
                    <a:pt x="4095" y="6007"/>
                  </a:cubicBezTo>
                  <a:cubicBezTo>
                    <a:pt x="4638" y="5863"/>
                    <a:pt x="5011" y="5549"/>
                    <a:pt x="5354" y="5263"/>
                  </a:cubicBezTo>
                  <a:cubicBezTo>
                    <a:pt x="5786" y="4931"/>
                    <a:pt x="6150" y="4647"/>
                    <a:pt x="6729" y="4647"/>
                  </a:cubicBezTo>
                  <a:cubicBezTo>
                    <a:pt x="6801" y="4647"/>
                    <a:pt x="6877" y="4651"/>
                    <a:pt x="6957" y="4661"/>
                  </a:cubicBezTo>
                  <a:cubicBezTo>
                    <a:pt x="7358" y="4718"/>
                    <a:pt x="7729" y="4890"/>
                    <a:pt x="8103" y="5091"/>
                  </a:cubicBezTo>
                  <a:cubicBezTo>
                    <a:pt x="8588" y="5348"/>
                    <a:pt x="9103" y="5607"/>
                    <a:pt x="9733" y="5607"/>
                  </a:cubicBezTo>
                  <a:cubicBezTo>
                    <a:pt x="10134" y="5607"/>
                    <a:pt x="12596" y="5290"/>
                    <a:pt x="12939" y="4919"/>
                  </a:cubicBezTo>
                  <a:cubicBezTo>
                    <a:pt x="13283" y="4603"/>
                    <a:pt x="13455" y="4290"/>
                    <a:pt x="13455" y="3974"/>
                  </a:cubicBezTo>
                  <a:cubicBezTo>
                    <a:pt x="13455" y="3573"/>
                    <a:pt x="13141" y="3287"/>
                    <a:pt x="12882" y="3087"/>
                  </a:cubicBezTo>
                  <a:cubicBezTo>
                    <a:pt x="12740" y="2973"/>
                    <a:pt x="12596" y="2829"/>
                    <a:pt x="12568" y="2744"/>
                  </a:cubicBezTo>
                  <a:cubicBezTo>
                    <a:pt x="12568" y="2572"/>
                    <a:pt x="12740" y="2428"/>
                    <a:pt x="12997" y="2199"/>
                  </a:cubicBezTo>
                  <a:cubicBezTo>
                    <a:pt x="13283" y="1970"/>
                    <a:pt x="13626" y="1684"/>
                    <a:pt x="13626" y="1255"/>
                  </a:cubicBezTo>
                  <a:cubicBezTo>
                    <a:pt x="13656" y="939"/>
                    <a:pt x="13512" y="653"/>
                    <a:pt x="13226" y="339"/>
                  </a:cubicBezTo>
                  <a:cubicBezTo>
                    <a:pt x="13164" y="276"/>
                    <a:pt x="13072" y="229"/>
                    <a:pt x="12973" y="229"/>
                  </a:cubicBezTo>
                  <a:cubicBezTo>
                    <a:pt x="12934" y="229"/>
                    <a:pt x="12894" y="236"/>
                    <a:pt x="12855" y="252"/>
                  </a:cubicBezTo>
                  <a:cubicBezTo>
                    <a:pt x="12550" y="148"/>
                    <a:pt x="12302" y="104"/>
                    <a:pt x="12086" y="104"/>
                  </a:cubicBezTo>
                  <a:cubicBezTo>
                    <a:pt x="11653" y="104"/>
                    <a:pt x="11347" y="282"/>
                    <a:pt x="10965" y="511"/>
                  </a:cubicBezTo>
                  <a:lnTo>
                    <a:pt x="10851" y="596"/>
                  </a:lnTo>
                  <a:cubicBezTo>
                    <a:pt x="10592" y="740"/>
                    <a:pt x="10450" y="882"/>
                    <a:pt x="10335" y="969"/>
                  </a:cubicBezTo>
                  <a:cubicBezTo>
                    <a:pt x="10278" y="996"/>
                    <a:pt x="10248" y="1026"/>
                    <a:pt x="10278" y="1026"/>
                  </a:cubicBezTo>
                  <a:cubicBezTo>
                    <a:pt x="10248" y="1026"/>
                    <a:pt x="10134" y="1026"/>
                    <a:pt x="10049" y="996"/>
                  </a:cubicBezTo>
                  <a:cubicBezTo>
                    <a:pt x="9905" y="969"/>
                    <a:pt x="9763" y="939"/>
                    <a:pt x="9561" y="882"/>
                  </a:cubicBezTo>
                  <a:cubicBezTo>
                    <a:pt x="9175" y="811"/>
                    <a:pt x="8811" y="811"/>
                    <a:pt x="8460" y="811"/>
                  </a:cubicBezTo>
                  <a:cubicBezTo>
                    <a:pt x="8109" y="811"/>
                    <a:pt x="7773" y="811"/>
                    <a:pt x="7443" y="740"/>
                  </a:cubicBezTo>
                  <a:cubicBezTo>
                    <a:pt x="7214" y="683"/>
                    <a:pt x="7015" y="568"/>
                    <a:pt x="6786" y="424"/>
                  </a:cubicBezTo>
                  <a:cubicBezTo>
                    <a:pt x="6527" y="282"/>
                    <a:pt x="6270" y="110"/>
                    <a:pt x="5897" y="23"/>
                  </a:cubicBezTo>
                  <a:cubicBezTo>
                    <a:pt x="5801" y="8"/>
                    <a:pt x="5709" y="1"/>
                    <a:pt x="562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6940623" y="1040664"/>
              <a:ext cx="61957" cy="30220"/>
            </a:xfrm>
            <a:custGeom>
              <a:avLst/>
              <a:gdLst/>
              <a:ahLst/>
              <a:cxnLst/>
              <a:rect l="l" t="t" r="r" b="b"/>
              <a:pathLst>
                <a:path w="3063" h="1494" extrusionOk="0">
                  <a:moveTo>
                    <a:pt x="1941" y="1"/>
                  </a:moveTo>
                  <a:cubicBezTo>
                    <a:pt x="1849" y="1"/>
                    <a:pt x="1746" y="11"/>
                    <a:pt x="1631" y="32"/>
                  </a:cubicBezTo>
                  <a:lnTo>
                    <a:pt x="1431" y="32"/>
                  </a:lnTo>
                  <a:cubicBezTo>
                    <a:pt x="257" y="177"/>
                    <a:pt x="0" y="1494"/>
                    <a:pt x="1374" y="1494"/>
                  </a:cubicBezTo>
                  <a:cubicBezTo>
                    <a:pt x="2511" y="1494"/>
                    <a:pt x="3063" y="1"/>
                    <a:pt x="1941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6941776" y="1033463"/>
              <a:ext cx="59085" cy="44379"/>
            </a:xfrm>
            <a:custGeom>
              <a:avLst/>
              <a:gdLst/>
              <a:ahLst/>
              <a:cxnLst/>
              <a:rect l="l" t="t" r="r" b="b"/>
              <a:pathLst>
                <a:path w="2921" h="2194" extrusionOk="0">
                  <a:moveTo>
                    <a:pt x="1898" y="707"/>
                  </a:moveTo>
                  <a:cubicBezTo>
                    <a:pt x="2037" y="707"/>
                    <a:pt x="2098" y="741"/>
                    <a:pt x="2119" y="762"/>
                  </a:cubicBezTo>
                  <a:cubicBezTo>
                    <a:pt x="2146" y="789"/>
                    <a:pt x="2146" y="876"/>
                    <a:pt x="2089" y="1018"/>
                  </a:cubicBezTo>
                  <a:cubicBezTo>
                    <a:pt x="1974" y="1247"/>
                    <a:pt x="1688" y="1476"/>
                    <a:pt x="1317" y="1476"/>
                  </a:cubicBezTo>
                  <a:cubicBezTo>
                    <a:pt x="974" y="1476"/>
                    <a:pt x="772" y="1392"/>
                    <a:pt x="745" y="1247"/>
                  </a:cubicBezTo>
                  <a:cubicBezTo>
                    <a:pt x="745" y="1075"/>
                    <a:pt x="974" y="819"/>
                    <a:pt x="1432" y="762"/>
                  </a:cubicBezTo>
                  <a:cubicBezTo>
                    <a:pt x="1432" y="732"/>
                    <a:pt x="1459" y="732"/>
                    <a:pt x="1489" y="732"/>
                  </a:cubicBezTo>
                  <a:cubicBezTo>
                    <a:pt x="1518" y="747"/>
                    <a:pt x="1546" y="754"/>
                    <a:pt x="1575" y="754"/>
                  </a:cubicBezTo>
                  <a:cubicBezTo>
                    <a:pt x="1603" y="754"/>
                    <a:pt x="1632" y="747"/>
                    <a:pt x="1661" y="732"/>
                  </a:cubicBezTo>
                  <a:cubicBezTo>
                    <a:pt x="1758" y="714"/>
                    <a:pt x="1836" y="707"/>
                    <a:pt x="1898" y="707"/>
                  </a:cubicBezTo>
                  <a:close/>
                  <a:moveTo>
                    <a:pt x="1916" y="1"/>
                  </a:moveTo>
                  <a:cubicBezTo>
                    <a:pt x="1798" y="1"/>
                    <a:pt x="1665" y="14"/>
                    <a:pt x="1516" y="45"/>
                  </a:cubicBezTo>
                  <a:lnTo>
                    <a:pt x="1489" y="45"/>
                  </a:lnTo>
                  <a:cubicBezTo>
                    <a:pt x="1432" y="17"/>
                    <a:pt x="1374" y="17"/>
                    <a:pt x="1345" y="17"/>
                  </a:cubicBezTo>
                  <a:cubicBezTo>
                    <a:pt x="486" y="132"/>
                    <a:pt x="0" y="762"/>
                    <a:pt x="28" y="1304"/>
                  </a:cubicBezTo>
                  <a:cubicBezTo>
                    <a:pt x="58" y="1705"/>
                    <a:pt x="401" y="2193"/>
                    <a:pt x="1317" y="2193"/>
                  </a:cubicBezTo>
                  <a:cubicBezTo>
                    <a:pt x="2062" y="2193"/>
                    <a:pt x="2547" y="1735"/>
                    <a:pt x="2749" y="1334"/>
                  </a:cubicBezTo>
                  <a:cubicBezTo>
                    <a:pt x="2920" y="991"/>
                    <a:pt x="2891" y="590"/>
                    <a:pt x="2691" y="331"/>
                  </a:cubicBezTo>
                  <a:cubicBezTo>
                    <a:pt x="2578" y="175"/>
                    <a:pt x="2343" y="1"/>
                    <a:pt x="1916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6574694" y="928856"/>
              <a:ext cx="221693" cy="69158"/>
            </a:xfrm>
            <a:custGeom>
              <a:avLst/>
              <a:gdLst/>
              <a:ahLst/>
              <a:cxnLst/>
              <a:rect l="l" t="t" r="r" b="b"/>
              <a:pathLst>
                <a:path w="10960" h="3419" extrusionOk="0">
                  <a:moveTo>
                    <a:pt x="6484" y="1"/>
                  </a:moveTo>
                  <a:cubicBezTo>
                    <a:pt x="5826" y="1"/>
                    <a:pt x="5470" y="172"/>
                    <a:pt x="4719" y="693"/>
                  </a:cubicBezTo>
                  <a:cubicBezTo>
                    <a:pt x="3631" y="1437"/>
                    <a:pt x="2315" y="1009"/>
                    <a:pt x="1284" y="1723"/>
                  </a:cubicBezTo>
                  <a:cubicBezTo>
                    <a:pt x="0" y="2572"/>
                    <a:pt x="743" y="3419"/>
                    <a:pt x="1902" y="3419"/>
                  </a:cubicBezTo>
                  <a:cubicBezTo>
                    <a:pt x="2035" y="3419"/>
                    <a:pt x="2173" y="3407"/>
                    <a:pt x="2315" y="3384"/>
                  </a:cubicBezTo>
                  <a:cubicBezTo>
                    <a:pt x="3203" y="3242"/>
                    <a:pt x="4119" y="2582"/>
                    <a:pt x="5006" y="2440"/>
                  </a:cubicBezTo>
                  <a:cubicBezTo>
                    <a:pt x="6380" y="2239"/>
                    <a:pt x="7525" y="1925"/>
                    <a:pt x="8842" y="1581"/>
                  </a:cubicBezTo>
                  <a:cubicBezTo>
                    <a:pt x="9586" y="1352"/>
                    <a:pt x="10960" y="1295"/>
                    <a:pt x="9730" y="407"/>
                  </a:cubicBezTo>
                  <a:cubicBezTo>
                    <a:pt x="9471" y="257"/>
                    <a:pt x="9201" y="223"/>
                    <a:pt x="8930" y="223"/>
                  </a:cubicBezTo>
                  <a:cubicBezTo>
                    <a:pt x="8695" y="223"/>
                    <a:pt x="8461" y="249"/>
                    <a:pt x="8232" y="249"/>
                  </a:cubicBezTo>
                  <a:cubicBezTo>
                    <a:pt x="7966" y="249"/>
                    <a:pt x="7708" y="214"/>
                    <a:pt x="7467" y="63"/>
                  </a:cubicBezTo>
                  <a:lnTo>
                    <a:pt x="7383" y="63"/>
                  </a:lnTo>
                  <a:cubicBezTo>
                    <a:pt x="7017" y="25"/>
                    <a:pt x="6730" y="1"/>
                    <a:pt x="6484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6576939" y="921452"/>
              <a:ext cx="213117" cy="83964"/>
            </a:xfrm>
            <a:custGeom>
              <a:avLst/>
              <a:gdLst/>
              <a:ahLst/>
              <a:cxnLst/>
              <a:rect l="l" t="t" r="r" b="b"/>
              <a:pathLst>
                <a:path w="10536" h="4151" extrusionOk="0">
                  <a:moveTo>
                    <a:pt x="6383" y="715"/>
                  </a:moveTo>
                  <a:cubicBezTo>
                    <a:pt x="6612" y="715"/>
                    <a:pt x="6898" y="745"/>
                    <a:pt x="7242" y="773"/>
                  </a:cubicBezTo>
                  <a:cubicBezTo>
                    <a:pt x="7589" y="957"/>
                    <a:pt x="7935" y="975"/>
                    <a:pt x="8252" y="975"/>
                  </a:cubicBezTo>
                  <a:cubicBezTo>
                    <a:pt x="8327" y="975"/>
                    <a:pt x="8402" y="974"/>
                    <a:pt x="8474" y="974"/>
                  </a:cubicBezTo>
                  <a:cubicBezTo>
                    <a:pt x="8614" y="963"/>
                    <a:pt x="8746" y="952"/>
                    <a:pt x="8870" y="952"/>
                  </a:cubicBezTo>
                  <a:cubicBezTo>
                    <a:pt x="9075" y="952"/>
                    <a:pt x="9258" y="982"/>
                    <a:pt x="9418" y="1089"/>
                  </a:cubicBezTo>
                  <a:cubicBezTo>
                    <a:pt x="9562" y="1173"/>
                    <a:pt x="9647" y="1260"/>
                    <a:pt x="9704" y="1318"/>
                  </a:cubicBezTo>
                  <a:cubicBezTo>
                    <a:pt x="9532" y="1375"/>
                    <a:pt x="9246" y="1432"/>
                    <a:pt x="9074" y="1489"/>
                  </a:cubicBezTo>
                  <a:cubicBezTo>
                    <a:pt x="8902" y="1517"/>
                    <a:pt x="8760" y="1547"/>
                    <a:pt x="8616" y="1604"/>
                  </a:cubicBezTo>
                  <a:cubicBezTo>
                    <a:pt x="7329" y="1947"/>
                    <a:pt x="6184" y="2234"/>
                    <a:pt x="4837" y="2463"/>
                  </a:cubicBezTo>
                  <a:cubicBezTo>
                    <a:pt x="4352" y="2520"/>
                    <a:pt x="3864" y="2749"/>
                    <a:pt x="3406" y="2948"/>
                  </a:cubicBezTo>
                  <a:cubicBezTo>
                    <a:pt x="2978" y="3150"/>
                    <a:pt x="2547" y="3322"/>
                    <a:pt x="2146" y="3406"/>
                  </a:cubicBezTo>
                  <a:cubicBezTo>
                    <a:pt x="2043" y="3419"/>
                    <a:pt x="1945" y="3425"/>
                    <a:pt x="1852" y="3425"/>
                  </a:cubicBezTo>
                  <a:cubicBezTo>
                    <a:pt x="1323" y="3425"/>
                    <a:pt x="961" y="3234"/>
                    <a:pt x="887" y="3063"/>
                  </a:cubicBezTo>
                  <a:cubicBezTo>
                    <a:pt x="830" y="2891"/>
                    <a:pt x="1001" y="2635"/>
                    <a:pt x="1402" y="2376"/>
                  </a:cubicBezTo>
                  <a:cubicBezTo>
                    <a:pt x="1833" y="2062"/>
                    <a:pt x="2375" y="2005"/>
                    <a:pt x="2920" y="1947"/>
                  </a:cubicBezTo>
                  <a:cubicBezTo>
                    <a:pt x="3550" y="1860"/>
                    <a:pt x="4208" y="1776"/>
                    <a:pt x="4810" y="1375"/>
                  </a:cubicBezTo>
                  <a:cubicBezTo>
                    <a:pt x="5524" y="887"/>
                    <a:pt x="5811" y="715"/>
                    <a:pt x="6383" y="715"/>
                  </a:cubicBezTo>
                  <a:close/>
                  <a:moveTo>
                    <a:pt x="6412" y="0"/>
                  </a:moveTo>
                  <a:cubicBezTo>
                    <a:pt x="5647" y="0"/>
                    <a:pt x="5245" y="194"/>
                    <a:pt x="4409" y="773"/>
                  </a:cubicBezTo>
                  <a:cubicBezTo>
                    <a:pt x="3951" y="1089"/>
                    <a:pt x="3406" y="1146"/>
                    <a:pt x="2833" y="1231"/>
                  </a:cubicBezTo>
                  <a:cubicBezTo>
                    <a:pt x="2204" y="1288"/>
                    <a:pt x="1574" y="1375"/>
                    <a:pt x="974" y="1776"/>
                  </a:cubicBezTo>
                  <a:cubicBezTo>
                    <a:pt x="1" y="2433"/>
                    <a:pt x="115" y="3063"/>
                    <a:pt x="200" y="3322"/>
                  </a:cubicBezTo>
                  <a:cubicBezTo>
                    <a:pt x="401" y="3837"/>
                    <a:pt x="1059" y="4151"/>
                    <a:pt x="1803" y="4151"/>
                  </a:cubicBezTo>
                  <a:cubicBezTo>
                    <a:pt x="1975" y="4151"/>
                    <a:pt x="2119" y="4123"/>
                    <a:pt x="2261" y="4123"/>
                  </a:cubicBezTo>
                  <a:cubicBezTo>
                    <a:pt x="2776" y="4036"/>
                    <a:pt x="3234" y="3807"/>
                    <a:pt x="3692" y="3608"/>
                  </a:cubicBezTo>
                  <a:cubicBezTo>
                    <a:pt x="4123" y="3406"/>
                    <a:pt x="4551" y="3235"/>
                    <a:pt x="4952" y="3177"/>
                  </a:cubicBezTo>
                  <a:cubicBezTo>
                    <a:pt x="6326" y="2948"/>
                    <a:pt x="7501" y="2662"/>
                    <a:pt x="8818" y="2291"/>
                  </a:cubicBezTo>
                  <a:cubicBezTo>
                    <a:pt x="8960" y="2261"/>
                    <a:pt x="9074" y="2234"/>
                    <a:pt x="9218" y="2204"/>
                  </a:cubicBezTo>
                  <a:cubicBezTo>
                    <a:pt x="9791" y="2062"/>
                    <a:pt x="10363" y="1947"/>
                    <a:pt x="10448" y="1460"/>
                  </a:cubicBezTo>
                  <a:cubicBezTo>
                    <a:pt x="10535" y="1059"/>
                    <a:pt x="10162" y="715"/>
                    <a:pt x="9791" y="459"/>
                  </a:cubicBezTo>
                  <a:cubicBezTo>
                    <a:pt x="9419" y="249"/>
                    <a:pt x="9026" y="229"/>
                    <a:pt x="8678" y="229"/>
                  </a:cubicBezTo>
                  <a:cubicBezTo>
                    <a:pt x="8597" y="229"/>
                    <a:pt x="8519" y="230"/>
                    <a:pt x="8444" y="230"/>
                  </a:cubicBezTo>
                  <a:cubicBezTo>
                    <a:pt x="8339" y="238"/>
                    <a:pt x="8237" y="244"/>
                    <a:pt x="8139" y="244"/>
                  </a:cubicBezTo>
                  <a:cubicBezTo>
                    <a:pt x="7917" y="244"/>
                    <a:pt x="7717" y="214"/>
                    <a:pt x="7558" y="115"/>
                  </a:cubicBezTo>
                  <a:cubicBezTo>
                    <a:pt x="7471" y="58"/>
                    <a:pt x="7386" y="58"/>
                    <a:pt x="7329" y="58"/>
                  </a:cubicBezTo>
                  <a:cubicBezTo>
                    <a:pt x="6963" y="22"/>
                    <a:pt x="6667" y="0"/>
                    <a:pt x="641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6641188" y="2259020"/>
              <a:ext cx="229602" cy="96060"/>
            </a:xfrm>
            <a:custGeom>
              <a:avLst/>
              <a:gdLst/>
              <a:ahLst/>
              <a:cxnLst/>
              <a:rect l="l" t="t" r="r" b="b"/>
              <a:pathLst>
                <a:path w="11351" h="4749" extrusionOk="0">
                  <a:moveTo>
                    <a:pt x="3419" y="0"/>
                  </a:moveTo>
                  <a:cubicBezTo>
                    <a:pt x="2765" y="0"/>
                    <a:pt x="2097" y="69"/>
                    <a:pt x="1577" y="237"/>
                  </a:cubicBezTo>
                  <a:cubicBezTo>
                    <a:pt x="489" y="608"/>
                    <a:pt x="1" y="1467"/>
                    <a:pt x="1519" y="1554"/>
                  </a:cubicBezTo>
                  <a:cubicBezTo>
                    <a:pt x="1731" y="1564"/>
                    <a:pt x="1920" y="1566"/>
                    <a:pt x="2092" y="1566"/>
                  </a:cubicBezTo>
                  <a:cubicBezTo>
                    <a:pt x="2271" y="1566"/>
                    <a:pt x="2432" y="1563"/>
                    <a:pt x="2586" y="1563"/>
                  </a:cubicBezTo>
                  <a:cubicBezTo>
                    <a:pt x="3179" y="1563"/>
                    <a:pt x="3650" y="1602"/>
                    <a:pt x="4524" y="1982"/>
                  </a:cubicBezTo>
                  <a:cubicBezTo>
                    <a:pt x="6013" y="2555"/>
                    <a:pt x="6443" y="2555"/>
                    <a:pt x="7272" y="3872"/>
                  </a:cubicBezTo>
                  <a:cubicBezTo>
                    <a:pt x="7657" y="4434"/>
                    <a:pt x="7907" y="4546"/>
                    <a:pt x="8244" y="4546"/>
                  </a:cubicBezTo>
                  <a:cubicBezTo>
                    <a:pt x="8468" y="4546"/>
                    <a:pt x="8730" y="4496"/>
                    <a:pt x="9096" y="4496"/>
                  </a:cubicBezTo>
                  <a:cubicBezTo>
                    <a:pt x="9162" y="4496"/>
                    <a:pt x="9232" y="4498"/>
                    <a:pt x="9306" y="4502"/>
                  </a:cubicBezTo>
                  <a:cubicBezTo>
                    <a:pt x="9543" y="4502"/>
                    <a:pt x="10240" y="4748"/>
                    <a:pt x="10720" y="4748"/>
                  </a:cubicBezTo>
                  <a:cubicBezTo>
                    <a:pt x="11105" y="4748"/>
                    <a:pt x="11351" y="4589"/>
                    <a:pt x="11108" y="4016"/>
                  </a:cubicBezTo>
                  <a:cubicBezTo>
                    <a:pt x="11108" y="3872"/>
                    <a:pt x="10879" y="3730"/>
                    <a:pt x="10822" y="3643"/>
                  </a:cubicBezTo>
                  <a:cubicBezTo>
                    <a:pt x="9047" y="2127"/>
                    <a:pt x="7043" y="466"/>
                    <a:pt x="4726" y="93"/>
                  </a:cubicBezTo>
                  <a:cubicBezTo>
                    <a:pt x="4335" y="34"/>
                    <a:pt x="3880" y="0"/>
                    <a:pt x="3419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6643514" y="2251637"/>
              <a:ext cx="233405" cy="111191"/>
            </a:xfrm>
            <a:custGeom>
              <a:avLst/>
              <a:gdLst/>
              <a:ahLst/>
              <a:cxnLst/>
              <a:rect l="l" t="t" r="r" b="b"/>
              <a:pathLst>
                <a:path w="11539" h="5497" extrusionOk="0">
                  <a:moveTo>
                    <a:pt x="3294" y="717"/>
                  </a:moveTo>
                  <a:cubicBezTo>
                    <a:pt x="3722" y="717"/>
                    <a:pt x="4152" y="744"/>
                    <a:pt x="4553" y="802"/>
                  </a:cubicBezTo>
                  <a:cubicBezTo>
                    <a:pt x="6843" y="1175"/>
                    <a:pt x="8847" y="2893"/>
                    <a:pt x="10450" y="4267"/>
                  </a:cubicBezTo>
                  <a:cubicBezTo>
                    <a:pt x="10478" y="4294"/>
                    <a:pt x="10508" y="4294"/>
                    <a:pt x="10535" y="4324"/>
                  </a:cubicBezTo>
                  <a:cubicBezTo>
                    <a:pt x="10535" y="4351"/>
                    <a:pt x="10592" y="4409"/>
                    <a:pt x="10622" y="4438"/>
                  </a:cubicBezTo>
                  <a:cubicBezTo>
                    <a:pt x="10622" y="4466"/>
                    <a:pt x="10650" y="4496"/>
                    <a:pt x="10650" y="4523"/>
                  </a:cubicBezTo>
                  <a:cubicBezTo>
                    <a:pt x="10707" y="4638"/>
                    <a:pt x="10707" y="4695"/>
                    <a:pt x="10707" y="4752"/>
                  </a:cubicBezTo>
                  <a:lnTo>
                    <a:pt x="10592" y="4752"/>
                  </a:lnTo>
                  <a:cubicBezTo>
                    <a:pt x="10363" y="4752"/>
                    <a:pt x="10020" y="4667"/>
                    <a:pt x="9734" y="4610"/>
                  </a:cubicBezTo>
                  <a:cubicBezTo>
                    <a:pt x="9505" y="4553"/>
                    <a:pt x="9333" y="4523"/>
                    <a:pt x="9218" y="4523"/>
                  </a:cubicBezTo>
                  <a:cubicBezTo>
                    <a:pt x="9114" y="4514"/>
                    <a:pt x="9015" y="4511"/>
                    <a:pt x="8922" y="4511"/>
                  </a:cubicBezTo>
                  <a:cubicBezTo>
                    <a:pt x="8735" y="4511"/>
                    <a:pt x="8569" y="4523"/>
                    <a:pt x="8417" y="4523"/>
                  </a:cubicBezTo>
                  <a:cubicBezTo>
                    <a:pt x="8332" y="4553"/>
                    <a:pt x="8217" y="4553"/>
                    <a:pt x="8130" y="4553"/>
                  </a:cubicBezTo>
                  <a:cubicBezTo>
                    <a:pt x="7959" y="4553"/>
                    <a:pt x="7787" y="4553"/>
                    <a:pt x="7443" y="4038"/>
                  </a:cubicBezTo>
                  <a:cubicBezTo>
                    <a:pt x="6672" y="2806"/>
                    <a:pt x="6184" y="2606"/>
                    <a:pt x="5069" y="2205"/>
                  </a:cubicBezTo>
                  <a:cubicBezTo>
                    <a:pt x="4924" y="2148"/>
                    <a:pt x="4725" y="2091"/>
                    <a:pt x="4553" y="2004"/>
                  </a:cubicBezTo>
                  <a:cubicBezTo>
                    <a:pt x="3607" y="1603"/>
                    <a:pt x="3092" y="1576"/>
                    <a:pt x="2435" y="1576"/>
                  </a:cubicBezTo>
                  <a:lnTo>
                    <a:pt x="2119" y="1576"/>
                  </a:lnTo>
                  <a:cubicBezTo>
                    <a:pt x="1920" y="1576"/>
                    <a:pt x="1691" y="1546"/>
                    <a:pt x="1404" y="1546"/>
                  </a:cubicBezTo>
                  <a:cubicBezTo>
                    <a:pt x="1031" y="1518"/>
                    <a:pt x="859" y="1461"/>
                    <a:pt x="802" y="1431"/>
                  </a:cubicBezTo>
                  <a:cubicBezTo>
                    <a:pt x="859" y="1317"/>
                    <a:pt x="1088" y="1118"/>
                    <a:pt x="1576" y="946"/>
                  </a:cubicBezTo>
                  <a:cubicBezTo>
                    <a:pt x="2004" y="802"/>
                    <a:pt x="2607" y="717"/>
                    <a:pt x="3294" y="717"/>
                  </a:cubicBezTo>
                  <a:close/>
                  <a:moveTo>
                    <a:pt x="3294" y="0"/>
                  </a:moveTo>
                  <a:cubicBezTo>
                    <a:pt x="2778" y="0"/>
                    <a:pt x="2004" y="57"/>
                    <a:pt x="1347" y="259"/>
                  </a:cubicBezTo>
                  <a:cubicBezTo>
                    <a:pt x="516" y="545"/>
                    <a:pt x="0" y="1060"/>
                    <a:pt x="87" y="1546"/>
                  </a:cubicBezTo>
                  <a:cubicBezTo>
                    <a:pt x="115" y="1832"/>
                    <a:pt x="374" y="2233"/>
                    <a:pt x="1375" y="2263"/>
                  </a:cubicBezTo>
                  <a:cubicBezTo>
                    <a:pt x="1661" y="2290"/>
                    <a:pt x="1890" y="2290"/>
                    <a:pt x="2119" y="2290"/>
                  </a:cubicBezTo>
                  <a:lnTo>
                    <a:pt x="2435" y="2290"/>
                  </a:lnTo>
                  <a:cubicBezTo>
                    <a:pt x="3035" y="2290"/>
                    <a:pt x="3436" y="2320"/>
                    <a:pt x="4267" y="2691"/>
                  </a:cubicBezTo>
                  <a:cubicBezTo>
                    <a:pt x="4466" y="2748"/>
                    <a:pt x="4668" y="2835"/>
                    <a:pt x="4840" y="2893"/>
                  </a:cubicBezTo>
                  <a:cubicBezTo>
                    <a:pt x="5870" y="3293"/>
                    <a:pt x="6184" y="3408"/>
                    <a:pt x="6843" y="4438"/>
                  </a:cubicBezTo>
                  <a:cubicBezTo>
                    <a:pt x="7272" y="5038"/>
                    <a:pt x="7615" y="5267"/>
                    <a:pt x="8130" y="5267"/>
                  </a:cubicBezTo>
                  <a:lnTo>
                    <a:pt x="8474" y="5267"/>
                  </a:lnTo>
                  <a:cubicBezTo>
                    <a:pt x="8618" y="5240"/>
                    <a:pt x="8760" y="5240"/>
                    <a:pt x="8932" y="5240"/>
                  </a:cubicBezTo>
                  <a:lnTo>
                    <a:pt x="9191" y="5240"/>
                  </a:lnTo>
                  <a:cubicBezTo>
                    <a:pt x="9248" y="5240"/>
                    <a:pt x="9447" y="5297"/>
                    <a:pt x="9592" y="5325"/>
                  </a:cubicBezTo>
                  <a:cubicBezTo>
                    <a:pt x="9878" y="5382"/>
                    <a:pt x="10279" y="5496"/>
                    <a:pt x="10592" y="5496"/>
                  </a:cubicBezTo>
                  <a:cubicBezTo>
                    <a:pt x="10936" y="5496"/>
                    <a:pt x="11195" y="5382"/>
                    <a:pt x="11337" y="5153"/>
                  </a:cubicBezTo>
                  <a:cubicBezTo>
                    <a:pt x="11538" y="4839"/>
                    <a:pt x="11424" y="4466"/>
                    <a:pt x="11337" y="4294"/>
                  </a:cubicBezTo>
                  <a:cubicBezTo>
                    <a:pt x="11309" y="4038"/>
                    <a:pt x="11108" y="3893"/>
                    <a:pt x="10993" y="3779"/>
                  </a:cubicBezTo>
                  <a:lnTo>
                    <a:pt x="10936" y="3751"/>
                  </a:lnTo>
                  <a:cubicBezTo>
                    <a:pt x="9248" y="2290"/>
                    <a:pt x="7157" y="488"/>
                    <a:pt x="4668" y="87"/>
                  </a:cubicBezTo>
                  <a:cubicBezTo>
                    <a:pt x="4237" y="30"/>
                    <a:pt x="3779" y="0"/>
                    <a:pt x="3294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6856610" y="2351105"/>
              <a:ext cx="143635" cy="53097"/>
            </a:xfrm>
            <a:custGeom>
              <a:avLst/>
              <a:gdLst/>
              <a:ahLst/>
              <a:cxnLst/>
              <a:rect l="l" t="t" r="r" b="b"/>
              <a:pathLst>
                <a:path w="7101" h="2625" extrusionOk="0">
                  <a:moveTo>
                    <a:pt x="2525" y="0"/>
                  </a:moveTo>
                  <a:cubicBezTo>
                    <a:pt x="2306" y="0"/>
                    <a:pt x="2103" y="45"/>
                    <a:pt x="1948" y="179"/>
                  </a:cubicBezTo>
                  <a:cubicBezTo>
                    <a:pt x="1691" y="465"/>
                    <a:pt x="1890" y="895"/>
                    <a:pt x="1691" y="1182"/>
                  </a:cubicBezTo>
                  <a:cubicBezTo>
                    <a:pt x="1405" y="1495"/>
                    <a:pt x="1004" y="1411"/>
                    <a:pt x="803" y="1640"/>
                  </a:cubicBezTo>
                  <a:cubicBezTo>
                    <a:pt x="1" y="2479"/>
                    <a:pt x="1060" y="2625"/>
                    <a:pt x="2141" y="2625"/>
                  </a:cubicBezTo>
                  <a:cubicBezTo>
                    <a:pt x="2717" y="2625"/>
                    <a:pt x="3300" y="2583"/>
                    <a:pt x="3608" y="2583"/>
                  </a:cubicBezTo>
                  <a:cubicBezTo>
                    <a:pt x="4295" y="2583"/>
                    <a:pt x="7101" y="2270"/>
                    <a:pt x="6615" y="980"/>
                  </a:cubicBezTo>
                  <a:cubicBezTo>
                    <a:pt x="6272" y="37"/>
                    <a:pt x="4210" y="552"/>
                    <a:pt x="3608" y="179"/>
                  </a:cubicBezTo>
                  <a:lnTo>
                    <a:pt x="3665" y="179"/>
                  </a:lnTo>
                  <a:cubicBezTo>
                    <a:pt x="3355" y="142"/>
                    <a:pt x="2914" y="0"/>
                    <a:pt x="2525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6857784" y="2343862"/>
              <a:ext cx="142462" cy="67621"/>
            </a:xfrm>
            <a:custGeom>
              <a:avLst/>
              <a:gdLst/>
              <a:ahLst/>
              <a:cxnLst/>
              <a:rect l="l" t="t" r="r" b="b"/>
              <a:pathLst>
                <a:path w="7043" h="3343" extrusionOk="0">
                  <a:moveTo>
                    <a:pt x="2488" y="732"/>
                  </a:moveTo>
                  <a:cubicBezTo>
                    <a:pt x="2716" y="732"/>
                    <a:pt x="2998" y="788"/>
                    <a:pt x="3207" y="823"/>
                  </a:cubicBezTo>
                  <a:cubicBezTo>
                    <a:pt x="3264" y="853"/>
                    <a:pt x="3321" y="853"/>
                    <a:pt x="3378" y="880"/>
                  </a:cubicBezTo>
                  <a:cubicBezTo>
                    <a:pt x="3694" y="1024"/>
                    <a:pt x="4152" y="1052"/>
                    <a:pt x="4668" y="1052"/>
                  </a:cubicBezTo>
                  <a:cubicBezTo>
                    <a:pt x="5297" y="1082"/>
                    <a:pt x="6099" y="1109"/>
                    <a:pt x="6214" y="1453"/>
                  </a:cubicBezTo>
                  <a:cubicBezTo>
                    <a:pt x="6271" y="1624"/>
                    <a:pt x="6241" y="1739"/>
                    <a:pt x="6184" y="1796"/>
                  </a:cubicBezTo>
                  <a:cubicBezTo>
                    <a:pt x="5840" y="2311"/>
                    <a:pt x="4294" y="2570"/>
                    <a:pt x="3550" y="2570"/>
                  </a:cubicBezTo>
                  <a:lnTo>
                    <a:pt x="2978" y="2570"/>
                  </a:lnTo>
                  <a:cubicBezTo>
                    <a:pt x="2780" y="2582"/>
                    <a:pt x="2408" y="2599"/>
                    <a:pt x="2025" y="2599"/>
                  </a:cubicBezTo>
                  <a:cubicBezTo>
                    <a:pt x="1519" y="2599"/>
                    <a:pt x="995" y="2569"/>
                    <a:pt x="832" y="2456"/>
                  </a:cubicBezTo>
                  <a:cubicBezTo>
                    <a:pt x="832" y="2426"/>
                    <a:pt x="889" y="2341"/>
                    <a:pt x="1003" y="2227"/>
                  </a:cubicBezTo>
                  <a:cubicBezTo>
                    <a:pt x="1031" y="2197"/>
                    <a:pt x="1145" y="2169"/>
                    <a:pt x="1232" y="2169"/>
                  </a:cubicBezTo>
                  <a:cubicBezTo>
                    <a:pt x="1404" y="2112"/>
                    <a:pt x="1661" y="2025"/>
                    <a:pt x="1890" y="1796"/>
                  </a:cubicBezTo>
                  <a:lnTo>
                    <a:pt x="1919" y="1769"/>
                  </a:lnTo>
                  <a:cubicBezTo>
                    <a:pt x="2091" y="1540"/>
                    <a:pt x="2091" y="1311"/>
                    <a:pt x="2091" y="1109"/>
                  </a:cubicBezTo>
                  <a:cubicBezTo>
                    <a:pt x="2091" y="937"/>
                    <a:pt x="2119" y="853"/>
                    <a:pt x="2149" y="823"/>
                  </a:cubicBezTo>
                  <a:cubicBezTo>
                    <a:pt x="2216" y="756"/>
                    <a:pt x="2340" y="732"/>
                    <a:pt x="2488" y="732"/>
                  </a:cubicBezTo>
                  <a:close/>
                  <a:moveTo>
                    <a:pt x="2481" y="0"/>
                  </a:moveTo>
                  <a:cubicBezTo>
                    <a:pt x="2177" y="0"/>
                    <a:pt x="1876" y="65"/>
                    <a:pt x="1633" y="280"/>
                  </a:cubicBezTo>
                  <a:cubicBezTo>
                    <a:pt x="1404" y="537"/>
                    <a:pt x="1374" y="853"/>
                    <a:pt x="1374" y="1082"/>
                  </a:cubicBezTo>
                  <a:cubicBezTo>
                    <a:pt x="1374" y="1166"/>
                    <a:pt x="1374" y="1281"/>
                    <a:pt x="1347" y="1338"/>
                  </a:cubicBezTo>
                  <a:cubicBezTo>
                    <a:pt x="1260" y="1395"/>
                    <a:pt x="1175" y="1425"/>
                    <a:pt x="1031" y="1453"/>
                  </a:cubicBezTo>
                  <a:cubicBezTo>
                    <a:pt x="859" y="1510"/>
                    <a:pt x="630" y="1567"/>
                    <a:pt x="458" y="1739"/>
                  </a:cubicBezTo>
                  <a:cubicBezTo>
                    <a:pt x="115" y="2112"/>
                    <a:pt x="0" y="2456"/>
                    <a:pt x="145" y="2770"/>
                  </a:cubicBezTo>
                  <a:cubicBezTo>
                    <a:pt x="344" y="3228"/>
                    <a:pt x="1061" y="3342"/>
                    <a:pt x="2004" y="3342"/>
                  </a:cubicBezTo>
                  <a:cubicBezTo>
                    <a:pt x="2320" y="3342"/>
                    <a:pt x="2664" y="3315"/>
                    <a:pt x="3035" y="3315"/>
                  </a:cubicBezTo>
                  <a:cubicBezTo>
                    <a:pt x="3236" y="3315"/>
                    <a:pt x="3408" y="3285"/>
                    <a:pt x="3550" y="3285"/>
                  </a:cubicBezTo>
                  <a:cubicBezTo>
                    <a:pt x="3580" y="3285"/>
                    <a:pt x="6069" y="3257"/>
                    <a:pt x="6786" y="2227"/>
                  </a:cubicBezTo>
                  <a:cubicBezTo>
                    <a:pt x="6985" y="1911"/>
                    <a:pt x="7043" y="1567"/>
                    <a:pt x="6901" y="1224"/>
                  </a:cubicBezTo>
                  <a:cubicBezTo>
                    <a:pt x="6614" y="395"/>
                    <a:pt x="5554" y="365"/>
                    <a:pt x="4695" y="337"/>
                  </a:cubicBezTo>
                  <a:cubicBezTo>
                    <a:pt x="4409" y="337"/>
                    <a:pt x="4065" y="308"/>
                    <a:pt x="3866" y="280"/>
                  </a:cubicBezTo>
                  <a:cubicBezTo>
                    <a:pt x="3809" y="223"/>
                    <a:pt x="3752" y="193"/>
                    <a:pt x="3665" y="193"/>
                  </a:cubicBezTo>
                  <a:cubicBezTo>
                    <a:pt x="3580" y="166"/>
                    <a:pt x="3465" y="136"/>
                    <a:pt x="3351" y="108"/>
                  </a:cubicBezTo>
                  <a:cubicBezTo>
                    <a:pt x="3093" y="65"/>
                    <a:pt x="2785" y="0"/>
                    <a:pt x="24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7346202" y="1505738"/>
              <a:ext cx="161335" cy="116146"/>
            </a:xfrm>
            <a:custGeom>
              <a:avLst/>
              <a:gdLst/>
              <a:ahLst/>
              <a:cxnLst/>
              <a:rect l="l" t="t" r="r" b="b"/>
              <a:pathLst>
                <a:path w="7976" h="5742" extrusionOk="0">
                  <a:moveTo>
                    <a:pt x="5085" y="1"/>
                  </a:moveTo>
                  <a:cubicBezTo>
                    <a:pt x="4341" y="317"/>
                    <a:pt x="4140" y="1089"/>
                    <a:pt x="3654" y="1691"/>
                  </a:cubicBezTo>
                  <a:cubicBezTo>
                    <a:pt x="3052" y="2406"/>
                    <a:pt x="2078" y="2836"/>
                    <a:pt x="1334" y="3409"/>
                  </a:cubicBezTo>
                  <a:cubicBezTo>
                    <a:pt x="1" y="4523"/>
                    <a:pt x="717" y="4743"/>
                    <a:pt x="1852" y="4743"/>
                  </a:cubicBezTo>
                  <a:cubicBezTo>
                    <a:pt x="2595" y="4743"/>
                    <a:pt x="3517" y="4649"/>
                    <a:pt x="4162" y="4649"/>
                  </a:cubicBezTo>
                  <a:cubicBezTo>
                    <a:pt x="4455" y="4649"/>
                    <a:pt x="4691" y="4669"/>
                    <a:pt x="4827" y="4726"/>
                  </a:cubicBezTo>
                  <a:cubicBezTo>
                    <a:pt x="5517" y="4938"/>
                    <a:pt x="5813" y="5742"/>
                    <a:pt x="6493" y="5742"/>
                  </a:cubicBezTo>
                  <a:cubicBezTo>
                    <a:pt x="6545" y="5742"/>
                    <a:pt x="6601" y="5737"/>
                    <a:pt x="6659" y="5726"/>
                  </a:cubicBezTo>
                  <a:cubicBezTo>
                    <a:pt x="7976" y="5440"/>
                    <a:pt x="7147" y="4868"/>
                    <a:pt x="7002" y="4295"/>
                  </a:cubicBezTo>
                  <a:cubicBezTo>
                    <a:pt x="6888" y="3780"/>
                    <a:pt x="6746" y="4009"/>
                    <a:pt x="6803" y="3409"/>
                  </a:cubicBezTo>
                  <a:cubicBezTo>
                    <a:pt x="6803" y="3065"/>
                    <a:pt x="7433" y="2921"/>
                    <a:pt x="7289" y="2406"/>
                  </a:cubicBezTo>
                  <a:cubicBezTo>
                    <a:pt x="7210" y="1942"/>
                    <a:pt x="7010" y="1787"/>
                    <a:pt x="6763" y="1787"/>
                  </a:cubicBezTo>
                  <a:cubicBezTo>
                    <a:pt x="6386" y="1787"/>
                    <a:pt x="5900" y="2148"/>
                    <a:pt x="5571" y="2321"/>
                  </a:cubicBezTo>
                  <a:cubicBezTo>
                    <a:pt x="5028" y="1691"/>
                    <a:pt x="6746" y="317"/>
                    <a:pt x="537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347699" y="1498577"/>
              <a:ext cx="157532" cy="130589"/>
            </a:xfrm>
            <a:custGeom>
              <a:avLst/>
              <a:gdLst/>
              <a:ahLst/>
              <a:cxnLst/>
              <a:rect l="l" t="t" r="r" b="b"/>
              <a:pathLst>
                <a:path w="7788" h="6456" extrusionOk="0">
                  <a:moveTo>
                    <a:pt x="5153" y="699"/>
                  </a:moveTo>
                  <a:cubicBezTo>
                    <a:pt x="5183" y="699"/>
                    <a:pt x="5211" y="728"/>
                    <a:pt x="5211" y="728"/>
                  </a:cubicBezTo>
                  <a:cubicBezTo>
                    <a:pt x="5440" y="756"/>
                    <a:pt x="5469" y="843"/>
                    <a:pt x="5469" y="843"/>
                  </a:cubicBezTo>
                  <a:cubicBezTo>
                    <a:pt x="5527" y="928"/>
                    <a:pt x="5355" y="1271"/>
                    <a:pt x="5298" y="1443"/>
                  </a:cubicBezTo>
                  <a:cubicBezTo>
                    <a:pt x="5096" y="1901"/>
                    <a:pt x="4840" y="2473"/>
                    <a:pt x="5211" y="2931"/>
                  </a:cubicBezTo>
                  <a:cubicBezTo>
                    <a:pt x="5287" y="3008"/>
                    <a:pt x="5403" y="3047"/>
                    <a:pt x="5514" y="3047"/>
                  </a:cubicBezTo>
                  <a:cubicBezTo>
                    <a:pt x="5568" y="3047"/>
                    <a:pt x="5622" y="3037"/>
                    <a:pt x="5669" y="3018"/>
                  </a:cubicBezTo>
                  <a:cubicBezTo>
                    <a:pt x="5756" y="2961"/>
                    <a:pt x="5840" y="2904"/>
                    <a:pt x="5955" y="2847"/>
                  </a:cubicBezTo>
                  <a:cubicBezTo>
                    <a:pt x="6131" y="2747"/>
                    <a:pt x="6503" y="2515"/>
                    <a:pt x="6671" y="2515"/>
                  </a:cubicBezTo>
                  <a:cubicBezTo>
                    <a:pt x="6695" y="2515"/>
                    <a:pt x="6715" y="2520"/>
                    <a:pt x="6729" y="2531"/>
                  </a:cubicBezTo>
                  <a:cubicBezTo>
                    <a:pt x="6757" y="2531"/>
                    <a:pt x="6814" y="2618"/>
                    <a:pt x="6871" y="2847"/>
                  </a:cubicBezTo>
                  <a:cubicBezTo>
                    <a:pt x="6871" y="2931"/>
                    <a:pt x="6871" y="2961"/>
                    <a:pt x="6699" y="3133"/>
                  </a:cubicBezTo>
                  <a:cubicBezTo>
                    <a:pt x="6557" y="3275"/>
                    <a:pt x="6386" y="3476"/>
                    <a:pt x="6386" y="3733"/>
                  </a:cubicBezTo>
                  <a:cubicBezTo>
                    <a:pt x="6328" y="4134"/>
                    <a:pt x="6356" y="4278"/>
                    <a:pt x="6470" y="4477"/>
                  </a:cubicBezTo>
                  <a:cubicBezTo>
                    <a:pt x="6527" y="4534"/>
                    <a:pt x="6557" y="4592"/>
                    <a:pt x="6585" y="4736"/>
                  </a:cubicBezTo>
                  <a:cubicBezTo>
                    <a:pt x="6642" y="4935"/>
                    <a:pt x="6729" y="5107"/>
                    <a:pt x="6814" y="5251"/>
                  </a:cubicBezTo>
                  <a:cubicBezTo>
                    <a:pt x="6871" y="5366"/>
                    <a:pt x="6958" y="5538"/>
                    <a:pt x="6958" y="5565"/>
                  </a:cubicBezTo>
                  <a:cubicBezTo>
                    <a:pt x="6958" y="5565"/>
                    <a:pt x="6901" y="5652"/>
                    <a:pt x="6527" y="5737"/>
                  </a:cubicBezTo>
                  <a:cubicBezTo>
                    <a:pt x="6491" y="5744"/>
                    <a:pt x="6455" y="5748"/>
                    <a:pt x="6422" y="5748"/>
                  </a:cubicBezTo>
                  <a:cubicBezTo>
                    <a:pt x="6195" y="5748"/>
                    <a:pt x="6032" y="5585"/>
                    <a:pt x="5783" y="5336"/>
                  </a:cubicBezTo>
                  <a:cubicBezTo>
                    <a:pt x="5527" y="5107"/>
                    <a:pt x="5240" y="4851"/>
                    <a:pt x="4897" y="4736"/>
                  </a:cubicBezTo>
                  <a:cubicBezTo>
                    <a:pt x="4695" y="4679"/>
                    <a:pt x="4466" y="4649"/>
                    <a:pt x="4123" y="4649"/>
                  </a:cubicBezTo>
                  <a:cubicBezTo>
                    <a:pt x="3809" y="4649"/>
                    <a:pt x="3436" y="4649"/>
                    <a:pt x="3008" y="4679"/>
                  </a:cubicBezTo>
                  <a:cubicBezTo>
                    <a:pt x="2672" y="4709"/>
                    <a:pt x="2190" y="4740"/>
                    <a:pt x="1765" y="4740"/>
                  </a:cubicBezTo>
                  <a:cubicBezTo>
                    <a:pt x="1393" y="4740"/>
                    <a:pt x="1064" y="4716"/>
                    <a:pt x="917" y="4649"/>
                  </a:cubicBezTo>
                  <a:cubicBezTo>
                    <a:pt x="946" y="4564"/>
                    <a:pt x="1088" y="4392"/>
                    <a:pt x="1462" y="4049"/>
                  </a:cubicBezTo>
                  <a:cubicBezTo>
                    <a:pt x="1718" y="3877"/>
                    <a:pt x="2004" y="3676"/>
                    <a:pt x="2291" y="3504"/>
                  </a:cubicBezTo>
                  <a:cubicBezTo>
                    <a:pt x="2863" y="3133"/>
                    <a:pt x="3436" y="2789"/>
                    <a:pt x="3866" y="2274"/>
                  </a:cubicBezTo>
                  <a:cubicBezTo>
                    <a:pt x="4038" y="2045"/>
                    <a:pt x="4180" y="1844"/>
                    <a:pt x="4295" y="1615"/>
                  </a:cubicBezTo>
                  <a:cubicBezTo>
                    <a:pt x="4553" y="1214"/>
                    <a:pt x="4753" y="870"/>
                    <a:pt x="5153" y="699"/>
                  </a:cubicBezTo>
                  <a:close/>
                  <a:moveTo>
                    <a:pt x="5309" y="0"/>
                  </a:moveTo>
                  <a:cubicBezTo>
                    <a:pt x="5250" y="0"/>
                    <a:pt x="5194" y="20"/>
                    <a:pt x="5153" y="41"/>
                  </a:cubicBezTo>
                  <a:cubicBezTo>
                    <a:pt x="5105" y="24"/>
                    <a:pt x="5055" y="8"/>
                    <a:pt x="5006" y="8"/>
                  </a:cubicBezTo>
                  <a:cubicBezTo>
                    <a:pt x="4970" y="8"/>
                    <a:pt x="4933" y="17"/>
                    <a:pt x="4897" y="41"/>
                  </a:cubicBezTo>
                  <a:cubicBezTo>
                    <a:pt x="4267" y="270"/>
                    <a:pt x="3951" y="786"/>
                    <a:pt x="3665" y="1244"/>
                  </a:cubicBezTo>
                  <a:cubicBezTo>
                    <a:pt x="3550" y="1443"/>
                    <a:pt x="3436" y="1644"/>
                    <a:pt x="3294" y="1786"/>
                  </a:cubicBezTo>
                  <a:cubicBezTo>
                    <a:pt x="2950" y="2217"/>
                    <a:pt x="2435" y="2560"/>
                    <a:pt x="1920" y="2874"/>
                  </a:cubicBezTo>
                  <a:cubicBezTo>
                    <a:pt x="1604" y="3076"/>
                    <a:pt x="1317" y="3275"/>
                    <a:pt x="1031" y="3504"/>
                  </a:cubicBezTo>
                  <a:cubicBezTo>
                    <a:pt x="546" y="3905"/>
                    <a:pt x="1" y="4420"/>
                    <a:pt x="202" y="4935"/>
                  </a:cubicBezTo>
                  <a:cubicBezTo>
                    <a:pt x="382" y="5357"/>
                    <a:pt x="913" y="5469"/>
                    <a:pt x="1766" y="5469"/>
                  </a:cubicBezTo>
                  <a:cubicBezTo>
                    <a:pt x="2131" y="5469"/>
                    <a:pt x="2555" y="5448"/>
                    <a:pt x="3035" y="5423"/>
                  </a:cubicBezTo>
                  <a:cubicBezTo>
                    <a:pt x="3366" y="5392"/>
                    <a:pt x="3749" y="5368"/>
                    <a:pt x="4064" y="5368"/>
                  </a:cubicBezTo>
                  <a:cubicBezTo>
                    <a:pt x="4322" y="5368"/>
                    <a:pt x="4535" y="5384"/>
                    <a:pt x="4638" y="5423"/>
                  </a:cubicBezTo>
                  <a:cubicBezTo>
                    <a:pt x="4867" y="5480"/>
                    <a:pt x="5069" y="5680"/>
                    <a:pt x="5268" y="5881"/>
                  </a:cubicBezTo>
                  <a:cubicBezTo>
                    <a:pt x="5543" y="6128"/>
                    <a:pt x="5872" y="6455"/>
                    <a:pt x="6382" y="6455"/>
                  </a:cubicBezTo>
                  <a:cubicBezTo>
                    <a:pt x="6402" y="6455"/>
                    <a:pt x="6422" y="6455"/>
                    <a:pt x="6443" y="6454"/>
                  </a:cubicBezTo>
                  <a:lnTo>
                    <a:pt x="6672" y="6454"/>
                  </a:lnTo>
                  <a:cubicBezTo>
                    <a:pt x="7015" y="6367"/>
                    <a:pt x="7473" y="6225"/>
                    <a:pt x="7615" y="5881"/>
                  </a:cubicBezTo>
                  <a:cubicBezTo>
                    <a:pt x="7787" y="5508"/>
                    <a:pt x="7615" y="5194"/>
                    <a:pt x="7444" y="4908"/>
                  </a:cubicBezTo>
                  <a:cubicBezTo>
                    <a:pt x="7386" y="4793"/>
                    <a:pt x="7329" y="4649"/>
                    <a:pt x="7302" y="4534"/>
                  </a:cubicBezTo>
                  <a:cubicBezTo>
                    <a:pt x="7215" y="4305"/>
                    <a:pt x="7157" y="4191"/>
                    <a:pt x="7073" y="4076"/>
                  </a:cubicBezTo>
                  <a:cubicBezTo>
                    <a:pt x="7073" y="4049"/>
                    <a:pt x="7073" y="4019"/>
                    <a:pt x="7100" y="3790"/>
                  </a:cubicBezTo>
                  <a:cubicBezTo>
                    <a:pt x="7100" y="3763"/>
                    <a:pt x="7187" y="3676"/>
                    <a:pt x="7215" y="3648"/>
                  </a:cubicBezTo>
                  <a:cubicBezTo>
                    <a:pt x="7416" y="3447"/>
                    <a:pt x="7702" y="3160"/>
                    <a:pt x="7588" y="2702"/>
                  </a:cubicBezTo>
                  <a:cubicBezTo>
                    <a:pt x="7501" y="2274"/>
                    <a:pt x="7329" y="1988"/>
                    <a:pt x="7043" y="1844"/>
                  </a:cubicBezTo>
                  <a:cubicBezTo>
                    <a:pt x="6936" y="1798"/>
                    <a:pt x="6826" y="1779"/>
                    <a:pt x="6714" y="1779"/>
                  </a:cubicBezTo>
                  <a:cubicBezTo>
                    <a:pt x="6405" y="1779"/>
                    <a:pt x="6085" y="1926"/>
                    <a:pt x="5813" y="2073"/>
                  </a:cubicBezTo>
                  <a:cubicBezTo>
                    <a:pt x="5840" y="1958"/>
                    <a:pt x="5898" y="1844"/>
                    <a:pt x="5955" y="1729"/>
                  </a:cubicBezTo>
                  <a:cubicBezTo>
                    <a:pt x="6127" y="1328"/>
                    <a:pt x="6328" y="900"/>
                    <a:pt x="6127" y="499"/>
                  </a:cubicBezTo>
                  <a:cubicBezTo>
                    <a:pt x="5985" y="240"/>
                    <a:pt x="5726" y="98"/>
                    <a:pt x="5382" y="11"/>
                  </a:cubicBezTo>
                  <a:cubicBezTo>
                    <a:pt x="5358" y="3"/>
                    <a:pt x="5333" y="0"/>
                    <a:pt x="530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6688221" y="1563008"/>
              <a:ext cx="241375" cy="204925"/>
            </a:xfrm>
            <a:custGeom>
              <a:avLst/>
              <a:gdLst/>
              <a:ahLst/>
              <a:cxnLst/>
              <a:rect l="l" t="t" r="r" b="b"/>
              <a:pathLst>
                <a:path w="11933" h="10131" extrusionOk="0">
                  <a:moveTo>
                    <a:pt x="6503" y="0"/>
                  </a:moveTo>
                  <a:cubicBezTo>
                    <a:pt x="5954" y="0"/>
                    <a:pt x="5368" y="281"/>
                    <a:pt x="4805" y="578"/>
                  </a:cubicBezTo>
                  <a:cubicBezTo>
                    <a:pt x="3775" y="1178"/>
                    <a:pt x="2744" y="1093"/>
                    <a:pt x="1713" y="1608"/>
                  </a:cubicBezTo>
                  <a:cubicBezTo>
                    <a:pt x="661" y="2197"/>
                    <a:pt x="0" y="3017"/>
                    <a:pt x="1253" y="3017"/>
                  </a:cubicBezTo>
                  <a:cubicBezTo>
                    <a:pt x="1399" y="3017"/>
                    <a:pt x="1571" y="3006"/>
                    <a:pt x="1771" y="2982"/>
                  </a:cubicBezTo>
                  <a:cubicBezTo>
                    <a:pt x="2720" y="2865"/>
                    <a:pt x="3614" y="2375"/>
                    <a:pt x="4544" y="2375"/>
                  </a:cubicBezTo>
                  <a:cubicBezTo>
                    <a:pt x="4762" y="2375"/>
                    <a:pt x="4983" y="2402"/>
                    <a:pt x="5206" y="2467"/>
                  </a:cubicBezTo>
                  <a:cubicBezTo>
                    <a:pt x="6866" y="2895"/>
                    <a:pt x="5836" y="3555"/>
                    <a:pt x="4805" y="3926"/>
                  </a:cubicBezTo>
                  <a:cubicBezTo>
                    <a:pt x="3573" y="4356"/>
                    <a:pt x="3630" y="4727"/>
                    <a:pt x="3030" y="5872"/>
                  </a:cubicBezTo>
                  <a:cubicBezTo>
                    <a:pt x="2687" y="6589"/>
                    <a:pt x="1313" y="7677"/>
                    <a:pt x="1713" y="8621"/>
                  </a:cubicBezTo>
                  <a:cubicBezTo>
                    <a:pt x="1882" y="9049"/>
                    <a:pt x="2072" y="9214"/>
                    <a:pt x="2269" y="9214"/>
                  </a:cubicBezTo>
                  <a:cubicBezTo>
                    <a:pt x="2809" y="9214"/>
                    <a:pt x="3394" y="7974"/>
                    <a:pt x="3688" y="7533"/>
                  </a:cubicBezTo>
                  <a:cubicBezTo>
                    <a:pt x="4175" y="6761"/>
                    <a:pt x="5492" y="4929"/>
                    <a:pt x="6436" y="4727"/>
                  </a:cubicBezTo>
                  <a:cubicBezTo>
                    <a:pt x="6522" y="4709"/>
                    <a:pt x="6604" y="4700"/>
                    <a:pt x="6681" y="4700"/>
                  </a:cubicBezTo>
                  <a:cubicBezTo>
                    <a:pt x="7783" y="4700"/>
                    <a:pt x="7976" y="6507"/>
                    <a:pt x="7466" y="7391"/>
                  </a:cubicBezTo>
                  <a:cubicBezTo>
                    <a:pt x="7210" y="8048"/>
                    <a:pt x="6378" y="8048"/>
                    <a:pt x="6237" y="8765"/>
                  </a:cubicBezTo>
                  <a:cubicBezTo>
                    <a:pt x="6092" y="9566"/>
                    <a:pt x="6637" y="9937"/>
                    <a:pt x="7324" y="10082"/>
                  </a:cubicBezTo>
                  <a:cubicBezTo>
                    <a:pt x="7472" y="10115"/>
                    <a:pt x="7643" y="10130"/>
                    <a:pt x="7830" y="10130"/>
                  </a:cubicBezTo>
                  <a:cubicBezTo>
                    <a:pt x="8951" y="10130"/>
                    <a:pt x="10636" y="9565"/>
                    <a:pt x="11103" y="8708"/>
                  </a:cubicBezTo>
                  <a:lnTo>
                    <a:pt x="11046" y="8708"/>
                  </a:lnTo>
                  <a:cubicBezTo>
                    <a:pt x="11825" y="8075"/>
                    <a:pt x="11646" y="7884"/>
                    <a:pt x="11143" y="7884"/>
                  </a:cubicBezTo>
                  <a:cubicBezTo>
                    <a:pt x="10372" y="7884"/>
                    <a:pt x="8840" y="8334"/>
                    <a:pt x="8840" y="8334"/>
                  </a:cubicBezTo>
                  <a:cubicBezTo>
                    <a:pt x="7753" y="7849"/>
                    <a:pt x="10015" y="5815"/>
                    <a:pt x="10416" y="5586"/>
                  </a:cubicBezTo>
                  <a:cubicBezTo>
                    <a:pt x="11046" y="5300"/>
                    <a:pt x="11932" y="5586"/>
                    <a:pt x="11646" y="4269"/>
                  </a:cubicBezTo>
                  <a:cubicBezTo>
                    <a:pt x="11447" y="3353"/>
                    <a:pt x="10902" y="3555"/>
                    <a:pt x="10072" y="3498"/>
                  </a:cubicBezTo>
                  <a:cubicBezTo>
                    <a:pt x="9470" y="3411"/>
                    <a:pt x="8554" y="3411"/>
                    <a:pt x="8211" y="2696"/>
                  </a:cubicBezTo>
                  <a:cubicBezTo>
                    <a:pt x="7897" y="2124"/>
                    <a:pt x="8497" y="1521"/>
                    <a:pt x="8011" y="1036"/>
                  </a:cubicBezTo>
                  <a:lnTo>
                    <a:pt x="7897" y="949"/>
                  </a:lnTo>
                  <a:cubicBezTo>
                    <a:pt x="7496" y="245"/>
                    <a:pt x="7015" y="0"/>
                    <a:pt x="650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6688686" y="1555765"/>
              <a:ext cx="244368" cy="219286"/>
            </a:xfrm>
            <a:custGeom>
              <a:avLst/>
              <a:gdLst/>
              <a:ahLst/>
              <a:cxnLst/>
              <a:rect l="l" t="t" r="r" b="b"/>
              <a:pathLst>
                <a:path w="12081" h="10841" extrusionOk="0">
                  <a:moveTo>
                    <a:pt x="6490" y="735"/>
                  </a:moveTo>
                  <a:cubicBezTo>
                    <a:pt x="6911" y="735"/>
                    <a:pt x="7239" y="955"/>
                    <a:pt x="7530" y="1478"/>
                  </a:cubicBezTo>
                  <a:cubicBezTo>
                    <a:pt x="7588" y="1565"/>
                    <a:pt x="7672" y="1623"/>
                    <a:pt x="7759" y="1650"/>
                  </a:cubicBezTo>
                  <a:cubicBezTo>
                    <a:pt x="7844" y="1765"/>
                    <a:pt x="7844" y="1879"/>
                    <a:pt x="7787" y="2166"/>
                  </a:cubicBezTo>
                  <a:cubicBezTo>
                    <a:pt x="7730" y="2452"/>
                    <a:pt x="7672" y="2853"/>
                    <a:pt x="7874" y="3196"/>
                  </a:cubicBezTo>
                  <a:cubicBezTo>
                    <a:pt x="8275" y="4027"/>
                    <a:pt x="9191" y="4112"/>
                    <a:pt x="9791" y="4169"/>
                  </a:cubicBezTo>
                  <a:lnTo>
                    <a:pt x="10020" y="4199"/>
                  </a:lnTo>
                  <a:cubicBezTo>
                    <a:pt x="10191" y="4227"/>
                    <a:pt x="10363" y="4227"/>
                    <a:pt x="10508" y="4227"/>
                  </a:cubicBezTo>
                  <a:cubicBezTo>
                    <a:pt x="11050" y="4227"/>
                    <a:pt x="11165" y="4227"/>
                    <a:pt x="11279" y="4714"/>
                  </a:cubicBezTo>
                  <a:cubicBezTo>
                    <a:pt x="11366" y="5115"/>
                    <a:pt x="11309" y="5230"/>
                    <a:pt x="11279" y="5287"/>
                  </a:cubicBezTo>
                  <a:cubicBezTo>
                    <a:pt x="11222" y="5372"/>
                    <a:pt x="11023" y="5401"/>
                    <a:pt x="10821" y="5459"/>
                  </a:cubicBezTo>
                  <a:cubicBezTo>
                    <a:pt x="10650" y="5486"/>
                    <a:pt x="10450" y="5516"/>
                    <a:pt x="10221" y="5630"/>
                  </a:cubicBezTo>
                  <a:cubicBezTo>
                    <a:pt x="9878" y="5802"/>
                    <a:pt x="8130" y="7291"/>
                    <a:pt x="8160" y="8292"/>
                  </a:cubicBezTo>
                  <a:cubicBezTo>
                    <a:pt x="8160" y="8608"/>
                    <a:pt x="8359" y="8894"/>
                    <a:pt x="8675" y="9036"/>
                  </a:cubicBezTo>
                  <a:cubicBezTo>
                    <a:pt x="8704" y="9051"/>
                    <a:pt x="8747" y="9058"/>
                    <a:pt x="8793" y="9058"/>
                  </a:cubicBezTo>
                  <a:cubicBezTo>
                    <a:pt x="8840" y="9058"/>
                    <a:pt x="8890" y="9051"/>
                    <a:pt x="8932" y="9036"/>
                  </a:cubicBezTo>
                  <a:cubicBezTo>
                    <a:pt x="9706" y="8807"/>
                    <a:pt x="10535" y="8635"/>
                    <a:pt x="10993" y="8608"/>
                  </a:cubicBezTo>
                  <a:lnTo>
                    <a:pt x="10993" y="8608"/>
                  </a:lnTo>
                  <a:cubicBezTo>
                    <a:pt x="10936" y="8665"/>
                    <a:pt x="10879" y="8722"/>
                    <a:pt x="10794" y="8779"/>
                  </a:cubicBezTo>
                  <a:cubicBezTo>
                    <a:pt x="10707" y="8837"/>
                    <a:pt x="10650" y="8951"/>
                    <a:pt x="10650" y="9066"/>
                  </a:cubicBezTo>
                  <a:cubicBezTo>
                    <a:pt x="10135" y="9704"/>
                    <a:pt x="8712" y="10132"/>
                    <a:pt x="7794" y="10132"/>
                  </a:cubicBezTo>
                  <a:cubicBezTo>
                    <a:pt x="7642" y="10132"/>
                    <a:pt x="7504" y="10121"/>
                    <a:pt x="7386" y="10096"/>
                  </a:cubicBezTo>
                  <a:cubicBezTo>
                    <a:pt x="6557" y="9895"/>
                    <a:pt x="6527" y="9524"/>
                    <a:pt x="6585" y="9208"/>
                  </a:cubicBezTo>
                  <a:cubicBezTo>
                    <a:pt x="6614" y="8979"/>
                    <a:pt x="6756" y="8864"/>
                    <a:pt x="7043" y="8692"/>
                  </a:cubicBezTo>
                  <a:cubicBezTo>
                    <a:pt x="7301" y="8521"/>
                    <a:pt x="7615" y="8292"/>
                    <a:pt x="7759" y="7948"/>
                  </a:cubicBezTo>
                  <a:cubicBezTo>
                    <a:pt x="8217" y="7176"/>
                    <a:pt x="8188" y="5887"/>
                    <a:pt x="7672" y="5230"/>
                  </a:cubicBezTo>
                  <a:cubicBezTo>
                    <a:pt x="7416" y="4856"/>
                    <a:pt x="7072" y="4685"/>
                    <a:pt x="6672" y="4685"/>
                  </a:cubicBezTo>
                  <a:cubicBezTo>
                    <a:pt x="6557" y="4685"/>
                    <a:pt x="6443" y="4685"/>
                    <a:pt x="6328" y="4714"/>
                  </a:cubicBezTo>
                  <a:cubicBezTo>
                    <a:pt x="5011" y="5028"/>
                    <a:pt x="3436" y="7605"/>
                    <a:pt x="3378" y="7692"/>
                  </a:cubicBezTo>
                  <a:cubicBezTo>
                    <a:pt x="3321" y="7806"/>
                    <a:pt x="3236" y="7948"/>
                    <a:pt x="3122" y="8092"/>
                  </a:cubicBezTo>
                  <a:cubicBezTo>
                    <a:pt x="2950" y="8379"/>
                    <a:pt x="2462" y="9208"/>
                    <a:pt x="2233" y="9208"/>
                  </a:cubicBezTo>
                  <a:cubicBezTo>
                    <a:pt x="2233" y="9208"/>
                    <a:pt x="2149" y="9180"/>
                    <a:pt x="2034" y="8837"/>
                  </a:cubicBezTo>
                  <a:cubicBezTo>
                    <a:pt x="1832" y="8379"/>
                    <a:pt x="2320" y="7776"/>
                    <a:pt x="2749" y="7204"/>
                  </a:cubicBezTo>
                  <a:cubicBezTo>
                    <a:pt x="2978" y="6918"/>
                    <a:pt x="3207" y="6661"/>
                    <a:pt x="3321" y="6402"/>
                  </a:cubicBezTo>
                  <a:cubicBezTo>
                    <a:pt x="3436" y="6173"/>
                    <a:pt x="3523" y="5974"/>
                    <a:pt x="3607" y="5802"/>
                  </a:cubicBezTo>
                  <a:cubicBezTo>
                    <a:pt x="3951" y="5115"/>
                    <a:pt x="4038" y="4914"/>
                    <a:pt x="4897" y="4627"/>
                  </a:cubicBezTo>
                  <a:cubicBezTo>
                    <a:pt x="5927" y="4256"/>
                    <a:pt x="6443" y="3826"/>
                    <a:pt x="6413" y="3368"/>
                  </a:cubicBezTo>
                  <a:cubicBezTo>
                    <a:pt x="6385" y="2825"/>
                    <a:pt x="5755" y="2596"/>
                    <a:pt x="5297" y="2482"/>
                  </a:cubicBezTo>
                  <a:cubicBezTo>
                    <a:pt x="5027" y="2400"/>
                    <a:pt x="4762" y="2367"/>
                    <a:pt x="4502" y="2367"/>
                  </a:cubicBezTo>
                  <a:cubicBezTo>
                    <a:pt x="3937" y="2367"/>
                    <a:pt x="3393" y="2524"/>
                    <a:pt x="2863" y="2681"/>
                  </a:cubicBezTo>
                  <a:cubicBezTo>
                    <a:pt x="2462" y="2825"/>
                    <a:pt x="2091" y="2940"/>
                    <a:pt x="1718" y="2967"/>
                  </a:cubicBezTo>
                  <a:cubicBezTo>
                    <a:pt x="1499" y="2996"/>
                    <a:pt x="1340" y="3003"/>
                    <a:pt x="1221" y="3003"/>
                  </a:cubicBezTo>
                  <a:cubicBezTo>
                    <a:pt x="1107" y="3003"/>
                    <a:pt x="1030" y="2997"/>
                    <a:pt x="974" y="2997"/>
                  </a:cubicBezTo>
                  <a:cubicBezTo>
                    <a:pt x="1061" y="2825"/>
                    <a:pt x="1347" y="2566"/>
                    <a:pt x="1862" y="2280"/>
                  </a:cubicBezTo>
                  <a:cubicBezTo>
                    <a:pt x="2290" y="2051"/>
                    <a:pt x="2749" y="1966"/>
                    <a:pt x="3236" y="1852"/>
                  </a:cubicBezTo>
                  <a:cubicBezTo>
                    <a:pt x="3779" y="1737"/>
                    <a:pt x="4352" y="1593"/>
                    <a:pt x="4954" y="1279"/>
                  </a:cubicBezTo>
                  <a:cubicBezTo>
                    <a:pt x="5587" y="941"/>
                    <a:pt x="6082" y="735"/>
                    <a:pt x="6490" y="735"/>
                  </a:cubicBezTo>
                  <a:close/>
                  <a:moveTo>
                    <a:pt x="6472" y="0"/>
                  </a:moveTo>
                  <a:cubicBezTo>
                    <a:pt x="5769" y="0"/>
                    <a:pt x="5079" y="370"/>
                    <a:pt x="4610" y="620"/>
                  </a:cubicBezTo>
                  <a:cubicBezTo>
                    <a:pt x="4095" y="906"/>
                    <a:pt x="3607" y="1020"/>
                    <a:pt x="3065" y="1135"/>
                  </a:cubicBezTo>
                  <a:cubicBezTo>
                    <a:pt x="2577" y="1249"/>
                    <a:pt x="2061" y="1364"/>
                    <a:pt x="1519" y="1650"/>
                  </a:cubicBezTo>
                  <a:cubicBezTo>
                    <a:pt x="1061" y="1909"/>
                    <a:pt x="0" y="2566"/>
                    <a:pt x="229" y="3226"/>
                  </a:cubicBezTo>
                  <a:cubicBezTo>
                    <a:pt x="349" y="3623"/>
                    <a:pt x="772" y="3731"/>
                    <a:pt x="1221" y="3731"/>
                  </a:cubicBezTo>
                  <a:cubicBezTo>
                    <a:pt x="1418" y="3731"/>
                    <a:pt x="1621" y="3710"/>
                    <a:pt x="1805" y="3684"/>
                  </a:cubicBezTo>
                  <a:cubicBezTo>
                    <a:pt x="2233" y="3654"/>
                    <a:pt x="2664" y="3512"/>
                    <a:pt x="3065" y="3398"/>
                  </a:cubicBezTo>
                  <a:cubicBezTo>
                    <a:pt x="3573" y="3235"/>
                    <a:pt x="4053" y="3086"/>
                    <a:pt x="4524" y="3086"/>
                  </a:cubicBezTo>
                  <a:cubicBezTo>
                    <a:pt x="4716" y="3086"/>
                    <a:pt x="4906" y="3110"/>
                    <a:pt x="5096" y="3169"/>
                  </a:cubicBezTo>
                  <a:cubicBezTo>
                    <a:pt x="5439" y="3283"/>
                    <a:pt x="5611" y="3368"/>
                    <a:pt x="5668" y="3398"/>
                  </a:cubicBezTo>
                  <a:cubicBezTo>
                    <a:pt x="5554" y="3512"/>
                    <a:pt x="5268" y="3711"/>
                    <a:pt x="4668" y="3940"/>
                  </a:cubicBezTo>
                  <a:cubicBezTo>
                    <a:pt x="3550" y="4314"/>
                    <a:pt x="3351" y="4685"/>
                    <a:pt x="2950" y="5486"/>
                  </a:cubicBezTo>
                  <a:cubicBezTo>
                    <a:pt x="2893" y="5658"/>
                    <a:pt x="2778" y="5859"/>
                    <a:pt x="2664" y="6088"/>
                  </a:cubicBezTo>
                  <a:cubicBezTo>
                    <a:pt x="2577" y="6260"/>
                    <a:pt x="2378" y="6517"/>
                    <a:pt x="2176" y="6776"/>
                  </a:cubicBezTo>
                  <a:cubicBezTo>
                    <a:pt x="1661" y="7433"/>
                    <a:pt x="1003" y="8292"/>
                    <a:pt x="1347" y="9123"/>
                  </a:cubicBezTo>
                  <a:cubicBezTo>
                    <a:pt x="1546" y="9638"/>
                    <a:pt x="1832" y="9895"/>
                    <a:pt x="2176" y="9924"/>
                  </a:cubicBezTo>
                  <a:cubicBezTo>
                    <a:pt x="2206" y="9928"/>
                    <a:pt x="2237" y="9930"/>
                    <a:pt x="2266" y="9930"/>
                  </a:cubicBezTo>
                  <a:cubicBezTo>
                    <a:pt x="2883" y="9930"/>
                    <a:pt x="3369" y="9119"/>
                    <a:pt x="3752" y="8463"/>
                  </a:cubicBezTo>
                  <a:cubicBezTo>
                    <a:pt x="3836" y="8321"/>
                    <a:pt x="3923" y="8207"/>
                    <a:pt x="3981" y="8092"/>
                  </a:cubicBezTo>
                  <a:cubicBezTo>
                    <a:pt x="4610" y="7089"/>
                    <a:pt x="5783" y="5601"/>
                    <a:pt x="6500" y="5429"/>
                  </a:cubicBezTo>
                  <a:cubicBezTo>
                    <a:pt x="6560" y="5415"/>
                    <a:pt x="6618" y="5408"/>
                    <a:pt x="6672" y="5408"/>
                  </a:cubicBezTo>
                  <a:cubicBezTo>
                    <a:pt x="6848" y="5408"/>
                    <a:pt x="6991" y="5483"/>
                    <a:pt x="7100" y="5658"/>
                  </a:cubicBezTo>
                  <a:cubicBezTo>
                    <a:pt x="7416" y="6088"/>
                    <a:pt x="7443" y="7062"/>
                    <a:pt x="7130" y="7605"/>
                  </a:cubicBezTo>
                  <a:cubicBezTo>
                    <a:pt x="7043" y="7806"/>
                    <a:pt x="6843" y="7948"/>
                    <a:pt x="6642" y="8063"/>
                  </a:cubicBezTo>
                  <a:cubicBezTo>
                    <a:pt x="6328" y="8264"/>
                    <a:pt x="5955" y="8521"/>
                    <a:pt x="5870" y="9066"/>
                  </a:cubicBezTo>
                  <a:cubicBezTo>
                    <a:pt x="5698" y="9952"/>
                    <a:pt x="6214" y="10582"/>
                    <a:pt x="7244" y="10783"/>
                  </a:cubicBezTo>
                  <a:cubicBezTo>
                    <a:pt x="7416" y="10841"/>
                    <a:pt x="7588" y="10841"/>
                    <a:pt x="7817" y="10841"/>
                  </a:cubicBezTo>
                  <a:cubicBezTo>
                    <a:pt x="9046" y="10841"/>
                    <a:pt x="10851" y="10238"/>
                    <a:pt x="11394" y="9237"/>
                  </a:cubicBezTo>
                  <a:lnTo>
                    <a:pt x="11424" y="9208"/>
                  </a:lnTo>
                  <a:cubicBezTo>
                    <a:pt x="11710" y="8951"/>
                    <a:pt x="12053" y="8578"/>
                    <a:pt x="11852" y="8207"/>
                  </a:cubicBezTo>
                  <a:cubicBezTo>
                    <a:pt x="11802" y="8089"/>
                    <a:pt x="11692" y="7882"/>
                    <a:pt x="11078" y="7882"/>
                  </a:cubicBezTo>
                  <a:cubicBezTo>
                    <a:pt x="10645" y="7882"/>
                    <a:pt x="9962" y="7984"/>
                    <a:pt x="8875" y="8292"/>
                  </a:cubicBezTo>
                  <a:lnTo>
                    <a:pt x="8875" y="8264"/>
                  </a:lnTo>
                  <a:cubicBezTo>
                    <a:pt x="8875" y="7749"/>
                    <a:pt x="10221" y="6459"/>
                    <a:pt x="10535" y="6288"/>
                  </a:cubicBezTo>
                  <a:cubicBezTo>
                    <a:pt x="10679" y="6230"/>
                    <a:pt x="10821" y="6203"/>
                    <a:pt x="10966" y="6146"/>
                  </a:cubicBezTo>
                  <a:cubicBezTo>
                    <a:pt x="11279" y="6088"/>
                    <a:pt x="11653" y="6031"/>
                    <a:pt x="11882" y="5688"/>
                  </a:cubicBezTo>
                  <a:cubicBezTo>
                    <a:pt x="12053" y="5401"/>
                    <a:pt x="12081" y="5058"/>
                    <a:pt x="11996" y="4570"/>
                  </a:cubicBezTo>
                  <a:cubicBezTo>
                    <a:pt x="11767" y="3540"/>
                    <a:pt x="11108" y="3512"/>
                    <a:pt x="10508" y="3512"/>
                  </a:cubicBezTo>
                  <a:cubicBezTo>
                    <a:pt x="10393" y="3512"/>
                    <a:pt x="10249" y="3512"/>
                    <a:pt x="10107" y="3482"/>
                  </a:cubicBezTo>
                  <a:lnTo>
                    <a:pt x="9878" y="3455"/>
                  </a:lnTo>
                  <a:cubicBezTo>
                    <a:pt x="9218" y="3398"/>
                    <a:pt x="8733" y="3311"/>
                    <a:pt x="8504" y="2853"/>
                  </a:cubicBezTo>
                  <a:cubicBezTo>
                    <a:pt x="8417" y="2711"/>
                    <a:pt x="8446" y="2566"/>
                    <a:pt x="8504" y="2310"/>
                  </a:cubicBezTo>
                  <a:cubicBezTo>
                    <a:pt x="8561" y="1966"/>
                    <a:pt x="8646" y="1536"/>
                    <a:pt x="8275" y="1135"/>
                  </a:cubicBezTo>
                  <a:cubicBezTo>
                    <a:pt x="8217" y="1078"/>
                    <a:pt x="8160" y="1050"/>
                    <a:pt x="8130" y="1050"/>
                  </a:cubicBezTo>
                  <a:cubicBezTo>
                    <a:pt x="7650" y="256"/>
                    <a:pt x="7057" y="0"/>
                    <a:pt x="647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6028501" y="1042465"/>
              <a:ext cx="248454" cy="389743"/>
            </a:xfrm>
            <a:custGeom>
              <a:avLst/>
              <a:gdLst/>
              <a:ahLst/>
              <a:cxnLst/>
              <a:rect l="l" t="t" r="r" b="b"/>
              <a:pathLst>
                <a:path w="12283" h="19268" extrusionOk="0">
                  <a:moveTo>
                    <a:pt x="11939" y="1"/>
                  </a:moveTo>
                  <a:cubicBezTo>
                    <a:pt x="10852" y="1118"/>
                    <a:pt x="9619" y="2149"/>
                    <a:pt x="8447" y="3150"/>
                  </a:cubicBezTo>
                  <a:cubicBezTo>
                    <a:pt x="7474" y="3981"/>
                    <a:pt x="6470" y="4840"/>
                    <a:pt x="5527" y="5699"/>
                  </a:cubicBezTo>
                  <a:cubicBezTo>
                    <a:pt x="4783" y="6443"/>
                    <a:pt x="3951" y="7015"/>
                    <a:pt x="3093" y="7615"/>
                  </a:cubicBezTo>
                  <a:cubicBezTo>
                    <a:pt x="2836" y="7760"/>
                    <a:pt x="2607" y="7931"/>
                    <a:pt x="2378" y="8103"/>
                  </a:cubicBezTo>
                  <a:cubicBezTo>
                    <a:pt x="2206" y="8245"/>
                    <a:pt x="2005" y="8360"/>
                    <a:pt x="1833" y="8474"/>
                  </a:cubicBezTo>
                  <a:cubicBezTo>
                    <a:pt x="1318" y="8818"/>
                    <a:pt x="775" y="9191"/>
                    <a:pt x="489" y="9706"/>
                  </a:cubicBezTo>
                  <a:cubicBezTo>
                    <a:pt x="31" y="10393"/>
                    <a:pt x="1" y="10478"/>
                    <a:pt x="58" y="10650"/>
                  </a:cubicBezTo>
                  <a:cubicBezTo>
                    <a:pt x="145" y="10794"/>
                    <a:pt x="287" y="10822"/>
                    <a:pt x="344" y="10822"/>
                  </a:cubicBezTo>
                  <a:cubicBezTo>
                    <a:pt x="431" y="10822"/>
                    <a:pt x="546" y="10851"/>
                    <a:pt x="631" y="11108"/>
                  </a:cubicBezTo>
                  <a:cubicBezTo>
                    <a:pt x="1061" y="12111"/>
                    <a:pt x="1260" y="12425"/>
                    <a:pt x="1547" y="12512"/>
                  </a:cubicBezTo>
                  <a:cubicBezTo>
                    <a:pt x="1594" y="12529"/>
                    <a:pt x="1642" y="12537"/>
                    <a:pt x="1690" y="12537"/>
                  </a:cubicBezTo>
                  <a:cubicBezTo>
                    <a:pt x="1871" y="12537"/>
                    <a:pt x="2052" y="12424"/>
                    <a:pt x="2234" y="12310"/>
                  </a:cubicBezTo>
                  <a:cubicBezTo>
                    <a:pt x="2493" y="12138"/>
                    <a:pt x="2806" y="11939"/>
                    <a:pt x="3294" y="11825"/>
                  </a:cubicBezTo>
                  <a:cubicBezTo>
                    <a:pt x="3494" y="11787"/>
                    <a:pt x="3667" y="11765"/>
                    <a:pt x="3807" y="11765"/>
                  </a:cubicBezTo>
                  <a:cubicBezTo>
                    <a:pt x="3988" y="11765"/>
                    <a:pt x="4116" y="11801"/>
                    <a:pt x="4180" y="11882"/>
                  </a:cubicBezTo>
                  <a:cubicBezTo>
                    <a:pt x="4439" y="12196"/>
                    <a:pt x="4066" y="13141"/>
                    <a:pt x="3837" y="13714"/>
                  </a:cubicBezTo>
                  <a:cubicBezTo>
                    <a:pt x="3780" y="13856"/>
                    <a:pt x="3695" y="13970"/>
                    <a:pt x="3638" y="14085"/>
                  </a:cubicBezTo>
                  <a:cubicBezTo>
                    <a:pt x="3436" y="14429"/>
                    <a:pt x="3264" y="14715"/>
                    <a:pt x="3264" y="15402"/>
                  </a:cubicBezTo>
                  <a:cubicBezTo>
                    <a:pt x="3322" y="15688"/>
                    <a:pt x="3523" y="15974"/>
                    <a:pt x="3722" y="16233"/>
                  </a:cubicBezTo>
                  <a:cubicBezTo>
                    <a:pt x="3924" y="16519"/>
                    <a:pt x="4123" y="16776"/>
                    <a:pt x="4096" y="17062"/>
                  </a:cubicBezTo>
                  <a:cubicBezTo>
                    <a:pt x="4038" y="17550"/>
                    <a:pt x="2092" y="18695"/>
                    <a:pt x="1547" y="18780"/>
                  </a:cubicBezTo>
                  <a:lnTo>
                    <a:pt x="1634" y="19268"/>
                  </a:lnTo>
                  <a:cubicBezTo>
                    <a:pt x="2234" y="19153"/>
                    <a:pt x="4467" y="17951"/>
                    <a:pt x="4581" y="17119"/>
                  </a:cubicBezTo>
                  <a:cubicBezTo>
                    <a:pt x="4638" y="16634"/>
                    <a:pt x="4352" y="16261"/>
                    <a:pt x="4096" y="15917"/>
                  </a:cubicBezTo>
                  <a:cubicBezTo>
                    <a:pt x="3951" y="15718"/>
                    <a:pt x="3780" y="15516"/>
                    <a:pt x="3752" y="15345"/>
                  </a:cubicBezTo>
                  <a:cubicBezTo>
                    <a:pt x="3752" y="14859"/>
                    <a:pt x="3867" y="14658"/>
                    <a:pt x="4066" y="14344"/>
                  </a:cubicBezTo>
                  <a:cubicBezTo>
                    <a:pt x="4123" y="14199"/>
                    <a:pt x="4210" y="14085"/>
                    <a:pt x="4295" y="13886"/>
                  </a:cubicBezTo>
                  <a:cubicBezTo>
                    <a:pt x="4611" y="13084"/>
                    <a:pt x="4982" y="12111"/>
                    <a:pt x="4554" y="11566"/>
                  </a:cubicBezTo>
                  <a:cubicBezTo>
                    <a:pt x="4377" y="11371"/>
                    <a:pt x="4122" y="11269"/>
                    <a:pt x="3761" y="11269"/>
                  </a:cubicBezTo>
                  <a:cubicBezTo>
                    <a:pt x="3591" y="11269"/>
                    <a:pt x="3399" y="11292"/>
                    <a:pt x="3180" y="11337"/>
                  </a:cubicBezTo>
                  <a:cubicBezTo>
                    <a:pt x="2607" y="11481"/>
                    <a:pt x="2234" y="11738"/>
                    <a:pt x="1977" y="11882"/>
                  </a:cubicBezTo>
                  <a:cubicBezTo>
                    <a:pt x="1863" y="11967"/>
                    <a:pt x="1718" y="12054"/>
                    <a:pt x="1691" y="12054"/>
                  </a:cubicBezTo>
                  <a:cubicBezTo>
                    <a:pt x="1576" y="12024"/>
                    <a:pt x="1375" y="11653"/>
                    <a:pt x="1089" y="10909"/>
                  </a:cubicBezTo>
                  <a:cubicBezTo>
                    <a:pt x="947" y="10593"/>
                    <a:pt x="775" y="10451"/>
                    <a:pt x="631" y="10393"/>
                  </a:cubicBezTo>
                  <a:cubicBezTo>
                    <a:pt x="688" y="10279"/>
                    <a:pt x="775" y="10135"/>
                    <a:pt x="889" y="9963"/>
                  </a:cubicBezTo>
                  <a:cubicBezTo>
                    <a:pt x="1146" y="9534"/>
                    <a:pt x="1604" y="9218"/>
                    <a:pt x="2092" y="8875"/>
                  </a:cubicBezTo>
                  <a:cubicBezTo>
                    <a:pt x="2291" y="8760"/>
                    <a:pt x="2493" y="8618"/>
                    <a:pt x="2664" y="8504"/>
                  </a:cubicBezTo>
                  <a:cubicBezTo>
                    <a:pt x="2893" y="8332"/>
                    <a:pt x="3122" y="8160"/>
                    <a:pt x="3351" y="8016"/>
                  </a:cubicBezTo>
                  <a:cubicBezTo>
                    <a:pt x="4210" y="7444"/>
                    <a:pt x="5069" y="6844"/>
                    <a:pt x="5870" y="6070"/>
                  </a:cubicBezTo>
                  <a:cubicBezTo>
                    <a:pt x="6787" y="5183"/>
                    <a:pt x="7787" y="4324"/>
                    <a:pt x="8761" y="3493"/>
                  </a:cubicBezTo>
                  <a:cubicBezTo>
                    <a:pt x="9963" y="2492"/>
                    <a:pt x="11165" y="1462"/>
                    <a:pt x="12283" y="344"/>
                  </a:cubicBezTo>
                  <a:lnTo>
                    <a:pt x="1193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6099162" y="1544923"/>
              <a:ext cx="647988" cy="37279"/>
            </a:xfrm>
            <a:custGeom>
              <a:avLst/>
              <a:gdLst/>
              <a:ahLst/>
              <a:cxnLst/>
              <a:rect l="l" t="t" r="r" b="b"/>
              <a:pathLst>
                <a:path w="32035" h="1843" extrusionOk="0">
                  <a:moveTo>
                    <a:pt x="25773" y="0"/>
                  </a:moveTo>
                  <a:cubicBezTo>
                    <a:pt x="25137" y="0"/>
                    <a:pt x="24479" y="34"/>
                    <a:pt x="23875" y="68"/>
                  </a:cubicBezTo>
                  <a:cubicBezTo>
                    <a:pt x="23390" y="98"/>
                    <a:pt x="22931" y="125"/>
                    <a:pt x="22588" y="125"/>
                  </a:cubicBezTo>
                  <a:cubicBezTo>
                    <a:pt x="20012" y="155"/>
                    <a:pt x="17378" y="327"/>
                    <a:pt x="14829" y="498"/>
                  </a:cubicBezTo>
                  <a:cubicBezTo>
                    <a:pt x="11943" y="683"/>
                    <a:pt x="9006" y="879"/>
                    <a:pt x="6090" y="879"/>
                  </a:cubicBezTo>
                  <a:cubicBezTo>
                    <a:pt x="4062" y="879"/>
                    <a:pt x="2043" y="784"/>
                    <a:pt x="58" y="526"/>
                  </a:cubicBezTo>
                  <a:lnTo>
                    <a:pt x="0" y="984"/>
                  </a:lnTo>
                  <a:cubicBezTo>
                    <a:pt x="2039" y="1260"/>
                    <a:pt x="4118" y="1360"/>
                    <a:pt x="6205" y="1360"/>
                  </a:cubicBezTo>
                  <a:cubicBezTo>
                    <a:pt x="9101" y="1360"/>
                    <a:pt x="12014" y="1168"/>
                    <a:pt x="14859" y="984"/>
                  </a:cubicBezTo>
                  <a:cubicBezTo>
                    <a:pt x="17405" y="812"/>
                    <a:pt x="20039" y="640"/>
                    <a:pt x="22588" y="613"/>
                  </a:cubicBezTo>
                  <a:cubicBezTo>
                    <a:pt x="22959" y="613"/>
                    <a:pt x="23417" y="583"/>
                    <a:pt x="23905" y="556"/>
                  </a:cubicBezTo>
                  <a:cubicBezTo>
                    <a:pt x="24481" y="519"/>
                    <a:pt x="25149" y="483"/>
                    <a:pt x="25795" y="483"/>
                  </a:cubicBezTo>
                  <a:cubicBezTo>
                    <a:pt x="26688" y="483"/>
                    <a:pt x="27540" y="552"/>
                    <a:pt x="28055" y="785"/>
                  </a:cubicBezTo>
                  <a:cubicBezTo>
                    <a:pt x="28084" y="812"/>
                    <a:pt x="28142" y="927"/>
                    <a:pt x="28142" y="1014"/>
                  </a:cubicBezTo>
                  <a:cubicBezTo>
                    <a:pt x="28226" y="1270"/>
                    <a:pt x="28341" y="1671"/>
                    <a:pt x="28714" y="1758"/>
                  </a:cubicBezTo>
                  <a:cubicBezTo>
                    <a:pt x="28841" y="1815"/>
                    <a:pt x="28959" y="1836"/>
                    <a:pt x="29068" y="1836"/>
                  </a:cubicBezTo>
                  <a:cubicBezTo>
                    <a:pt x="29228" y="1836"/>
                    <a:pt x="29367" y="1792"/>
                    <a:pt x="29486" y="1758"/>
                  </a:cubicBezTo>
                  <a:cubicBezTo>
                    <a:pt x="29600" y="1701"/>
                    <a:pt x="29715" y="1671"/>
                    <a:pt x="29802" y="1671"/>
                  </a:cubicBezTo>
                  <a:cubicBezTo>
                    <a:pt x="30116" y="1671"/>
                    <a:pt x="30374" y="1586"/>
                    <a:pt x="30603" y="1499"/>
                  </a:cubicBezTo>
                  <a:cubicBezTo>
                    <a:pt x="30791" y="1429"/>
                    <a:pt x="30935" y="1373"/>
                    <a:pt x="31064" y="1373"/>
                  </a:cubicBezTo>
                  <a:cubicBezTo>
                    <a:pt x="31249" y="1373"/>
                    <a:pt x="31402" y="1489"/>
                    <a:pt x="31604" y="1843"/>
                  </a:cubicBezTo>
                  <a:lnTo>
                    <a:pt x="32035" y="1614"/>
                  </a:lnTo>
                  <a:cubicBezTo>
                    <a:pt x="31717" y="1047"/>
                    <a:pt x="31391" y="888"/>
                    <a:pt x="31077" y="888"/>
                  </a:cubicBezTo>
                  <a:cubicBezTo>
                    <a:pt x="30852" y="888"/>
                    <a:pt x="30634" y="969"/>
                    <a:pt x="30432" y="1041"/>
                  </a:cubicBezTo>
                  <a:cubicBezTo>
                    <a:pt x="30230" y="1098"/>
                    <a:pt x="30031" y="1185"/>
                    <a:pt x="29802" y="1185"/>
                  </a:cubicBezTo>
                  <a:cubicBezTo>
                    <a:pt x="29630" y="1185"/>
                    <a:pt x="29486" y="1243"/>
                    <a:pt x="29344" y="1300"/>
                  </a:cubicBezTo>
                  <a:cubicBezTo>
                    <a:pt x="29220" y="1335"/>
                    <a:pt x="29140" y="1359"/>
                    <a:pt x="29064" y="1359"/>
                  </a:cubicBezTo>
                  <a:cubicBezTo>
                    <a:pt x="29016" y="1359"/>
                    <a:pt x="28969" y="1350"/>
                    <a:pt x="28913" y="1327"/>
                  </a:cubicBezTo>
                  <a:lnTo>
                    <a:pt x="28856" y="1300"/>
                  </a:lnTo>
                  <a:cubicBezTo>
                    <a:pt x="28742" y="1270"/>
                    <a:pt x="28684" y="1128"/>
                    <a:pt x="28627" y="899"/>
                  </a:cubicBezTo>
                  <a:cubicBezTo>
                    <a:pt x="28542" y="670"/>
                    <a:pt x="28485" y="411"/>
                    <a:pt x="28256" y="354"/>
                  </a:cubicBezTo>
                  <a:cubicBezTo>
                    <a:pt x="27652" y="78"/>
                    <a:pt x="26737" y="0"/>
                    <a:pt x="2577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6917460" y="1603851"/>
              <a:ext cx="258831" cy="120252"/>
            </a:xfrm>
            <a:custGeom>
              <a:avLst/>
              <a:gdLst/>
              <a:ahLst/>
              <a:cxnLst/>
              <a:rect l="l" t="t" r="r" b="b"/>
              <a:pathLst>
                <a:path w="12796" h="5945" extrusionOk="0">
                  <a:moveTo>
                    <a:pt x="11553" y="0"/>
                  </a:moveTo>
                  <a:cubicBezTo>
                    <a:pt x="11499" y="0"/>
                    <a:pt x="11446" y="6"/>
                    <a:pt x="11394" y="18"/>
                  </a:cubicBezTo>
                  <a:cubicBezTo>
                    <a:pt x="10993" y="105"/>
                    <a:pt x="10764" y="505"/>
                    <a:pt x="10562" y="819"/>
                  </a:cubicBezTo>
                  <a:cubicBezTo>
                    <a:pt x="10477" y="991"/>
                    <a:pt x="10390" y="1135"/>
                    <a:pt x="10276" y="1250"/>
                  </a:cubicBezTo>
                  <a:cubicBezTo>
                    <a:pt x="9247" y="2279"/>
                    <a:pt x="8569" y="2755"/>
                    <a:pt x="7549" y="2755"/>
                  </a:cubicBezTo>
                  <a:cubicBezTo>
                    <a:pt x="7237" y="2755"/>
                    <a:pt x="6893" y="2711"/>
                    <a:pt x="6497" y="2624"/>
                  </a:cubicBezTo>
                  <a:lnTo>
                    <a:pt x="6268" y="2594"/>
                  </a:lnTo>
                  <a:cubicBezTo>
                    <a:pt x="5925" y="2520"/>
                    <a:pt x="5614" y="2452"/>
                    <a:pt x="5311" y="2452"/>
                  </a:cubicBezTo>
                  <a:cubicBezTo>
                    <a:pt x="4907" y="2452"/>
                    <a:pt x="4518" y="2574"/>
                    <a:pt x="4093" y="2967"/>
                  </a:cubicBezTo>
                  <a:cubicBezTo>
                    <a:pt x="3749" y="3253"/>
                    <a:pt x="3607" y="3567"/>
                    <a:pt x="3463" y="3826"/>
                  </a:cubicBezTo>
                  <a:cubicBezTo>
                    <a:pt x="3321" y="4140"/>
                    <a:pt x="3206" y="4369"/>
                    <a:pt x="2748" y="4456"/>
                  </a:cubicBezTo>
                  <a:cubicBezTo>
                    <a:pt x="2567" y="4490"/>
                    <a:pt x="2407" y="4504"/>
                    <a:pt x="2264" y="4504"/>
                  </a:cubicBezTo>
                  <a:cubicBezTo>
                    <a:pt x="1931" y="4504"/>
                    <a:pt x="1689" y="4430"/>
                    <a:pt x="1489" y="4369"/>
                  </a:cubicBezTo>
                  <a:cubicBezTo>
                    <a:pt x="1324" y="4318"/>
                    <a:pt x="1185" y="4289"/>
                    <a:pt x="1062" y="4289"/>
                  </a:cubicBezTo>
                  <a:cubicBezTo>
                    <a:pt x="629" y="4289"/>
                    <a:pt x="402" y="4657"/>
                    <a:pt x="0" y="5773"/>
                  </a:cubicBezTo>
                  <a:lnTo>
                    <a:pt x="458" y="5944"/>
                  </a:lnTo>
                  <a:cubicBezTo>
                    <a:pt x="804" y="4993"/>
                    <a:pt x="921" y="4776"/>
                    <a:pt x="1118" y="4776"/>
                  </a:cubicBezTo>
                  <a:cubicBezTo>
                    <a:pt x="1182" y="4776"/>
                    <a:pt x="1254" y="4799"/>
                    <a:pt x="1344" y="4827"/>
                  </a:cubicBezTo>
                  <a:cubicBezTo>
                    <a:pt x="1576" y="4891"/>
                    <a:pt x="1885" y="4984"/>
                    <a:pt x="2315" y="4984"/>
                  </a:cubicBezTo>
                  <a:cubicBezTo>
                    <a:pt x="2471" y="4984"/>
                    <a:pt x="2643" y="4972"/>
                    <a:pt x="2833" y="4941"/>
                  </a:cubicBezTo>
                  <a:cubicBezTo>
                    <a:pt x="3550" y="4799"/>
                    <a:pt x="3749" y="4399"/>
                    <a:pt x="3921" y="4025"/>
                  </a:cubicBezTo>
                  <a:cubicBezTo>
                    <a:pt x="4035" y="3796"/>
                    <a:pt x="4150" y="3540"/>
                    <a:pt x="4409" y="3338"/>
                  </a:cubicBezTo>
                  <a:cubicBezTo>
                    <a:pt x="4738" y="3026"/>
                    <a:pt x="5019" y="2922"/>
                    <a:pt x="5346" y="2922"/>
                  </a:cubicBezTo>
                  <a:cubicBezTo>
                    <a:pt x="5588" y="2922"/>
                    <a:pt x="5854" y="2979"/>
                    <a:pt x="6183" y="3052"/>
                  </a:cubicBezTo>
                  <a:lnTo>
                    <a:pt x="6383" y="3109"/>
                  </a:lnTo>
                  <a:cubicBezTo>
                    <a:pt x="6804" y="3197"/>
                    <a:pt x="7177" y="3241"/>
                    <a:pt x="7518" y="3241"/>
                  </a:cubicBezTo>
                  <a:cubicBezTo>
                    <a:pt x="8729" y="3241"/>
                    <a:pt x="9532" y="2687"/>
                    <a:pt x="10649" y="1593"/>
                  </a:cubicBezTo>
                  <a:cubicBezTo>
                    <a:pt x="10764" y="1449"/>
                    <a:pt x="10878" y="1250"/>
                    <a:pt x="10993" y="1078"/>
                  </a:cubicBezTo>
                  <a:cubicBezTo>
                    <a:pt x="11135" y="819"/>
                    <a:pt x="11306" y="533"/>
                    <a:pt x="11478" y="505"/>
                  </a:cubicBezTo>
                  <a:cubicBezTo>
                    <a:pt x="11504" y="500"/>
                    <a:pt x="11529" y="498"/>
                    <a:pt x="11555" y="498"/>
                  </a:cubicBezTo>
                  <a:cubicBezTo>
                    <a:pt x="11674" y="498"/>
                    <a:pt x="11800" y="553"/>
                    <a:pt x="11966" y="647"/>
                  </a:cubicBezTo>
                  <a:cubicBezTo>
                    <a:pt x="12252" y="849"/>
                    <a:pt x="12280" y="1479"/>
                    <a:pt x="12280" y="2051"/>
                  </a:cubicBezTo>
                  <a:cubicBezTo>
                    <a:pt x="12280" y="2280"/>
                    <a:pt x="12310" y="2509"/>
                    <a:pt x="12310" y="2708"/>
                  </a:cubicBezTo>
                  <a:lnTo>
                    <a:pt x="12795" y="2651"/>
                  </a:lnTo>
                  <a:cubicBezTo>
                    <a:pt x="12768" y="2479"/>
                    <a:pt x="12768" y="2250"/>
                    <a:pt x="12768" y="2021"/>
                  </a:cubicBezTo>
                  <a:cubicBezTo>
                    <a:pt x="12768" y="1364"/>
                    <a:pt x="12738" y="620"/>
                    <a:pt x="12252" y="247"/>
                  </a:cubicBezTo>
                  <a:cubicBezTo>
                    <a:pt x="12000" y="88"/>
                    <a:pt x="11767" y="0"/>
                    <a:pt x="1155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7144454" y="1573527"/>
              <a:ext cx="18549" cy="37643"/>
            </a:xfrm>
            <a:custGeom>
              <a:avLst/>
              <a:gdLst/>
              <a:ahLst/>
              <a:cxnLst/>
              <a:rect l="l" t="t" r="r" b="b"/>
              <a:pathLst>
                <a:path w="917" h="1861" extrusionOk="0">
                  <a:moveTo>
                    <a:pt x="688" y="0"/>
                  </a:moveTo>
                  <a:cubicBezTo>
                    <a:pt x="1" y="344"/>
                    <a:pt x="1" y="1146"/>
                    <a:pt x="1" y="1860"/>
                  </a:cubicBezTo>
                  <a:lnTo>
                    <a:pt x="486" y="1860"/>
                  </a:lnTo>
                  <a:cubicBezTo>
                    <a:pt x="486" y="1230"/>
                    <a:pt x="486" y="658"/>
                    <a:pt x="917" y="429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5988568" y="1983880"/>
              <a:ext cx="385678" cy="200576"/>
            </a:xfrm>
            <a:custGeom>
              <a:avLst/>
              <a:gdLst/>
              <a:ahLst/>
              <a:cxnLst/>
              <a:rect l="l" t="t" r="r" b="b"/>
              <a:pathLst>
                <a:path w="19067" h="9916" extrusionOk="0">
                  <a:moveTo>
                    <a:pt x="1647" y="1"/>
                  </a:moveTo>
                  <a:cubicBezTo>
                    <a:pt x="1585" y="1"/>
                    <a:pt x="1522" y="4"/>
                    <a:pt x="1460" y="11"/>
                  </a:cubicBezTo>
                  <a:cubicBezTo>
                    <a:pt x="917" y="68"/>
                    <a:pt x="429" y="384"/>
                    <a:pt x="1" y="927"/>
                  </a:cubicBezTo>
                  <a:lnTo>
                    <a:pt x="372" y="1243"/>
                  </a:lnTo>
                  <a:cubicBezTo>
                    <a:pt x="745" y="785"/>
                    <a:pt x="1089" y="556"/>
                    <a:pt x="1517" y="498"/>
                  </a:cubicBezTo>
                  <a:cubicBezTo>
                    <a:pt x="1560" y="494"/>
                    <a:pt x="1604" y="492"/>
                    <a:pt x="1647" y="492"/>
                  </a:cubicBezTo>
                  <a:cubicBezTo>
                    <a:pt x="2476" y="492"/>
                    <a:pt x="3426" y="1252"/>
                    <a:pt x="4322" y="1987"/>
                  </a:cubicBezTo>
                  <a:cubicBezTo>
                    <a:pt x="5124" y="2644"/>
                    <a:pt x="5868" y="3274"/>
                    <a:pt x="6642" y="3446"/>
                  </a:cubicBezTo>
                  <a:cubicBezTo>
                    <a:pt x="6751" y="3470"/>
                    <a:pt x="6860" y="3481"/>
                    <a:pt x="6971" y="3481"/>
                  </a:cubicBezTo>
                  <a:cubicBezTo>
                    <a:pt x="7646" y="3481"/>
                    <a:pt x="8354" y="3064"/>
                    <a:pt x="9017" y="2644"/>
                  </a:cubicBezTo>
                  <a:cubicBezTo>
                    <a:pt x="9633" y="2265"/>
                    <a:pt x="10229" y="1907"/>
                    <a:pt x="10757" y="1907"/>
                  </a:cubicBezTo>
                  <a:cubicBezTo>
                    <a:pt x="10867" y="1907"/>
                    <a:pt x="10974" y="1923"/>
                    <a:pt x="11078" y="1957"/>
                  </a:cubicBezTo>
                  <a:cubicBezTo>
                    <a:pt x="11509" y="2101"/>
                    <a:pt x="11880" y="2530"/>
                    <a:pt x="12223" y="3304"/>
                  </a:cubicBezTo>
                  <a:cubicBezTo>
                    <a:pt x="12368" y="3618"/>
                    <a:pt x="12338" y="4018"/>
                    <a:pt x="12338" y="4449"/>
                  </a:cubicBezTo>
                  <a:cubicBezTo>
                    <a:pt x="12310" y="5221"/>
                    <a:pt x="12280" y="6224"/>
                    <a:pt x="13483" y="6453"/>
                  </a:cubicBezTo>
                  <a:cubicBezTo>
                    <a:pt x="13572" y="6472"/>
                    <a:pt x="13656" y="6482"/>
                    <a:pt x="13736" y="6482"/>
                  </a:cubicBezTo>
                  <a:cubicBezTo>
                    <a:pt x="14354" y="6482"/>
                    <a:pt x="14721" y="5936"/>
                    <a:pt x="15001" y="5479"/>
                  </a:cubicBezTo>
                  <a:cubicBezTo>
                    <a:pt x="15316" y="4994"/>
                    <a:pt x="15528" y="4673"/>
                    <a:pt x="15899" y="4673"/>
                  </a:cubicBezTo>
                  <a:cubicBezTo>
                    <a:pt x="15966" y="4673"/>
                    <a:pt x="16038" y="4684"/>
                    <a:pt x="16116" y="4705"/>
                  </a:cubicBezTo>
                  <a:cubicBezTo>
                    <a:pt x="16891" y="4934"/>
                    <a:pt x="16918" y="5651"/>
                    <a:pt x="16948" y="6766"/>
                  </a:cubicBezTo>
                  <a:cubicBezTo>
                    <a:pt x="16948" y="8026"/>
                    <a:pt x="16948" y="9572"/>
                    <a:pt x="18979" y="9915"/>
                  </a:cubicBezTo>
                  <a:lnTo>
                    <a:pt x="19066" y="9457"/>
                  </a:lnTo>
                  <a:cubicBezTo>
                    <a:pt x="17433" y="9171"/>
                    <a:pt x="17433" y="7999"/>
                    <a:pt x="17433" y="6766"/>
                  </a:cubicBezTo>
                  <a:cubicBezTo>
                    <a:pt x="17406" y="5708"/>
                    <a:pt x="17406" y="4591"/>
                    <a:pt x="16231" y="4247"/>
                  </a:cubicBezTo>
                  <a:cubicBezTo>
                    <a:pt x="16103" y="4209"/>
                    <a:pt x="15985" y="4192"/>
                    <a:pt x="15875" y="4192"/>
                  </a:cubicBezTo>
                  <a:cubicBezTo>
                    <a:pt x="15247" y="4192"/>
                    <a:pt x="14893" y="4759"/>
                    <a:pt x="14600" y="5221"/>
                  </a:cubicBezTo>
                  <a:cubicBezTo>
                    <a:pt x="14302" y="5669"/>
                    <a:pt x="14089" y="5987"/>
                    <a:pt x="13738" y="5987"/>
                  </a:cubicBezTo>
                  <a:cubicBezTo>
                    <a:pt x="13685" y="5987"/>
                    <a:pt x="13630" y="5980"/>
                    <a:pt x="13570" y="5965"/>
                  </a:cubicBezTo>
                  <a:cubicBezTo>
                    <a:pt x="12826" y="5823"/>
                    <a:pt x="12796" y="5335"/>
                    <a:pt x="12826" y="4449"/>
                  </a:cubicBezTo>
                  <a:cubicBezTo>
                    <a:pt x="12826" y="3991"/>
                    <a:pt x="12853" y="3503"/>
                    <a:pt x="12654" y="3102"/>
                  </a:cubicBezTo>
                  <a:cubicBezTo>
                    <a:pt x="12280" y="2216"/>
                    <a:pt x="11822" y="1671"/>
                    <a:pt x="11250" y="1499"/>
                  </a:cubicBezTo>
                  <a:cubicBezTo>
                    <a:pt x="11086" y="1442"/>
                    <a:pt x="10921" y="1417"/>
                    <a:pt x="10757" y="1417"/>
                  </a:cubicBezTo>
                  <a:cubicBezTo>
                    <a:pt x="10091" y="1417"/>
                    <a:pt x="9425" y="1830"/>
                    <a:pt x="8761" y="2243"/>
                  </a:cubicBezTo>
                  <a:cubicBezTo>
                    <a:pt x="8150" y="2626"/>
                    <a:pt x="7495" y="3007"/>
                    <a:pt x="6934" y="3007"/>
                  </a:cubicBezTo>
                  <a:cubicBezTo>
                    <a:pt x="6863" y="3007"/>
                    <a:pt x="6794" y="3001"/>
                    <a:pt x="6727" y="2988"/>
                  </a:cubicBezTo>
                  <a:cubicBezTo>
                    <a:pt x="6097" y="2816"/>
                    <a:pt x="5383" y="2243"/>
                    <a:pt x="4638" y="1614"/>
                  </a:cubicBezTo>
                  <a:cubicBezTo>
                    <a:pt x="3668" y="833"/>
                    <a:pt x="2648" y="1"/>
                    <a:pt x="164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6443142" y="2381954"/>
              <a:ext cx="110038" cy="91509"/>
            </a:xfrm>
            <a:custGeom>
              <a:avLst/>
              <a:gdLst/>
              <a:ahLst/>
              <a:cxnLst/>
              <a:rect l="l" t="t" r="r" b="b"/>
              <a:pathLst>
                <a:path w="5440" h="4524" extrusionOk="0">
                  <a:moveTo>
                    <a:pt x="5355" y="0"/>
                  </a:moveTo>
                  <a:cubicBezTo>
                    <a:pt x="5011" y="85"/>
                    <a:pt x="4753" y="286"/>
                    <a:pt x="4524" y="516"/>
                  </a:cubicBezTo>
                  <a:cubicBezTo>
                    <a:pt x="4324" y="657"/>
                    <a:pt x="4153" y="829"/>
                    <a:pt x="3981" y="887"/>
                  </a:cubicBezTo>
                  <a:cubicBezTo>
                    <a:pt x="3809" y="916"/>
                    <a:pt x="3466" y="916"/>
                    <a:pt x="3179" y="916"/>
                  </a:cubicBezTo>
                  <a:cubicBezTo>
                    <a:pt x="2749" y="916"/>
                    <a:pt x="2492" y="916"/>
                    <a:pt x="2378" y="1001"/>
                  </a:cubicBezTo>
                  <a:lnTo>
                    <a:pt x="2321" y="1031"/>
                  </a:lnTo>
                  <a:cubicBezTo>
                    <a:pt x="1805" y="1516"/>
                    <a:pt x="1947" y="1974"/>
                    <a:pt x="2034" y="2318"/>
                  </a:cubicBezTo>
                  <a:cubicBezTo>
                    <a:pt x="2119" y="2634"/>
                    <a:pt x="2149" y="2806"/>
                    <a:pt x="2004" y="3035"/>
                  </a:cubicBezTo>
                  <a:cubicBezTo>
                    <a:pt x="1920" y="3149"/>
                    <a:pt x="1661" y="3234"/>
                    <a:pt x="1375" y="3348"/>
                  </a:cubicBezTo>
                  <a:cubicBezTo>
                    <a:pt x="917" y="3520"/>
                    <a:pt x="344" y="3722"/>
                    <a:pt x="1" y="4264"/>
                  </a:cubicBezTo>
                  <a:lnTo>
                    <a:pt x="401" y="4523"/>
                  </a:lnTo>
                  <a:cubicBezTo>
                    <a:pt x="660" y="4122"/>
                    <a:pt x="1146" y="3951"/>
                    <a:pt x="1546" y="3806"/>
                  </a:cubicBezTo>
                  <a:cubicBezTo>
                    <a:pt x="1920" y="3664"/>
                    <a:pt x="2263" y="3550"/>
                    <a:pt x="2405" y="3291"/>
                  </a:cubicBezTo>
                  <a:cubicBezTo>
                    <a:pt x="2664" y="2890"/>
                    <a:pt x="2577" y="2519"/>
                    <a:pt x="2492" y="2203"/>
                  </a:cubicBezTo>
                  <a:cubicBezTo>
                    <a:pt x="2405" y="1890"/>
                    <a:pt x="2348" y="1688"/>
                    <a:pt x="2607" y="1432"/>
                  </a:cubicBezTo>
                  <a:cubicBezTo>
                    <a:pt x="2721" y="1402"/>
                    <a:pt x="3008" y="1402"/>
                    <a:pt x="3179" y="1402"/>
                  </a:cubicBezTo>
                  <a:cubicBezTo>
                    <a:pt x="3523" y="1402"/>
                    <a:pt x="3894" y="1402"/>
                    <a:pt x="4123" y="1345"/>
                  </a:cubicBezTo>
                  <a:cubicBezTo>
                    <a:pt x="4409" y="1230"/>
                    <a:pt x="4638" y="1031"/>
                    <a:pt x="4840" y="859"/>
                  </a:cubicBezTo>
                  <a:cubicBezTo>
                    <a:pt x="5039" y="687"/>
                    <a:pt x="5211" y="516"/>
                    <a:pt x="5440" y="486"/>
                  </a:cubicBezTo>
                  <a:lnTo>
                    <a:pt x="5355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6477896" y="2461860"/>
              <a:ext cx="66629" cy="50387"/>
            </a:xfrm>
            <a:custGeom>
              <a:avLst/>
              <a:gdLst/>
              <a:ahLst/>
              <a:cxnLst/>
              <a:rect l="l" t="t" r="r" b="b"/>
              <a:pathLst>
                <a:path w="3294" h="2491" extrusionOk="0">
                  <a:moveTo>
                    <a:pt x="2806" y="1"/>
                  </a:moveTo>
                  <a:cubicBezTo>
                    <a:pt x="2606" y="860"/>
                    <a:pt x="2119" y="1001"/>
                    <a:pt x="1489" y="1173"/>
                  </a:cubicBezTo>
                  <a:cubicBezTo>
                    <a:pt x="946" y="1345"/>
                    <a:pt x="344" y="1517"/>
                    <a:pt x="0" y="2291"/>
                  </a:cubicBezTo>
                  <a:lnTo>
                    <a:pt x="431" y="2490"/>
                  </a:lnTo>
                  <a:cubicBezTo>
                    <a:pt x="687" y="1918"/>
                    <a:pt x="1118" y="1776"/>
                    <a:pt x="1633" y="1631"/>
                  </a:cubicBezTo>
                  <a:cubicBezTo>
                    <a:pt x="2263" y="1460"/>
                    <a:pt x="3007" y="1231"/>
                    <a:pt x="3293" y="115"/>
                  </a:cubicBezTo>
                  <a:lnTo>
                    <a:pt x="2806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6514390" y="2487350"/>
              <a:ext cx="35317" cy="46341"/>
            </a:xfrm>
            <a:custGeom>
              <a:avLst/>
              <a:gdLst/>
              <a:ahLst/>
              <a:cxnLst/>
              <a:rect l="l" t="t" r="r" b="b"/>
              <a:pathLst>
                <a:path w="1746" h="2291" extrusionOk="0">
                  <a:moveTo>
                    <a:pt x="268" y="1"/>
                  </a:moveTo>
                  <a:cubicBezTo>
                    <a:pt x="185" y="1"/>
                    <a:pt x="96" y="9"/>
                    <a:pt x="1" y="28"/>
                  </a:cubicBezTo>
                  <a:lnTo>
                    <a:pt x="86" y="486"/>
                  </a:lnTo>
                  <a:cubicBezTo>
                    <a:pt x="139" y="477"/>
                    <a:pt x="189" y="473"/>
                    <a:pt x="236" y="473"/>
                  </a:cubicBezTo>
                  <a:cubicBezTo>
                    <a:pt x="665" y="473"/>
                    <a:pt x="828" y="826"/>
                    <a:pt x="1059" y="1574"/>
                  </a:cubicBezTo>
                  <a:cubicBezTo>
                    <a:pt x="1116" y="1832"/>
                    <a:pt x="1203" y="2089"/>
                    <a:pt x="1288" y="2290"/>
                  </a:cubicBezTo>
                  <a:lnTo>
                    <a:pt x="1746" y="2089"/>
                  </a:lnTo>
                  <a:cubicBezTo>
                    <a:pt x="1661" y="1917"/>
                    <a:pt x="1574" y="1688"/>
                    <a:pt x="1517" y="1459"/>
                  </a:cubicBezTo>
                  <a:cubicBezTo>
                    <a:pt x="1336" y="836"/>
                    <a:pt x="1084" y="1"/>
                    <a:pt x="268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6553170" y="2479784"/>
              <a:ext cx="85724" cy="63717"/>
            </a:xfrm>
            <a:custGeom>
              <a:avLst/>
              <a:gdLst/>
              <a:ahLst/>
              <a:cxnLst/>
              <a:rect l="l" t="t" r="r" b="b"/>
              <a:pathLst>
                <a:path w="4238" h="3150" extrusionOk="0">
                  <a:moveTo>
                    <a:pt x="4095" y="1"/>
                  </a:moveTo>
                  <a:cubicBezTo>
                    <a:pt x="3924" y="58"/>
                    <a:pt x="3752" y="145"/>
                    <a:pt x="3550" y="230"/>
                  </a:cubicBezTo>
                  <a:cubicBezTo>
                    <a:pt x="3294" y="345"/>
                    <a:pt x="3065" y="432"/>
                    <a:pt x="2806" y="489"/>
                  </a:cubicBezTo>
                  <a:cubicBezTo>
                    <a:pt x="2692" y="546"/>
                    <a:pt x="2463" y="603"/>
                    <a:pt x="2234" y="661"/>
                  </a:cubicBezTo>
                  <a:cubicBezTo>
                    <a:pt x="1947" y="745"/>
                    <a:pt x="1661" y="832"/>
                    <a:pt x="1519" y="890"/>
                  </a:cubicBezTo>
                  <a:cubicBezTo>
                    <a:pt x="431" y="1405"/>
                    <a:pt x="1" y="1691"/>
                    <a:pt x="1" y="3150"/>
                  </a:cubicBezTo>
                  <a:lnTo>
                    <a:pt x="488" y="3150"/>
                  </a:lnTo>
                  <a:cubicBezTo>
                    <a:pt x="488" y="1920"/>
                    <a:pt x="745" y="1806"/>
                    <a:pt x="1691" y="1348"/>
                  </a:cubicBezTo>
                  <a:cubicBezTo>
                    <a:pt x="1833" y="1290"/>
                    <a:pt x="2119" y="1203"/>
                    <a:pt x="2378" y="1146"/>
                  </a:cubicBezTo>
                  <a:cubicBezTo>
                    <a:pt x="2607" y="1061"/>
                    <a:pt x="2836" y="1004"/>
                    <a:pt x="2950" y="974"/>
                  </a:cubicBezTo>
                  <a:cubicBezTo>
                    <a:pt x="3207" y="890"/>
                    <a:pt x="3493" y="775"/>
                    <a:pt x="3722" y="661"/>
                  </a:cubicBezTo>
                  <a:cubicBezTo>
                    <a:pt x="3924" y="603"/>
                    <a:pt x="4095" y="516"/>
                    <a:pt x="4237" y="489"/>
                  </a:cubicBezTo>
                  <a:lnTo>
                    <a:pt x="4095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6597796" y="2583480"/>
              <a:ext cx="26640" cy="13310"/>
            </a:xfrm>
            <a:custGeom>
              <a:avLst/>
              <a:gdLst/>
              <a:ahLst/>
              <a:cxnLst/>
              <a:rect l="l" t="t" r="r" b="b"/>
              <a:pathLst>
                <a:path w="1317" h="658" extrusionOk="0">
                  <a:moveTo>
                    <a:pt x="1317" y="0"/>
                  </a:moveTo>
                  <a:cubicBezTo>
                    <a:pt x="916" y="0"/>
                    <a:pt x="543" y="85"/>
                    <a:pt x="172" y="142"/>
                  </a:cubicBezTo>
                  <a:lnTo>
                    <a:pt x="0" y="200"/>
                  </a:lnTo>
                  <a:lnTo>
                    <a:pt x="85" y="658"/>
                  </a:lnTo>
                  <a:lnTo>
                    <a:pt x="286" y="630"/>
                  </a:lnTo>
                  <a:cubicBezTo>
                    <a:pt x="630" y="543"/>
                    <a:pt x="944" y="486"/>
                    <a:pt x="1317" y="486"/>
                  </a:cubicBezTo>
                  <a:lnTo>
                    <a:pt x="1317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6635402" y="2624019"/>
              <a:ext cx="21482" cy="40556"/>
            </a:xfrm>
            <a:custGeom>
              <a:avLst/>
              <a:gdLst/>
              <a:ahLst/>
              <a:cxnLst/>
              <a:rect l="l" t="t" r="r" b="b"/>
              <a:pathLst>
                <a:path w="1062" h="2005" extrusionOk="0">
                  <a:moveTo>
                    <a:pt x="660" y="0"/>
                  </a:moveTo>
                  <a:cubicBezTo>
                    <a:pt x="1" y="687"/>
                    <a:pt x="344" y="1431"/>
                    <a:pt x="603" y="2004"/>
                  </a:cubicBezTo>
                  <a:lnTo>
                    <a:pt x="1061" y="1802"/>
                  </a:lnTo>
                  <a:cubicBezTo>
                    <a:pt x="745" y="1173"/>
                    <a:pt x="603" y="772"/>
                    <a:pt x="1004" y="344"/>
                  </a:cubicBezTo>
                  <a:lnTo>
                    <a:pt x="660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6758174" y="2647182"/>
              <a:ext cx="38837" cy="47494"/>
            </a:xfrm>
            <a:custGeom>
              <a:avLst/>
              <a:gdLst/>
              <a:ahLst/>
              <a:cxnLst/>
              <a:rect l="l" t="t" r="r" b="b"/>
              <a:pathLst>
                <a:path w="1920" h="2348" extrusionOk="0">
                  <a:moveTo>
                    <a:pt x="1576" y="0"/>
                  </a:moveTo>
                  <a:lnTo>
                    <a:pt x="1118" y="172"/>
                  </a:lnTo>
                  <a:cubicBezTo>
                    <a:pt x="1290" y="687"/>
                    <a:pt x="1347" y="1459"/>
                    <a:pt x="1" y="1890"/>
                  </a:cubicBezTo>
                  <a:lnTo>
                    <a:pt x="145" y="2348"/>
                  </a:lnTo>
                  <a:cubicBezTo>
                    <a:pt x="1404" y="1947"/>
                    <a:pt x="1920" y="1116"/>
                    <a:pt x="1576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6853151" y="2585199"/>
              <a:ext cx="538537" cy="1196315"/>
            </a:xfrm>
            <a:custGeom>
              <a:avLst/>
              <a:gdLst/>
              <a:ahLst/>
              <a:cxnLst/>
              <a:rect l="l" t="t" r="r" b="b"/>
              <a:pathLst>
                <a:path w="26624" h="59143" extrusionOk="0">
                  <a:moveTo>
                    <a:pt x="2691" y="0"/>
                  </a:moveTo>
                  <a:cubicBezTo>
                    <a:pt x="2520" y="172"/>
                    <a:pt x="2577" y="458"/>
                    <a:pt x="2691" y="1118"/>
                  </a:cubicBezTo>
                  <a:cubicBezTo>
                    <a:pt x="2749" y="1489"/>
                    <a:pt x="2920" y="2462"/>
                    <a:pt x="2749" y="2576"/>
                  </a:cubicBezTo>
                  <a:cubicBezTo>
                    <a:pt x="2749" y="2576"/>
                    <a:pt x="2745" y="2577"/>
                    <a:pt x="2735" y="2577"/>
                  </a:cubicBezTo>
                  <a:cubicBezTo>
                    <a:pt x="2696" y="2577"/>
                    <a:pt x="2559" y="2558"/>
                    <a:pt x="2233" y="2347"/>
                  </a:cubicBezTo>
                  <a:cubicBezTo>
                    <a:pt x="2148" y="2263"/>
                    <a:pt x="2034" y="1718"/>
                    <a:pt x="1977" y="1404"/>
                  </a:cubicBezTo>
                  <a:cubicBezTo>
                    <a:pt x="1832" y="717"/>
                    <a:pt x="1718" y="172"/>
                    <a:pt x="1347" y="115"/>
                  </a:cubicBezTo>
                  <a:cubicBezTo>
                    <a:pt x="1334" y="113"/>
                    <a:pt x="1322" y="113"/>
                    <a:pt x="1309" y="113"/>
                  </a:cubicBezTo>
                  <a:cubicBezTo>
                    <a:pt x="1010" y="113"/>
                    <a:pt x="761" y="434"/>
                    <a:pt x="431" y="1232"/>
                  </a:cubicBezTo>
                  <a:cubicBezTo>
                    <a:pt x="58" y="2205"/>
                    <a:pt x="172" y="3206"/>
                    <a:pt x="717" y="4152"/>
                  </a:cubicBezTo>
                  <a:cubicBezTo>
                    <a:pt x="1546" y="5554"/>
                    <a:pt x="3236" y="6499"/>
                    <a:pt x="4466" y="6671"/>
                  </a:cubicBezTo>
                  <a:cubicBezTo>
                    <a:pt x="4725" y="6699"/>
                    <a:pt x="4954" y="6728"/>
                    <a:pt x="5153" y="6728"/>
                  </a:cubicBezTo>
                  <a:cubicBezTo>
                    <a:pt x="6099" y="6813"/>
                    <a:pt x="6271" y="6843"/>
                    <a:pt x="6271" y="7988"/>
                  </a:cubicBezTo>
                  <a:cubicBezTo>
                    <a:pt x="6271" y="8187"/>
                    <a:pt x="6184" y="8446"/>
                    <a:pt x="6099" y="8703"/>
                  </a:cubicBezTo>
                  <a:cubicBezTo>
                    <a:pt x="5984" y="9019"/>
                    <a:pt x="5840" y="9390"/>
                    <a:pt x="5897" y="9763"/>
                  </a:cubicBezTo>
                  <a:cubicBezTo>
                    <a:pt x="5955" y="10248"/>
                    <a:pt x="6271" y="10592"/>
                    <a:pt x="6527" y="10878"/>
                  </a:cubicBezTo>
                  <a:cubicBezTo>
                    <a:pt x="6729" y="11107"/>
                    <a:pt x="6871" y="11309"/>
                    <a:pt x="6928" y="11508"/>
                  </a:cubicBezTo>
                  <a:cubicBezTo>
                    <a:pt x="6985" y="11909"/>
                    <a:pt x="6985" y="12167"/>
                    <a:pt x="6871" y="12339"/>
                  </a:cubicBezTo>
                  <a:cubicBezTo>
                    <a:pt x="6729" y="12511"/>
                    <a:pt x="6385" y="12538"/>
                    <a:pt x="5984" y="12568"/>
                  </a:cubicBezTo>
                  <a:cubicBezTo>
                    <a:pt x="5641" y="12596"/>
                    <a:pt x="5210" y="12626"/>
                    <a:pt x="4867" y="12768"/>
                  </a:cubicBezTo>
                  <a:cubicBezTo>
                    <a:pt x="3264" y="13484"/>
                    <a:pt x="3637" y="14428"/>
                    <a:pt x="4008" y="15344"/>
                  </a:cubicBezTo>
                  <a:cubicBezTo>
                    <a:pt x="4095" y="15573"/>
                    <a:pt x="4210" y="15832"/>
                    <a:pt x="4267" y="16061"/>
                  </a:cubicBezTo>
                  <a:cubicBezTo>
                    <a:pt x="4496" y="16920"/>
                    <a:pt x="4237" y="17549"/>
                    <a:pt x="4008" y="18236"/>
                  </a:cubicBezTo>
                  <a:cubicBezTo>
                    <a:pt x="3836" y="18637"/>
                    <a:pt x="3694" y="19065"/>
                    <a:pt x="3637" y="19553"/>
                  </a:cubicBezTo>
                  <a:cubicBezTo>
                    <a:pt x="3580" y="19897"/>
                    <a:pt x="3665" y="20126"/>
                    <a:pt x="3722" y="20325"/>
                  </a:cubicBezTo>
                  <a:cubicBezTo>
                    <a:pt x="3809" y="20554"/>
                    <a:pt x="3866" y="20641"/>
                    <a:pt x="3493" y="20955"/>
                  </a:cubicBezTo>
                  <a:cubicBezTo>
                    <a:pt x="3378" y="21069"/>
                    <a:pt x="3092" y="21069"/>
                    <a:pt x="2778" y="21069"/>
                  </a:cubicBezTo>
                  <a:cubicBezTo>
                    <a:pt x="2673" y="21061"/>
                    <a:pt x="2566" y="21055"/>
                    <a:pt x="2458" y="21055"/>
                  </a:cubicBezTo>
                  <a:cubicBezTo>
                    <a:pt x="2212" y="21055"/>
                    <a:pt x="1966" y="21085"/>
                    <a:pt x="1748" y="21184"/>
                  </a:cubicBezTo>
                  <a:cubicBezTo>
                    <a:pt x="516" y="21786"/>
                    <a:pt x="0" y="23618"/>
                    <a:pt x="58" y="25134"/>
                  </a:cubicBezTo>
                  <a:cubicBezTo>
                    <a:pt x="115" y="26882"/>
                    <a:pt x="832" y="28226"/>
                    <a:pt x="1947" y="28684"/>
                  </a:cubicBezTo>
                  <a:cubicBezTo>
                    <a:pt x="2075" y="28732"/>
                    <a:pt x="2194" y="28751"/>
                    <a:pt x="2304" y="28751"/>
                  </a:cubicBezTo>
                  <a:cubicBezTo>
                    <a:pt x="2588" y="28751"/>
                    <a:pt x="2813" y="28624"/>
                    <a:pt x="2978" y="28542"/>
                  </a:cubicBezTo>
                  <a:cubicBezTo>
                    <a:pt x="3144" y="28442"/>
                    <a:pt x="3252" y="28381"/>
                    <a:pt x="3370" y="28381"/>
                  </a:cubicBezTo>
                  <a:cubicBezTo>
                    <a:pt x="3455" y="28381"/>
                    <a:pt x="3545" y="28413"/>
                    <a:pt x="3665" y="28485"/>
                  </a:cubicBezTo>
                  <a:cubicBezTo>
                    <a:pt x="3836" y="28569"/>
                    <a:pt x="3866" y="28741"/>
                    <a:pt x="3894" y="29057"/>
                  </a:cubicBezTo>
                  <a:cubicBezTo>
                    <a:pt x="3923" y="29343"/>
                    <a:pt x="3981" y="29687"/>
                    <a:pt x="4237" y="30001"/>
                  </a:cubicBezTo>
                  <a:cubicBezTo>
                    <a:pt x="4656" y="30388"/>
                    <a:pt x="5048" y="30536"/>
                    <a:pt x="5414" y="30536"/>
                  </a:cubicBezTo>
                  <a:cubicBezTo>
                    <a:pt x="6076" y="30536"/>
                    <a:pt x="6650" y="30053"/>
                    <a:pt x="7130" y="29630"/>
                  </a:cubicBezTo>
                  <a:cubicBezTo>
                    <a:pt x="7530" y="29286"/>
                    <a:pt x="7931" y="28970"/>
                    <a:pt x="8302" y="28885"/>
                  </a:cubicBezTo>
                  <a:cubicBezTo>
                    <a:pt x="8404" y="28866"/>
                    <a:pt x="8496" y="28856"/>
                    <a:pt x="8582" y="28856"/>
                  </a:cubicBezTo>
                  <a:cubicBezTo>
                    <a:pt x="9244" y="28856"/>
                    <a:pt x="9452" y="29431"/>
                    <a:pt x="9706" y="30344"/>
                  </a:cubicBezTo>
                  <a:cubicBezTo>
                    <a:pt x="9878" y="30860"/>
                    <a:pt x="10020" y="31405"/>
                    <a:pt x="10363" y="31718"/>
                  </a:cubicBezTo>
                  <a:cubicBezTo>
                    <a:pt x="10851" y="32234"/>
                    <a:pt x="11538" y="32263"/>
                    <a:pt x="12195" y="32263"/>
                  </a:cubicBezTo>
                  <a:cubicBezTo>
                    <a:pt x="12768" y="32291"/>
                    <a:pt x="13283" y="32291"/>
                    <a:pt x="13656" y="32577"/>
                  </a:cubicBezTo>
                  <a:cubicBezTo>
                    <a:pt x="13885" y="32836"/>
                    <a:pt x="13970" y="33122"/>
                    <a:pt x="14057" y="33379"/>
                  </a:cubicBezTo>
                  <a:cubicBezTo>
                    <a:pt x="14114" y="33665"/>
                    <a:pt x="14199" y="33951"/>
                    <a:pt x="14458" y="34210"/>
                  </a:cubicBezTo>
                  <a:cubicBezTo>
                    <a:pt x="14715" y="34524"/>
                    <a:pt x="14944" y="34725"/>
                    <a:pt x="15145" y="34897"/>
                  </a:cubicBezTo>
                  <a:cubicBezTo>
                    <a:pt x="15402" y="35126"/>
                    <a:pt x="15631" y="35298"/>
                    <a:pt x="15802" y="35612"/>
                  </a:cubicBezTo>
                  <a:cubicBezTo>
                    <a:pt x="15802" y="35641"/>
                    <a:pt x="15745" y="35841"/>
                    <a:pt x="15745" y="35928"/>
                  </a:cubicBezTo>
                  <a:cubicBezTo>
                    <a:pt x="15688" y="36184"/>
                    <a:pt x="15631" y="36413"/>
                    <a:pt x="15718" y="36585"/>
                  </a:cubicBezTo>
                  <a:cubicBezTo>
                    <a:pt x="15917" y="36958"/>
                    <a:pt x="16146" y="37073"/>
                    <a:pt x="16405" y="37157"/>
                  </a:cubicBezTo>
                  <a:cubicBezTo>
                    <a:pt x="16547" y="37244"/>
                    <a:pt x="16691" y="37302"/>
                    <a:pt x="16863" y="37444"/>
                  </a:cubicBezTo>
                  <a:cubicBezTo>
                    <a:pt x="17034" y="37588"/>
                    <a:pt x="17234" y="37730"/>
                    <a:pt x="17405" y="37874"/>
                  </a:cubicBezTo>
                  <a:cubicBezTo>
                    <a:pt x="18207" y="38447"/>
                    <a:pt x="18951" y="39019"/>
                    <a:pt x="18894" y="40135"/>
                  </a:cubicBezTo>
                  <a:cubicBezTo>
                    <a:pt x="18837" y="40650"/>
                    <a:pt x="18695" y="40936"/>
                    <a:pt x="18523" y="41252"/>
                  </a:cubicBezTo>
                  <a:cubicBezTo>
                    <a:pt x="18264" y="41738"/>
                    <a:pt x="18008" y="42196"/>
                    <a:pt x="18638" y="43284"/>
                  </a:cubicBezTo>
                  <a:cubicBezTo>
                    <a:pt x="18894" y="43714"/>
                    <a:pt x="19238" y="44028"/>
                    <a:pt x="19581" y="44344"/>
                  </a:cubicBezTo>
                  <a:cubicBezTo>
                    <a:pt x="19840" y="44600"/>
                    <a:pt x="20096" y="44829"/>
                    <a:pt x="20298" y="45145"/>
                  </a:cubicBezTo>
                  <a:cubicBezTo>
                    <a:pt x="20497" y="45374"/>
                    <a:pt x="20641" y="45661"/>
                    <a:pt x="20783" y="45917"/>
                  </a:cubicBezTo>
                  <a:cubicBezTo>
                    <a:pt x="21012" y="46348"/>
                    <a:pt x="21241" y="46776"/>
                    <a:pt x="21729" y="47119"/>
                  </a:cubicBezTo>
                  <a:cubicBezTo>
                    <a:pt x="22157" y="47378"/>
                    <a:pt x="22673" y="47436"/>
                    <a:pt x="23103" y="47493"/>
                  </a:cubicBezTo>
                  <a:cubicBezTo>
                    <a:pt x="23589" y="47550"/>
                    <a:pt x="23990" y="47578"/>
                    <a:pt x="24161" y="47836"/>
                  </a:cubicBezTo>
                  <a:cubicBezTo>
                    <a:pt x="24306" y="48036"/>
                    <a:pt x="24306" y="48379"/>
                    <a:pt x="24191" y="48894"/>
                  </a:cubicBezTo>
                  <a:lnTo>
                    <a:pt x="24191" y="48952"/>
                  </a:lnTo>
                  <a:cubicBezTo>
                    <a:pt x="24191" y="49009"/>
                    <a:pt x="24019" y="49123"/>
                    <a:pt x="23905" y="49181"/>
                  </a:cubicBezTo>
                  <a:cubicBezTo>
                    <a:pt x="23676" y="49325"/>
                    <a:pt x="23417" y="49467"/>
                    <a:pt x="23360" y="49753"/>
                  </a:cubicBezTo>
                  <a:cubicBezTo>
                    <a:pt x="23275" y="50097"/>
                    <a:pt x="23474" y="50326"/>
                    <a:pt x="23589" y="50497"/>
                  </a:cubicBezTo>
                  <a:cubicBezTo>
                    <a:pt x="23646" y="50555"/>
                    <a:pt x="23733" y="50642"/>
                    <a:pt x="23733" y="50669"/>
                  </a:cubicBezTo>
                  <a:cubicBezTo>
                    <a:pt x="23733" y="50985"/>
                    <a:pt x="23790" y="51242"/>
                    <a:pt x="23848" y="51471"/>
                  </a:cubicBezTo>
                  <a:cubicBezTo>
                    <a:pt x="23932" y="51871"/>
                    <a:pt x="24019" y="52158"/>
                    <a:pt x="23761" y="52588"/>
                  </a:cubicBezTo>
                  <a:cubicBezTo>
                    <a:pt x="23532" y="52932"/>
                    <a:pt x="23161" y="53131"/>
                    <a:pt x="22787" y="53333"/>
                  </a:cubicBezTo>
                  <a:cubicBezTo>
                    <a:pt x="22100" y="53704"/>
                    <a:pt x="21299" y="54134"/>
                    <a:pt x="21443" y="55451"/>
                  </a:cubicBezTo>
                  <a:cubicBezTo>
                    <a:pt x="21557" y="56596"/>
                    <a:pt x="22416" y="56853"/>
                    <a:pt x="23245" y="57082"/>
                  </a:cubicBezTo>
                  <a:cubicBezTo>
                    <a:pt x="23733" y="57226"/>
                    <a:pt x="24248" y="57398"/>
                    <a:pt x="24619" y="57711"/>
                  </a:cubicBezTo>
                  <a:cubicBezTo>
                    <a:pt x="24677" y="57769"/>
                    <a:pt x="24706" y="57856"/>
                    <a:pt x="24734" y="58027"/>
                  </a:cubicBezTo>
                  <a:cubicBezTo>
                    <a:pt x="24791" y="58227"/>
                    <a:pt x="24848" y="58513"/>
                    <a:pt x="25192" y="58799"/>
                  </a:cubicBezTo>
                  <a:cubicBezTo>
                    <a:pt x="25622" y="59143"/>
                    <a:pt x="26138" y="59143"/>
                    <a:pt x="26623" y="59143"/>
                  </a:cubicBezTo>
                  <a:lnTo>
                    <a:pt x="26623" y="58657"/>
                  </a:lnTo>
                  <a:cubicBezTo>
                    <a:pt x="26195" y="58657"/>
                    <a:pt x="25794" y="58657"/>
                    <a:pt x="25478" y="58428"/>
                  </a:cubicBezTo>
                  <a:cubicBezTo>
                    <a:pt x="25279" y="58256"/>
                    <a:pt x="25249" y="58085"/>
                    <a:pt x="25222" y="57913"/>
                  </a:cubicBezTo>
                  <a:cubicBezTo>
                    <a:pt x="25164" y="57741"/>
                    <a:pt x="25135" y="57540"/>
                    <a:pt x="24935" y="57368"/>
                  </a:cubicBezTo>
                  <a:cubicBezTo>
                    <a:pt x="24477" y="56940"/>
                    <a:pt x="23905" y="56768"/>
                    <a:pt x="23390" y="56624"/>
                  </a:cubicBezTo>
                  <a:cubicBezTo>
                    <a:pt x="22501" y="56367"/>
                    <a:pt x="22015" y="56195"/>
                    <a:pt x="21928" y="55394"/>
                  </a:cubicBezTo>
                  <a:cubicBezTo>
                    <a:pt x="21814" y="54391"/>
                    <a:pt x="22329" y="54104"/>
                    <a:pt x="23016" y="53761"/>
                  </a:cubicBezTo>
                  <a:cubicBezTo>
                    <a:pt x="23417" y="53532"/>
                    <a:pt x="23848" y="53303"/>
                    <a:pt x="24161" y="52845"/>
                  </a:cubicBezTo>
                  <a:cubicBezTo>
                    <a:pt x="24535" y="52245"/>
                    <a:pt x="24420" y="51787"/>
                    <a:pt x="24306" y="51356"/>
                  </a:cubicBezTo>
                  <a:cubicBezTo>
                    <a:pt x="24248" y="51157"/>
                    <a:pt x="24219" y="50928"/>
                    <a:pt x="24219" y="50669"/>
                  </a:cubicBezTo>
                  <a:cubicBezTo>
                    <a:pt x="24219" y="50470"/>
                    <a:pt x="24077" y="50326"/>
                    <a:pt x="23990" y="50184"/>
                  </a:cubicBezTo>
                  <a:cubicBezTo>
                    <a:pt x="23848" y="50039"/>
                    <a:pt x="23818" y="49955"/>
                    <a:pt x="23848" y="49868"/>
                  </a:cubicBezTo>
                  <a:cubicBezTo>
                    <a:pt x="23848" y="49783"/>
                    <a:pt x="24019" y="49696"/>
                    <a:pt x="24161" y="49611"/>
                  </a:cubicBezTo>
                  <a:cubicBezTo>
                    <a:pt x="24363" y="49467"/>
                    <a:pt x="24649" y="49295"/>
                    <a:pt x="24649" y="48981"/>
                  </a:cubicBezTo>
                  <a:cubicBezTo>
                    <a:pt x="24821" y="48322"/>
                    <a:pt x="24791" y="47894"/>
                    <a:pt x="24562" y="47550"/>
                  </a:cubicBezTo>
                  <a:cubicBezTo>
                    <a:pt x="24276" y="47149"/>
                    <a:pt x="23733" y="47062"/>
                    <a:pt x="23161" y="47005"/>
                  </a:cubicBezTo>
                  <a:cubicBezTo>
                    <a:pt x="22760" y="46948"/>
                    <a:pt x="22329" y="46890"/>
                    <a:pt x="21986" y="46719"/>
                  </a:cubicBezTo>
                  <a:cubicBezTo>
                    <a:pt x="21615" y="46462"/>
                    <a:pt x="21413" y="46089"/>
                    <a:pt x="21214" y="45688"/>
                  </a:cubicBezTo>
                  <a:cubicBezTo>
                    <a:pt x="21070" y="45402"/>
                    <a:pt x="20898" y="45116"/>
                    <a:pt x="20699" y="44859"/>
                  </a:cubicBezTo>
                  <a:cubicBezTo>
                    <a:pt x="20470" y="44516"/>
                    <a:pt x="20183" y="44257"/>
                    <a:pt x="19925" y="44000"/>
                  </a:cubicBezTo>
                  <a:cubicBezTo>
                    <a:pt x="19581" y="43684"/>
                    <a:pt x="19295" y="43428"/>
                    <a:pt x="19066" y="43027"/>
                  </a:cubicBezTo>
                  <a:cubicBezTo>
                    <a:pt x="18550" y="42196"/>
                    <a:pt x="18722" y="41909"/>
                    <a:pt x="18951" y="41481"/>
                  </a:cubicBezTo>
                  <a:cubicBezTo>
                    <a:pt x="19123" y="41165"/>
                    <a:pt x="19325" y="40794"/>
                    <a:pt x="19352" y="40164"/>
                  </a:cubicBezTo>
                  <a:cubicBezTo>
                    <a:pt x="19439" y="38790"/>
                    <a:pt x="18523" y="38103"/>
                    <a:pt x="17721" y="37473"/>
                  </a:cubicBezTo>
                  <a:cubicBezTo>
                    <a:pt x="17520" y="37359"/>
                    <a:pt x="17348" y="37215"/>
                    <a:pt x="17176" y="37073"/>
                  </a:cubicBezTo>
                  <a:cubicBezTo>
                    <a:pt x="16947" y="36871"/>
                    <a:pt x="16748" y="36786"/>
                    <a:pt x="16604" y="36729"/>
                  </a:cubicBezTo>
                  <a:cubicBezTo>
                    <a:pt x="16375" y="36642"/>
                    <a:pt x="16260" y="36585"/>
                    <a:pt x="16146" y="36386"/>
                  </a:cubicBezTo>
                  <a:cubicBezTo>
                    <a:pt x="16146" y="36328"/>
                    <a:pt x="16176" y="36157"/>
                    <a:pt x="16203" y="36042"/>
                  </a:cubicBezTo>
                  <a:cubicBezTo>
                    <a:pt x="16260" y="35813"/>
                    <a:pt x="16318" y="35584"/>
                    <a:pt x="16233" y="35412"/>
                  </a:cubicBezTo>
                  <a:cubicBezTo>
                    <a:pt x="16004" y="34982"/>
                    <a:pt x="15745" y="34753"/>
                    <a:pt x="15459" y="34524"/>
                  </a:cubicBezTo>
                  <a:cubicBezTo>
                    <a:pt x="15260" y="34352"/>
                    <a:pt x="15058" y="34180"/>
                    <a:pt x="14829" y="33894"/>
                  </a:cubicBezTo>
                  <a:cubicBezTo>
                    <a:pt x="14630" y="33722"/>
                    <a:pt x="14573" y="33493"/>
                    <a:pt x="14515" y="33237"/>
                  </a:cubicBezTo>
                  <a:cubicBezTo>
                    <a:pt x="14428" y="32950"/>
                    <a:pt x="14314" y="32607"/>
                    <a:pt x="13970" y="32234"/>
                  </a:cubicBezTo>
                  <a:cubicBezTo>
                    <a:pt x="13485" y="31805"/>
                    <a:pt x="12825" y="31805"/>
                    <a:pt x="12195" y="31776"/>
                  </a:cubicBezTo>
                  <a:cubicBezTo>
                    <a:pt x="11623" y="31776"/>
                    <a:pt x="11050" y="31748"/>
                    <a:pt x="10707" y="31375"/>
                  </a:cubicBezTo>
                  <a:cubicBezTo>
                    <a:pt x="10450" y="31146"/>
                    <a:pt x="10306" y="30660"/>
                    <a:pt x="10191" y="30202"/>
                  </a:cubicBezTo>
                  <a:cubicBezTo>
                    <a:pt x="9964" y="29390"/>
                    <a:pt x="9668" y="28375"/>
                    <a:pt x="8626" y="28375"/>
                  </a:cubicBezTo>
                  <a:cubicBezTo>
                    <a:pt x="8493" y="28375"/>
                    <a:pt x="8347" y="28392"/>
                    <a:pt x="8188" y="28427"/>
                  </a:cubicBezTo>
                  <a:cubicBezTo>
                    <a:pt x="7702" y="28542"/>
                    <a:pt x="7244" y="28913"/>
                    <a:pt x="6814" y="29256"/>
                  </a:cubicBezTo>
                  <a:cubicBezTo>
                    <a:pt x="6276" y="29722"/>
                    <a:pt x="5850" y="30054"/>
                    <a:pt x="5411" y="30054"/>
                  </a:cubicBezTo>
                  <a:cubicBezTo>
                    <a:pt x="5148" y="30054"/>
                    <a:pt x="4880" y="29936"/>
                    <a:pt x="4581" y="29657"/>
                  </a:cubicBezTo>
                  <a:cubicBezTo>
                    <a:pt x="4439" y="29485"/>
                    <a:pt x="4409" y="29256"/>
                    <a:pt x="4381" y="29000"/>
                  </a:cubicBezTo>
                  <a:cubicBezTo>
                    <a:pt x="4324" y="28656"/>
                    <a:pt x="4294" y="28256"/>
                    <a:pt x="3894" y="28054"/>
                  </a:cubicBezTo>
                  <a:cubicBezTo>
                    <a:pt x="3708" y="27934"/>
                    <a:pt x="3534" y="27889"/>
                    <a:pt x="3376" y="27889"/>
                  </a:cubicBezTo>
                  <a:cubicBezTo>
                    <a:pt x="3122" y="27889"/>
                    <a:pt x="2908" y="28005"/>
                    <a:pt x="2749" y="28111"/>
                  </a:cubicBezTo>
                  <a:cubicBezTo>
                    <a:pt x="2575" y="28209"/>
                    <a:pt x="2452" y="28267"/>
                    <a:pt x="2320" y="28267"/>
                  </a:cubicBezTo>
                  <a:cubicBezTo>
                    <a:pt x="2258" y="28267"/>
                    <a:pt x="2193" y="28254"/>
                    <a:pt x="2119" y="28226"/>
                  </a:cubicBezTo>
                  <a:cubicBezTo>
                    <a:pt x="1031" y="27798"/>
                    <a:pt x="573" y="26337"/>
                    <a:pt x="545" y="25134"/>
                  </a:cubicBezTo>
                  <a:cubicBezTo>
                    <a:pt x="488" y="23504"/>
                    <a:pt x="1088" y="22043"/>
                    <a:pt x="1977" y="21614"/>
                  </a:cubicBezTo>
                  <a:cubicBezTo>
                    <a:pt x="2176" y="21527"/>
                    <a:pt x="2462" y="21527"/>
                    <a:pt x="2749" y="21527"/>
                  </a:cubicBezTo>
                  <a:cubicBezTo>
                    <a:pt x="2858" y="21535"/>
                    <a:pt x="2965" y="21540"/>
                    <a:pt x="3068" y="21540"/>
                  </a:cubicBezTo>
                  <a:cubicBezTo>
                    <a:pt x="3373" y="21540"/>
                    <a:pt x="3645" y="21491"/>
                    <a:pt x="3836" y="21298"/>
                  </a:cubicBezTo>
                  <a:cubicBezTo>
                    <a:pt x="4381" y="20813"/>
                    <a:pt x="4324" y="20497"/>
                    <a:pt x="4180" y="20153"/>
                  </a:cubicBezTo>
                  <a:cubicBezTo>
                    <a:pt x="4123" y="19981"/>
                    <a:pt x="4065" y="19839"/>
                    <a:pt x="4095" y="19610"/>
                  </a:cubicBezTo>
                  <a:cubicBezTo>
                    <a:pt x="4152" y="19180"/>
                    <a:pt x="4324" y="18779"/>
                    <a:pt x="4439" y="18408"/>
                  </a:cubicBezTo>
                  <a:cubicBezTo>
                    <a:pt x="4725" y="17691"/>
                    <a:pt x="4981" y="16947"/>
                    <a:pt x="4725" y="15916"/>
                  </a:cubicBezTo>
                  <a:cubicBezTo>
                    <a:pt x="4668" y="15660"/>
                    <a:pt x="4553" y="15401"/>
                    <a:pt x="4466" y="15172"/>
                  </a:cubicBezTo>
                  <a:cubicBezTo>
                    <a:pt x="4095" y="14256"/>
                    <a:pt x="3894" y="13741"/>
                    <a:pt x="5068" y="13226"/>
                  </a:cubicBezTo>
                  <a:cubicBezTo>
                    <a:pt x="5355" y="13084"/>
                    <a:pt x="5698" y="13054"/>
                    <a:pt x="6042" y="13054"/>
                  </a:cubicBezTo>
                  <a:cubicBezTo>
                    <a:pt x="6500" y="12997"/>
                    <a:pt x="6985" y="12969"/>
                    <a:pt x="7244" y="12626"/>
                  </a:cubicBezTo>
                  <a:cubicBezTo>
                    <a:pt x="7443" y="12339"/>
                    <a:pt x="7501" y="11966"/>
                    <a:pt x="7386" y="11423"/>
                  </a:cubicBezTo>
                  <a:cubicBezTo>
                    <a:pt x="7329" y="11080"/>
                    <a:pt x="7100" y="10821"/>
                    <a:pt x="6901" y="10564"/>
                  </a:cubicBezTo>
                  <a:cubicBezTo>
                    <a:pt x="6642" y="10306"/>
                    <a:pt x="6443" y="10049"/>
                    <a:pt x="6385" y="9676"/>
                  </a:cubicBezTo>
                  <a:cubicBezTo>
                    <a:pt x="6355" y="9419"/>
                    <a:pt x="6443" y="9133"/>
                    <a:pt x="6557" y="8847"/>
                  </a:cubicBezTo>
                  <a:cubicBezTo>
                    <a:pt x="6642" y="8561"/>
                    <a:pt x="6756" y="8274"/>
                    <a:pt x="6756" y="7988"/>
                  </a:cubicBezTo>
                  <a:cubicBezTo>
                    <a:pt x="6756" y="6470"/>
                    <a:pt x="6241" y="6355"/>
                    <a:pt x="5183" y="6270"/>
                  </a:cubicBezTo>
                  <a:cubicBezTo>
                    <a:pt x="5011" y="6241"/>
                    <a:pt x="4782" y="6213"/>
                    <a:pt x="4523" y="6183"/>
                  </a:cubicBezTo>
                  <a:cubicBezTo>
                    <a:pt x="3408" y="6041"/>
                    <a:pt x="1890" y="5183"/>
                    <a:pt x="1118" y="3893"/>
                  </a:cubicBezTo>
                  <a:cubicBezTo>
                    <a:pt x="660" y="3064"/>
                    <a:pt x="573" y="2233"/>
                    <a:pt x="889" y="1404"/>
                  </a:cubicBezTo>
                  <a:cubicBezTo>
                    <a:pt x="1088" y="946"/>
                    <a:pt x="1203" y="744"/>
                    <a:pt x="1290" y="660"/>
                  </a:cubicBezTo>
                  <a:cubicBezTo>
                    <a:pt x="1374" y="831"/>
                    <a:pt x="1432" y="1232"/>
                    <a:pt x="1489" y="1489"/>
                  </a:cubicBezTo>
                  <a:cubicBezTo>
                    <a:pt x="1633" y="2205"/>
                    <a:pt x="1748" y="2634"/>
                    <a:pt x="2004" y="2778"/>
                  </a:cubicBezTo>
                  <a:cubicBezTo>
                    <a:pt x="2113" y="2842"/>
                    <a:pt x="2435" y="3055"/>
                    <a:pt x="2734" y="3055"/>
                  </a:cubicBezTo>
                  <a:cubicBezTo>
                    <a:pt x="2830" y="3055"/>
                    <a:pt x="2924" y="3033"/>
                    <a:pt x="3007" y="2977"/>
                  </a:cubicBezTo>
                  <a:cubicBezTo>
                    <a:pt x="3436" y="2691"/>
                    <a:pt x="3294" y="1862"/>
                    <a:pt x="3149" y="1060"/>
                  </a:cubicBezTo>
                  <a:cubicBezTo>
                    <a:pt x="3122" y="774"/>
                    <a:pt x="3035" y="373"/>
                    <a:pt x="3065" y="286"/>
                  </a:cubicBezTo>
                  <a:lnTo>
                    <a:pt x="3065" y="286"/>
                  </a:lnTo>
                  <a:lnTo>
                    <a:pt x="3035" y="31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6719961" y="2843468"/>
              <a:ext cx="216576" cy="158685"/>
            </a:xfrm>
            <a:custGeom>
              <a:avLst/>
              <a:gdLst/>
              <a:ahLst/>
              <a:cxnLst/>
              <a:rect l="l" t="t" r="r" b="b"/>
              <a:pathLst>
                <a:path w="10707" h="7845" extrusionOk="0">
                  <a:moveTo>
                    <a:pt x="57" y="1"/>
                  </a:moveTo>
                  <a:lnTo>
                    <a:pt x="0" y="488"/>
                  </a:lnTo>
                  <a:cubicBezTo>
                    <a:pt x="545" y="546"/>
                    <a:pt x="889" y="917"/>
                    <a:pt x="1232" y="1317"/>
                  </a:cubicBezTo>
                  <a:cubicBezTo>
                    <a:pt x="1603" y="1718"/>
                    <a:pt x="2004" y="2206"/>
                    <a:pt x="2721" y="2320"/>
                  </a:cubicBezTo>
                  <a:cubicBezTo>
                    <a:pt x="2761" y="2324"/>
                    <a:pt x="2801" y="2326"/>
                    <a:pt x="2839" y="2326"/>
                  </a:cubicBezTo>
                  <a:cubicBezTo>
                    <a:pt x="3101" y="2326"/>
                    <a:pt x="3323" y="2248"/>
                    <a:pt x="3522" y="2149"/>
                  </a:cubicBezTo>
                  <a:cubicBezTo>
                    <a:pt x="3721" y="2076"/>
                    <a:pt x="3885" y="2004"/>
                    <a:pt x="4066" y="2004"/>
                  </a:cubicBezTo>
                  <a:cubicBezTo>
                    <a:pt x="4172" y="2004"/>
                    <a:pt x="4282" y="2028"/>
                    <a:pt x="4409" y="2091"/>
                  </a:cubicBezTo>
                  <a:cubicBezTo>
                    <a:pt x="4782" y="2291"/>
                    <a:pt x="4839" y="2462"/>
                    <a:pt x="4954" y="2778"/>
                  </a:cubicBezTo>
                  <a:cubicBezTo>
                    <a:pt x="5011" y="2950"/>
                    <a:pt x="5068" y="3122"/>
                    <a:pt x="5240" y="3378"/>
                  </a:cubicBezTo>
                  <a:cubicBezTo>
                    <a:pt x="6126" y="4524"/>
                    <a:pt x="6813" y="4782"/>
                    <a:pt x="7958" y="5211"/>
                  </a:cubicBezTo>
                  <a:lnTo>
                    <a:pt x="8160" y="5298"/>
                  </a:lnTo>
                  <a:cubicBezTo>
                    <a:pt x="8274" y="5325"/>
                    <a:pt x="8359" y="5382"/>
                    <a:pt x="8474" y="5440"/>
                  </a:cubicBezTo>
                  <a:cubicBezTo>
                    <a:pt x="8989" y="5641"/>
                    <a:pt x="9420" y="5840"/>
                    <a:pt x="9706" y="6271"/>
                  </a:cubicBezTo>
                  <a:cubicBezTo>
                    <a:pt x="9820" y="6443"/>
                    <a:pt x="9848" y="6614"/>
                    <a:pt x="9905" y="6843"/>
                  </a:cubicBezTo>
                  <a:cubicBezTo>
                    <a:pt x="9962" y="7157"/>
                    <a:pt x="10020" y="7530"/>
                    <a:pt x="10393" y="7844"/>
                  </a:cubicBezTo>
                  <a:lnTo>
                    <a:pt x="10707" y="7501"/>
                  </a:lnTo>
                  <a:cubicBezTo>
                    <a:pt x="10450" y="7272"/>
                    <a:pt x="10420" y="7043"/>
                    <a:pt x="10363" y="6756"/>
                  </a:cubicBezTo>
                  <a:cubicBezTo>
                    <a:pt x="10336" y="6527"/>
                    <a:pt x="10278" y="6241"/>
                    <a:pt x="10107" y="6012"/>
                  </a:cubicBezTo>
                  <a:cubicBezTo>
                    <a:pt x="9763" y="5440"/>
                    <a:pt x="9191" y="5211"/>
                    <a:pt x="8675" y="4982"/>
                  </a:cubicBezTo>
                  <a:cubicBezTo>
                    <a:pt x="8561" y="4924"/>
                    <a:pt x="8446" y="4897"/>
                    <a:pt x="8332" y="4840"/>
                  </a:cubicBezTo>
                  <a:lnTo>
                    <a:pt x="8130" y="4753"/>
                  </a:lnTo>
                  <a:cubicBezTo>
                    <a:pt x="7015" y="4324"/>
                    <a:pt x="6442" y="4123"/>
                    <a:pt x="5641" y="3092"/>
                  </a:cubicBezTo>
                  <a:cubicBezTo>
                    <a:pt x="5526" y="2920"/>
                    <a:pt x="5469" y="2778"/>
                    <a:pt x="5412" y="2607"/>
                  </a:cubicBezTo>
                  <a:cubicBezTo>
                    <a:pt x="5297" y="2291"/>
                    <a:pt x="5183" y="1947"/>
                    <a:pt x="4610" y="1661"/>
                  </a:cubicBezTo>
                  <a:cubicBezTo>
                    <a:pt x="4411" y="1550"/>
                    <a:pt x="4224" y="1508"/>
                    <a:pt x="4049" y="1508"/>
                  </a:cubicBezTo>
                  <a:cubicBezTo>
                    <a:pt x="3774" y="1508"/>
                    <a:pt x="3531" y="1613"/>
                    <a:pt x="3321" y="1718"/>
                  </a:cubicBezTo>
                  <a:cubicBezTo>
                    <a:pt x="3173" y="1767"/>
                    <a:pt x="3025" y="1839"/>
                    <a:pt x="2878" y="1839"/>
                  </a:cubicBezTo>
                  <a:cubicBezTo>
                    <a:pt x="2854" y="1839"/>
                    <a:pt x="2830" y="1837"/>
                    <a:pt x="2806" y="1833"/>
                  </a:cubicBezTo>
                  <a:cubicBezTo>
                    <a:pt x="2263" y="1748"/>
                    <a:pt x="1919" y="1375"/>
                    <a:pt x="1576" y="1004"/>
                  </a:cubicBezTo>
                  <a:cubicBezTo>
                    <a:pt x="1203" y="573"/>
                    <a:pt x="802" y="11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6689839" y="2886921"/>
              <a:ext cx="129719" cy="149421"/>
            </a:xfrm>
            <a:custGeom>
              <a:avLst/>
              <a:gdLst/>
              <a:ahLst/>
              <a:cxnLst/>
              <a:rect l="l" t="t" r="r" b="b"/>
              <a:pathLst>
                <a:path w="6413" h="7387" extrusionOk="0">
                  <a:moveTo>
                    <a:pt x="6069" y="1"/>
                  </a:moveTo>
                  <a:lnTo>
                    <a:pt x="5584" y="28"/>
                  </a:lnTo>
                  <a:cubicBezTo>
                    <a:pt x="5584" y="172"/>
                    <a:pt x="5611" y="344"/>
                    <a:pt x="5641" y="516"/>
                  </a:cubicBezTo>
                  <a:cubicBezTo>
                    <a:pt x="5726" y="1489"/>
                    <a:pt x="5898" y="2921"/>
                    <a:pt x="5355" y="3436"/>
                  </a:cubicBezTo>
                  <a:cubicBezTo>
                    <a:pt x="5126" y="3692"/>
                    <a:pt x="4695" y="3779"/>
                    <a:pt x="4267" y="3837"/>
                  </a:cubicBezTo>
                  <a:cubicBezTo>
                    <a:pt x="3779" y="3921"/>
                    <a:pt x="3179" y="4036"/>
                    <a:pt x="2806" y="4524"/>
                  </a:cubicBezTo>
                  <a:cubicBezTo>
                    <a:pt x="2577" y="4810"/>
                    <a:pt x="2520" y="5268"/>
                    <a:pt x="2463" y="5696"/>
                  </a:cubicBezTo>
                  <a:cubicBezTo>
                    <a:pt x="2378" y="6356"/>
                    <a:pt x="2321" y="6757"/>
                    <a:pt x="1977" y="6841"/>
                  </a:cubicBezTo>
                  <a:cubicBezTo>
                    <a:pt x="1909" y="6866"/>
                    <a:pt x="1846" y="6878"/>
                    <a:pt x="1787" y="6878"/>
                  </a:cubicBezTo>
                  <a:cubicBezTo>
                    <a:pt x="1495" y="6878"/>
                    <a:pt x="1289" y="6588"/>
                    <a:pt x="1004" y="6040"/>
                  </a:cubicBezTo>
                  <a:cubicBezTo>
                    <a:pt x="745" y="5639"/>
                    <a:pt x="516" y="5211"/>
                    <a:pt x="115" y="5096"/>
                  </a:cubicBezTo>
                  <a:lnTo>
                    <a:pt x="1" y="5554"/>
                  </a:lnTo>
                  <a:cubicBezTo>
                    <a:pt x="202" y="5611"/>
                    <a:pt x="374" y="5955"/>
                    <a:pt x="573" y="6269"/>
                  </a:cubicBezTo>
                  <a:cubicBezTo>
                    <a:pt x="832" y="6757"/>
                    <a:pt x="1175" y="7386"/>
                    <a:pt x="1775" y="7386"/>
                  </a:cubicBezTo>
                  <a:cubicBezTo>
                    <a:pt x="1890" y="7386"/>
                    <a:pt x="2004" y="7357"/>
                    <a:pt x="2119" y="7299"/>
                  </a:cubicBezTo>
                  <a:cubicBezTo>
                    <a:pt x="2779" y="7157"/>
                    <a:pt x="2863" y="6413"/>
                    <a:pt x="2950" y="5753"/>
                  </a:cubicBezTo>
                  <a:cubicBezTo>
                    <a:pt x="2978" y="5382"/>
                    <a:pt x="3035" y="4982"/>
                    <a:pt x="3179" y="4810"/>
                  </a:cubicBezTo>
                  <a:cubicBezTo>
                    <a:pt x="3436" y="4466"/>
                    <a:pt x="3894" y="4409"/>
                    <a:pt x="4352" y="4322"/>
                  </a:cubicBezTo>
                  <a:cubicBezTo>
                    <a:pt x="4840" y="4237"/>
                    <a:pt x="5355" y="4150"/>
                    <a:pt x="5698" y="3779"/>
                  </a:cubicBezTo>
                  <a:cubicBezTo>
                    <a:pt x="6413" y="3120"/>
                    <a:pt x="6241" y="1574"/>
                    <a:pt x="6099" y="459"/>
                  </a:cubicBezTo>
                  <a:cubicBezTo>
                    <a:pt x="6099" y="287"/>
                    <a:pt x="6069" y="143"/>
                    <a:pt x="606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6988668" y="2660473"/>
              <a:ext cx="184151" cy="217749"/>
            </a:xfrm>
            <a:custGeom>
              <a:avLst/>
              <a:gdLst/>
              <a:ahLst/>
              <a:cxnLst/>
              <a:rect l="l" t="t" r="r" b="b"/>
              <a:pathLst>
                <a:path w="9104" h="10765" extrusionOk="0">
                  <a:moveTo>
                    <a:pt x="8618" y="0"/>
                  </a:moveTo>
                  <a:cubicBezTo>
                    <a:pt x="8618" y="603"/>
                    <a:pt x="8389" y="889"/>
                    <a:pt x="8073" y="1260"/>
                  </a:cubicBezTo>
                  <a:cubicBezTo>
                    <a:pt x="7844" y="1519"/>
                    <a:pt x="7615" y="1805"/>
                    <a:pt x="7443" y="2233"/>
                  </a:cubicBezTo>
                  <a:cubicBezTo>
                    <a:pt x="7214" y="2836"/>
                    <a:pt x="7301" y="3236"/>
                    <a:pt x="7386" y="3580"/>
                  </a:cubicBezTo>
                  <a:cubicBezTo>
                    <a:pt x="7443" y="3836"/>
                    <a:pt x="7500" y="4065"/>
                    <a:pt x="7443" y="4382"/>
                  </a:cubicBezTo>
                  <a:cubicBezTo>
                    <a:pt x="7214" y="5320"/>
                    <a:pt x="6787" y="5529"/>
                    <a:pt x="6217" y="5529"/>
                  </a:cubicBezTo>
                  <a:cubicBezTo>
                    <a:pt x="6005" y="5529"/>
                    <a:pt x="5774" y="5500"/>
                    <a:pt x="5526" y="5469"/>
                  </a:cubicBezTo>
                  <a:cubicBezTo>
                    <a:pt x="5253" y="5421"/>
                    <a:pt x="4990" y="5381"/>
                    <a:pt x="4730" y="5381"/>
                  </a:cubicBezTo>
                  <a:cubicBezTo>
                    <a:pt x="4526" y="5381"/>
                    <a:pt x="4324" y="5406"/>
                    <a:pt x="4122" y="5469"/>
                  </a:cubicBezTo>
                  <a:cubicBezTo>
                    <a:pt x="3751" y="5611"/>
                    <a:pt x="3522" y="5783"/>
                    <a:pt x="3408" y="6042"/>
                  </a:cubicBezTo>
                  <a:cubicBezTo>
                    <a:pt x="3206" y="6443"/>
                    <a:pt x="3408" y="6901"/>
                    <a:pt x="3579" y="7416"/>
                  </a:cubicBezTo>
                  <a:cubicBezTo>
                    <a:pt x="3809" y="8016"/>
                    <a:pt x="4038" y="8646"/>
                    <a:pt x="3721" y="9248"/>
                  </a:cubicBezTo>
                  <a:cubicBezTo>
                    <a:pt x="3378" y="9791"/>
                    <a:pt x="2920" y="10164"/>
                    <a:pt x="2462" y="10249"/>
                  </a:cubicBezTo>
                  <a:cubicBezTo>
                    <a:pt x="2372" y="10272"/>
                    <a:pt x="2284" y="10283"/>
                    <a:pt x="2197" y="10283"/>
                  </a:cubicBezTo>
                  <a:cubicBezTo>
                    <a:pt x="1954" y="10283"/>
                    <a:pt x="1722" y="10197"/>
                    <a:pt x="1489" y="10050"/>
                  </a:cubicBezTo>
                  <a:cubicBezTo>
                    <a:pt x="1289" y="9905"/>
                    <a:pt x="1202" y="9676"/>
                    <a:pt x="1088" y="9420"/>
                  </a:cubicBezTo>
                  <a:cubicBezTo>
                    <a:pt x="973" y="9019"/>
                    <a:pt x="774" y="8531"/>
                    <a:pt x="172" y="8275"/>
                  </a:cubicBezTo>
                  <a:lnTo>
                    <a:pt x="0" y="8733"/>
                  </a:lnTo>
                  <a:cubicBezTo>
                    <a:pt x="401" y="8905"/>
                    <a:pt x="515" y="9218"/>
                    <a:pt x="630" y="9562"/>
                  </a:cubicBezTo>
                  <a:cubicBezTo>
                    <a:pt x="744" y="9878"/>
                    <a:pt x="889" y="10249"/>
                    <a:pt x="1232" y="10450"/>
                  </a:cubicBezTo>
                  <a:cubicBezTo>
                    <a:pt x="1546" y="10650"/>
                    <a:pt x="1889" y="10764"/>
                    <a:pt x="2205" y="10764"/>
                  </a:cubicBezTo>
                  <a:cubicBezTo>
                    <a:pt x="2320" y="10764"/>
                    <a:pt x="2434" y="10764"/>
                    <a:pt x="2549" y="10737"/>
                  </a:cubicBezTo>
                  <a:cubicBezTo>
                    <a:pt x="3149" y="10592"/>
                    <a:pt x="3721" y="10164"/>
                    <a:pt x="4152" y="9505"/>
                  </a:cubicBezTo>
                  <a:cubicBezTo>
                    <a:pt x="4580" y="8676"/>
                    <a:pt x="4267" y="7874"/>
                    <a:pt x="4038" y="7244"/>
                  </a:cubicBezTo>
                  <a:cubicBezTo>
                    <a:pt x="3866" y="6814"/>
                    <a:pt x="3751" y="6470"/>
                    <a:pt x="3836" y="6241"/>
                  </a:cubicBezTo>
                  <a:cubicBezTo>
                    <a:pt x="3893" y="6127"/>
                    <a:pt x="4038" y="6012"/>
                    <a:pt x="4267" y="5927"/>
                  </a:cubicBezTo>
                  <a:cubicBezTo>
                    <a:pt x="4421" y="5888"/>
                    <a:pt x="4587" y="5873"/>
                    <a:pt x="4762" y="5873"/>
                  </a:cubicBezTo>
                  <a:cubicBezTo>
                    <a:pt x="4976" y="5873"/>
                    <a:pt x="5204" y="5896"/>
                    <a:pt x="5439" y="5927"/>
                  </a:cubicBezTo>
                  <a:cubicBezTo>
                    <a:pt x="5693" y="5967"/>
                    <a:pt x="5962" y="6006"/>
                    <a:pt x="6228" y="6006"/>
                  </a:cubicBezTo>
                  <a:cubicBezTo>
                    <a:pt x="6922" y="6006"/>
                    <a:pt x="7591" y="5737"/>
                    <a:pt x="7901" y="4496"/>
                  </a:cubicBezTo>
                  <a:cubicBezTo>
                    <a:pt x="7988" y="4065"/>
                    <a:pt x="7931" y="3752"/>
                    <a:pt x="7874" y="3465"/>
                  </a:cubicBezTo>
                  <a:cubicBezTo>
                    <a:pt x="7786" y="3149"/>
                    <a:pt x="7729" y="2893"/>
                    <a:pt x="7901" y="2405"/>
                  </a:cubicBezTo>
                  <a:cubicBezTo>
                    <a:pt x="8045" y="2062"/>
                    <a:pt x="8217" y="1833"/>
                    <a:pt x="8446" y="1576"/>
                  </a:cubicBezTo>
                  <a:cubicBezTo>
                    <a:pt x="8760" y="1175"/>
                    <a:pt x="9103" y="775"/>
                    <a:pt x="91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7145021" y="2743858"/>
              <a:ext cx="226447" cy="119909"/>
            </a:xfrm>
            <a:custGeom>
              <a:avLst/>
              <a:gdLst/>
              <a:ahLst/>
              <a:cxnLst/>
              <a:rect l="l" t="t" r="r" b="b"/>
              <a:pathLst>
                <a:path w="11195" h="5928" extrusionOk="0">
                  <a:moveTo>
                    <a:pt x="57" y="1"/>
                  </a:moveTo>
                  <a:lnTo>
                    <a:pt x="0" y="459"/>
                  </a:lnTo>
                  <a:cubicBezTo>
                    <a:pt x="1088" y="573"/>
                    <a:pt x="1118" y="1661"/>
                    <a:pt x="1061" y="3321"/>
                  </a:cubicBezTo>
                  <a:cubicBezTo>
                    <a:pt x="1031" y="4409"/>
                    <a:pt x="1003" y="5440"/>
                    <a:pt x="1633" y="5813"/>
                  </a:cubicBezTo>
                  <a:cubicBezTo>
                    <a:pt x="1775" y="5898"/>
                    <a:pt x="1947" y="5928"/>
                    <a:pt x="2119" y="5928"/>
                  </a:cubicBezTo>
                  <a:cubicBezTo>
                    <a:pt x="2634" y="5928"/>
                    <a:pt x="3293" y="5669"/>
                    <a:pt x="4180" y="5096"/>
                  </a:cubicBezTo>
                  <a:cubicBezTo>
                    <a:pt x="4210" y="5069"/>
                    <a:pt x="4352" y="5069"/>
                    <a:pt x="4439" y="5069"/>
                  </a:cubicBezTo>
                  <a:cubicBezTo>
                    <a:pt x="4581" y="5069"/>
                    <a:pt x="4782" y="5069"/>
                    <a:pt x="4981" y="4982"/>
                  </a:cubicBezTo>
                  <a:cubicBezTo>
                    <a:pt x="5240" y="4867"/>
                    <a:pt x="5325" y="4638"/>
                    <a:pt x="5382" y="4439"/>
                  </a:cubicBezTo>
                  <a:cubicBezTo>
                    <a:pt x="5439" y="4210"/>
                    <a:pt x="5497" y="4095"/>
                    <a:pt x="5668" y="4038"/>
                  </a:cubicBezTo>
                  <a:cubicBezTo>
                    <a:pt x="5788" y="4008"/>
                    <a:pt x="5887" y="3994"/>
                    <a:pt x="5971" y="3994"/>
                  </a:cubicBezTo>
                  <a:cubicBezTo>
                    <a:pt x="6292" y="3994"/>
                    <a:pt x="6397" y="4195"/>
                    <a:pt x="6557" y="4466"/>
                  </a:cubicBezTo>
                  <a:cubicBezTo>
                    <a:pt x="6699" y="4695"/>
                    <a:pt x="6843" y="4954"/>
                    <a:pt x="7157" y="5096"/>
                  </a:cubicBezTo>
                  <a:cubicBezTo>
                    <a:pt x="7516" y="5253"/>
                    <a:pt x="7827" y="5320"/>
                    <a:pt x="8100" y="5320"/>
                  </a:cubicBezTo>
                  <a:cubicBezTo>
                    <a:pt x="9029" y="5320"/>
                    <a:pt x="9527" y="4544"/>
                    <a:pt x="9992" y="3837"/>
                  </a:cubicBezTo>
                  <a:cubicBezTo>
                    <a:pt x="10336" y="3321"/>
                    <a:pt x="10679" y="2779"/>
                    <a:pt x="11194" y="2463"/>
                  </a:cubicBezTo>
                  <a:lnTo>
                    <a:pt x="10965" y="2062"/>
                  </a:lnTo>
                  <a:cubicBezTo>
                    <a:pt x="10336" y="2405"/>
                    <a:pt x="9935" y="3035"/>
                    <a:pt x="9591" y="3580"/>
                  </a:cubicBezTo>
                  <a:cubicBezTo>
                    <a:pt x="9116" y="4271"/>
                    <a:pt x="8755" y="4832"/>
                    <a:pt x="8103" y="4832"/>
                  </a:cubicBezTo>
                  <a:cubicBezTo>
                    <a:pt x="7890" y="4832"/>
                    <a:pt x="7647" y="4772"/>
                    <a:pt x="7358" y="4638"/>
                  </a:cubicBezTo>
                  <a:cubicBezTo>
                    <a:pt x="7187" y="4581"/>
                    <a:pt x="7100" y="4409"/>
                    <a:pt x="6985" y="4210"/>
                  </a:cubicBezTo>
                  <a:cubicBezTo>
                    <a:pt x="6797" y="3903"/>
                    <a:pt x="6570" y="3521"/>
                    <a:pt x="5973" y="3521"/>
                  </a:cubicBezTo>
                  <a:cubicBezTo>
                    <a:pt x="5843" y="3521"/>
                    <a:pt x="5695" y="3539"/>
                    <a:pt x="5526" y="3580"/>
                  </a:cubicBezTo>
                  <a:cubicBezTo>
                    <a:pt x="5096" y="3722"/>
                    <a:pt x="5011" y="4038"/>
                    <a:pt x="4924" y="4295"/>
                  </a:cubicBezTo>
                  <a:cubicBezTo>
                    <a:pt x="4867" y="4439"/>
                    <a:pt x="4839" y="4524"/>
                    <a:pt x="4810" y="4554"/>
                  </a:cubicBezTo>
                  <a:cubicBezTo>
                    <a:pt x="4725" y="4585"/>
                    <a:pt x="4621" y="4589"/>
                    <a:pt x="4508" y="4589"/>
                  </a:cubicBezTo>
                  <a:cubicBezTo>
                    <a:pt x="4469" y="4589"/>
                    <a:pt x="4429" y="4588"/>
                    <a:pt x="4388" y="4588"/>
                  </a:cubicBezTo>
                  <a:cubicBezTo>
                    <a:pt x="4231" y="4588"/>
                    <a:pt x="4066" y="4596"/>
                    <a:pt x="3923" y="4668"/>
                  </a:cubicBezTo>
                  <a:cubicBezTo>
                    <a:pt x="2991" y="5268"/>
                    <a:pt x="2449" y="5449"/>
                    <a:pt x="2134" y="5449"/>
                  </a:cubicBezTo>
                  <a:cubicBezTo>
                    <a:pt x="2013" y="5449"/>
                    <a:pt x="1926" y="5422"/>
                    <a:pt x="1862" y="5383"/>
                  </a:cubicBezTo>
                  <a:cubicBezTo>
                    <a:pt x="1489" y="5183"/>
                    <a:pt x="1519" y="4237"/>
                    <a:pt x="1546" y="3351"/>
                  </a:cubicBezTo>
                  <a:cubicBezTo>
                    <a:pt x="1603" y="1920"/>
                    <a:pt x="1661" y="14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7276491" y="2727088"/>
              <a:ext cx="31292" cy="104253"/>
            </a:xfrm>
            <a:custGeom>
              <a:avLst/>
              <a:gdLst/>
              <a:ahLst/>
              <a:cxnLst/>
              <a:rect l="l" t="t" r="r" b="b"/>
              <a:pathLst>
                <a:path w="1547" h="5154" extrusionOk="0">
                  <a:moveTo>
                    <a:pt x="1260" y="1"/>
                  </a:moveTo>
                  <a:cubicBezTo>
                    <a:pt x="257" y="772"/>
                    <a:pt x="314" y="1776"/>
                    <a:pt x="372" y="2749"/>
                  </a:cubicBezTo>
                  <a:cubicBezTo>
                    <a:pt x="401" y="3521"/>
                    <a:pt x="459" y="4237"/>
                    <a:pt x="1" y="4895"/>
                  </a:cubicBezTo>
                  <a:lnTo>
                    <a:pt x="401" y="5153"/>
                  </a:lnTo>
                  <a:cubicBezTo>
                    <a:pt x="944" y="4379"/>
                    <a:pt x="887" y="3550"/>
                    <a:pt x="859" y="2719"/>
                  </a:cubicBezTo>
                  <a:cubicBezTo>
                    <a:pt x="802" y="1803"/>
                    <a:pt x="745" y="1001"/>
                    <a:pt x="1546" y="372"/>
                  </a:cubicBezTo>
                  <a:lnTo>
                    <a:pt x="1260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7196585" y="2721302"/>
              <a:ext cx="40556" cy="115216"/>
            </a:xfrm>
            <a:custGeom>
              <a:avLst/>
              <a:gdLst/>
              <a:ahLst/>
              <a:cxnLst/>
              <a:rect l="l" t="t" r="r" b="b"/>
              <a:pathLst>
                <a:path w="2005" h="5696" extrusionOk="0">
                  <a:moveTo>
                    <a:pt x="1173" y="0"/>
                  </a:moveTo>
                  <a:cubicBezTo>
                    <a:pt x="1173" y="401"/>
                    <a:pt x="944" y="829"/>
                    <a:pt x="687" y="1287"/>
                  </a:cubicBezTo>
                  <a:cubicBezTo>
                    <a:pt x="344" y="1860"/>
                    <a:pt x="0" y="2462"/>
                    <a:pt x="172" y="3177"/>
                  </a:cubicBezTo>
                  <a:cubicBezTo>
                    <a:pt x="344" y="3578"/>
                    <a:pt x="630" y="3749"/>
                    <a:pt x="886" y="3921"/>
                  </a:cubicBezTo>
                  <a:cubicBezTo>
                    <a:pt x="1145" y="4065"/>
                    <a:pt x="1344" y="4207"/>
                    <a:pt x="1459" y="4523"/>
                  </a:cubicBezTo>
                  <a:cubicBezTo>
                    <a:pt x="1516" y="4665"/>
                    <a:pt x="1489" y="5066"/>
                    <a:pt x="1459" y="5352"/>
                  </a:cubicBezTo>
                  <a:lnTo>
                    <a:pt x="1459" y="5696"/>
                  </a:lnTo>
                  <a:lnTo>
                    <a:pt x="1917" y="5696"/>
                  </a:lnTo>
                  <a:cubicBezTo>
                    <a:pt x="1917" y="5611"/>
                    <a:pt x="1947" y="5497"/>
                    <a:pt x="1947" y="5382"/>
                  </a:cubicBezTo>
                  <a:cubicBezTo>
                    <a:pt x="1974" y="5009"/>
                    <a:pt x="2004" y="4608"/>
                    <a:pt x="1917" y="4352"/>
                  </a:cubicBezTo>
                  <a:cubicBezTo>
                    <a:pt x="1745" y="3864"/>
                    <a:pt x="1402" y="3665"/>
                    <a:pt x="1145" y="3493"/>
                  </a:cubicBezTo>
                  <a:cubicBezTo>
                    <a:pt x="916" y="3349"/>
                    <a:pt x="744" y="3234"/>
                    <a:pt x="630" y="3035"/>
                  </a:cubicBezTo>
                  <a:cubicBezTo>
                    <a:pt x="515" y="2547"/>
                    <a:pt x="802" y="2032"/>
                    <a:pt x="1088" y="1517"/>
                  </a:cubicBezTo>
                  <a:cubicBezTo>
                    <a:pt x="1374" y="1031"/>
                    <a:pt x="1661" y="543"/>
                    <a:pt x="166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6952194" y="3195014"/>
              <a:ext cx="30685" cy="197441"/>
            </a:xfrm>
            <a:custGeom>
              <a:avLst/>
              <a:gdLst/>
              <a:ahLst/>
              <a:cxnLst/>
              <a:rect l="l" t="t" r="r" b="b"/>
              <a:pathLst>
                <a:path w="1517" h="9761" extrusionOk="0">
                  <a:moveTo>
                    <a:pt x="745" y="0"/>
                  </a:moveTo>
                  <a:lnTo>
                    <a:pt x="287" y="115"/>
                  </a:lnTo>
                  <a:cubicBezTo>
                    <a:pt x="372" y="486"/>
                    <a:pt x="486" y="802"/>
                    <a:pt x="630" y="1145"/>
                  </a:cubicBezTo>
                  <a:cubicBezTo>
                    <a:pt x="830" y="1603"/>
                    <a:pt x="1001" y="2031"/>
                    <a:pt x="1001" y="2576"/>
                  </a:cubicBezTo>
                  <a:cubicBezTo>
                    <a:pt x="1001" y="3149"/>
                    <a:pt x="830" y="3634"/>
                    <a:pt x="658" y="4150"/>
                  </a:cubicBezTo>
                  <a:cubicBezTo>
                    <a:pt x="516" y="4551"/>
                    <a:pt x="372" y="4951"/>
                    <a:pt x="287" y="5439"/>
                  </a:cubicBezTo>
                  <a:cubicBezTo>
                    <a:pt x="172" y="6183"/>
                    <a:pt x="429" y="6898"/>
                    <a:pt x="630" y="7500"/>
                  </a:cubicBezTo>
                  <a:cubicBezTo>
                    <a:pt x="830" y="8043"/>
                    <a:pt x="1001" y="8501"/>
                    <a:pt x="830" y="8817"/>
                  </a:cubicBezTo>
                  <a:cubicBezTo>
                    <a:pt x="715" y="9016"/>
                    <a:pt x="459" y="9188"/>
                    <a:pt x="1" y="9303"/>
                  </a:cubicBezTo>
                  <a:lnTo>
                    <a:pt x="115" y="9761"/>
                  </a:lnTo>
                  <a:cubicBezTo>
                    <a:pt x="715" y="9619"/>
                    <a:pt x="1088" y="9390"/>
                    <a:pt x="1260" y="9046"/>
                  </a:cubicBezTo>
                  <a:cubicBezTo>
                    <a:pt x="1517" y="8558"/>
                    <a:pt x="1317" y="7958"/>
                    <a:pt x="1088" y="7328"/>
                  </a:cubicBezTo>
                  <a:cubicBezTo>
                    <a:pt x="887" y="6783"/>
                    <a:pt x="658" y="6126"/>
                    <a:pt x="772" y="5496"/>
                  </a:cubicBezTo>
                  <a:cubicBezTo>
                    <a:pt x="830" y="5096"/>
                    <a:pt x="974" y="4695"/>
                    <a:pt x="1116" y="4322"/>
                  </a:cubicBezTo>
                  <a:cubicBezTo>
                    <a:pt x="1288" y="3779"/>
                    <a:pt x="1489" y="3234"/>
                    <a:pt x="1489" y="2576"/>
                  </a:cubicBezTo>
                  <a:cubicBezTo>
                    <a:pt x="1489" y="1947"/>
                    <a:pt x="1288" y="1431"/>
                    <a:pt x="1088" y="944"/>
                  </a:cubicBezTo>
                  <a:cubicBezTo>
                    <a:pt x="944" y="630"/>
                    <a:pt x="830" y="344"/>
                    <a:pt x="745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6966658" y="3376836"/>
              <a:ext cx="254786" cy="930526"/>
            </a:xfrm>
            <a:custGeom>
              <a:avLst/>
              <a:gdLst/>
              <a:ahLst/>
              <a:cxnLst/>
              <a:rect l="l" t="t" r="r" b="b"/>
              <a:pathLst>
                <a:path w="12596" h="46003" extrusionOk="0">
                  <a:moveTo>
                    <a:pt x="0" y="1"/>
                  </a:moveTo>
                  <a:lnTo>
                    <a:pt x="0" y="486"/>
                  </a:lnTo>
                  <a:cubicBezTo>
                    <a:pt x="1175" y="486"/>
                    <a:pt x="1489" y="2433"/>
                    <a:pt x="1748" y="4151"/>
                  </a:cubicBezTo>
                  <a:cubicBezTo>
                    <a:pt x="1919" y="5211"/>
                    <a:pt x="2091" y="6212"/>
                    <a:pt x="2435" y="6757"/>
                  </a:cubicBezTo>
                  <a:cubicBezTo>
                    <a:pt x="2577" y="6956"/>
                    <a:pt x="2778" y="7043"/>
                    <a:pt x="2950" y="7157"/>
                  </a:cubicBezTo>
                  <a:cubicBezTo>
                    <a:pt x="3206" y="7272"/>
                    <a:pt x="3408" y="7357"/>
                    <a:pt x="3493" y="7730"/>
                  </a:cubicBezTo>
                  <a:cubicBezTo>
                    <a:pt x="3637" y="8330"/>
                    <a:pt x="3522" y="8474"/>
                    <a:pt x="3264" y="8761"/>
                  </a:cubicBezTo>
                  <a:cubicBezTo>
                    <a:pt x="3206" y="8818"/>
                    <a:pt x="3149" y="8903"/>
                    <a:pt x="3092" y="8990"/>
                  </a:cubicBezTo>
                  <a:cubicBezTo>
                    <a:pt x="2950" y="9161"/>
                    <a:pt x="2806" y="9246"/>
                    <a:pt x="2606" y="9333"/>
                  </a:cubicBezTo>
                  <a:cubicBezTo>
                    <a:pt x="2348" y="9448"/>
                    <a:pt x="2061" y="9590"/>
                    <a:pt x="1890" y="9990"/>
                  </a:cubicBezTo>
                  <a:cubicBezTo>
                    <a:pt x="1546" y="10593"/>
                    <a:pt x="1661" y="11250"/>
                    <a:pt x="1775" y="11822"/>
                  </a:cubicBezTo>
                  <a:cubicBezTo>
                    <a:pt x="1805" y="11967"/>
                    <a:pt x="1832" y="12109"/>
                    <a:pt x="1862" y="12223"/>
                  </a:cubicBezTo>
                  <a:cubicBezTo>
                    <a:pt x="1890" y="13025"/>
                    <a:pt x="1775" y="13913"/>
                    <a:pt x="1661" y="14829"/>
                  </a:cubicBezTo>
                  <a:cubicBezTo>
                    <a:pt x="1432" y="16689"/>
                    <a:pt x="1203" y="18608"/>
                    <a:pt x="1977" y="20067"/>
                  </a:cubicBezTo>
                  <a:cubicBezTo>
                    <a:pt x="2233" y="20582"/>
                    <a:pt x="2606" y="20926"/>
                    <a:pt x="2920" y="21212"/>
                  </a:cubicBezTo>
                  <a:cubicBezTo>
                    <a:pt x="3435" y="21727"/>
                    <a:pt x="3836" y="22071"/>
                    <a:pt x="3664" y="23216"/>
                  </a:cubicBezTo>
                  <a:cubicBezTo>
                    <a:pt x="3637" y="23589"/>
                    <a:pt x="3493" y="23903"/>
                    <a:pt x="3351" y="24246"/>
                  </a:cubicBezTo>
                  <a:cubicBezTo>
                    <a:pt x="3236" y="24562"/>
                    <a:pt x="3092" y="24876"/>
                    <a:pt x="3035" y="25192"/>
                  </a:cubicBezTo>
                  <a:cubicBezTo>
                    <a:pt x="2835" y="25994"/>
                    <a:pt x="2893" y="26566"/>
                    <a:pt x="2977" y="27253"/>
                  </a:cubicBezTo>
                  <a:cubicBezTo>
                    <a:pt x="3007" y="27453"/>
                    <a:pt x="3007" y="27654"/>
                    <a:pt x="3035" y="27911"/>
                  </a:cubicBezTo>
                  <a:cubicBezTo>
                    <a:pt x="3122" y="28341"/>
                    <a:pt x="3122" y="28884"/>
                    <a:pt x="3092" y="29429"/>
                  </a:cubicBezTo>
                  <a:cubicBezTo>
                    <a:pt x="3092" y="30116"/>
                    <a:pt x="3064" y="30831"/>
                    <a:pt x="3236" y="31346"/>
                  </a:cubicBezTo>
                  <a:cubicBezTo>
                    <a:pt x="3408" y="31861"/>
                    <a:pt x="3779" y="32147"/>
                    <a:pt x="4122" y="32406"/>
                  </a:cubicBezTo>
                  <a:cubicBezTo>
                    <a:pt x="4409" y="32605"/>
                    <a:pt x="4638" y="32807"/>
                    <a:pt x="4782" y="33093"/>
                  </a:cubicBezTo>
                  <a:cubicBezTo>
                    <a:pt x="4839" y="33235"/>
                    <a:pt x="4809" y="33494"/>
                    <a:pt x="4752" y="33723"/>
                  </a:cubicBezTo>
                  <a:cubicBezTo>
                    <a:pt x="4695" y="34037"/>
                    <a:pt x="4610" y="34410"/>
                    <a:pt x="4809" y="34667"/>
                  </a:cubicBezTo>
                  <a:cubicBezTo>
                    <a:pt x="4981" y="35010"/>
                    <a:pt x="5355" y="35097"/>
                    <a:pt x="5698" y="35154"/>
                  </a:cubicBezTo>
                  <a:cubicBezTo>
                    <a:pt x="5955" y="35239"/>
                    <a:pt x="6184" y="35296"/>
                    <a:pt x="6271" y="35441"/>
                  </a:cubicBezTo>
                  <a:cubicBezTo>
                    <a:pt x="6614" y="35956"/>
                    <a:pt x="6442" y="36528"/>
                    <a:pt x="6271" y="37158"/>
                  </a:cubicBezTo>
                  <a:cubicBezTo>
                    <a:pt x="6126" y="37586"/>
                    <a:pt x="6012" y="38017"/>
                    <a:pt x="6042" y="38445"/>
                  </a:cubicBezTo>
                  <a:cubicBezTo>
                    <a:pt x="6099" y="38960"/>
                    <a:pt x="6328" y="39533"/>
                    <a:pt x="6527" y="40106"/>
                  </a:cubicBezTo>
                  <a:cubicBezTo>
                    <a:pt x="6671" y="40506"/>
                    <a:pt x="6813" y="40907"/>
                    <a:pt x="6871" y="41251"/>
                  </a:cubicBezTo>
                  <a:cubicBezTo>
                    <a:pt x="7100" y="42224"/>
                    <a:pt x="7358" y="42654"/>
                    <a:pt x="7729" y="43254"/>
                  </a:cubicBezTo>
                  <a:cubicBezTo>
                    <a:pt x="7844" y="43484"/>
                    <a:pt x="8016" y="43713"/>
                    <a:pt x="8187" y="44056"/>
                  </a:cubicBezTo>
                  <a:cubicBezTo>
                    <a:pt x="8359" y="44315"/>
                    <a:pt x="8446" y="44544"/>
                    <a:pt x="8503" y="44800"/>
                  </a:cubicBezTo>
                  <a:cubicBezTo>
                    <a:pt x="8703" y="45316"/>
                    <a:pt x="8874" y="45831"/>
                    <a:pt x="9820" y="46003"/>
                  </a:cubicBezTo>
                  <a:lnTo>
                    <a:pt x="10049" y="46003"/>
                  </a:lnTo>
                  <a:cubicBezTo>
                    <a:pt x="10450" y="46003"/>
                    <a:pt x="10764" y="45861"/>
                    <a:pt x="11080" y="45716"/>
                  </a:cubicBezTo>
                  <a:cubicBezTo>
                    <a:pt x="11351" y="45573"/>
                    <a:pt x="11551" y="45481"/>
                    <a:pt x="11726" y="45481"/>
                  </a:cubicBezTo>
                  <a:cubicBezTo>
                    <a:pt x="11902" y="45481"/>
                    <a:pt x="12053" y="45574"/>
                    <a:pt x="12225" y="45803"/>
                  </a:cubicBezTo>
                  <a:lnTo>
                    <a:pt x="12596" y="45517"/>
                  </a:lnTo>
                  <a:cubicBezTo>
                    <a:pt x="12304" y="45127"/>
                    <a:pt x="12005" y="45001"/>
                    <a:pt x="11715" y="45001"/>
                  </a:cubicBezTo>
                  <a:cubicBezTo>
                    <a:pt x="11410" y="45001"/>
                    <a:pt x="11115" y="45141"/>
                    <a:pt x="10851" y="45258"/>
                  </a:cubicBezTo>
                  <a:cubicBezTo>
                    <a:pt x="10583" y="45404"/>
                    <a:pt x="10317" y="45530"/>
                    <a:pt x="10049" y="45530"/>
                  </a:cubicBezTo>
                  <a:cubicBezTo>
                    <a:pt x="10001" y="45530"/>
                    <a:pt x="9953" y="45526"/>
                    <a:pt x="9905" y="45517"/>
                  </a:cubicBezTo>
                  <a:cubicBezTo>
                    <a:pt x="9248" y="45403"/>
                    <a:pt x="9133" y="45144"/>
                    <a:pt x="8962" y="44629"/>
                  </a:cubicBezTo>
                  <a:cubicBezTo>
                    <a:pt x="8874" y="44372"/>
                    <a:pt x="8790" y="44086"/>
                    <a:pt x="8618" y="43800"/>
                  </a:cubicBezTo>
                  <a:cubicBezTo>
                    <a:pt x="8416" y="43484"/>
                    <a:pt x="8274" y="43227"/>
                    <a:pt x="8130" y="42998"/>
                  </a:cubicBezTo>
                  <a:cubicBezTo>
                    <a:pt x="7787" y="42425"/>
                    <a:pt x="7530" y="42025"/>
                    <a:pt x="7358" y="41166"/>
                  </a:cubicBezTo>
                  <a:cubicBezTo>
                    <a:pt x="7271" y="40765"/>
                    <a:pt x="7129" y="40335"/>
                    <a:pt x="6958" y="39934"/>
                  </a:cubicBezTo>
                  <a:cubicBezTo>
                    <a:pt x="6786" y="39391"/>
                    <a:pt x="6584" y="38846"/>
                    <a:pt x="6527" y="38388"/>
                  </a:cubicBezTo>
                  <a:cubicBezTo>
                    <a:pt x="6500" y="38044"/>
                    <a:pt x="6614" y="37673"/>
                    <a:pt x="6729" y="37300"/>
                  </a:cubicBezTo>
                  <a:cubicBezTo>
                    <a:pt x="6928" y="36613"/>
                    <a:pt x="7129" y="35869"/>
                    <a:pt x="6699" y="35212"/>
                  </a:cubicBezTo>
                  <a:cubicBezTo>
                    <a:pt x="6500" y="34868"/>
                    <a:pt x="6126" y="34781"/>
                    <a:pt x="5813" y="34696"/>
                  </a:cubicBezTo>
                  <a:cubicBezTo>
                    <a:pt x="5554" y="34639"/>
                    <a:pt x="5297" y="34582"/>
                    <a:pt x="5210" y="34410"/>
                  </a:cubicBezTo>
                  <a:cubicBezTo>
                    <a:pt x="5126" y="34296"/>
                    <a:pt x="5183" y="34066"/>
                    <a:pt x="5240" y="33808"/>
                  </a:cubicBezTo>
                  <a:cubicBezTo>
                    <a:pt x="5297" y="33521"/>
                    <a:pt x="5355" y="33208"/>
                    <a:pt x="5240" y="32892"/>
                  </a:cubicBezTo>
                  <a:cubicBezTo>
                    <a:pt x="5039" y="32491"/>
                    <a:pt x="4695" y="32234"/>
                    <a:pt x="4409" y="32033"/>
                  </a:cubicBezTo>
                  <a:cubicBezTo>
                    <a:pt x="4095" y="31776"/>
                    <a:pt x="3809" y="31575"/>
                    <a:pt x="3694" y="31174"/>
                  </a:cubicBezTo>
                  <a:cubicBezTo>
                    <a:pt x="3550" y="30746"/>
                    <a:pt x="3580" y="30086"/>
                    <a:pt x="3580" y="29429"/>
                  </a:cubicBezTo>
                  <a:cubicBezTo>
                    <a:pt x="3580" y="28884"/>
                    <a:pt x="3607" y="28284"/>
                    <a:pt x="3522" y="27853"/>
                  </a:cubicBezTo>
                  <a:cubicBezTo>
                    <a:pt x="3493" y="27624"/>
                    <a:pt x="3465" y="27395"/>
                    <a:pt x="3435" y="27196"/>
                  </a:cubicBezTo>
                  <a:cubicBezTo>
                    <a:pt x="3378" y="26537"/>
                    <a:pt x="3321" y="26051"/>
                    <a:pt x="3522" y="25307"/>
                  </a:cubicBezTo>
                  <a:cubicBezTo>
                    <a:pt x="3550" y="25020"/>
                    <a:pt x="3664" y="24734"/>
                    <a:pt x="3809" y="24418"/>
                  </a:cubicBezTo>
                  <a:cubicBezTo>
                    <a:pt x="3951" y="24075"/>
                    <a:pt x="4095" y="23704"/>
                    <a:pt x="4152" y="23273"/>
                  </a:cubicBezTo>
                  <a:cubicBezTo>
                    <a:pt x="4351" y="21899"/>
                    <a:pt x="3809" y="21384"/>
                    <a:pt x="3236" y="20868"/>
                  </a:cubicBezTo>
                  <a:cubicBezTo>
                    <a:pt x="2950" y="20582"/>
                    <a:pt x="2634" y="20296"/>
                    <a:pt x="2405" y="19838"/>
                  </a:cubicBezTo>
                  <a:cubicBezTo>
                    <a:pt x="1718" y="18521"/>
                    <a:pt x="1919" y="16661"/>
                    <a:pt x="2148" y="14887"/>
                  </a:cubicBezTo>
                  <a:cubicBezTo>
                    <a:pt x="2263" y="13941"/>
                    <a:pt x="2377" y="13025"/>
                    <a:pt x="2320" y="12196"/>
                  </a:cubicBezTo>
                  <a:cubicBezTo>
                    <a:pt x="2320" y="12051"/>
                    <a:pt x="2290" y="11909"/>
                    <a:pt x="2263" y="11738"/>
                  </a:cubicBezTo>
                  <a:cubicBezTo>
                    <a:pt x="2148" y="11222"/>
                    <a:pt x="2061" y="10677"/>
                    <a:pt x="2320" y="10192"/>
                  </a:cubicBezTo>
                  <a:cubicBezTo>
                    <a:pt x="2435" y="9963"/>
                    <a:pt x="2606" y="9876"/>
                    <a:pt x="2806" y="9761"/>
                  </a:cubicBezTo>
                  <a:cubicBezTo>
                    <a:pt x="3035" y="9677"/>
                    <a:pt x="3264" y="9532"/>
                    <a:pt x="3465" y="9276"/>
                  </a:cubicBezTo>
                  <a:cubicBezTo>
                    <a:pt x="3522" y="9189"/>
                    <a:pt x="3580" y="9132"/>
                    <a:pt x="3637" y="9074"/>
                  </a:cubicBezTo>
                  <a:cubicBezTo>
                    <a:pt x="3951" y="8703"/>
                    <a:pt x="4152" y="8417"/>
                    <a:pt x="3980" y="7643"/>
                  </a:cubicBezTo>
                  <a:cubicBezTo>
                    <a:pt x="3836" y="7043"/>
                    <a:pt x="3435" y="6841"/>
                    <a:pt x="3179" y="6699"/>
                  </a:cubicBezTo>
                  <a:cubicBezTo>
                    <a:pt x="3035" y="6642"/>
                    <a:pt x="2893" y="6585"/>
                    <a:pt x="2835" y="6498"/>
                  </a:cubicBezTo>
                  <a:cubicBezTo>
                    <a:pt x="2549" y="6040"/>
                    <a:pt x="2405" y="5096"/>
                    <a:pt x="2233" y="4093"/>
                  </a:cubicBezTo>
                  <a:cubicBezTo>
                    <a:pt x="1947" y="2176"/>
                    <a:pt x="1603" y="1"/>
                    <a:pt x="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7253329" y="3696501"/>
              <a:ext cx="49214" cy="139550"/>
            </a:xfrm>
            <a:custGeom>
              <a:avLst/>
              <a:gdLst/>
              <a:ahLst/>
              <a:cxnLst/>
              <a:rect l="l" t="t" r="r" b="b"/>
              <a:pathLst>
                <a:path w="2433" h="6899" extrusionOk="0">
                  <a:moveTo>
                    <a:pt x="2119" y="1"/>
                  </a:moveTo>
                  <a:cubicBezTo>
                    <a:pt x="1947" y="143"/>
                    <a:pt x="1661" y="200"/>
                    <a:pt x="1375" y="230"/>
                  </a:cubicBezTo>
                  <a:cubicBezTo>
                    <a:pt x="944" y="314"/>
                    <a:pt x="516" y="401"/>
                    <a:pt x="314" y="745"/>
                  </a:cubicBezTo>
                  <a:cubicBezTo>
                    <a:pt x="1" y="1345"/>
                    <a:pt x="372" y="1975"/>
                    <a:pt x="658" y="2520"/>
                  </a:cubicBezTo>
                  <a:cubicBezTo>
                    <a:pt x="772" y="2719"/>
                    <a:pt x="887" y="2921"/>
                    <a:pt x="944" y="3063"/>
                  </a:cubicBezTo>
                  <a:cubicBezTo>
                    <a:pt x="1059" y="3436"/>
                    <a:pt x="1031" y="3979"/>
                    <a:pt x="1031" y="4494"/>
                  </a:cubicBezTo>
                  <a:cubicBezTo>
                    <a:pt x="974" y="5554"/>
                    <a:pt x="944" y="6757"/>
                    <a:pt x="2062" y="6899"/>
                  </a:cubicBezTo>
                  <a:lnTo>
                    <a:pt x="2119" y="6413"/>
                  </a:lnTo>
                  <a:cubicBezTo>
                    <a:pt x="1489" y="6326"/>
                    <a:pt x="1459" y="5639"/>
                    <a:pt x="1489" y="4524"/>
                  </a:cubicBezTo>
                  <a:cubicBezTo>
                    <a:pt x="1517" y="3951"/>
                    <a:pt x="1546" y="3379"/>
                    <a:pt x="1402" y="2921"/>
                  </a:cubicBezTo>
                  <a:cubicBezTo>
                    <a:pt x="1345" y="2719"/>
                    <a:pt x="1203" y="2490"/>
                    <a:pt x="1088" y="2261"/>
                  </a:cubicBezTo>
                  <a:cubicBezTo>
                    <a:pt x="830" y="1833"/>
                    <a:pt x="543" y="1345"/>
                    <a:pt x="745" y="1001"/>
                  </a:cubicBezTo>
                  <a:cubicBezTo>
                    <a:pt x="830" y="830"/>
                    <a:pt x="1146" y="772"/>
                    <a:pt x="1459" y="715"/>
                  </a:cubicBezTo>
                  <a:cubicBezTo>
                    <a:pt x="1803" y="658"/>
                    <a:pt x="2146" y="601"/>
                    <a:pt x="2433" y="372"/>
                  </a:cubicBezTo>
                  <a:lnTo>
                    <a:pt x="211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7028641" y="3474686"/>
              <a:ext cx="303999" cy="178366"/>
            </a:xfrm>
            <a:custGeom>
              <a:avLst/>
              <a:gdLst/>
              <a:ahLst/>
              <a:cxnLst/>
              <a:rect l="l" t="t" r="r" b="b"/>
              <a:pathLst>
                <a:path w="15029" h="8818" extrusionOk="0">
                  <a:moveTo>
                    <a:pt x="1775" y="1"/>
                  </a:moveTo>
                  <a:cubicBezTo>
                    <a:pt x="715" y="1"/>
                    <a:pt x="344" y="1088"/>
                    <a:pt x="85" y="1890"/>
                  </a:cubicBezTo>
                  <a:cubicBezTo>
                    <a:pt x="58" y="2004"/>
                    <a:pt x="28" y="2091"/>
                    <a:pt x="0" y="2176"/>
                  </a:cubicBezTo>
                  <a:lnTo>
                    <a:pt x="458" y="2348"/>
                  </a:lnTo>
                  <a:cubicBezTo>
                    <a:pt x="486" y="2263"/>
                    <a:pt x="516" y="2149"/>
                    <a:pt x="543" y="2034"/>
                  </a:cubicBezTo>
                  <a:cubicBezTo>
                    <a:pt x="829" y="1146"/>
                    <a:pt x="1116" y="488"/>
                    <a:pt x="1745" y="488"/>
                  </a:cubicBezTo>
                  <a:cubicBezTo>
                    <a:pt x="1975" y="516"/>
                    <a:pt x="2261" y="859"/>
                    <a:pt x="2547" y="1175"/>
                  </a:cubicBezTo>
                  <a:cubicBezTo>
                    <a:pt x="2891" y="1576"/>
                    <a:pt x="3234" y="1977"/>
                    <a:pt x="3665" y="2034"/>
                  </a:cubicBezTo>
                  <a:lnTo>
                    <a:pt x="3921" y="2062"/>
                  </a:lnTo>
                  <a:lnTo>
                    <a:pt x="3921" y="1775"/>
                  </a:lnTo>
                  <a:cubicBezTo>
                    <a:pt x="3921" y="1432"/>
                    <a:pt x="4093" y="1146"/>
                    <a:pt x="4352" y="974"/>
                  </a:cubicBezTo>
                  <a:cubicBezTo>
                    <a:pt x="4486" y="884"/>
                    <a:pt x="4636" y="841"/>
                    <a:pt x="4789" y="841"/>
                  </a:cubicBezTo>
                  <a:cubicBezTo>
                    <a:pt x="4930" y="841"/>
                    <a:pt x="5074" y="877"/>
                    <a:pt x="5210" y="946"/>
                  </a:cubicBezTo>
                  <a:cubicBezTo>
                    <a:pt x="5524" y="1118"/>
                    <a:pt x="5639" y="1462"/>
                    <a:pt x="5753" y="1862"/>
                  </a:cubicBezTo>
                  <a:cubicBezTo>
                    <a:pt x="5868" y="2233"/>
                    <a:pt x="5982" y="2607"/>
                    <a:pt x="6269" y="2920"/>
                  </a:cubicBezTo>
                  <a:cubicBezTo>
                    <a:pt x="6841" y="3493"/>
                    <a:pt x="7700" y="3608"/>
                    <a:pt x="8559" y="3752"/>
                  </a:cubicBezTo>
                  <a:cubicBezTo>
                    <a:pt x="9589" y="3894"/>
                    <a:pt x="10563" y="4038"/>
                    <a:pt x="10963" y="4867"/>
                  </a:cubicBezTo>
                  <a:cubicBezTo>
                    <a:pt x="11135" y="5325"/>
                    <a:pt x="10993" y="5783"/>
                    <a:pt x="10849" y="6298"/>
                  </a:cubicBezTo>
                  <a:cubicBezTo>
                    <a:pt x="10650" y="7043"/>
                    <a:pt x="10363" y="7959"/>
                    <a:pt x="11536" y="8561"/>
                  </a:cubicBezTo>
                  <a:cubicBezTo>
                    <a:pt x="11879" y="8733"/>
                    <a:pt x="12166" y="8818"/>
                    <a:pt x="12424" y="8818"/>
                  </a:cubicBezTo>
                  <a:cubicBezTo>
                    <a:pt x="13283" y="8818"/>
                    <a:pt x="13769" y="8016"/>
                    <a:pt x="14142" y="7386"/>
                  </a:cubicBezTo>
                  <a:cubicBezTo>
                    <a:pt x="14428" y="6928"/>
                    <a:pt x="14685" y="6470"/>
                    <a:pt x="15028" y="6470"/>
                  </a:cubicBezTo>
                  <a:lnTo>
                    <a:pt x="15028" y="5985"/>
                  </a:lnTo>
                  <a:cubicBezTo>
                    <a:pt x="14399" y="5985"/>
                    <a:pt x="14055" y="6585"/>
                    <a:pt x="13711" y="7157"/>
                  </a:cubicBezTo>
                  <a:cubicBezTo>
                    <a:pt x="13291" y="7852"/>
                    <a:pt x="12963" y="8329"/>
                    <a:pt x="12422" y="8329"/>
                  </a:cubicBezTo>
                  <a:cubicBezTo>
                    <a:pt x="12226" y="8329"/>
                    <a:pt x="12003" y="8267"/>
                    <a:pt x="11737" y="8131"/>
                  </a:cubicBezTo>
                  <a:cubicBezTo>
                    <a:pt x="10993" y="7730"/>
                    <a:pt x="11078" y="7244"/>
                    <a:pt x="11337" y="6443"/>
                  </a:cubicBezTo>
                  <a:cubicBezTo>
                    <a:pt x="11479" y="5898"/>
                    <a:pt x="11650" y="5268"/>
                    <a:pt x="11394" y="4668"/>
                  </a:cubicBezTo>
                  <a:cubicBezTo>
                    <a:pt x="10879" y="3580"/>
                    <a:pt x="9733" y="3408"/>
                    <a:pt x="8616" y="3264"/>
                  </a:cubicBezTo>
                  <a:cubicBezTo>
                    <a:pt x="7814" y="3149"/>
                    <a:pt x="7070" y="3035"/>
                    <a:pt x="6612" y="2577"/>
                  </a:cubicBezTo>
                  <a:cubicBezTo>
                    <a:pt x="6413" y="2378"/>
                    <a:pt x="6326" y="2062"/>
                    <a:pt x="6211" y="1748"/>
                  </a:cubicBezTo>
                  <a:cubicBezTo>
                    <a:pt x="6097" y="1290"/>
                    <a:pt x="5955" y="775"/>
                    <a:pt x="5439" y="516"/>
                  </a:cubicBezTo>
                  <a:cubicBezTo>
                    <a:pt x="5231" y="412"/>
                    <a:pt x="5016" y="361"/>
                    <a:pt x="4806" y="361"/>
                  </a:cubicBezTo>
                  <a:cubicBezTo>
                    <a:pt x="4555" y="361"/>
                    <a:pt x="4311" y="433"/>
                    <a:pt x="4093" y="573"/>
                  </a:cubicBezTo>
                  <a:cubicBezTo>
                    <a:pt x="3779" y="775"/>
                    <a:pt x="3578" y="1061"/>
                    <a:pt x="3493" y="1432"/>
                  </a:cubicBezTo>
                  <a:cubicBezTo>
                    <a:pt x="3291" y="1290"/>
                    <a:pt x="3092" y="1061"/>
                    <a:pt x="2920" y="859"/>
                  </a:cubicBezTo>
                  <a:cubicBezTo>
                    <a:pt x="2577" y="459"/>
                    <a:pt x="2204" y="58"/>
                    <a:pt x="177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7129404" y="3402224"/>
              <a:ext cx="101320" cy="93330"/>
            </a:xfrm>
            <a:custGeom>
              <a:avLst/>
              <a:gdLst/>
              <a:ahLst/>
              <a:cxnLst/>
              <a:rect l="l" t="t" r="r" b="b"/>
              <a:pathLst>
                <a:path w="5009" h="4614" extrusionOk="0">
                  <a:moveTo>
                    <a:pt x="3377" y="1"/>
                  </a:moveTo>
                  <a:cubicBezTo>
                    <a:pt x="2741" y="1"/>
                    <a:pt x="2196" y="439"/>
                    <a:pt x="1574" y="979"/>
                  </a:cubicBezTo>
                  <a:lnTo>
                    <a:pt x="1288" y="1208"/>
                  </a:lnTo>
                  <a:cubicBezTo>
                    <a:pt x="58" y="2238"/>
                    <a:pt x="0" y="2467"/>
                    <a:pt x="172" y="3411"/>
                  </a:cubicBezTo>
                  <a:cubicBezTo>
                    <a:pt x="200" y="3727"/>
                    <a:pt x="257" y="4070"/>
                    <a:pt x="287" y="4613"/>
                  </a:cubicBezTo>
                  <a:lnTo>
                    <a:pt x="772" y="4586"/>
                  </a:lnTo>
                  <a:cubicBezTo>
                    <a:pt x="745" y="4041"/>
                    <a:pt x="687" y="3640"/>
                    <a:pt x="630" y="3354"/>
                  </a:cubicBezTo>
                  <a:cubicBezTo>
                    <a:pt x="516" y="2582"/>
                    <a:pt x="486" y="2495"/>
                    <a:pt x="1604" y="1579"/>
                  </a:cubicBezTo>
                  <a:lnTo>
                    <a:pt x="1890" y="1350"/>
                  </a:lnTo>
                  <a:cubicBezTo>
                    <a:pt x="2451" y="867"/>
                    <a:pt x="2915" y="485"/>
                    <a:pt x="3347" y="485"/>
                  </a:cubicBezTo>
                  <a:cubicBezTo>
                    <a:pt x="3377" y="485"/>
                    <a:pt x="3406" y="487"/>
                    <a:pt x="3436" y="491"/>
                  </a:cubicBezTo>
                  <a:cubicBezTo>
                    <a:pt x="3779" y="521"/>
                    <a:pt x="4180" y="834"/>
                    <a:pt x="4638" y="1464"/>
                  </a:cubicBezTo>
                  <a:lnTo>
                    <a:pt x="5009" y="1178"/>
                  </a:lnTo>
                  <a:cubicBezTo>
                    <a:pt x="4466" y="434"/>
                    <a:pt x="3978" y="63"/>
                    <a:pt x="3493" y="5"/>
                  </a:cubicBezTo>
                  <a:cubicBezTo>
                    <a:pt x="3454" y="2"/>
                    <a:pt x="3415" y="1"/>
                    <a:pt x="337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6904109" y="2352399"/>
              <a:ext cx="28966" cy="45168"/>
            </a:xfrm>
            <a:custGeom>
              <a:avLst/>
              <a:gdLst/>
              <a:ahLst/>
              <a:cxnLst/>
              <a:rect l="l" t="t" r="r" b="b"/>
              <a:pathLst>
                <a:path w="1432" h="2233" extrusionOk="0">
                  <a:moveTo>
                    <a:pt x="1203" y="0"/>
                  </a:moveTo>
                  <a:lnTo>
                    <a:pt x="745" y="144"/>
                  </a:lnTo>
                  <a:cubicBezTo>
                    <a:pt x="889" y="630"/>
                    <a:pt x="745" y="774"/>
                    <a:pt x="516" y="1031"/>
                  </a:cubicBezTo>
                  <a:cubicBezTo>
                    <a:pt x="287" y="1289"/>
                    <a:pt x="1" y="1603"/>
                    <a:pt x="115" y="2233"/>
                  </a:cubicBezTo>
                  <a:lnTo>
                    <a:pt x="573" y="2148"/>
                  </a:lnTo>
                  <a:cubicBezTo>
                    <a:pt x="516" y="1775"/>
                    <a:pt x="660" y="1603"/>
                    <a:pt x="859" y="1374"/>
                  </a:cubicBezTo>
                  <a:cubicBezTo>
                    <a:pt x="1118" y="1088"/>
                    <a:pt x="1432" y="744"/>
                    <a:pt x="12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4" name="Google Shape;674;p8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5" name="Google Shape;675;p8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8"/>
          <p:cNvSpPr txBox="1">
            <a:spLocks noGrp="1"/>
          </p:cNvSpPr>
          <p:nvPr>
            <p:ph type="title"/>
          </p:nvPr>
        </p:nvSpPr>
        <p:spPr>
          <a:xfrm>
            <a:off x="1296000" y="1307100"/>
            <a:ext cx="655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78" name="Google Shape;678;p8"/>
          <p:cNvGrpSpPr/>
          <p:nvPr/>
        </p:nvGrpSpPr>
        <p:grpSpPr>
          <a:xfrm>
            <a:off x="7802136" y="-1398123"/>
            <a:ext cx="2754059" cy="2754134"/>
            <a:chOff x="5507200" y="1736000"/>
            <a:chExt cx="2754059" cy="2754134"/>
          </a:xfrm>
        </p:grpSpPr>
        <p:sp>
          <p:nvSpPr>
            <p:cNvPr id="679" name="Google Shape;679;p8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8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8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8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8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8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8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8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8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8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8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8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8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8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8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8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8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8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8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8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8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8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8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8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8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8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8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8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8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8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8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8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8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8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8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8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8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8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8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8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8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8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8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8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8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8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8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8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8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8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8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8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8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8"/>
          <p:cNvGrpSpPr/>
          <p:nvPr/>
        </p:nvGrpSpPr>
        <p:grpSpPr>
          <a:xfrm>
            <a:off x="-1409460" y="3801997"/>
            <a:ext cx="2754059" cy="2754134"/>
            <a:chOff x="5507200" y="1736000"/>
            <a:chExt cx="2754059" cy="2754134"/>
          </a:xfrm>
        </p:grpSpPr>
        <p:sp>
          <p:nvSpPr>
            <p:cNvPr id="756" name="Google Shape;756;p8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8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8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8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8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8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8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8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8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8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8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8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8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8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8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8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8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8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8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8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8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8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8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8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8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8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8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8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3" name="Google Shape;833;p9"/>
          <p:cNvGrpSpPr/>
          <p:nvPr/>
        </p:nvGrpSpPr>
        <p:grpSpPr>
          <a:xfrm>
            <a:off x="5274653" y="546150"/>
            <a:ext cx="3249646" cy="4051206"/>
            <a:chOff x="5503852" y="714425"/>
            <a:chExt cx="2979413" cy="3714317"/>
          </a:xfrm>
        </p:grpSpPr>
        <p:sp>
          <p:nvSpPr>
            <p:cNvPr id="834" name="Google Shape;834;p9"/>
            <p:cNvSpPr/>
            <p:nvPr/>
          </p:nvSpPr>
          <p:spPr>
            <a:xfrm>
              <a:off x="5503852" y="951938"/>
              <a:ext cx="2283220" cy="3476804"/>
            </a:xfrm>
            <a:custGeom>
              <a:avLst/>
              <a:gdLst/>
              <a:ahLst/>
              <a:cxnLst/>
              <a:rect l="l" t="t" r="r" b="b"/>
              <a:pathLst>
                <a:path w="112877" h="171885" extrusionOk="0">
                  <a:moveTo>
                    <a:pt x="76749" y="6480"/>
                  </a:moveTo>
                  <a:cubicBezTo>
                    <a:pt x="76864" y="6594"/>
                    <a:pt x="76949" y="6681"/>
                    <a:pt x="77063" y="6766"/>
                  </a:cubicBezTo>
                  <a:cubicBezTo>
                    <a:pt x="76662" y="7082"/>
                    <a:pt x="76291" y="7453"/>
                    <a:pt x="76005" y="7769"/>
                  </a:cubicBezTo>
                  <a:lnTo>
                    <a:pt x="75490" y="8284"/>
                  </a:lnTo>
                  <a:cubicBezTo>
                    <a:pt x="75403" y="8312"/>
                    <a:pt x="75346" y="8341"/>
                    <a:pt x="75288" y="8369"/>
                  </a:cubicBezTo>
                  <a:cubicBezTo>
                    <a:pt x="75833" y="7998"/>
                    <a:pt x="76319" y="7425"/>
                    <a:pt x="76749" y="6480"/>
                  </a:cubicBezTo>
                  <a:close/>
                  <a:moveTo>
                    <a:pt x="79841" y="10774"/>
                  </a:moveTo>
                  <a:cubicBezTo>
                    <a:pt x="79926" y="10774"/>
                    <a:pt x="80040" y="10803"/>
                    <a:pt x="80127" y="10831"/>
                  </a:cubicBezTo>
                  <a:cubicBezTo>
                    <a:pt x="80532" y="10921"/>
                    <a:pt x="81025" y="11029"/>
                    <a:pt x="81594" y="11029"/>
                  </a:cubicBezTo>
                  <a:cubicBezTo>
                    <a:pt x="81748" y="11029"/>
                    <a:pt x="81908" y="11021"/>
                    <a:pt x="82074" y="11003"/>
                  </a:cubicBezTo>
                  <a:lnTo>
                    <a:pt x="82074" y="11003"/>
                  </a:lnTo>
                  <a:cubicBezTo>
                    <a:pt x="82074" y="11032"/>
                    <a:pt x="82044" y="11032"/>
                    <a:pt x="82017" y="11060"/>
                  </a:cubicBezTo>
                  <a:cubicBezTo>
                    <a:pt x="80498" y="11948"/>
                    <a:pt x="80242" y="13437"/>
                    <a:pt x="80185" y="14353"/>
                  </a:cubicBezTo>
                  <a:cubicBezTo>
                    <a:pt x="79555" y="14495"/>
                    <a:pt x="78753" y="14839"/>
                    <a:pt x="78238" y="15697"/>
                  </a:cubicBezTo>
                  <a:cubicBezTo>
                    <a:pt x="77693" y="16556"/>
                    <a:pt x="77636" y="17616"/>
                    <a:pt x="78037" y="18846"/>
                  </a:cubicBezTo>
                  <a:cubicBezTo>
                    <a:pt x="78094" y="19048"/>
                    <a:pt x="78151" y="19220"/>
                    <a:pt x="78238" y="19391"/>
                  </a:cubicBezTo>
                  <a:cubicBezTo>
                    <a:pt x="78181" y="19391"/>
                    <a:pt x="78094" y="19419"/>
                    <a:pt x="78009" y="19419"/>
                  </a:cubicBezTo>
                  <a:cubicBezTo>
                    <a:pt x="77407" y="19506"/>
                    <a:pt x="76376" y="19678"/>
                    <a:pt x="75460" y="20365"/>
                  </a:cubicBezTo>
                  <a:cubicBezTo>
                    <a:pt x="74716" y="19762"/>
                    <a:pt x="73830" y="19648"/>
                    <a:pt x="73113" y="19648"/>
                  </a:cubicBezTo>
                  <a:cubicBezTo>
                    <a:pt x="72856" y="19648"/>
                    <a:pt x="72627" y="19678"/>
                    <a:pt x="72426" y="19678"/>
                  </a:cubicBezTo>
                  <a:cubicBezTo>
                    <a:pt x="72368" y="19678"/>
                    <a:pt x="72284" y="19705"/>
                    <a:pt x="72254" y="19705"/>
                  </a:cubicBezTo>
                  <a:cubicBezTo>
                    <a:pt x="71910" y="19533"/>
                    <a:pt x="71310" y="19133"/>
                    <a:pt x="70852" y="18762"/>
                  </a:cubicBezTo>
                  <a:cubicBezTo>
                    <a:pt x="70651" y="18388"/>
                    <a:pt x="70108" y="17358"/>
                    <a:pt x="68819" y="16987"/>
                  </a:cubicBezTo>
                  <a:cubicBezTo>
                    <a:pt x="69449" y="16643"/>
                    <a:pt x="69907" y="16242"/>
                    <a:pt x="70250" y="15956"/>
                  </a:cubicBezTo>
                  <a:cubicBezTo>
                    <a:pt x="70651" y="15640"/>
                    <a:pt x="70708" y="15583"/>
                    <a:pt x="70823" y="15583"/>
                  </a:cubicBezTo>
                  <a:cubicBezTo>
                    <a:pt x="72455" y="15269"/>
                    <a:pt x="73514" y="14610"/>
                    <a:pt x="74631" y="13922"/>
                  </a:cubicBezTo>
                  <a:lnTo>
                    <a:pt x="74860" y="13780"/>
                  </a:lnTo>
                  <a:cubicBezTo>
                    <a:pt x="75204" y="13551"/>
                    <a:pt x="75604" y="13407"/>
                    <a:pt x="76090" y="13235"/>
                  </a:cubicBezTo>
                  <a:cubicBezTo>
                    <a:pt x="76605" y="13064"/>
                    <a:pt x="77208" y="12835"/>
                    <a:pt x="77837" y="12491"/>
                  </a:cubicBezTo>
                  <a:cubicBezTo>
                    <a:pt x="77895" y="12464"/>
                    <a:pt x="77922" y="12434"/>
                    <a:pt x="77979" y="12434"/>
                  </a:cubicBezTo>
                  <a:cubicBezTo>
                    <a:pt x="78609" y="12033"/>
                    <a:pt x="79097" y="11518"/>
                    <a:pt x="79498" y="11117"/>
                  </a:cubicBezTo>
                  <a:cubicBezTo>
                    <a:pt x="79582" y="11003"/>
                    <a:pt x="79727" y="10861"/>
                    <a:pt x="79841" y="10774"/>
                  </a:cubicBezTo>
                  <a:close/>
                  <a:moveTo>
                    <a:pt x="28684" y="5192"/>
                  </a:moveTo>
                  <a:cubicBezTo>
                    <a:pt x="28913" y="5250"/>
                    <a:pt x="29142" y="5334"/>
                    <a:pt x="29543" y="5479"/>
                  </a:cubicBezTo>
                  <a:cubicBezTo>
                    <a:pt x="29715" y="5536"/>
                    <a:pt x="29859" y="5621"/>
                    <a:pt x="30001" y="5678"/>
                  </a:cubicBezTo>
                  <a:cubicBezTo>
                    <a:pt x="30058" y="5678"/>
                    <a:pt x="30115" y="5708"/>
                    <a:pt x="30145" y="5708"/>
                  </a:cubicBezTo>
                  <a:cubicBezTo>
                    <a:pt x="31241" y="6049"/>
                    <a:pt x="32319" y="6119"/>
                    <a:pt x="33320" y="6119"/>
                  </a:cubicBezTo>
                  <a:cubicBezTo>
                    <a:pt x="33574" y="6119"/>
                    <a:pt x="33823" y="6114"/>
                    <a:pt x="34066" y="6109"/>
                  </a:cubicBezTo>
                  <a:lnTo>
                    <a:pt x="34554" y="6109"/>
                  </a:lnTo>
                  <a:cubicBezTo>
                    <a:pt x="34897" y="6109"/>
                    <a:pt x="35268" y="6079"/>
                    <a:pt x="35641" y="6051"/>
                  </a:cubicBezTo>
                  <a:cubicBezTo>
                    <a:pt x="35783" y="6022"/>
                    <a:pt x="35985" y="6022"/>
                    <a:pt x="36184" y="5994"/>
                  </a:cubicBezTo>
                  <a:cubicBezTo>
                    <a:pt x="36329" y="6166"/>
                    <a:pt x="36470" y="6365"/>
                    <a:pt x="36672" y="6537"/>
                  </a:cubicBezTo>
                  <a:cubicBezTo>
                    <a:pt x="36757" y="6624"/>
                    <a:pt x="36871" y="6681"/>
                    <a:pt x="36986" y="6738"/>
                  </a:cubicBezTo>
                  <a:cubicBezTo>
                    <a:pt x="37501" y="7082"/>
                    <a:pt x="38131" y="7254"/>
                    <a:pt x="38703" y="7396"/>
                  </a:cubicBezTo>
                  <a:lnTo>
                    <a:pt x="39047" y="7483"/>
                  </a:lnTo>
                  <a:cubicBezTo>
                    <a:pt x="39047" y="7483"/>
                    <a:pt x="39077" y="7483"/>
                    <a:pt x="39104" y="7510"/>
                  </a:cubicBezTo>
                  <a:cubicBezTo>
                    <a:pt x="39803" y="7747"/>
                    <a:pt x="40392" y="7827"/>
                    <a:pt x="40897" y="7827"/>
                  </a:cubicBezTo>
                  <a:cubicBezTo>
                    <a:pt x="41489" y="7827"/>
                    <a:pt x="41966" y="7717"/>
                    <a:pt x="42368" y="7625"/>
                  </a:cubicBezTo>
                  <a:cubicBezTo>
                    <a:pt x="42626" y="7567"/>
                    <a:pt x="42855" y="7510"/>
                    <a:pt x="43112" y="7483"/>
                  </a:cubicBezTo>
                  <a:cubicBezTo>
                    <a:pt x="44459" y="7338"/>
                    <a:pt x="45288" y="6967"/>
                    <a:pt x="46089" y="6594"/>
                  </a:cubicBezTo>
                  <a:cubicBezTo>
                    <a:pt x="46318" y="6509"/>
                    <a:pt x="46577" y="6395"/>
                    <a:pt x="46891" y="6280"/>
                  </a:cubicBezTo>
                  <a:cubicBezTo>
                    <a:pt x="47112" y="6213"/>
                    <a:pt x="47488" y="6147"/>
                    <a:pt x="48109" y="6147"/>
                  </a:cubicBezTo>
                  <a:cubicBezTo>
                    <a:pt x="48292" y="6147"/>
                    <a:pt x="48496" y="6153"/>
                    <a:pt x="48723" y="6166"/>
                  </a:cubicBezTo>
                  <a:cubicBezTo>
                    <a:pt x="49009" y="6422"/>
                    <a:pt x="49467" y="6796"/>
                    <a:pt x="50211" y="7052"/>
                  </a:cubicBezTo>
                  <a:cubicBezTo>
                    <a:pt x="50824" y="7282"/>
                    <a:pt x="51437" y="7332"/>
                    <a:pt x="51998" y="7332"/>
                  </a:cubicBezTo>
                  <a:cubicBezTo>
                    <a:pt x="52276" y="7332"/>
                    <a:pt x="52541" y="7320"/>
                    <a:pt x="52788" y="7311"/>
                  </a:cubicBezTo>
                  <a:cubicBezTo>
                    <a:pt x="52960" y="7311"/>
                    <a:pt x="53183" y="7298"/>
                    <a:pt x="53355" y="7298"/>
                  </a:cubicBezTo>
                  <a:cubicBezTo>
                    <a:pt x="53440" y="7298"/>
                    <a:pt x="53514" y="7301"/>
                    <a:pt x="53562" y="7311"/>
                  </a:cubicBezTo>
                  <a:cubicBezTo>
                    <a:pt x="53589" y="7311"/>
                    <a:pt x="53647" y="7311"/>
                    <a:pt x="53676" y="7338"/>
                  </a:cubicBezTo>
                  <a:cubicBezTo>
                    <a:pt x="54162" y="7396"/>
                    <a:pt x="54620" y="7483"/>
                    <a:pt x="54906" y="7597"/>
                  </a:cubicBezTo>
                  <a:cubicBezTo>
                    <a:pt x="54936" y="7625"/>
                    <a:pt x="54963" y="7625"/>
                    <a:pt x="55021" y="7654"/>
                  </a:cubicBezTo>
                  <a:cubicBezTo>
                    <a:pt x="55050" y="7682"/>
                    <a:pt x="55078" y="7739"/>
                    <a:pt x="55108" y="7796"/>
                  </a:cubicBezTo>
                  <a:cubicBezTo>
                    <a:pt x="55394" y="8170"/>
                    <a:pt x="55822" y="8712"/>
                    <a:pt x="56539" y="9200"/>
                  </a:cubicBezTo>
                  <a:cubicBezTo>
                    <a:pt x="56596" y="9228"/>
                    <a:pt x="56624" y="9257"/>
                    <a:pt x="56654" y="9285"/>
                  </a:cubicBezTo>
                  <a:cubicBezTo>
                    <a:pt x="57555" y="9796"/>
                    <a:pt x="58440" y="9981"/>
                    <a:pt x="59275" y="9981"/>
                  </a:cubicBezTo>
                  <a:cubicBezTo>
                    <a:pt x="60639" y="9981"/>
                    <a:pt x="61867" y="9487"/>
                    <a:pt x="62807" y="9113"/>
                  </a:cubicBezTo>
                  <a:cubicBezTo>
                    <a:pt x="63265" y="8914"/>
                    <a:pt x="64009" y="8628"/>
                    <a:pt x="64296" y="8628"/>
                  </a:cubicBezTo>
                  <a:cubicBezTo>
                    <a:pt x="64325" y="8628"/>
                    <a:pt x="64353" y="8655"/>
                    <a:pt x="64410" y="8685"/>
                  </a:cubicBezTo>
                  <a:cubicBezTo>
                    <a:pt x="64669" y="8914"/>
                    <a:pt x="65097" y="9257"/>
                    <a:pt x="65670" y="9457"/>
                  </a:cubicBezTo>
                  <a:cubicBezTo>
                    <a:pt x="65727" y="9457"/>
                    <a:pt x="65784" y="9486"/>
                    <a:pt x="65842" y="9486"/>
                  </a:cubicBezTo>
                  <a:cubicBezTo>
                    <a:pt x="66219" y="9599"/>
                    <a:pt x="66568" y="9644"/>
                    <a:pt x="66884" y="9644"/>
                  </a:cubicBezTo>
                  <a:cubicBezTo>
                    <a:pt x="67696" y="9644"/>
                    <a:pt x="68298" y="9349"/>
                    <a:pt x="68647" y="9143"/>
                  </a:cubicBezTo>
                  <a:cubicBezTo>
                    <a:pt x="68819" y="9170"/>
                    <a:pt x="69048" y="9200"/>
                    <a:pt x="69220" y="9257"/>
                  </a:cubicBezTo>
                  <a:cubicBezTo>
                    <a:pt x="69563" y="9315"/>
                    <a:pt x="69964" y="9399"/>
                    <a:pt x="70394" y="9429"/>
                  </a:cubicBezTo>
                  <a:cubicBezTo>
                    <a:pt x="70479" y="9457"/>
                    <a:pt x="70536" y="9457"/>
                    <a:pt x="70623" y="9457"/>
                  </a:cubicBezTo>
                  <a:cubicBezTo>
                    <a:pt x="71482" y="9457"/>
                    <a:pt x="71997" y="9285"/>
                    <a:pt x="72455" y="9113"/>
                  </a:cubicBezTo>
                  <a:cubicBezTo>
                    <a:pt x="72597" y="9056"/>
                    <a:pt x="72627" y="9056"/>
                    <a:pt x="72684" y="9028"/>
                  </a:cubicBezTo>
                  <a:cubicBezTo>
                    <a:pt x="72884" y="8999"/>
                    <a:pt x="73055" y="8971"/>
                    <a:pt x="73257" y="8971"/>
                  </a:cubicBezTo>
                  <a:cubicBezTo>
                    <a:pt x="73486" y="8941"/>
                    <a:pt x="73685" y="8914"/>
                    <a:pt x="73887" y="8884"/>
                  </a:cubicBezTo>
                  <a:lnTo>
                    <a:pt x="73887" y="8884"/>
                  </a:lnTo>
                  <a:cubicBezTo>
                    <a:pt x="73399" y="9086"/>
                    <a:pt x="72826" y="9315"/>
                    <a:pt x="72284" y="9686"/>
                  </a:cubicBezTo>
                  <a:lnTo>
                    <a:pt x="72082" y="9800"/>
                  </a:lnTo>
                  <a:cubicBezTo>
                    <a:pt x="71052" y="10460"/>
                    <a:pt x="70651" y="10689"/>
                    <a:pt x="70021" y="10803"/>
                  </a:cubicBezTo>
                  <a:cubicBezTo>
                    <a:pt x="68562" y="11032"/>
                    <a:pt x="67674" y="11804"/>
                    <a:pt x="67101" y="12292"/>
                  </a:cubicBezTo>
                  <a:cubicBezTo>
                    <a:pt x="66987" y="12377"/>
                    <a:pt x="66902" y="12464"/>
                    <a:pt x="66815" y="12521"/>
                  </a:cubicBezTo>
                  <a:cubicBezTo>
                    <a:pt x="66329" y="12548"/>
                    <a:pt x="65498" y="12635"/>
                    <a:pt x="64726" y="13293"/>
                  </a:cubicBezTo>
                  <a:cubicBezTo>
                    <a:pt x="63666" y="14209"/>
                    <a:pt x="63494" y="15326"/>
                    <a:pt x="63409" y="15869"/>
                  </a:cubicBezTo>
                  <a:lnTo>
                    <a:pt x="63409" y="16041"/>
                  </a:lnTo>
                  <a:cubicBezTo>
                    <a:pt x="63295" y="16300"/>
                    <a:pt x="63208" y="16586"/>
                    <a:pt x="63208" y="16842"/>
                  </a:cubicBezTo>
                  <a:cubicBezTo>
                    <a:pt x="63036" y="17472"/>
                    <a:pt x="63123" y="18102"/>
                    <a:pt x="63437" y="18647"/>
                  </a:cubicBezTo>
                  <a:cubicBezTo>
                    <a:pt x="63524" y="18789"/>
                    <a:pt x="63609" y="18933"/>
                    <a:pt x="63723" y="19075"/>
                  </a:cubicBezTo>
                  <a:cubicBezTo>
                    <a:pt x="63696" y="19277"/>
                    <a:pt x="63666" y="19533"/>
                    <a:pt x="63666" y="19792"/>
                  </a:cubicBezTo>
                  <a:cubicBezTo>
                    <a:pt x="63666" y="20793"/>
                    <a:pt x="64296" y="21681"/>
                    <a:pt x="65212" y="22052"/>
                  </a:cubicBezTo>
                  <a:cubicBezTo>
                    <a:pt x="65627" y="22210"/>
                    <a:pt x="66021" y="22268"/>
                    <a:pt x="66383" y="22268"/>
                  </a:cubicBezTo>
                  <a:cubicBezTo>
                    <a:pt x="66744" y="22268"/>
                    <a:pt x="67074" y="22210"/>
                    <a:pt x="67360" y="22139"/>
                  </a:cubicBezTo>
                  <a:cubicBezTo>
                    <a:pt x="67387" y="22139"/>
                    <a:pt x="67417" y="22167"/>
                    <a:pt x="67445" y="22197"/>
                  </a:cubicBezTo>
                  <a:cubicBezTo>
                    <a:pt x="67960" y="22682"/>
                    <a:pt x="69105" y="23598"/>
                    <a:pt x="70307" y="24143"/>
                  </a:cubicBezTo>
                  <a:cubicBezTo>
                    <a:pt x="69994" y="25117"/>
                    <a:pt x="70193" y="26090"/>
                    <a:pt x="70509" y="26834"/>
                  </a:cubicBezTo>
                  <a:cubicBezTo>
                    <a:pt x="70536" y="26862"/>
                    <a:pt x="70536" y="26891"/>
                    <a:pt x="70536" y="26891"/>
                  </a:cubicBezTo>
                  <a:cubicBezTo>
                    <a:pt x="71024" y="27922"/>
                    <a:pt x="72025" y="28724"/>
                    <a:pt x="73227" y="29067"/>
                  </a:cubicBezTo>
                  <a:cubicBezTo>
                    <a:pt x="73644" y="29192"/>
                    <a:pt x="74058" y="29253"/>
                    <a:pt x="74456" y="29253"/>
                  </a:cubicBezTo>
                  <a:cubicBezTo>
                    <a:pt x="75152" y="29253"/>
                    <a:pt x="75803" y="29069"/>
                    <a:pt x="76349" y="28724"/>
                  </a:cubicBezTo>
                  <a:cubicBezTo>
                    <a:pt x="78009" y="27693"/>
                    <a:pt x="78266" y="25717"/>
                    <a:pt x="78437" y="24544"/>
                  </a:cubicBezTo>
                  <a:cubicBezTo>
                    <a:pt x="78437" y="24457"/>
                    <a:pt x="78467" y="24343"/>
                    <a:pt x="78467" y="24258"/>
                  </a:cubicBezTo>
                  <a:cubicBezTo>
                    <a:pt x="78582" y="24228"/>
                    <a:pt x="78666" y="24228"/>
                    <a:pt x="78753" y="24201"/>
                  </a:cubicBezTo>
                  <a:cubicBezTo>
                    <a:pt x="79669" y="24056"/>
                    <a:pt x="81215" y="23827"/>
                    <a:pt x="82502" y="22396"/>
                  </a:cubicBezTo>
                  <a:cubicBezTo>
                    <a:pt x="83819" y="20907"/>
                    <a:pt x="83590" y="19449"/>
                    <a:pt x="83219" y="18503"/>
                  </a:cubicBezTo>
                  <a:cubicBezTo>
                    <a:pt x="83418" y="18388"/>
                    <a:pt x="83620" y="18216"/>
                    <a:pt x="83792" y="18045"/>
                  </a:cubicBezTo>
                  <a:cubicBezTo>
                    <a:pt x="84735" y="17186"/>
                    <a:pt x="84907" y="16098"/>
                    <a:pt x="84964" y="15326"/>
                  </a:cubicBezTo>
                  <a:cubicBezTo>
                    <a:pt x="85509" y="15354"/>
                    <a:pt x="86167" y="15411"/>
                    <a:pt x="86625" y="15468"/>
                  </a:cubicBezTo>
                  <a:cubicBezTo>
                    <a:pt x="86654" y="15526"/>
                    <a:pt x="86682" y="15583"/>
                    <a:pt x="86712" y="15613"/>
                  </a:cubicBezTo>
                  <a:cubicBezTo>
                    <a:pt x="86510" y="16013"/>
                    <a:pt x="86425" y="16442"/>
                    <a:pt x="86453" y="16872"/>
                  </a:cubicBezTo>
                  <a:cubicBezTo>
                    <a:pt x="86510" y="18132"/>
                    <a:pt x="87426" y="18876"/>
                    <a:pt x="87712" y="19133"/>
                  </a:cubicBezTo>
                  <a:cubicBezTo>
                    <a:pt x="87857" y="19220"/>
                    <a:pt x="87971" y="19304"/>
                    <a:pt x="88113" y="19391"/>
                  </a:cubicBezTo>
                  <a:cubicBezTo>
                    <a:pt x="88700" y="19685"/>
                    <a:pt x="89393" y="19790"/>
                    <a:pt x="90003" y="19790"/>
                  </a:cubicBezTo>
                  <a:cubicBezTo>
                    <a:pt x="90345" y="19790"/>
                    <a:pt x="90662" y="19757"/>
                    <a:pt x="90919" y="19705"/>
                  </a:cubicBezTo>
                  <a:cubicBezTo>
                    <a:pt x="91262" y="19648"/>
                    <a:pt x="91606" y="19533"/>
                    <a:pt x="91892" y="19419"/>
                  </a:cubicBezTo>
                  <a:lnTo>
                    <a:pt x="91892" y="19792"/>
                  </a:lnTo>
                  <a:cubicBezTo>
                    <a:pt x="91892" y="21968"/>
                    <a:pt x="92522" y="22797"/>
                    <a:pt x="93811" y="23770"/>
                  </a:cubicBezTo>
                  <a:cubicBezTo>
                    <a:pt x="93896" y="23857"/>
                    <a:pt x="94010" y="23942"/>
                    <a:pt x="94155" y="24029"/>
                  </a:cubicBezTo>
                  <a:cubicBezTo>
                    <a:pt x="94441" y="24285"/>
                    <a:pt x="94670" y="24514"/>
                    <a:pt x="94784" y="24659"/>
                  </a:cubicBezTo>
                  <a:cubicBezTo>
                    <a:pt x="94555" y="24743"/>
                    <a:pt x="94269" y="24830"/>
                    <a:pt x="94068" y="24915"/>
                  </a:cubicBezTo>
                  <a:cubicBezTo>
                    <a:pt x="93353" y="25117"/>
                    <a:pt x="92579" y="25346"/>
                    <a:pt x="91864" y="25804"/>
                  </a:cubicBezTo>
                  <a:cubicBezTo>
                    <a:pt x="91521" y="26060"/>
                    <a:pt x="91349" y="26117"/>
                    <a:pt x="91349" y="26117"/>
                  </a:cubicBezTo>
                  <a:cubicBezTo>
                    <a:pt x="91262" y="26117"/>
                    <a:pt x="90976" y="26090"/>
                    <a:pt x="90747" y="26033"/>
                  </a:cubicBezTo>
                  <a:cubicBezTo>
                    <a:pt x="90548" y="26003"/>
                    <a:pt x="90319" y="25975"/>
                    <a:pt x="90060" y="25946"/>
                  </a:cubicBezTo>
                  <a:cubicBezTo>
                    <a:pt x="90003" y="25918"/>
                    <a:pt x="89945" y="25918"/>
                    <a:pt x="89861" y="25918"/>
                  </a:cubicBezTo>
                  <a:cubicBezTo>
                    <a:pt x="89653" y="25907"/>
                    <a:pt x="89455" y="25901"/>
                    <a:pt x="89264" y="25901"/>
                  </a:cubicBezTo>
                  <a:cubicBezTo>
                    <a:pt x="88030" y="25901"/>
                    <a:pt x="87108" y="26128"/>
                    <a:pt x="86167" y="26376"/>
                  </a:cubicBezTo>
                  <a:lnTo>
                    <a:pt x="85995" y="26433"/>
                  </a:lnTo>
                  <a:cubicBezTo>
                    <a:pt x="85911" y="26462"/>
                    <a:pt x="85792" y="26469"/>
                    <a:pt x="85656" y="26469"/>
                  </a:cubicBezTo>
                  <a:cubicBezTo>
                    <a:pt x="85515" y="26469"/>
                    <a:pt x="85354" y="26461"/>
                    <a:pt x="85193" y="26461"/>
                  </a:cubicBezTo>
                  <a:cubicBezTo>
                    <a:pt x="84995" y="26452"/>
                    <a:pt x="84782" y="26443"/>
                    <a:pt x="84557" y="26443"/>
                  </a:cubicBezTo>
                  <a:cubicBezTo>
                    <a:pt x="84068" y="26443"/>
                    <a:pt x="83521" y="26485"/>
                    <a:pt x="82933" y="26662"/>
                  </a:cubicBezTo>
                  <a:cubicBezTo>
                    <a:pt x="82876" y="26690"/>
                    <a:pt x="82789" y="26720"/>
                    <a:pt x="82731" y="26747"/>
                  </a:cubicBezTo>
                  <a:cubicBezTo>
                    <a:pt x="82704" y="26747"/>
                    <a:pt x="79697" y="28007"/>
                    <a:pt x="79269" y="30327"/>
                  </a:cubicBezTo>
                  <a:cubicBezTo>
                    <a:pt x="79097" y="31327"/>
                    <a:pt x="79468" y="32358"/>
                    <a:pt x="80269" y="33075"/>
                  </a:cubicBezTo>
                  <a:cubicBezTo>
                    <a:pt x="80498" y="33247"/>
                    <a:pt x="80700" y="33389"/>
                    <a:pt x="80899" y="33476"/>
                  </a:cubicBezTo>
                  <a:cubicBezTo>
                    <a:pt x="80842" y="33533"/>
                    <a:pt x="80757" y="33560"/>
                    <a:pt x="80670" y="33618"/>
                  </a:cubicBezTo>
                  <a:cubicBezTo>
                    <a:pt x="80384" y="33789"/>
                    <a:pt x="80098" y="33934"/>
                    <a:pt x="79869" y="34018"/>
                  </a:cubicBezTo>
                  <a:cubicBezTo>
                    <a:pt x="79697" y="34076"/>
                    <a:pt x="79555" y="34105"/>
                    <a:pt x="79411" y="34163"/>
                  </a:cubicBezTo>
                  <a:cubicBezTo>
                    <a:pt x="78467" y="34392"/>
                    <a:pt x="76891" y="34792"/>
                    <a:pt x="75918" y="36739"/>
                  </a:cubicBezTo>
                  <a:cubicBezTo>
                    <a:pt x="75918" y="36767"/>
                    <a:pt x="75891" y="36767"/>
                    <a:pt x="75891" y="36796"/>
                  </a:cubicBezTo>
                  <a:cubicBezTo>
                    <a:pt x="75719" y="37140"/>
                    <a:pt x="75632" y="37483"/>
                    <a:pt x="75547" y="37770"/>
                  </a:cubicBezTo>
                  <a:cubicBezTo>
                    <a:pt x="75496" y="37768"/>
                    <a:pt x="75444" y="37767"/>
                    <a:pt x="75390" y="37767"/>
                  </a:cubicBezTo>
                  <a:cubicBezTo>
                    <a:pt x="74623" y="37767"/>
                    <a:pt x="73562" y="37987"/>
                    <a:pt x="72627" y="39057"/>
                  </a:cubicBezTo>
                  <a:cubicBezTo>
                    <a:pt x="72513" y="39201"/>
                    <a:pt x="72398" y="39343"/>
                    <a:pt x="72311" y="39515"/>
                  </a:cubicBezTo>
                  <a:lnTo>
                    <a:pt x="71624" y="40461"/>
                  </a:lnTo>
                  <a:cubicBezTo>
                    <a:pt x="71338" y="40919"/>
                    <a:pt x="71024" y="41347"/>
                    <a:pt x="70708" y="41690"/>
                  </a:cubicBezTo>
                  <a:cubicBezTo>
                    <a:pt x="69135" y="41690"/>
                    <a:pt x="68017" y="42664"/>
                    <a:pt x="67646" y="44381"/>
                  </a:cubicBezTo>
                  <a:cubicBezTo>
                    <a:pt x="67616" y="44411"/>
                    <a:pt x="67616" y="44438"/>
                    <a:pt x="67616" y="44438"/>
                  </a:cubicBezTo>
                  <a:cubicBezTo>
                    <a:pt x="67532" y="44926"/>
                    <a:pt x="67474" y="45355"/>
                    <a:pt x="67445" y="45671"/>
                  </a:cubicBezTo>
                  <a:cubicBezTo>
                    <a:pt x="67360" y="46358"/>
                    <a:pt x="67330" y="46529"/>
                    <a:pt x="67044" y="46958"/>
                  </a:cubicBezTo>
                  <a:cubicBezTo>
                    <a:pt x="66673" y="47473"/>
                    <a:pt x="65842" y="47874"/>
                    <a:pt x="64955" y="48274"/>
                  </a:cubicBezTo>
                  <a:cubicBezTo>
                    <a:pt x="61891" y="49534"/>
                    <a:pt x="60146" y="51281"/>
                    <a:pt x="59688" y="53542"/>
                  </a:cubicBezTo>
                  <a:cubicBezTo>
                    <a:pt x="59429" y="53484"/>
                    <a:pt x="59173" y="53427"/>
                    <a:pt x="58886" y="53427"/>
                  </a:cubicBezTo>
                  <a:cubicBezTo>
                    <a:pt x="58628" y="53198"/>
                    <a:pt x="58284" y="52942"/>
                    <a:pt x="57799" y="52740"/>
                  </a:cubicBezTo>
                  <a:cubicBezTo>
                    <a:pt x="57210" y="52518"/>
                    <a:pt x="56305" y="52398"/>
                    <a:pt x="55372" y="52398"/>
                  </a:cubicBezTo>
                  <a:cubicBezTo>
                    <a:pt x="54263" y="52398"/>
                    <a:pt x="53116" y="52568"/>
                    <a:pt x="52417" y="52942"/>
                  </a:cubicBezTo>
                  <a:cubicBezTo>
                    <a:pt x="51814" y="53255"/>
                    <a:pt x="51443" y="53656"/>
                    <a:pt x="51214" y="54000"/>
                  </a:cubicBezTo>
                  <a:cubicBezTo>
                    <a:pt x="51100" y="54000"/>
                    <a:pt x="51013" y="54000"/>
                    <a:pt x="50928" y="53972"/>
                  </a:cubicBezTo>
                  <a:lnTo>
                    <a:pt x="50756" y="53972"/>
                  </a:lnTo>
                  <a:cubicBezTo>
                    <a:pt x="50498" y="53943"/>
                    <a:pt x="50241" y="53885"/>
                    <a:pt x="49955" y="53828"/>
                  </a:cubicBezTo>
                  <a:cubicBezTo>
                    <a:pt x="49551" y="53745"/>
                    <a:pt x="49058" y="53648"/>
                    <a:pt x="48489" y="53648"/>
                  </a:cubicBezTo>
                  <a:cubicBezTo>
                    <a:pt x="47687" y="53648"/>
                    <a:pt x="46732" y="53842"/>
                    <a:pt x="45661" y="54545"/>
                  </a:cubicBezTo>
                  <a:lnTo>
                    <a:pt x="45574" y="54602"/>
                  </a:lnTo>
                  <a:cubicBezTo>
                    <a:pt x="44745" y="55117"/>
                    <a:pt x="43684" y="55775"/>
                    <a:pt x="42768" y="56633"/>
                  </a:cubicBezTo>
                  <a:cubicBezTo>
                    <a:pt x="41367" y="57950"/>
                    <a:pt x="41165" y="59240"/>
                    <a:pt x="41023" y="60298"/>
                  </a:cubicBezTo>
                  <a:cubicBezTo>
                    <a:pt x="40994" y="60469"/>
                    <a:pt x="40994" y="60641"/>
                    <a:pt x="40966" y="60813"/>
                  </a:cubicBezTo>
                  <a:cubicBezTo>
                    <a:pt x="40909" y="61042"/>
                    <a:pt x="40737" y="61358"/>
                    <a:pt x="40535" y="61701"/>
                  </a:cubicBezTo>
                  <a:cubicBezTo>
                    <a:pt x="40249" y="62217"/>
                    <a:pt x="39906" y="62874"/>
                    <a:pt x="39677" y="63705"/>
                  </a:cubicBezTo>
                  <a:cubicBezTo>
                    <a:pt x="39276" y="65480"/>
                    <a:pt x="39791" y="66710"/>
                    <a:pt x="40164" y="67626"/>
                  </a:cubicBezTo>
                  <a:cubicBezTo>
                    <a:pt x="40279" y="67942"/>
                    <a:pt x="40394" y="68199"/>
                    <a:pt x="40451" y="68428"/>
                  </a:cubicBezTo>
                  <a:cubicBezTo>
                    <a:pt x="40451" y="68457"/>
                    <a:pt x="40451" y="68485"/>
                    <a:pt x="40478" y="68515"/>
                  </a:cubicBezTo>
                  <a:cubicBezTo>
                    <a:pt x="40508" y="68657"/>
                    <a:pt x="40535" y="68886"/>
                    <a:pt x="40565" y="69144"/>
                  </a:cubicBezTo>
                  <a:cubicBezTo>
                    <a:pt x="40650" y="69859"/>
                    <a:pt x="40794" y="71091"/>
                    <a:pt x="41795" y="72122"/>
                  </a:cubicBezTo>
                  <a:cubicBezTo>
                    <a:pt x="41596" y="72092"/>
                    <a:pt x="41337" y="72007"/>
                    <a:pt x="40966" y="71893"/>
                  </a:cubicBezTo>
                  <a:cubicBezTo>
                    <a:pt x="40535" y="71748"/>
                    <a:pt x="40164" y="71634"/>
                    <a:pt x="39821" y="71549"/>
                  </a:cubicBezTo>
                  <a:cubicBezTo>
                    <a:pt x="38990" y="71290"/>
                    <a:pt x="38619" y="71176"/>
                    <a:pt x="38245" y="70805"/>
                  </a:cubicBezTo>
                  <a:cubicBezTo>
                    <a:pt x="37673" y="70232"/>
                    <a:pt x="36958" y="69831"/>
                    <a:pt x="36329" y="69458"/>
                  </a:cubicBezTo>
                  <a:cubicBezTo>
                    <a:pt x="36127" y="69344"/>
                    <a:pt x="35841" y="69172"/>
                    <a:pt x="35641" y="69030"/>
                  </a:cubicBezTo>
                  <a:cubicBezTo>
                    <a:pt x="35841" y="68542"/>
                    <a:pt x="36070" y="67855"/>
                    <a:pt x="36012" y="66939"/>
                  </a:cubicBezTo>
                  <a:cubicBezTo>
                    <a:pt x="35928" y="65652"/>
                    <a:pt x="35268" y="64564"/>
                    <a:pt x="34725" y="63676"/>
                  </a:cubicBezTo>
                  <a:cubicBezTo>
                    <a:pt x="34611" y="63476"/>
                    <a:pt x="34467" y="63275"/>
                    <a:pt x="34382" y="63076"/>
                  </a:cubicBezTo>
                  <a:cubicBezTo>
                    <a:pt x="33951" y="62274"/>
                    <a:pt x="33436" y="61672"/>
                    <a:pt x="33008" y="61156"/>
                  </a:cubicBezTo>
                  <a:cubicBezTo>
                    <a:pt x="32692" y="60785"/>
                    <a:pt x="32405" y="60469"/>
                    <a:pt x="32234" y="60156"/>
                  </a:cubicBezTo>
                  <a:cubicBezTo>
                    <a:pt x="32149" y="59954"/>
                    <a:pt x="32092" y="59668"/>
                    <a:pt x="32005" y="59354"/>
                  </a:cubicBezTo>
                  <a:cubicBezTo>
                    <a:pt x="31805" y="58695"/>
                    <a:pt x="31576" y="57865"/>
                    <a:pt x="31031" y="57007"/>
                  </a:cubicBezTo>
                  <a:cubicBezTo>
                    <a:pt x="30603" y="56290"/>
                    <a:pt x="30603" y="56233"/>
                    <a:pt x="30603" y="55575"/>
                  </a:cubicBezTo>
                  <a:cubicBezTo>
                    <a:pt x="30603" y="54801"/>
                    <a:pt x="30603" y="53026"/>
                    <a:pt x="29257" y="51854"/>
                  </a:cubicBezTo>
                  <a:cubicBezTo>
                    <a:pt x="28796" y="51465"/>
                    <a:pt x="28067" y="51036"/>
                    <a:pt x="27000" y="51036"/>
                  </a:cubicBezTo>
                  <a:cubicBezTo>
                    <a:pt x="26809" y="51036"/>
                    <a:pt x="26607" y="51050"/>
                    <a:pt x="26394" y="51080"/>
                  </a:cubicBezTo>
                  <a:cubicBezTo>
                    <a:pt x="26337" y="50938"/>
                    <a:pt x="26279" y="50794"/>
                    <a:pt x="26252" y="50679"/>
                  </a:cubicBezTo>
                  <a:cubicBezTo>
                    <a:pt x="26222" y="50594"/>
                    <a:pt x="26165" y="50480"/>
                    <a:pt x="26137" y="50393"/>
                  </a:cubicBezTo>
                  <a:cubicBezTo>
                    <a:pt x="26080" y="50336"/>
                    <a:pt x="26080" y="50251"/>
                    <a:pt x="26050" y="50194"/>
                  </a:cubicBezTo>
                  <a:cubicBezTo>
                    <a:pt x="25794" y="49591"/>
                    <a:pt x="25508" y="48934"/>
                    <a:pt x="24534" y="48247"/>
                  </a:cubicBezTo>
                  <a:cubicBezTo>
                    <a:pt x="24447" y="48190"/>
                    <a:pt x="24363" y="48132"/>
                    <a:pt x="24275" y="48103"/>
                  </a:cubicBezTo>
                  <a:cubicBezTo>
                    <a:pt x="24248" y="48075"/>
                    <a:pt x="24218" y="48075"/>
                    <a:pt x="24191" y="48045"/>
                  </a:cubicBezTo>
                  <a:cubicBezTo>
                    <a:pt x="24218" y="47903"/>
                    <a:pt x="24248" y="47759"/>
                    <a:pt x="24248" y="47617"/>
                  </a:cubicBezTo>
                  <a:cubicBezTo>
                    <a:pt x="24248" y="46729"/>
                    <a:pt x="24161" y="45842"/>
                    <a:pt x="23989" y="44984"/>
                  </a:cubicBezTo>
                  <a:cubicBezTo>
                    <a:pt x="23989" y="44926"/>
                    <a:pt x="23962" y="44839"/>
                    <a:pt x="23932" y="44782"/>
                  </a:cubicBezTo>
                  <a:cubicBezTo>
                    <a:pt x="23847" y="44438"/>
                    <a:pt x="23733" y="44095"/>
                    <a:pt x="23588" y="43751"/>
                  </a:cubicBezTo>
                  <a:cubicBezTo>
                    <a:pt x="23561" y="43667"/>
                    <a:pt x="23504" y="43552"/>
                    <a:pt x="23474" y="43438"/>
                  </a:cubicBezTo>
                  <a:cubicBezTo>
                    <a:pt x="23904" y="43122"/>
                    <a:pt x="24420" y="42636"/>
                    <a:pt x="24763" y="41892"/>
                  </a:cubicBezTo>
                  <a:cubicBezTo>
                    <a:pt x="25249" y="40889"/>
                    <a:pt x="25221" y="39945"/>
                    <a:pt x="25221" y="39315"/>
                  </a:cubicBezTo>
                  <a:lnTo>
                    <a:pt x="25221" y="38972"/>
                  </a:lnTo>
                  <a:cubicBezTo>
                    <a:pt x="25393" y="38800"/>
                    <a:pt x="25622" y="38599"/>
                    <a:pt x="25879" y="38399"/>
                  </a:cubicBezTo>
                  <a:cubicBezTo>
                    <a:pt x="26481" y="37912"/>
                    <a:pt x="27310" y="37254"/>
                    <a:pt x="27940" y="36167"/>
                  </a:cubicBezTo>
                  <a:cubicBezTo>
                    <a:pt x="28340" y="35537"/>
                    <a:pt x="29028" y="34392"/>
                    <a:pt x="29573" y="33217"/>
                  </a:cubicBezTo>
                  <a:cubicBezTo>
                    <a:pt x="29802" y="33160"/>
                    <a:pt x="30031" y="33075"/>
                    <a:pt x="30260" y="32988"/>
                  </a:cubicBezTo>
                  <a:cubicBezTo>
                    <a:pt x="30344" y="32960"/>
                    <a:pt x="30402" y="32903"/>
                    <a:pt x="30459" y="32873"/>
                  </a:cubicBezTo>
                  <a:cubicBezTo>
                    <a:pt x="31089" y="32502"/>
                    <a:pt x="31576" y="31843"/>
                    <a:pt x="31748" y="31071"/>
                  </a:cubicBezTo>
                  <a:cubicBezTo>
                    <a:pt x="32176" y="29381"/>
                    <a:pt x="31118" y="27063"/>
                    <a:pt x="30802" y="26433"/>
                  </a:cubicBezTo>
                  <a:cubicBezTo>
                    <a:pt x="30489" y="25918"/>
                    <a:pt x="30145" y="25488"/>
                    <a:pt x="29859" y="25117"/>
                  </a:cubicBezTo>
                  <a:cubicBezTo>
                    <a:pt x="29744" y="25002"/>
                    <a:pt x="29600" y="24830"/>
                    <a:pt x="29486" y="24686"/>
                  </a:cubicBezTo>
                  <a:cubicBezTo>
                    <a:pt x="29543" y="24514"/>
                    <a:pt x="29630" y="24315"/>
                    <a:pt x="29687" y="24143"/>
                  </a:cubicBezTo>
                  <a:cubicBezTo>
                    <a:pt x="29886" y="23628"/>
                    <a:pt x="30145" y="22998"/>
                    <a:pt x="30260" y="22281"/>
                  </a:cubicBezTo>
                  <a:lnTo>
                    <a:pt x="30260" y="22224"/>
                  </a:lnTo>
                  <a:cubicBezTo>
                    <a:pt x="30660" y="18532"/>
                    <a:pt x="28684" y="15040"/>
                    <a:pt x="25535" y="13895"/>
                  </a:cubicBezTo>
                  <a:cubicBezTo>
                    <a:pt x="25508" y="13865"/>
                    <a:pt x="25478" y="13865"/>
                    <a:pt x="25450" y="13865"/>
                  </a:cubicBezTo>
                  <a:cubicBezTo>
                    <a:pt x="24878" y="13666"/>
                    <a:pt x="24305" y="13494"/>
                    <a:pt x="23733" y="13322"/>
                  </a:cubicBezTo>
                  <a:cubicBezTo>
                    <a:pt x="23217" y="13178"/>
                    <a:pt x="22702" y="13006"/>
                    <a:pt x="22214" y="12864"/>
                  </a:cubicBezTo>
                  <a:cubicBezTo>
                    <a:pt x="21624" y="12660"/>
                    <a:pt x="21086" y="12577"/>
                    <a:pt x="20594" y="12577"/>
                  </a:cubicBezTo>
                  <a:cubicBezTo>
                    <a:pt x="19775" y="12577"/>
                    <a:pt x="19084" y="12807"/>
                    <a:pt x="18493" y="13093"/>
                  </a:cubicBezTo>
                  <a:cubicBezTo>
                    <a:pt x="18117" y="12807"/>
                    <a:pt x="17572" y="12565"/>
                    <a:pt x="16830" y="12565"/>
                  </a:cubicBezTo>
                  <a:cubicBezTo>
                    <a:pt x="16388" y="12565"/>
                    <a:pt x="15875" y="12651"/>
                    <a:pt x="15287" y="12864"/>
                  </a:cubicBezTo>
                  <a:cubicBezTo>
                    <a:pt x="14057" y="13235"/>
                    <a:pt x="13198" y="13922"/>
                    <a:pt x="12424" y="14525"/>
                  </a:cubicBezTo>
                  <a:lnTo>
                    <a:pt x="11737" y="15040"/>
                  </a:lnTo>
                  <a:cubicBezTo>
                    <a:pt x="11709" y="15068"/>
                    <a:pt x="11680" y="15068"/>
                    <a:pt x="11680" y="15097"/>
                  </a:cubicBezTo>
                  <a:cubicBezTo>
                    <a:pt x="11366" y="15326"/>
                    <a:pt x="10908" y="15498"/>
                    <a:pt x="10393" y="15727"/>
                  </a:cubicBezTo>
                  <a:cubicBezTo>
                    <a:pt x="10164" y="15842"/>
                    <a:pt x="9877" y="15956"/>
                    <a:pt x="9591" y="16098"/>
                  </a:cubicBezTo>
                  <a:cubicBezTo>
                    <a:pt x="9161" y="15670"/>
                    <a:pt x="8675" y="15468"/>
                    <a:pt x="8187" y="15411"/>
                  </a:cubicBezTo>
                  <a:cubicBezTo>
                    <a:pt x="8130" y="15326"/>
                    <a:pt x="8103" y="15212"/>
                    <a:pt x="8045" y="15125"/>
                  </a:cubicBezTo>
                  <a:cubicBezTo>
                    <a:pt x="8675" y="14953"/>
                    <a:pt x="9332" y="14811"/>
                    <a:pt x="9763" y="14697"/>
                  </a:cubicBezTo>
                  <a:cubicBezTo>
                    <a:pt x="10622" y="14525"/>
                    <a:pt x="11423" y="14323"/>
                    <a:pt x="12110" y="14037"/>
                  </a:cubicBezTo>
                  <a:cubicBezTo>
                    <a:pt x="12225" y="14009"/>
                    <a:pt x="12339" y="13952"/>
                    <a:pt x="12481" y="13922"/>
                  </a:cubicBezTo>
                  <a:cubicBezTo>
                    <a:pt x="13626" y="13464"/>
                    <a:pt x="15488" y="12777"/>
                    <a:pt x="15660" y="11060"/>
                  </a:cubicBezTo>
                  <a:cubicBezTo>
                    <a:pt x="16462" y="10746"/>
                    <a:pt x="17034" y="10316"/>
                    <a:pt x="17034" y="10316"/>
                  </a:cubicBezTo>
                  <a:cubicBezTo>
                    <a:pt x="18179" y="9457"/>
                    <a:pt x="18408" y="8483"/>
                    <a:pt x="18408" y="7826"/>
                  </a:cubicBezTo>
                  <a:lnTo>
                    <a:pt x="18408" y="7510"/>
                  </a:lnTo>
                  <a:cubicBezTo>
                    <a:pt x="18607" y="7483"/>
                    <a:pt x="18779" y="7425"/>
                    <a:pt x="18951" y="7368"/>
                  </a:cubicBezTo>
                  <a:cubicBezTo>
                    <a:pt x="20153" y="6995"/>
                    <a:pt x="21443" y="6537"/>
                    <a:pt x="22588" y="6079"/>
                  </a:cubicBezTo>
                  <a:cubicBezTo>
                    <a:pt x="23217" y="5822"/>
                    <a:pt x="23790" y="5822"/>
                    <a:pt x="24905" y="5822"/>
                  </a:cubicBezTo>
                  <a:lnTo>
                    <a:pt x="25050" y="5822"/>
                  </a:lnTo>
                  <a:cubicBezTo>
                    <a:pt x="25908" y="5765"/>
                    <a:pt x="26623" y="5593"/>
                    <a:pt x="27282" y="5449"/>
                  </a:cubicBezTo>
                  <a:cubicBezTo>
                    <a:pt x="27683" y="5364"/>
                    <a:pt x="28084" y="5277"/>
                    <a:pt x="28485" y="5220"/>
                  </a:cubicBezTo>
                  <a:cubicBezTo>
                    <a:pt x="28570" y="5220"/>
                    <a:pt x="28627" y="5220"/>
                    <a:pt x="28684" y="5192"/>
                  </a:cubicBezTo>
                  <a:close/>
                  <a:moveTo>
                    <a:pt x="48551" y="73209"/>
                  </a:moveTo>
                  <a:cubicBezTo>
                    <a:pt x="48551" y="73381"/>
                    <a:pt x="48524" y="73553"/>
                    <a:pt x="48524" y="73725"/>
                  </a:cubicBezTo>
                  <a:cubicBezTo>
                    <a:pt x="48409" y="73610"/>
                    <a:pt x="48322" y="73496"/>
                    <a:pt x="48207" y="73351"/>
                  </a:cubicBezTo>
                  <a:cubicBezTo>
                    <a:pt x="48322" y="73324"/>
                    <a:pt x="48436" y="73267"/>
                    <a:pt x="48551" y="73209"/>
                  </a:cubicBezTo>
                  <a:close/>
                  <a:moveTo>
                    <a:pt x="54162" y="76587"/>
                  </a:moveTo>
                  <a:cubicBezTo>
                    <a:pt x="54162" y="76729"/>
                    <a:pt x="54105" y="76901"/>
                    <a:pt x="53990" y="77245"/>
                  </a:cubicBezTo>
                  <a:cubicBezTo>
                    <a:pt x="53876" y="77073"/>
                    <a:pt x="53761" y="76931"/>
                    <a:pt x="53619" y="76787"/>
                  </a:cubicBezTo>
                  <a:cubicBezTo>
                    <a:pt x="53704" y="76759"/>
                    <a:pt x="53818" y="76702"/>
                    <a:pt x="53933" y="76672"/>
                  </a:cubicBezTo>
                  <a:cubicBezTo>
                    <a:pt x="54020" y="76645"/>
                    <a:pt x="54105" y="76615"/>
                    <a:pt x="54162" y="76587"/>
                  </a:cubicBezTo>
                  <a:close/>
                  <a:moveTo>
                    <a:pt x="67532" y="82713"/>
                  </a:moveTo>
                  <a:cubicBezTo>
                    <a:pt x="67731" y="82885"/>
                    <a:pt x="67990" y="83027"/>
                    <a:pt x="68246" y="83142"/>
                  </a:cubicBezTo>
                  <a:cubicBezTo>
                    <a:pt x="68668" y="83298"/>
                    <a:pt x="69063" y="83360"/>
                    <a:pt x="69427" y="83360"/>
                  </a:cubicBezTo>
                  <a:cubicBezTo>
                    <a:pt x="70201" y="83360"/>
                    <a:pt x="70834" y="83080"/>
                    <a:pt x="71281" y="82828"/>
                  </a:cubicBezTo>
                  <a:cubicBezTo>
                    <a:pt x="71510" y="82970"/>
                    <a:pt x="71768" y="83142"/>
                    <a:pt x="72082" y="83286"/>
                  </a:cubicBezTo>
                  <a:cubicBezTo>
                    <a:pt x="72627" y="83542"/>
                    <a:pt x="73170" y="83657"/>
                    <a:pt x="73601" y="83744"/>
                  </a:cubicBezTo>
                  <a:cubicBezTo>
                    <a:pt x="73743" y="83801"/>
                    <a:pt x="73857" y="83829"/>
                    <a:pt x="74001" y="83858"/>
                  </a:cubicBezTo>
                  <a:cubicBezTo>
                    <a:pt x="74813" y="84088"/>
                    <a:pt x="75544" y="84203"/>
                    <a:pt x="76259" y="84203"/>
                  </a:cubicBezTo>
                  <a:cubicBezTo>
                    <a:pt x="76878" y="84203"/>
                    <a:pt x="77486" y="84117"/>
                    <a:pt x="78124" y="83943"/>
                  </a:cubicBezTo>
                  <a:lnTo>
                    <a:pt x="78380" y="84202"/>
                  </a:lnTo>
                  <a:lnTo>
                    <a:pt x="78410" y="84229"/>
                  </a:lnTo>
                  <a:cubicBezTo>
                    <a:pt x="78582" y="84401"/>
                    <a:pt x="78753" y="84573"/>
                    <a:pt x="78925" y="84775"/>
                  </a:cubicBezTo>
                  <a:cubicBezTo>
                    <a:pt x="79440" y="85290"/>
                    <a:pt x="79983" y="85862"/>
                    <a:pt x="80700" y="86320"/>
                  </a:cubicBezTo>
                  <a:cubicBezTo>
                    <a:pt x="80700" y="86320"/>
                    <a:pt x="80727" y="86320"/>
                    <a:pt x="80727" y="86348"/>
                  </a:cubicBezTo>
                  <a:cubicBezTo>
                    <a:pt x="81273" y="86664"/>
                    <a:pt x="81300" y="86691"/>
                    <a:pt x="81902" y="87580"/>
                  </a:cubicBezTo>
                  <a:cubicBezTo>
                    <a:pt x="83448" y="89927"/>
                    <a:pt x="85738" y="89985"/>
                    <a:pt x="87112" y="90042"/>
                  </a:cubicBezTo>
                  <a:cubicBezTo>
                    <a:pt x="87914" y="90042"/>
                    <a:pt x="88429" y="90069"/>
                    <a:pt x="88773" y="90298"/>
                  </a:cubicBezTo>
                  <a:cubicBezTo>
                    <a:pt x="88800" y="90328"/>
                    <a:pt x="88830" y="90328"/>
                    <a:pt x="88857" y="90356"/>
                  </a:cubicBezTo>
                  <a:cubicBezTo>
                    <a:pt x="89201" y="90557"/>
                    <a:pt x="89574" y="90843"/>
                    <a:pt x="89774" y="91043"/>
                  </a:cubicBezTo>
                  <a:cubicBezTo>
                    <a:pt x="89774" y="91100"/>
                    <a:pt x="89746" y="91130"/>
                    <a:pt x="89746" y="91187"/>
                  </a:cubicBezTo>
                  <a:cubicBezTo>
                    <a:pt x="89746" y="91645"/>
                    <a:pt x="89689" y="92332"/>
                    <a:pt x="89975" y="93104"/>
                  </a:cubicBezTo>
                  <a:cubicBezTo>
                    <a:pt x="90147" y="93592"/>
                    <a:pt x="90403" y="93963"/>
                    <a:pt x="90662" y="94221"/>
                  </a:cubicBezTo>
                  <a:cubicBezTo>
                    <a:pt x="90662" y="94363"/>
                    <a:pt x="90662" y="94535"/>
                    <a:pt x="90719" y="94707"/>
                  </a:cubicBezTo>
                  <a:lnTo>
                    <a:pt x="90719" y="94794"/>
                  </a:lnTo>
                  <a:cubicBezTo>
                    <a:pt x="91063" y="96282"/>
                    <a:pt x="91777" y="96940"/>
                    <a:pt x="92494" y="97370"/>
                  </a:cubicBezTo>
                  <a:lnTo>
                    <a:pt x="92494" y="97398"/>
                  </a:lnTo>
                  <a:cubicBezTo>
                    <a:pt x="92522" y="97512"/>
                    <a:pt x="92522" y="97657"/>
                    <a:pt x="92551" y="97771"/>
                  </a:cubicBezTo>
                  <a:cubicBezTo>
                    <a:pt x="92739" y="98957"/>
                    <a:pt x="93766" y="99812"/>
                    <a:pt x="94936" y="99812"/>
                  </a:cubicBezTo>
                  <a:cubicBezTo>
                    <a:pt x="95009" y="99812"/>
                    <a:pt x="95082" y="99809"/>
                    <a:pt x="95155" y="99802"/>
                  </a:cubicBezTo>
                  <a:cubicBezTo>
                    <a:pt x="95728" y="99745"/>
                    <a:pt x="96158" y="99573"/>
                    <a:pt x="96472" y="99431"/>
                  </a:cubicBezTo>
                  <a:cubicBezTo>
                    <a:pt x="96701" y="99546"/>
                    <a:pt x="96930" y="99688"/>
                    <a:pt x="97017" y="99775"/>
                  </a:cubicBezTo>
                  <a:lnTo>
                    <a:pt x="97045" y="99832"/>
                  </a:lnTo>
                  <a:cubicBezTo>
                    <a:pt x="97647" y="100890"/>
                    <a:pt x="98476" y="101435"/>
                    <a:pt x="99823" y="101607"/>
                  </a:cubicBezTo>
                  <a:cubicBezTo>
                    <a:pt x="99918" y="101616"/>
                    <a:pt x="100013" y="101619"/>
                    <a:pt x="100109" y="101619"/>
                  </a:cubicBezTo>
                  <a:cubicBezTo>
                    <a:pt x="100300" y="101619"/>
                    <a:pt x="100491" y="101607"/>
                    <a:pt x="100681" y="101607"/>
                  </a:cubicBezTo>
                  <a:cubicBezTo>
                    <a:pt x="100853" y="101577"/>
                    <a:pt x="100938" y="101577"/>
                    <a:pt x="100995" y="101577"/>
                  </a:cubicBezTo>
                  <a:cubicBezTo>
                    <a:pt x="101396" y="101664"/>
                    <a:pt x="101797" y="101722"/>
                    <a:pt x="102198" y="101806"/>
                  </a:cubicBezTo>
                  <a:cubicBezTo>
                    <a:pt x="102255" y="101806"/>
                    <a:pt x="102312" y="101806"/>
                    <a:pt x="102369" y="101836"/>
                  </a:cubicBezTo>
                  <a:cubicBezTo>
                    <a:pt x="103315" y="101921"/>
                    <a:pt x="103773" y="102093"/>
                    <a:pt x="104545" y="102608"/>
                  </a:cubicBezTo>
                  <a:cubicBezTo>
                    <a:pt x="104717" y="102752"/>
                    <a:pt x="104888" y="102894"/>
                    <a:pt x="105033" y="103038"/>
                  </a:cubicBezTo>
                  <a:cubicBezTo>
                    <a:pt x="105633" y="103554"/>
                    <a:pt x="106434" y="104268"/>
                    <a:pt x="107838" y="104527"/>
                  </a:cubicBezTo>
                  <a:cubicBezTo>
                    <a:pt x="107953" y="105241"/>
                    <a:pt x="107980" y="106130"/>
                    <a:pt x="107895" y="106645"/>
                  </a:cubicBezTo>
                  <a:cubicBezTo>
                    <a:pt x="107838" y="106730"/>
                    <a:pt x="107637" y="106932"/>
                    <a:pt x="107522" y="107074"/>
                  </a:cubicBezTo>
                  <a:cubicBezTo>
                    <a:pt x="107037" y="107561"/>
                    <a:pt x="106377" y="108219"/>
                    <a:pt x="105976" y="109279"/>
                  </a:cubicBezTo>
                  <a:cubicBezTo>
                    <a:pt x="105804" y="109707"/>
                    <a:pt x="105720" y="110051"/>
                    <a:pt x="105663" y="110280"/>
                  </a:cubicBezTo>
                  <a:cubicBezTo>
                    <a:pt x="105633" y="110337"/>
                    <a:pt x="105633" y="110394"/>
                    <a:pt x="105605" y="110451"/>
                  </a:cubicBezTo>
                  <a:lnTo>
                    <a:pt x="105518" y="110539"/>
                  </a:lnTo>
                  <a:cubicBezTo>
                    <a:pt x="105117" y="110825"/>
                    <a:pt x="104488" y="111283"/>
                    <a:pt x="104059" y="112084"/>
                  </a:cubicBezTo>
                  <a:cubicBezTo>
                    <a:pt x="103029" y="113916"/>
                    <a:pt x="103514" y="115948"/>
                    <a:pt x="103888" y="117608"/>
                  </a:cubicBezTo>
                  <a:cubicBezTo>
                    <a:pt x="104002" y="118153"/>
                    <a:pt x="104144" y="118753"/>
                    <a:pt x="104174" y="119126"/>
                  </a:cubicBezTo>
                  <a:cubicBezTo>
                    <a:pt x="104117" y="119612"/>
                    <a:pt x="103773" y="120299"/>
                    <a:pt x="103457" y="120929"/>
                  </a:cubicBezTo>
                  <a:cubicBezTo>
                    <a:pt x="103315" y="121215"/>
                    <a:pt x="103201" y="121501"/>
                    <a:pt x="103056" y="121760"/>
                  </a:cubicBezTo>
                  <a:cubicBezTo>
                    <a:pt x="103056" y="121788"/>
                    <a:pt x="103056" y="121817"/>
                    <a:pt x="103029" y="121845"/>
                  </a:cubicBezTo>
                  <a:cubicBezTo>
                    <a:pt x="102885" y="122246"/>
                    <a:pt x="102743" y="122676"/>
                    <a:pt x="102598" y="123077"/>
                  </a:cubicBezTo>
                  <a:cubicBezTo>
                    <a:pt x="102399" y="123677"/>
                    <a:pt x="102198" y="124337"/>
                    <a:pt x="101969" y="124650"/>
                  </a:cubicBezTo>
                  <a:cubicBezTo>
                    <a:pt x="101827" y="124795"/>
                    <a:pt x="101052" y="124879"/>
                    <a:pt x="100652" y="124909"/>
                  </a:cubicBezTo>
                  <a:cubicBezTo>
                    <a:pt x="99278" y="125051"/>
                    <a:pt x="97216" y="125280"/>
                    <a:pt x="95815" y="127169"/>
                  </a:cubicBezTo>
                  <a:cubicBezTo>
                    <a:pt x="95728" y="127256"/>
                    <a:pt x="95671" y="127371"/>
                    <a:pt x="95613" y="127485"/>
                  </a:cubicBezTo>
                  <a:cubicBezTo>
                    <a:pt x="94441" y="128802"/>
                    <a:pt x="94354" y="129746"/>
                    <a:pt x="94583" y="131837"/>
                  </a:cubicBezTo>
                  <a:lnTo>
                    <a:pt x="94583" y="131894"/>
                  </a:lnTo>
                  <a:cubicBezTo>
                    <a:pt x="94727" y="132952"/>
                    <a:pt x="94697" y="133039"/>
                    <a:pt x="93552" y="134154"/>
                  </a:cubicBezTo>
                  <a:cubicBezTo>
                    <a:pt x="93525" y="134184"/>
                    <a:pt x="93495" y="134241"/>
                    <a:pt x="93468" y="134269"/>
                  </a:cubicBezTo>
                  <a:cubicBezTo>
                    <a:pt x="92235" y="135673"/>
                    <a:pt x="91892" y="136845"/>
                    <a:pt x="91578" y="138364"/>
                  </a:cubicBezTo>
                  <a:cubicBezTo>
                    <a:pt x="91548" y="138391"/>
                    <a:pt x="91521" y="138421"/>
                    <a:pt x="91521" y="138448"/>
                  </a:cubicBezTo>
                  <a:cubicBezTo>
                    <a:pt x="91406" y="138593"/>
                    <a:pt x="91235" y="138822"/>
                    <a:pt x="91090" y="139108"/>
                  </a:cubicBezTo>
                  <a:cubicBezTo>
                    <a:pt x="91090" y="139165"/>
                    <a:pt x="91063" y="139222"/>
                    <a:pt x="91033" y="139280"/>
                  </a:cubicBezTo>
                  <a:cubicBezTo>
                    <a:pt x="90948" y="139509"/>
                    <a:pt x="90861" y="139738"/>
                    <a:pt x="90804" y="139937"/>
                  </a:cubicBezTo>
                  <a:cubicBezTo>
                    <a:pt x="90777" y="139994"/>
                    <a:pt x="90777" y="140051"/>
                    <a:pt x="90747" y="140109"/>
                  </a:cubicBezTo>
                  <a:cubicBezTo>
                    <a:pt x="90548" y="140051"/>
                    <a:pt x="90289" y="140024"/>
                    <a:pt x="89975" y="139994"/>
                  </a:cubicBezTo>
                  <a:cubicBezTo>
                    <a:pt x="89811" y="139971"/>
                    <a:pt x="89559" y="139941"/>
                    <a:pt x="89261" y="139941"/>
                  </a:cubicBezTo>
                  <a:cubicBezTo>
                    <a:pt x="88468" y="139941"/>
                    <a:pt x="87348" y="140152"/>
                    <a:pt x="86682" y="141254"/>
                  </a:cubicBezTo>
                  <a:cubicBezTo>
                    <a:pt x="85796" y="142772"/>
                    <a:pt x="86739" y="144146"/>
                    <a:pt x="87140" y="144719"/>
                  </a:cubicBezTo>
                  <a:cubicBezTo>
                    <a:pt x="87254" y="144861"/>
                    <a:pt x="87399" y="145090"/>
                    <a:pt x="87426" y="145147"/>
                  </a:cubicBezTo>
                  <a:cubicBezTo>
                    <a:pt x="87456" y="145234"/>
                    <a:pt x="87483" y="145291"/>
                    <a:pt x="87513" y="145348"/>
                  </a:cubicBezTo>
                  <a:cubicBezTo>
                    <a:pt x="87370" y="145334"/>
                    <a:pt x="87213" y="145326"/>
                    <a:pt x="87044" y="145326"/>
                  </a:cubicBezTo>
                  <a:cubicBezTo>
                    <a:pt x="86876" y="145326"/>
                    <a:pt x="86697" y="145334"/>
                    <a:pt x="86510" y="145348"/>
                  </a:cubicBezTo>
                  <a:cubicBezTo>
                    <a:pt x="85338" y="145406"/>
                    <a:pt x="84421" y="145807"/>
                    <a:pt x="83819" y="146551"/>
                  </a:cubicBezTo>
                  <a:cubicBezTo>
                    <a:pt x="83247" y="147265"/>
                    <a:pt x="83132" y="148039"/>
                    <a:pt x="83162" y="148669"/>
                  </a:cubicBezTo>
                  <a:cubicBezTo>
                    <a:pt x="81758" y="148983"/>
                    <a:pt x="81273" y="149986"/>
                    <a:pt x="81101" y="150472"/>
                  </a:cubicBezTo>
                  <a:cubicBezTo>
                    <a:pt x="80929" y="151044"/>
                    <a:pt x="80727" y="152333"/>
                    <a:pt x="82102" y="153620"/>
                  </a:cubicBezTo>
                  <a:cubicBezTo>
                    <a:pt x="82017" y="153964"/>
                    <a:pt x="81987" y="154307"/>
                    <a:pt x="81987" y="154594"/>
                  </a:cubicBezTo>
                  <a:cubicBezTo>
                    <a:pt x="81815" y="154738"/>
                    <a:pt x="81616" y="154937"/>
                    <a:pt x="81444" y="155196"/>
                  </a:cubicBezTo>
                  <a:cubicBezTo>
                    <a:pt x="80785" y="156112"/>
                    <a:pt x="80528" y="157056"/>
                    <a:pt x="80670" y="158001"/>
                  </a:cubicBezTo>
                  <a:cubicBezTo>
                    <a:pt x="80899" y="159231"/>
                    <a:pt x="81731" y="159948"/>
                    <a:pt x="82445" y="160434"/>
                  </a:cubicBezTo>
                  <a:cubicBezTo>
                    <a:pt x="82044" y="161121"/>
                    <a:pt x="81586" y="162094"/>
                    <a:pt x="81559" y="163326"/>
                  </a:cubicBezTo>
                  <a:lnTo>
                    <a:pt x="81559" y="163411"/>
                  </a:lnTo>
                  <a:cubicBezTo>
                    <a:pt x="81215" y="162953"/>
                    <a:pt x="80842" y="162437"/>
                    <a:pt x="80757" y="162151"/>
                  </a:cubicBezTo>
                  <a:cubicBezTo>
                    <a:pt x="80670" y="161865"/>
                    <a:pt x="80613" y="161579"/>
                    <a:pt x="80528" y="161292"/>
                  </a:cubicBezTo>
                  <a:cubicBezTo>
                    <a:pt x="80384" y="160663"/>
                    <a:pt x="80242" y="159976"/>
                    <a:pt x="79898" y="159147"/>
                  </a:cubicBezTo>
                  <a:cubicBezTo>
                    <a:pt x="79898" y="159117"/>
                    <a:pt x="79869" y="159089"/>
                    <a:pt x="79841" y="159032"/>
                  </a:cubicBezTo>
                  <a:cubicBezTo>
                    <a:pt x="79582" y="158487"/>
                    <a:pt x="79411" y="157543"/>
                    <a:pt x="79239" y="156655"/>
                  </a:cubicBezTo>
                  <a:cubicBezTo>
                    <a:pt x="78868" y="154681"/>
                    <a:pt x="78380" y="152219"/>
                    <a:pt x="76491" y="150701"/>
                  </a:cubicBezTo>
                  <a:lnTo>
                    <a:pt x="76463" y="150673"/>
                  </a:lnTo>
                  <a:cubicBezTo>
                    <a:pt x="76349" y="150616"/>
                    <a:pt x="76262" y="150559"/>
                    <a:pt x="76204" y="150501"/>
                  </a:cubicBezTo>
                  <a:cubicBezTo>
                    <a:pt x="76177" y="150300"/>
                    <a:pt x="76147" y="150101"/>
                    <a:pt x="76147" y="149929"/>
                  </a:cubicBezTo>
                  <a:cubicBezTo>
                    <a:pt x="76120" y="149757"/>
                    <a:pt x="76120" y="149613"/>
                    <a:pt x="76090" y="149471"/>
                  </a:cubicBezTo>
                  <a:lnTo>
                    <a:pt x="76090" y="149384"/>
                  </a:lnTo>
                  <a:cubicBezTo>
                    <a:pt x="75975" y="148555"/>
                    <a:pt x="75689" y="147838"/>
                    <a:pt x="75460" y="147295"/>
                  </a:cubicBezTo>
                  <a:cubicBezTo>
                    <a:pt x="75318" y="146979"/>
                    <a:pt x="75146" y="146608"/>
                    <a:pt x="75146" y="146436"/>
                  </a:cubicBezTo>
                  <a:lnTo>
                    <a:pt x="75146" y="146292"/>
                  </a:lnTo>
                  <a:cubicBezTo>
                    <a:pt x="75117" y="146150"/>
                    <a:pt x="75231" y="145749"/>
                    <a:pt x="75288" y="145463"/>
                  </a:cubicBezTo>
                  <a:cubicBezTo>
                    <a:pt x="75433" y="144861"/>
                    <a:pt x="75632" y="144116"/>
                    <a:pt x="75632" y="143258"/>
                  </a:cubicBezTo>
                  <a:cubicBezTo>
                    <a:pt x="75632" y="141597"/>
                    <a:pt x="75547" y="140223"/>
                    <a:pt x="75346" y="138936"/>
                  </a:cubicBezTo>
                  <a:cubicBezTo>
                    <a:pt x="75231" y="138077"/>
                    <a:pt x="75261" y="137132"/>
                    <a:pt x="75318" y="136131"/>
                  </a:cubicBezTo>
                  <a:cubicBezTo>
                    <a:pt x="75346" y="135100"/>
                    <a:pt x="75403" y="134040"/>
                    <a:pt x="75288" y="132925"/>
                  </a:cubicBezTo>
                  <a:cubicBezTo>
                    <a:pt x="75174" y="132066"/>
                    <a:pt x="75002" y="131321"/>
                    <a:pt x="74860" y="130577"/>
                  </a:cubicBezTo>
                  <a:cubicBezTo>
                    <a:pt x="74688" y="129833"/>
                    <a:pt x="74517" y="129173"/>
                    <a:pt x="74487" y="128516"/>
                  </a:cubicBezTo>
                  <a:cubicBezTo>
                    <a:pt x="74574" y="128287"/>
                    <a:pt x="74601" y="128028"/>
                    <a:pt x="74601" y="127742"/>
                  </a:cubicBezTo>
                  <a:lnTo>
                    <a:pt x="74601" y="126798"/>
                  </a:lnTo>
                  <a:cubicBezTo>
                    <a:pt x="74601" y="126311"/>
                    <a:pt x="74574" y="125795"/>
                    <a:pt x="74574" y="125310"/>
                  </a:cubicBezTo>
                  <a:cubicBezTo>
                    <a:pt x="74544" y="124879"/>
                    <a:pt x="74544" y="124421"/>
                    <a:pt x="74544" y="123993"/>
                  </a:cubicBezTo>
                  <a:cubicBezTo>
                    <a:pt x="74544" y="123906"/>
                    <a:pt x="74544" y="123821"/>
                    <a:pt x="74517" y="123764"/>
                  </a:cubicBezTo>
                  <a:lnTo>
                    <a:pt x="74517" y="123047"/>
                  </a:lnTo>
                  <a:cubicBezTo>
                    <a:pt x="74517" y="122275"/>
                    <a:pt x="74544" y="121417"/>
                    <a:pt x="74315" y="120643"/>
                  </a:cubicBezTo>
                  <a:cubicBezTo>
                    <a:pt x="74288" y="120585"/>
                    <a:pt x="74288" y="120558"/>
                    <a:pt x="74258" y="120528"/>
                  </a:cubicBezTo>
                  <a:cubicBezTo>
                    <a:pt x="73857" y="119326"/>
                    <a:pt x="72913" y="118554"/>
                    <a:pt x="72169" y="117952"/>
                  </a:cubicBezTo>
                  <a:cubicBezTo>
                    <a:pt x="71968" y="117780"/>
                    <a:pt x="71739" y="117581"/>
                    <a:pt x="71624" y="117466"/>
                  </a:cubicBezTo>
                  <a:cubicBezTo>
                    <a:pt x="70536" y="116291"/>
                    <a:pt x="69391" y="115920"/>
                    <a:pt x="68562" y="115634"/>
                  </a:cubicBezTo>
                  <a:cubicBezTo>
                    <a:pt x="68132" y="115520"/>
                    <a:pt x="67903" y="115433"/>
                    <a:pt x="67703" y="115318"/>
                  </a:cubicBezTo>
                  <a:cubicBezTo>
                    <a:pt x="66929" y="114775"/>
                    <a:pt x="66444" y="113573"/>
                    <a:pt x="65929" y="112284"/>
                  </a:cubicBezTo>
                  <a:cubicBezTo>
                    <a:pt x="65384" y="110939"/>
                    <a:pt x="64754" y="109421"/>
                    <a:pt x="63609" y="108191"/>
                  </a:cubicBezTo>
                  <a:cubicBezTo>
                    <a:pt x="63238" y="107818"/>
                    <a:pt x="63066" y="107390"/>
                    <a:pt x="62780" y="106673"/>
                  </a:cubicBezTo>
                  <a:cubicBezTo>
                    <a:pt x="62521" y="106043"/>
                    <a:pt x="62264" y="105356"/>
                    <a:pt x="61777" y="104584"/>
                  </a:cubicBezTo>
                  <a:cubicBezTo>
                    <a:pt x="61261" y="103783"/>
                    <a:pt x="60689" y="103325"/>
                    <a:pt x="60288" y="103066"/>
                  </a:cubicBezTo>
                  <a:cubicBezTo>
                    <a:pt x="60260" y="102981"/>
                    <a:pt x="60260" y="102894"/>
                    <a:pt x="60231" y="102837"/>
                  </a:cubicBezTo>
                  <a:cubicBezTo>
                    <a:pt x="60975" y="102409"/>
                    <a:pt x="61834" y="101520"/>
                    <a:pt x="61548" y="99688"/>
                  </a:cubicBezTo>
                  <a:cubicBezTo>
                    <a:pt x="61463" y="99173"/>
                    <a:pt x="61204" y="98687"/>
                    <a:pt x="60833" y="98314"/>
                  </a:cubicBezTo>
                  <a:lnTo>
                    <a:pt x="60574" y="98057"/>
                  </a:lnTo>
                  <a:cubicBezTo>
                    <a:pt x="60402" y="97599"/>
                    <a:pt x="60719" y="96969"/>
                    <a:pt x="61062" y="96539"/>
                  </a:cubicBezTo>
                  <a:cubicBezTo>
                    <a:pt x="61376" y="96397"/>
                    <a:pt x="61749" y="96138"/>
                    <a:pt x="62093" y="95710"/>
                  </a:cubicBezTo>
                  <a:cubicBezTo>
                    <a:pt x="62322" y="95424"/>
                    <a:pt x="62521" y="95023"/>
                    <a:pt x="62608" y="94508"/>
                  </a:cubicBezTo>
                  <a:cubicBezTo>
                    <a:pt x="62635" y="94508"/>
                    <a:pt x="62665" y="94478"/>
                    <a:pt x="62693" y="94478"/>
                  </a:cubicBezTo>
                  <a:lnTo>
                    <a:pt x="62864" y="94306"/>
                  </a:lnTo>
                  <a:cubicBezTo>
                    <a:pt x="64554" y="92733"/>
                    <a:pt x="64784" y="91072"/>
                    <a:pt x="64868" y="89355"/>
                  </a:cubicBezTo>
                  <a:cubicBezTo>
                    <a:pt x="64925" y="88409"/>
                    <a:pt x="64955" y="87436"/>
                    <a:pt x="64612" y="86291"/>
                  </a:cubicBezTo>
                  <a:cubicBezTo>
                    <a:pt x="66100" y="85604"/>
                    <a:pt x="66501" y="84058"/>
                    <a:pt x="66700" y="83256"/>
                  </a:cubicBezTo>
                  <a:cubicBezTo>
                    <a:pt x="66730" y="83171"/>
                    <a:pt x="66758" y="83027"/>
                    <a:pt x="66787" y="82942"/>
                  </a:cubicBezTo>
                  <a:cubicBezTo>
                    <a:pt x="66987" y="82855"/>
                    <a:pt x="67303" y="82771"/>
                    <a:pt x="67502" y="82713"/>
                  </a:cubicBezTo>
                  <a:close/>
                  <a:moveTo>
                    <a:pt x="77943" y="0"/>
                  </a:moveTo>
                  <a:cubicBezTo>
                    <a:pt x="76529" y="0"/>
                    <a:pt x="75434" y="1014"/>
                    <a:pt x="74945" y="1528"/>
                  </a:cubicBezTo>
                  <a:lnTo>
                    <a:pt x="74688" y="1785"/>
                  </a:lnTo>
                  <a:cubicBezTo>
                    <a:pt x="74601" y="1815"/>
                    <a:pt x="74487" y="1842"/>
                    <a:pt x="74402" y="1899"/>
                  </a:cubicBezTo>
                  <a:cubicBezTo>
                    <a:pt x="74288" y="1929"/>
                    <a:pt x="74201" y="1986"/>
                    <a:pt x="74116" y="2044"/>
                  </a:cubicBezTo>
                  <a:cubicBezTo>
                    <a:pt x="73028" y="2673"/>
                    <a:pt x="72655" y="3445"/>
                    <a:pt x="72426" y="4189"/>
                  </a:cubicBezTo>
                  <a:cubicBezTo>
                    <a:pt x="72226" y="4189"/>
                    <a:pt x="71968" y="4247"/>
                    <a:pt x="71681" y="4304"/>
                  </a:cubicBezTo>
                  <a:cubicBezTo>
                    <a:pt x="71253" y="4391"/>
                    <a:pt x="70937" y="4505"/>
                    <a:pt x="70738" y="4590"/>
                  </a:cubicBezTo>
                  <a:lnTo>
                    <a:pt x="70681" y="4590"/>
                  </a:lnTo>
                  <a:cubicBezTo>
                    <a:pt x="70566" y="4590"/>
                    <a:pt x="70365" y="4533"/>
                    <a:pt x="70193" y="4505"/>
                  </a:cubicBezTo>
                  <a:cubicBezTo>
                    <a:pt x="69731" y="4404"/>
                    <a:pt x="69156" y="4289"/>
                    <a:pt x="68508" y="4289"/>
                  </a:cubicBezTo>
                  <a:cubicBezTo>
                    <a:pt x="68233" y="4289"/>
                    <a:pt x="67944" y="4310"/>
                    <a:pt x="67646" y="4361"/>
                  </a:cubicBezTo>
                  <a:cubicBezTo>
                    <a:pt x="67616" y="4361"/>
                    <a:pt x="67559" y="4361"/>
                    <a:pt x="67532" y="4391"/>
                  </a:cubicBezTo>
                  <a:cubicBezTo>
                    <a:pt x="67303" y="4418"/>
                    <a:pt x="67131" y="4505"/>
                    <a:pt x="66959" y="4563"/>
                  </a:cubicBezTo>
                  <a:cubicBezTo>
                    <a:pt x="66758" y="4418"/>
                    <a:pt x="66529" y="4304"/>
                    <a:pt x="66272" y="4162"/>
                  </a:cubicBezTo>
                  <a:cubicBezTo>
                    <a:pt x="66242" y="4162"/>
                    <a:pt x="66215" y="4132"/>
                    <a:pt x="66185" y="4132"/>
                  </a:cubicBezTo>
                  <a:cubicBezTo>
                    <a:pt x="65553" y="3879"/>
                    <a:pt x="64935" y="3780"/>
                    <a:pt x="64344" y="3780"/>
                  </a:cubicBezTo>
                  <a:cubicBezTo>
                    <a:pt x="63059" y="3780"/>
                    <a:pt x="61897" y="4247"/>
                    <a:pt x="60975" y="4620"/>
                  </a:cubicBezTo>
                  <a:cubicBezTo>
                    <a:pt x="60244" y="4926"/>
                    <a:pt x="59707" y="5135"/>
                    <a:pt x="59365" y="5135"/>
                  </a:cubicBezTo>
                  <a:cubicBezTo>
                    <a:pt x="59292" y="5135"/>
                    <a:pt x="59228" y="5126"/>
                    <a:pt x="59173" y="5105"/>
                  </a:cubicBezTo>
                  <a:cubicBezTo>
                    <a:pt x="59115" y="5048"/>
                    <a:pt x="59058" y="4991"/>
                    <a:pt x="59001" y="4906"/>
                  </a:cubicBezTo>
                  <a:cubicBezTo>
                    <a:pt x="58657" y="4418"/>
                    <a:pt x="57998" y="3532"/>
                    <a:pt x="56624" y="3074"/>
                  </a:cubicBezTo>
                  <a:cubicBezTo>
                    <a:pt x="55795" y="2758"/>
                    <a:pt x="54906" y="2616"/>
                    <a:pt x="54276" y="2529"/>
                  </a:cubicBezTo>
                  <a:cubicBezTo>
                    <a:pt x="53929" y="2478"/>
                    <a:pt x="53572" y="2468"/>
                    <a:pt x="53229" y="2468"/>
                  </a:cubicBezTo>
                  <a:cubicBezTo>
                    <a:pt x="53007" y="2468"/>
                    <a:pt x="52791" y="2472"/>
                    <a:pt x="52588" y="2472"/>
                  </a:cubicBezTo>
                  <a:cubicBezTo>
                    <a:pt x="52359" y="2502"/>
                    <a:pt x="52043" y="2502"/>
                    <a:pt x="51872" y="2502"/>
                  </a:cubicBezTo>
                  <a:lnTo>
                    <a:pt x="51844" y="2472"/>
                  </a:lnTo>
                  <a:cubicBezTo>
                    <a:pt x="51414" y="2101"/>
                    <a:pt x="50642" y="1441"/>
                    <a:pt x="49211" y="1357"/>
                  </a:cubicBezTo>
                  <a:cubicBezTo>
                    <a:pt x="48810" y="1327"/>
                    <a:pt x="48430" y="1313"/>
                    <a:pt x="48068" y="1313"/>
                  </a:cubicBezTo>
                  <a:cubicBezTo>
                    <a:pt x="47008" y="1313"/>
                    <a:pt x="46106" y="1436"/>
                    <a:pt x="45317" y="1670"/>
                  </a:cubicBezTo>
                  <a:cubicBezTo>
                    <a:pt x="45288" y="1700"/>
                    <a:pt x="45230" y="1700"/>
                    <a:pt x="45203" y="1728"/>
                  </a:cubicBezTo>
                  <a:cubicBezTo>
                    <a:pt x="44772" y="1899"/>
                    <a:pt x="44429" y="2044"/>
                    <a:pt x="44115" y="2186"/>
                  </a:cubicBezTo>
                  <a:cubicBezTo>
                    <a:pt x="43485" y="2472"/>
                    <a:pt x="43199" y="2616"/>
                    <a:pt x="42597" y="2673"/>
                  </a:cubicBezTo>
                  <a:cubicBezTo>
                    <a:pt x="42024" y="2731"/>
                    <a:pt x="41596" y="2815"/>
                    <a:pt x="41280" y="2902"/>
                  </a:cubicBezTo>
                  <a:cubicBezTo>
                    <a:pt x="41138" y="2930"/>
                    <a:pt x="40936" y="2987"/>
                    <a:pt x="40909" y="2987"/>
                  </a:cubicBezTo>
                  <a:cubicBezTo>
                    <a:pt x="40909" y="2987"/>
                    <a:pt x="40852" y="2987"/>
                    <a:pt x="40765" y="2960"/>
                  </a:cubicBezTo>
                  <a:cubicBezTo>
                    <a:pt x="40535" y="2845"/>
                    <a:pt x="40279" y="2788"/>
                    <a:pt x="40020" y="2731"/>
                  </a:cubicBezTo>
                  <a:cubicBezTo>
                    <a:pt x="39706" y="2186"/>
                    <a:pt x="39191" y="1757"/>
                    <a:pt x="38532" y="1471"/>
                  </a:cubicBezTo>
                  <a:cubicBezTo>
                    <a:pt x="38504" y="1441"/>
                    <a:pt x="38474" y="1441"/>
                    <a:pt x="38447" y="1441"/>
                  </a:cubicBezTo>
                  <a:cubicBezTo>
                    <a:pt x="37856" y="1218"/>
                    <a:pt x="37221" y="1146"/>
                    <a:pt x="36606" y="1146"/>
                  </a:cubicBezTo>
                  <a:cubicBezTo>
                    <a:pt x="36117" y="1146"/>
                    <a:pt x="35642" y="1191"/>
                    <a:pt x="35211" y="1242"/>
                  </a:cubicBezTo>
                  <a:cubicBezTo>
                    <a:pt x="34954" y="1242"/>
                    <a:pt x="34696" y="1269"/>
                    <a:pt x="34554" y="1269"/>
                  </a:cubicBezTo>
                  <a:lnTo>
                    <a:pt x="34009" y="1269"/>
                  </a:lnTo>
                  <a:cubicBezTo>
                    <a:pt x="33806" y="1269"/>
                    <a:pt x="33607" y="1271"/>
                    <a:pt x="33413" y="1271"/>
                  </a:cubicBezTo>
                  <a:cubicBezTo>
                    <a:pt x="32754" y="1271"/>
                    <a:pt x="32147" y="1253"/>
                    <a:pt x="31661" y="1098"/>
                  </a:cubicBezTo>
                  <a:cubicBezTo>
                    <a:pt x="31547" y="1070"/>
                    <a:pt x="31432" y="1040"/>
                    <a:pt x="31347" y="983"/>
                  </a:cubicBezTo>
                  <a:cubicBezTo>
                    <a:pt x="30565" y="697"/>
                    <a:pt x="29615" y="315"/>
                    <a:pt x="28349" y="315"/>
                  </a:cubicBezTo>
                  <a:cubicBezTo>
                    <a:pt x="28226" y="315"/>
                    <a:pt x="28099" y="318"/>
                    <a:pt x="27969" y="326"/>
                  </a:cubicBezTo>
                  <a:cubicBezTo>
                    <a:pt x="27683" y="353"/>
                    <a:pt x="27397" y="440"/>
                    <a:pt x="27138" y="555"/>
                  </a:cubicBezTo>
                  <a:cubicBezTo>
                    <a:pt x="26824" y="612"/>
                    <a:pt x="26508" y="669"/>
                    <a:pt x="26222" y="727"/>
                  </a:cubicBezTo>
                  <a:cubicBezTo>
                    <a:pt x="25707" y="841"/>
                    <a:pt x="25249" y="956"/>
                    <a:pt x="24821" y="983"/>
                  </a:cubicBezTo>
                  <a:cubicBezTo>
                    <a:pt x="23588" y="983"/>
                    <a:pt x="22272" y="983"/>
                    <a:pt x="20783" y="1586"/>
                  </a:cubicBezTo>
                  <a:cubicBezTo>
                    <a:pt x="19752" y="1986"/>
                    <a:pt x="18580" y="2415"/>
                    <a:pt x="17462" y="2758"/>
                  </a:cubicBezTo>
                  <a:cubicBezTo>
                    <a:pt x="17291" y="2788"/>
                    <a:pt x="16862" y="2873"/>
                    <a:pt x="16576" y="2902"/>
                  </a:cubicBezTo>
                  <a:cubicBezTo>
                    <a:pt x="14687" y="3159"/>
                    <a:pt x="13168" y="3360"/>
                    <a:pt x="12481" y="4762"/>
                  </a:cubicBezTo>
                  <a:cubicBezTo>
                    <a:pt x="12339" y="5021"/>
                    <a:pt x="12195" y="5392"/>
                    <a:pt x="12138" y="5822"/>
                  </a:cubicBezTo>
                  <a:cubicBezTo>
                    <a:pt x="12097" y="5821"/>
                    <a:pt x="12056" y="5821"/>
                    <a:pt x="12016" y="5821"/>
                  </a:cubicBezTo>
                  <a:cubicBezTo>
                    <a:pt x="10998" y="5821"/>
                    <a:pt x="10341" y="6177"/>
                    <a:pt x="9790" y="6452"/>
                  </a:cubicBezTo>
                  <a:cubicBezTo>
                    <a:pt x="9275" y="6681"/>
                    <a:pt x="7214" y="7796"/>
                    <a:pt x="6786" y="9601"/>
                  </a:cubicBezTo>
                  <a:cubicBezTo>
                    <a:pt x="6728" y="9887"/>
                    <a:pt x="6699" y="10201"/>
                    <a:pt x="6756" y="10487"/>
                  </a:cubicBezTo>
                  <a:cubicBezTo>
                    <a:pt x="4553" y="11147"/>
                    <a:pt x="2118" y="12349"/>
                    <a:pt x="1633" y="15212"/>
                  </a:cubicBezTo>
                  <a:cubicBezTo>
                    <a:pt x="1374" y="16499"/>
                    <a:pt x="1603" y="17472"/>
                    <a:pt x="2290" y="18189"/>
                  </a:cubicBezTo>
                  <a:cubicBezTo>
                    <a:pt x="316" y="19334"/>
                    <a:pt x="0" y="20365"/>
                    <a:pt x="0" y="21223"/>
                  </a:cubicBezTo>
                  <a:cubicBezTo>
                    <a:pt x="0" y="22224"/>
                    <a:pt x="488" y="23113"/>
                    <a:pt x="1289" y="23628"/>
                  </a:cubicBezTo>
                  <a:cubicBezTo>
                    <a:pt x="1826" y="23973"/>
                    <a:pt x="2401" y="24106"/>
                    <a:pt x="2982" y="24106"/>
                  </a:cubicBezTo>
                  <a:cubicBezTo>
                    <a:pt x="4137" y="24106"/>
                    <a:pt x="5318" y="23579"/>
                    <a:pt x="6270" y="23140"/>
                  </a:cubicBezTo>
                  <a:cubicBezTo>
                    <a:pt x="6355" y="23113"/>
                    <a:pt x="6442" y="23056"/>
                    <a:pt x="6527" y="23026"/>
                  </a:cubicBezTo>
                  <a:cubicBezTo>
                    <a:pt x="8130" y="22655"/>
                    <a:pt x="9275" y="22281"/>
                    <a:pt x="10821" y="20994"/>
                  </a:cubicBezTo>
                  <a:cubicBezTo>
                    <a:pt x="10851" y="20994"/>
                    <a:pt x="10851" y="20965"/>
                    <a:pt x="10878" y="20965"/>
                  </a:cubicBezTo>
                  <a:cubicBezTo>
                    <a:pt x="11222" y="20651"/>
                    <a:pt x="11737" y="20422"/>
                    <a:pt x="12310" y="20163"/>
                  </a:cubicBezTo>
                  <a:cubicBezTo>
                    <a:pt x="12855" y="19964"/>
                    <a:pt x="13397" y="19705"/>
                    <a:pt x="14000" y="19362"/>
                  </a:cubicBezTo>
                  <a:cubicBezTo>
                    <a:pt x="14199" y="19506"/>
                    <a:pt x="14485" y="19648"/>
                    <a:pt x="14771" y="19735"/>
                  </a:cubicBezTo>
                  <a:cubicBezTo>
                    <a:pt x="14829" y="19762"/>
                    <a:pt x="14858" y="19762"/>
                    <a:pt x="14886" y="19792"/>
                  </a:cubicBezTo>
                  <a:cubicBezTo>
                    <a:pt x="15222" y="19891"/>
                    <a:pt x="15547" y="19934"/>
                    <a:pt x="15861" y="19934"/>
                  </a:cubicBezTo>
                  <a:cubicBezTo>
                    <a:pt x="17366" y="19934"/>
                    <a:pt x="18599" y="18937"/>
                    <a:pt x="19381" y="18274"/>
                  </a:cubicBezTo>
                  <a:cubicBezTo>
                    <a:pt x="19523" y="18189"/>
                    <a:pt x="19695" y="18017"/>
                    <a:pt x="19752" y="17987"/>
                  </a:cubicBezTo>
                  <a:lnTo>
                    <a:pt x="20069" y="17788"/>
                  </a:lnTo>
                  <a:cubicBezTo>
                    <a:pt x="20268" y="17674"/>
                    <a:pt x="20497" y="17502"/>
                    <a:pt x="20641" y="17445"/>
                  </a:cubicBezTo>
                  <a:lnTo>
                    <a:pt x="22359" y="17960"/>
                  </a:lnTo>
                  <a:cubicBezTo>
                    <a:pt x="22874" y="18132"/>
                    <a:pt x="23389" y="18274"/>
                    <a:pt x="23904" y="18445"/>
                  </a:cubicBezTo>
                  <a:cubicBezTo>
                    <a:pt x="24935" y="18819"/>
                    <a:pt x="25592" y="20220"/>
                    <a:pt x="25450" y="21652"/>
                  </a:cubicBezTo>
                  <a:cubicBezTo>
                    <a:pt x="25421" y="21796"/>
                    <a:pt x="25306" y="22110"/>
                    <a:pt x="25192" y="22368"/>
                  </a:cubicBezTo>
                  <a:cubicBezTo>
                    <a:pt x="24935" y="23083"/>
                    <a:pt x="24534" y="24029"/>
                    <a:pt x="24619" y="25174"/>
                  </a:cubicBezTo>
                  <a:lnTo>
                    <a:pt x="24619" y="25316"/>
                  </a:lnTo>
                  <a:cubicBezTo>
                    <a:pt x="24706" y="25888"/>
                    <a:pt x="24905" y="26376"/>
                    <a:pt x="25134" y="26804"/>
                  </a:cubicBezTo>
                  <a:cubicBezTo>
                    <a:pt x="24134" y="27808"/>
                    <a:pt x="23904" y="29411"/>
                    <a:pt x="24562" y="30755"/>
                  </a:cubicBezTo>
                  <a:cubicBezTo>
                    <a:pt x="24706" y="31041"/>
                    <a:pt x="24878" y="31300"/>
                    <a:pt x="25020" y="31529"/>
                  </a:cubicBezTo>
                  <a:cubicBezTo>
                    <a:pt x="24706" y="32159"/>
                    <a:pt x="24275" y="32903"/>
                    <a:pt x="23817" y="33618"/>
                  </a:cubicBezTo>
                  <a:cubicBezTo>
                    <a:pt x="23790" y="33675"/>
                    <a:pt x="23760" y="33705"/>
                    <a:pt x="23760" y="33762"/>
                  </a:cubicBezTo>
                  <a:cubicBezTo>
                    <a:pt x="23588" y="34018"/>
                    <a:pt x="23359" y="34220"/>
                    <a:pt x="22901" y="34591"/>
                  </a:cubicBezTo>
                  <a:cubicBezTo>
                    <a:pt x="22473" y="34934"/>
                    <a:pt x="21928" y="35365"/>
                    <a:pt x="21413" y="35965"/>
                  </a:cubicBezTo>
                  <a:cubicBezTo>
                    <a:pt x="20325" y="37254"/>
                    <a:pt x="20355" y="38599"/>
                    <a:pt x="20382" y="39430"/>
                  </a:cubicBezTo>
                  <a:lnTo>
                    <a:pt x="20382" y="39686"/>
                  </a:lnTo>
                  <a:cubicBezTo>
                    <a:pt x="19810" y="40087"/>
                    <a:pt x="18694" y="40889"/>
                    <a:pt x="18465" y="42492"/>
                  </a:cubicBezTo>
                  <a:lnTo>
                    <a:pt x="18465" y="42579"/>
                  </a:lnTo>
                  <a:cubicBezTo>
                    <a:pt x="18351" y="43580"/>
                    <a:pt x="18722" y="44583"/>
                    <a:pt x="19065" y="45469"/>
                  </a:cubicBezTo>
                  <a:cubicBezTo>
                    <a:pt x="19152" y="45671"/>
                    <a:pt x="19210" y="45870"/>
                    <a:pt x="19267" y="46014"/>
                  </a:cubicBezTo>
                  <a:cubicBezTo>
                    <a:pt x="19324" y="46300"/>
                    <a:pt x="19352" y="46587"/>
                    <a:pt x="19381" y="46873"/>
                  </a:cubicBezTo>
                  <a:cubicBezTo>
                    <a:pt x="19324" y="47072"/>
                    <a:pt x="19324" y="47301"/>
                    <a:pt x="19352" y="47530"/>
                  </a:cubicBezTo>
                  <a:cubicBezTo>
                    <a:pt x="19352" y="47617"/>
                    <a:pt x="19324" y="47874"/>
                    <a:pt x="19324" y="48018"/>
                  </a:cubicBezTo>
                  <a:cubicBezTo>
                    <a:pt x="19294" y="49048"/>
                    <a:pt x="19210" y="50480"/>
                    <a:pt x="20210" y="51510"/>
                  </a:cubicBezTo>
                  <a:cubicBezTo>
                    <a:pt x="20698" y="52026"/>
                    <a:pt x="21241" y="52255"/>
                    <a:pt x="21699" y="52397"/>
                  </a:cubicBezTo>
                  <a:cubicBezTo>
                    <a:pt x="21786" y="52626"/>
                    <a:pt x="21901" y="52884"/>
                    <a:pt x="21985" y="53113"/>
                  </a:cubicBezTo>
                  <a:cubicBezTo>
                    <a:pt x="22130" y="53484"/>
                    <a:pt x="22272" y="53828"/>
                    <a:pt x="22301" y="54030"/>
                  </a:cubicBezTo>
                  <a:cubicBezTo>
                    <a:pt x="22301" y="54057"/>
                    <a:pt x="22272" y="54087"/>
                    <a:pt x="22272" y="54114"/>
                  </a:cubicBezTo>
                  <a:cubicBezTo>
                    <a:pt x="22130" y="54602"/>
                    <a:pt x="21901" y="55346"/>
                    <a:pt x="22043" y="56175"/>
                  </a:cubicBezTo>
                  <a:cubicBezTo>
                    <a:pt x="22187" y="56862"/>
                    <a:pt x="22473" y="57350"/>
                    <a:pt x="22759" y="57721"/>
                  </a:cubicBezTo>
                  <a:cubicBezTo>
                    <a:pt x="22558" y="58179"/>
                    <a:pt x="22301" y="58866"/>
                    <a:pt x="22359" y="59755"/>
                  </a:cubicBezTo>
                  <a:cubicBezTo>
                    <a:pt x="22359" y="59782"/>
                    <a:pt x="22359" y="59840"/>
                    <a:pt x="22386" y="59897"/>
                  </a:cubicBezTo>
                  <a:cubicBezTo>
                    <a:pt x="22645" y="61701"/>
                    <a:pt x="23932" y="62389"/>
                    <a:pt x="24649" y="62645"/>
                  </a:cubicBezTo>
                  <a:cubicBezTo>
                    <a:pt x="24649" y="62702"/>
                    <a:pt x="24676" y="62760"/>
                    <a:pt x="24676" y="62817"/>
                  </a:cubicBezTo>
                  <a:cubicBezTo>
                    <a:pt x="25107" y="64821"/>
                    <a:pt x="26337" y="66969"/>
                    <a:pt x="28512" y="67111"/>
                  </a:cubicBezTo>
                  <a:cubicBezTo>
                    <a:pt x="28591" y="67116"/>
                    <a:pt x="28670" y="67119"/>
                    <a:pt x="28747" y="67119"/>
                  </a:cubicBezTo>
                  <a:cubicBezTo>
                    <a:pt x="29512" y="67119"/>
                    <a:pt x="30198" y="66864"/>
                    <a:pt x="30718" y="66396"/>
                  </a:cubicBezTo>
                  <a:cubicBezTo>
                    <a:pt x="30860" y="66653"/>
                    <a:pt x="31061" y="66969"/>
                    <a:pt x="31146" y="67198"/>
                  </a:cubicBezTo>
                  <a:cubicBezTo>
                    <a:pt x="31146" y="67225"/>
                    <a:pt x="31118" y="67255"/>
                    <a:pt x="31118" y="67283"/>
                  </a:cubicBezTo>
                  <a:cubicBezTo>
                    <a:pt x="30832" y="67855"/>
                    <a:pt x="30287" y="69057"/>
                    <a:pt x="30860" y="70603"/>
                  </a:cubicBezTo>
                  <a:cubicBezTo>
                    <a:pt x="31405" y="72179"/>
                    <a:pt x="32836" y="73038"/>
                    <a:pt x="33894" y="73638"/>
                  </a:cubicBezTo>
                  <a:cubicBezTo>
                    <a:pt x="34238" y="73839"/>
                    <a:pt x="34696" y="74125"/>
                    <a:pt x="34840" y="74240"/>
                  </a:cubicBezTo>
                  <a:cubicBezTo>
                    <a:pt x="36099" y="75470"/>
                    <a:pt x="37416" y="75871"/>
                    <a:pt x="38447" y="76187"/>
                  </a:cubicBezTo>
                  <a:cubicBezTo>
                    <a:pt x="38761" y="76271"/>
                    <a:pt x="39077" y="76358"/>
                    <a:pt x="39363" y="76473"/>
                  </a:cubicBezTo>
                  <a:cubicBezTo>
                    <a:pt x="39390" y="76473"/>
                    <a:pt x="39448" y="76500"/>
                    <a:pt x="39477" y="76500"/>
                  </a:cubicBezTo>
                  <a:cubicBezTo>
                    <a:pt x="40458" y="76805"/>
                    <a:pt x="41209" y="76989"/>
                    <a:pt x="42043" y="76989"/>
                  </a:cubicBezTo>
                  <a:cubicBezTo>
                    <a:pt x="42621" y="76989"/>
                    <a:pt x="43238" y="76901"/>
                    <a:pt x="44000" y="76702"/>
                  </a:cubicBezTo>
                  <a:cubicBezTo>
                    <a:pt x="44172" y="76645"/>
                    <a:pt x="44344" y="76645"/>
                    <a:pt x="44459" y="76645"/>
                  </a:cubicBezTo>
                  <a:cubicBezTo>
                    <a:pt x="44543" y="77103"/>
                    <a:pt x="44772" y="77645"/>
                    <a:pt x="45288" y="78190"/>
                  </a:cubicBezTo>
                  <a:cubicBezTo>
                    <a:pt x="45860" y="78790"/>
                    <a:pt x="46634" y="79134"/>
                    <a:pt x="47349" y="79393"/>
                  </a:cubicBezTo>
                  <a:cubicBezTo>
                    <a:pt x="48207" y="79851"/>
                    <a:pt x="49009" y="80050"/>
                    <a:pt x="49669" y="80222"/>
                  </a:cubicBezTo>
                  <a:cubicBezTo>
                    <a:pt x="49840" y="80252"/>
                    <a:pt x="49982" y="80309"/>
                    <a:pt x="50154" y="80336"/>
                  </a:cubicBezTo>
                  <a:cubicBezTo>
                    <a:pt x="50326" y="80737"/>
                    <a:pt x="50642" y="81225"/>
                    <a:pt x="51185" y="81683"/>
                  </a:cubicBezTo>
                  <a:cubicBezTo>
                    <a:pt x="51185" y="83801"/>
                    <a:pt x="52788" y="84802"/>
                    <a:pt x="53447" y="85203"/>
                  </a:cubicBezTo>
                  <a:cubicBezTo>
                    <a:pt x="53589" y="85290"/>
                    <a:pt x="53761" y="85404"/>
                    <a:pt x="53876" y="85489"/>
                  </a:cubicBezTo>
                  <a:lnTo>
                    <a:pt x="53933" y="85519"/>
                  </a:lnTo>
                  <a:lnTo>
                    <a:pt x="54421" y="86004"/>
                  </a:lnTo>
                  <a:cubicBezTo>
                    <a:pt x="54993" y="86664"/>
                    <a:pt x="55879" y="87637"/>
                    <a:pt x="57254" y="87981"/>
                  </a:cubicBezTo>
                  <a:cubicBezTo>
                    <a:pt x="57283" y="87981"/>
                    <a:pt x="57311" y="88008"/>
                    <a:pt x="57341" y="88008"/>
                  </a:cubicBezTo>
                  <a:cubicBezTo>
                    <a:pt x="57605" y="88067"/>
                    <a:pt x="57859" y="88094"/>
                    <a:pt x="58102" y="88094"/>
                  </a:cubicBezTo>
                  <a:cubicBezTo>
                    <a:pt x="58803" y="88094"/>
                    <a:pt x="59414" y="87870"/>
                    <a:pt x="59944" y="87550"/>
                  </a:cubicBezTo>
                  <a:cubicBezTo>
                    <a:pt x="60089" y="87923"/>
                    <a:pt x="60089" y="88237"/>
                    <a:pt x="60031" y="89039"/>
                  </a:cubicBezTo>
                  <a:lnTo>
                    <a:pt x="60031" y="89096"/>
                  </a:lnTo>
                  <a:cubicBezTo>
                    <a:pt x="59974" y="90271"/>
                    <a:pt x="59887" y="90470"/>
                    <a:pt x="59658" y="90672"/>
                  </a:cubicBezTo>
                  <a:cubicBezTo>
                    <a:pt x="59173" y="91043"/>
                    <a:pt x="58628" y="91473"/>
                    <a:pt x="58142" y="92245"/>
                  </a:cubicBezTo>
                  <a:cubicBezTo>
                    <a:pt x="58085" y="92332"/>
                    <a:pt x="58055" y="92417"/>
                    <a:pt x="57998" y="92504"/>
                  </a:cubicBezTo>
                  <a:cubicBezTo>
                    <a:pt x="57970" y="92618"/>
                    <a:pt x="57913" y="92733"/>
                    <a:pt x="57883" y="92817"/>
                  </a:cubicBezTo>
                  <a:cubicBezTo>
                    <a:pt x="57799" y="92904"/>
                    <a:pt x="57741" y="92989"/>
                    <a:pt x="57654" y="93076"/>
                  </a:cubicBezTo>
                  <a:cubicBezTo>
                    <a:pt x="55765" y="95137"/>
                    <a:pt x="55192" y="97657"/>
                    <a:pt x="56081" y="99860"/>
                  </a:cubicBezTo>
                  <a:cubicBezTo>
                    <a:pt x="55508" y="100519"/>
                    <a:pt x="55421" y="101348"/>
                    <a:pt x="55394" y="101921"/>
                  </a:cubicBezTo>
                  <a:cubicBezTo>
                    <a:pt x="55307" y="102466"/>
                    <a:pt x="55364" y="103123"/>
                    <a:pt x="55536" y="104096"/>
                  </a:cubicBezTo>
                  <a:cubicBezTo>
                    <a:pt x="55822" y="105986"/>
                    <a:pt x="56967" y="106703"/>
                    <a:pt x="57512" y="107046"/>
                  </a:cubicBezTo>
                  <a:cubicBezTo>
                    <a:pt x="57570" y="107074"/>
                    <a:pt x="57597" y="107074"/>
                    <a:pt x="57654" y="107103"/>
                  </a:cubicBezTo>
                  <a:cubicBezTo>
                    <a:pt x="57654" y="107131"/>
                    <a:pt x="57654" y="107161"/>
                    <a:pt x="57684" y="107188"/>
                  </a:cubicBezTo>
                  <a:cubicBezTo>
                    <a:pt x="57913" y="107561"/>
                    <a:pt x="58085" y="107990"/>
                    <a:pt x="58284" y="108477"/>
                  </a:cubicBezTo>
                  <a:cubicBezTo>
                    <a:pt x="58628" y="109364"/>
                    <a:pt x="59086" y="110451"/>
                    <a:pt x="60089" y="111512"/>
                  </a:cubicBezTo>
                  <a:cubicBezTo>
                    <a:pt x="60604" y="112084"/>
                    <a:pt x="61005" y="113058"/>
                    <a:pt x="61433" y="114116"/>
                  </a:cubicBezTo>
                  <a:cubicBezTo>
                    <a:pt x="62150" y="115833"/>
                    <a:pt x="63009" y="117981"/>
                    <a:pt x="65040" y="119356"/>
                  </a:cubicBezTo>
                  <a:cubicBezTo>
                    <a:pt x="65814" y="119841"/>
                    <a:pt x="66501" y="120070"/>
                    <a:pt x="67074" y="120242"/>
                  </a:cubicBezTo>
                  <a:cubicBezTo>
                    <a:pt x="67703" y="120443"/>
                    <a:pt x="67845" y="120528"/>
                    <a:pt x="68047" y="120730"/>
                  </a:cubicBezTo>
                  <a:lnTo>
                    <a:pt x="68104" y="120787"/>
                  </a:lnTo>
                  <a:cubicBezTo>
                    <a:pt x="68418" y="121130"/>
                    <a:pt x="68761" y="121417"/>
                    <a:pt x="69105" y="121673"/>
                  </a:cubicBezTo>
                  <a:cubicBezTo>
                    <a:pt x="69249" y="121817"/>
                    <a:pt x="69506" y="122017"/>
                    <a:pt x="69678" y="122188"/>
                  </a:cubicBezTo>
                  <a:lnTo>
                    <a:pt x="69678" y="122990"/>
                  </a:lnTo>
                  <a:cubicBezTo>
                    <a:pt x="69678" y="123363"/>
                    <a:pt x="69678" y="123734"/>
                    <a:pt x="69707" y="124078"/>
                  </a:cubicBezTo>
                  <a:cubicBezTo>
                    <a:pt x="69707" y="124536"/>
                    <a:pt x="69707" y="125024"/>
                    <a:pt x="69735" y="125482"/>
                  </a:cubicBezTo>
                  <a:cubicBezTo>
                    <a:pt x="69735" y="125910"/>
                    <a:pt x="69765" y="126368"/>
                    <a:pt x="69765" y="126798"/>
                  </a:cubicBezTo>
                  <a:lnTo>
                    <a:pt x="69765" y="127027"/>
                  </a:lnTo>
                  <a:cubicBezTo>
                    <a:pt x="69678" y="127256"/>
                    <a:pt x="69650" y="127485"/>
                    <a:pt x="69620" y="127742"/>
                  </a:cubicBezTo>
                  <a:cubicBezTo>
                    <a:pt x="69563" y="129203"/>
                    <a:pt x="69879" y="130490"/>
                    <a:pt x="70136" y="131635"/>
                  </a:cubicBezTo>
                  <a:cubicBezTo>
                    <a:pt x="70280" y="132265"/>
                    <a:pt x="70394" y="132867"/>
                    <a:pt x="70452" y="133440"/>
                  </a:cubicBezTo>
                  <a:cubicBezTo>
                    <a:pt x="70536" y="134184"/>
                    <a:pt x="70509" y="135043"/>
                    <a:pt x="70479" y="135929"/>
                  </a:cubicBezTo>
                  <a:cubicBezTo>
                    <a:pt x="70422" y="137104"/>
                    <a:pt x="70365" y="138306"/>
                    <a:pt x="70536" y="139593"/>
                  </a:cubicBezTo>
                  <a:lnTo>
                    <a:pt x="70536" y="139651"/>
                  </a:lnTo>
                  <a:cubicBezTo>
                    <a:pt x="70708" y="140711"/>
                    <a:pt x="70795" y="141856"/>
                    <a:pt x="70795" y="143258"/>
                  </a:cubicBezTo>
                  <a:cubicBezTo>
                    <a:pt x="70795" y="143516"/>
                    <a:pt x="70708" y="143860"/>
                    <a:pt x="70594" y="144261"/>
                  </a:cubicBezTo>
                  <a:cubicBezTo>
                    <a:pt x="70422" y="144948"/>
                    <a:pt x="70223" y="145807"/>
                    <a:pt x="70337" y="146807"/>
                  </a:cubicBezTo>
                  <a:cubicBezTo>
                    <a:pt x="70394" y="147753"/>
                    <a:pt x="70738" y="148555"/>
                    <a:pt x="70994" y="149155"/>
                  </a:cubicBezTo>
                  <a:cubicBezTo>
                    <a:pt x="71139" y="149471"/>
                    <a:pt x="71253" y="149814"/>
                    <a:pt x="71281" y="149986"/>
                  </a:cubicBezTo>
                  <a:cubicBezTo>
                    <a:pt x="71310" y="150101"/>
                    <a:pt x="71310" y="150185"/>
                    <a:pt x="71310" y="150300"/>
                  </a:cubicBezTo>
                  <a:cubicBezTo>
                    <a:pt x="71368" y="151074"/>
                    <a:pt x="71452" y="152104"/>
                    <a:pt x="71997" y="153048"/>
                  </a:cubicBezTo>
                  <a:cubicBezTo>
                    <a:pt x="72398" y="153822"/>
                    <a:pt x="72884" y="154280"/>
                    <a:pt x="73571" y="154594"/>
                  </a:cubicBezTo>
                  <a:cubicBezTo>
                    <a:pt x="74029" y="155082"/>
                    <a:pt x="74288" y="156513"/>
                    <a:pt x="74487" y="157571"/>
                  </a:cubicBezTo>
                  <a:cubicBezTo>
                    <a:pt x="74716" y="158746"/>
                    <a:pt x="74945" y="159948"/>
                    <a:pt x="75433" y="161036"/>
                  </a:cubicBezTo>
                  <a:cubicBezTo>
                    <a:pt x="75604" y="161464"/>
                    <a:pt x="75689" y="161865"/>
                    <a:pt x="75804" y="162353"/>
                  </a:cubicBezTo>
                  <a:cubicBezTo>
                    <a:pt x="75891" y="162696"/>
                    <a:pt x="75975" y="163067"/>
                    <a:pt x="76090" y="163498"/>
                  </a:cubicBezTo>
                  <a:cubicBezTo>
                    <a:pt x="76463" y="164700"/>
                    <a:pt x="77208" y="165701"/>
                    <a:pt x="77865" y="166560"/>
                  </a:cubicBezTo>
                  <a:cubicBezTo>
                    <a:pt x="78151" y="166903"/>
                    <a:pt x="78380" y="167247"/>
                    <a:pt x="78552" y="167506"/>
                  </a:cubicBezTo>
                  <a:cubicBezTo>
                    <a:pt x="79610" y="169162"/>
                    <a:pt x="80853" y="170005"/>
                    <a:pt x="82281" y="170005"/>
                  </a:cubicBezTo>
                  <a:cubicBezTo>
                    <a:pt x="82630" y="170005"/>
                    <a:pt x="82990" y="169954"/>
                    <a:pt x="83361" y="169853"/>
                  </a:cubicBezTo>
                  <a:cubicBezTo>
                    <a:pt x="84448" y="171493"/>
                    <a:pt x="85868" y="171843"/>
                    <a:pt x="87013" y="171843"/>
                  </a:cubicBezTo>
                  <a:cubicBezTo>
                    <a:pt x="87166" y="171843"/>
                    <a:pt x="87314" y="171837"/>
                    <a:pt x="87456" y="171827"/>
                  </a:cubicBezTo>
                  <a:lnTo>
                    <a:pt x="87483" y="171857"/>
                  </a:lnTo>
                  <a:cubicBezTo>
                    <a:pt x="87685" y="171857"/>
                    <a:pt x="87857" y="171884"/>
                    <a:pt x="88028" y="171884"/>
                  </a:cubicBezTo>
                  <a:cubicBezTo>
                    <a:pt x="89774" y="171884"/>
                    <a:pt x="90490" y="170769"/>
                    <a:pt x="90747" y="170224"/>
                  </a:cubicBezTo>
                  <a:cubicBezTo>
                    <a:pt x="90777" y="170196"/>
                    <a:pt x="90804" y="170139"/>
                    <a:pt x="90804" y="170082"/>
                  </a:cubicBezTo>
                  <a:cubicBezTo>
                    <a:pt x="91292" y="168850"/>
                    <a:pt x="90948" y="167934"/>
                    <a:pt x="90719" y="167506"/>
                  </a:cubicBezTo>
                  <a:cubicBezTo>
                    <a:pt x="90060" y="166388"/>
                    <a:pt x="88972" y="166159"/>
                    <a:pt x="88486" y="166074"/>
                  </a:cubicBezTo>
                  <a:cubicBezTo>
                    <a:pt x="87914" y="165788"/>
                    <a:pt x="87685" y="165616"/>
                    <a:pt x="87513" y="165330"/>
                  </a:cubicBezTo>
                  <a:cubicBezTo>
                    <a:pt x="87483" y="165273"/>
                    <a:pt x="87456" y="165158"/>
                    <a:pt x="87399" y="165044"/>
                  </a:cubicBezTo>
                  <a:cubicBezTo>
                    <a:pt x="87284" y="164700"/>
                    <a:pt x="87083" y="164185"/>
                    <a:pt x="86682" y="163670"/>
                  </a:cubicBezTo>
                  <a:cubicBezTo>
                    <a:pt x="86597" y="163525"/>
                    <a:pt x="86510" y="163383"/>
                    <a:pt x="86425" y="163296"/>
                  </a:cubicBezTo>
                  <a:cubicBezTo>
                    <a:pt x="86483" y="163097"/>
                    <a:pt x="86625" y="162838"/>
                    <a:pt x="86826" y="162495"/>
                  </a:cubicBezTo>
                  <a:cubicBezTo>
                    <a:pt x="87284" y="161780"/>
                    <a:pt x="87941" y="160663"/>
                    <a:pt x="87598" y="159204"/>
                  </a:cubicBezTo>
                  <a:cubicBezTo>
                    <a:pt x="87369" y="158315"/>
                    <a:pt x="86826" y="157685"/>
                    <a:pt x="86311" y="157257"/>
                  </a:cubicBezTo>
                  <a:cubicBezTo>
                    <a:pt x="86453" y="157028"/>
                    <a:pt x="86597" y="156799"/>
                    <a:pt x="86712" y="156513"/>
                  </a:cubicBezTo>
                  <a:cubicBezTo>
                    <a:pt x="86968" y="155826"/>
                    <a:pt x="86911" y="155196"/>
                    <a:pt x="86854" y="154795"/>
                  </a:cubicBezTo>
                  <a:lnTo>
                    <a:pt x="86883" y="154766"/>
                  </a:lnTo>
                  <a:cubicBezTo>
                    <a:pt x="87083" y="154479"/>
                    <a:pt x="87655" y="153650"/>
                    <a:pt x="87456" y="152533"/>
                  </a:cubicBezTo>
                  <a:cubicBezTo>
                    <a:pt x="88028" y="151788"/>
                    <a:pt x="88143" y="150872"/>
                    <a:pt x="88170" y="150272"/>
                  </a:cubicBezTo>
                  <a:cubicBezTo>
                    <a:pt x="89173" y="150272"/>
                    <a:pt x="90548" y="149986"/>
                    <a:pt x="91635" y="148440"/>
                  </a:cubicBezTo>
                  <a:cubicBezTo>
                    <a:pt x="92407" y="147380"/>
                    <a:pt x="92522" y="146036"/>
                    <a:pt x="92350" y="144833"/>
                  </a:cubicBezTo>
                  <a:cubicBezTo>
                    <a:pt x="92494" y="144776"/>
                    <a:pt x="92666" y="144719"/>
                    <a:pt x="92865" y="144661"/>
                  </a:cubicBezTo>
                  <a:cubicBezTo>
                    <a:pt x="93667" y="144375"/>
                    <a:pt x="94984" y="143860"/>
                    <a:pt x="95242" y="142028"/>
                  </a:cubicBezTo>
                  <a:lnTo>
                    <a:pt x="95242" y="141913"/>
                  </a:lnTo>
                  <a:cubicBezTo>
                    <a:pt x="95327" y="141742"/>
                    <a:pt x="95357" y="141570"/>
                    <a:pt x="95414" y="141398"/>
                  </a:cubicBezTo>
                  <a:cubicBezTo>
                    <a:pt x="95442" y="141341"/>
                    <a:pt x="95471" y="141254"/>
                    <a:pt x="95471" y="141196"/>
                  </a:cubicBezTo>
                  <a:cubicBezTo>
                    <a:pt x="95700" y="140910"/>
                    <a:pt x="96071" y="140367"/>
                    <a:pt x="96273" y="139536"/>
                  </a:cubicBezTo>
                  <a:lnTo>
                    <a:pt x="96273" y="139479"/>
                  </a:lnTo>
                  <a:cubicBezTo>
                    <a:pt x="96502" y="138334"/>
                    <a:pt x="96616" y="138020"/>
                    <a:pt x="97045" y="137505"/>
                  </a:cubicBezTo>
                  <a:cubicBezTo>
                    <a:pt x="98620" y="135929"/>
                    <a:pt x="99793" y="134441"/>
                    <a:pt x="99392" y="131292"/>
                  </a:cubicBezTo>
                  <a:cubicBezTo>
                    <a:pt x="99365" y="131063"/>
                    <a:pt x="99335" y="130776"/>
                    <a:pt x="99307" y="130577"/>
                  </a:cubicBezTo>
                  <a:cubicBezTo>
                    <a:pt x="99449" y="130433"/>
                    <a:pt x="99651" y="130261"/>
                    <a:pt x="99765" y="130147"/>
                  </a:cubicBezTo>
                  <a:lnTo>
                    <a:pt x="99994" y="129918"/>
                  </a:lnTo>
                  <a:cubicBezTo>
                    <a:pt x="100251" y="129833"/>
                    <a:pt x="100652" y="129776"/>
                    <a:pt x="101167" y="129718"/>
                  </a:cubicBezTo>
                  <a:cubicBezTo>
                    <a:pt x="102541" y="129574"/>
                    <a:pt x="104632" y="129345"/>
                    <a:pt x="105976" y="127371"/>
                  </a:cubicBezTo>
                  <a:lnTo>
                    <a:pt x="106006" y="127341"/>
                  </a:lnTo>
                  <a:cubicBezTo>
                    <a:pt x="106579" y="126425"/>
                    <a:pt x="106922" y="125452"/>
                    <a:pt x="107208" y="124593"/>
                  </a:cubicBezTo>
                  <a:cubicBezTo>
                    <a:pt x="107293" y="124250"/>
                    <a:pt x="107408" y="123936"/>
                    <a:pt x="107522" y="123677"/>
                  </a:cubicBezTo>
                  <a:cubicBezTo>
                    <a:pt x="107609" y="123478"/>
                    <a:pt x="107724" y="123249"/>
                    <a:pt x="107808" y="123047"/>
                  </a:cubicBezTo>
                  <a:cubicBezTo>
                    <a:pt x="108296" y="122017"/>
                    <a:pt x="108926" y="120757"/>
                    <a:pt x="109011" y="119326"/>
                  </a:cubicBezTo>
                  <a:lnTo>
                    <a:pt x="109011" y="119211"/>
                  </a:lnTo>
                  <a:cubicBezTo>
                    <a:pt x="109011" y="118295"/>
                    <a:pt x="108811" y="117409"/>
                    <a:pt x="108610" y="116520"/>
                  </a:cubicBezTo>
                  <a:cubicBezTo>
                    <a:pt x="108468" y="115948"/>
                    <a:pt x="108239" y="114917"/>
                    <a:pt x="108296" y="114489"/>
                  </a:cubicBezTo>
                  <a:cubicBezTo>
                    <a:pt x="108324" y="114459"/>
                    <a:pt x="108353" y="114459"/>
                    <a:pt x="108381" y="114432"/>
                  </a:cubicBezTo>
                  <a:cubicBezTo>
                    <a:pt x="108582" y="114287"/>
                    <a:pt x="108754" y="114145"/>
                    <a:pt x="108926" y="113974"/>
                  </a:cubicBezTo>
                  <a:cubicBezTo>
                    <a:pt x="108983" y="113944"/>
                    <a:pt x="109040" y="113887"/>
                    <a:pt x="109098" y="113829"/>
                  </a:cubicBezTo>
                  <a:cubicBezTo>
                    <a:pt x="109984" y="112886"/>
                    <a:pt x="110213" y="112055"/>
                    <a:pt x="110357" y="111482"/>
                  </a:cubicBezTo>
                  <a:cubicBezTo>
                    <a:pt x="110385" y="111310"/>
                    <a:pt x="110415" y="111168"/>
                    <a:pt x="110472" y="111024"/>
                  </a:cubicBezTo>
                  <a:cubicBezTo>
                    <a:pt x="110472" y="111024"/>
                    <a:pt x="110499" y="110997"/>
                    <a:pt x="110499" y="110967"/>
                  </a:cubicBezTo>
                  <a:cubicBezTo>
                    <a:pt x="110529" y="110882"/>
                    <a:pt x="110758" y="110653"/>
                    <a:pt x="110930" y="110481"/>
                  </a:cubicBezTo>
                  <a:cubicBezTo>
                    <a:pt x="111530" y="109879"/>
                    <a:pt x="112446" y="108963"/>
                    <a:pt x="112675" y="107390"/>
                  </a:cubicBezTo>
                  <a:cubicBezTo>
                    <a:pt x="112876" y="106187"/>
                    <a:pt x="112762" y="104669"/>
                    <a:pt x="112618" y="103668"/>
                  </a:cubicBezTo>
                  <a:cubicBezTo>
                    <a:pt x="112418" y="102551"/>
                    <a:pt x="112132" y="101749"/>
                    <a:pt x="111674" y="101149"/>
                  </a:cubicBezTo>
                  <a:cubicBezTo>
                    <a:pt x="111153" y="100472"/>
                    <a:pt x="110395" y="99722"/>
                    <a:pt x="109076" y="99722"/>
                  </a:cubicBezTo>
                  <a:cubicBezTo>
                    <a:pt x="108945" y="99722"/>
                    <a:pt x="108809" y="99730"/>
                    <a:pt x="108667" y="99745"/>
                  </a:cubicBezTo>
                  <a:cubicBezTo>
                    <a:pt x="108582" y="99718"/>
                    <a:pt x="108411" y="99546"/>
                    <a:pt x="108266" y="99431"/>
                  </a:cubicBezTo>
                  <a:cubicBezTo>
                    <a:pt x="108037" y="99230"/>
                    <a:pt x="107781" y="98973"/>
                    <a:pt x="107437" y="98715"/>
                  </a:cubicBezTo>
                  <a:cubicBezTo>
                    <a:pt x="107408" y="98687"/>
                    <a:pt x="107350" y="98687"/>
                    <a:pt x="107323" y="98657"/>
                  </a:cubicBezTo>
                  <a:cubicBezTo>
                    <a:pt x="105892" y="97657"/>
                    <a:pt x="104689" y="97226"/>
                    <a:pt x="102942" y="97027"/>
                  </a:cubicBezTo>
                  <a:cubicBezTo>
                    <a:pt x="102571" y="96940"/>
                    <a:pt x="102170" y="96882"/>
                    <a:pt x="101797" y="96825"/>
                  </a:cubicBezTo>
                  <a:cubicBezTo>
                    <a:pt x="101769" y="96825"/>
                    <a:pt x="101739" y="96798"/>
                    <a:pt x="101739" y="96798"/>
                  </a:cubicBezTo>
                  <a:cubicBezTo>
                    <a:pt x="101368" y="96740"/>
                    <a:pt x="101052" y="96740"/>
                    <a:pt x="100796" y="96740"/>
                  </a:cubicBezTo>
                  <a:cubicBezTo>
                    <a:pt x="100709" y="96653"/>
                    <a:pt x="100624" y="96539"/>
                    <a:pt x="100537" y="96454"/>
                  </a:cubicBezTo>
                  <a:cubicBezTo>
                    <a:pt x="99651" y="95538"/>
                    <a:pt x="98220" y="94821"/>
                    <a:pt x="97274" y="94592"/>
                  </a:cubicBezTo>
                  <a:cubicBezTo>
                    <a:pt x="97189" y="94592"/>
                    <a:pt x="97132" y="94565"/>
                    <a:pt x="97074" y="94565"/>
                  </a:cubicBezTo>
                  <a:cubicBezTo>
                    <a:pt x="96873" y="94535"/>
                    <a:pt x="96701" y="94508"/>
                    <a:pt x="96529" y="94508"/>
                  </a:cubicBezTo>
                  <a:cubicBezTo>
                    <a:pt x="96472" y="94421"/>
                    <a:pt x="96415" y="94363"/>
                    <a:pt x="96358" y="94279"/>
                  </a:cubicBezTo>
                  <a:cubicBezTo>
                    <a:pt x="96071" y="93935"/>
                    <a:pt x="95785" y="93706"/>
                    <a:pt x="95529" y="93534"/>
                  </a:cubicBezTo>
                  <a:cubicBezTo>
                    <a:pt x="95529" y="93275"/>
                    <a:pt x="95529" y="92962"/>
                    <a:pt x="95442" y="92646"/>
                  </a:cubicBezTo>
                  <a:cubicBezTo>
                    <a:pt x="95414" y="92474"/>
                    <a:pt x="95357" y="92302"/>
                    <a:pt x="95270" y="92160"/>
                  </a:cubicBezTo>
                  <a:cubicBezTo>
                    <a:pt x="95071" y="91759"/>
                    <a:pt x="94842" y="91443"/>
                    <a:pt x="94613" y="91214"/>
                  </a:cubicBezTo>
                  <a:cubicBezTo>
                    <a:pt x="94613" y="90642"/>
                    <a:pt x="94613" y="89783"/>
                    <a:pt x="94125" y="88867"/>
                  </a:cubicBezTo>
                  <a:cubicBezTo>
                    <a:pt x="93410" y="87523"/>
                    <a:pt x="91835" y="86492"/>
                    <a:pt x="91319" y="86176"/>
                  </a:cubicBezTo>
                  <a:cubicBezTo>
                    <a:pt x="89831" y="85260"/>
                    <a:pt x="88342" y="85233"/>
                    <a:pt x="87227" y="85203"/>
                  </a:cubicBezTo>
                  <a:cubicBezTo>
                    <a:pt x="86109" y="85175"/>
                    <a:pt x="86052" y="85118"/>
                    <a:pt x="85938" y="84917"/>
                  </a:cubicBezTo>
                  <a:cubicBezTo>
                    <a:pt x="85938" y="84889"/>
                    <a:pt x="85910" y="84889"/>
                    <a:pt x="85910" y="84859"/>
                  </a:cubicBezTo>
                  <a:cubicBezTo>
                    <a:pt x="85136" y="83744"/>
                    <a:pt x="84621" y="83057"/>
                    <a:pt x="83276" y="82226"/>
                  </a:cubicBezTo>
                  <a:cubicBezTo>
                    <a:pt x="83075" y="82084"/>
                    <a:pt x="82731" y="81740"/>
                    <a:pt x="82445" y="81424"/>
                  </a:cubicBezTo>
                  <a:lnTo>
                    <a:pt x="81731" y="80710"/>
                  </a:lnTo>
                  <a:cubicBezTo>
                    <a:pt x="81616" y="80595"/>
                    <a:pt x="81502" y="80481"/>
                    <a:pt x="81415" y="80366"/>
                  </a:cubicBezTo>
                  <a:cubicBezTo>
                    <a:pt x="80612" y="79521"/>
                    <a:pt x="79794" y="78972"/>
                    <a:pt x="78593" y="78972"/>
                  </a:cubicBezTo>
                  <a:cubicBezTo>
                    <a:pt x="78166" y="78972"/>
                    <a:pt x="77691" y="79041"/>
                    <a:pt x="77150" y="79191"/>
                  </a:cubicBezTo>
                  <a:cubicBezTo>
                    <a:pt x="77120" y="79191"/>
                    <a:pt x="77093" y="79221"/>
                    <a:pt x="77036" y="79221"/>
                  </a:cubicBezTo>
                  <a:cubicBezTo>
                    <a:pt x="76749" y="79321"/>
                    <a:pt x="76527" y="79378"/>
                    <a:pt x="76277" y="79378"/>
                  </a:cubicBezTo>
                  <a:cubicBezTo>
                    <a:pt x="76026" y="79378"/>
                    <a:pt x="75746" y="79321"/>
                    <a:pt x="75346" y="79191"/>
                  </a:cubicBezTo>
                  <a:lnTo>
                    <a:pt x="75288" y="79191"/>
                  </a:lnTo>
                  <a:cubicBezTo>
                    <a:pt x="75059" y="79134"/>
                    <a:pt x="74860" y="79077"/>
                    <a:pt x="74659" y="79049"/>
                  </a:cubicBezTo>
                  <a:cubicBezTo>
                    <a:pt x="74459" y="78992"/>
                    <a:pt x="74230" y="78935"/>
                    <a:pt x="74116" y="78905"/>
                  </a:cubicBezTo>
                  <a:lnTo>
                    <a:pt x="73857" y="78733"/>
                  </a:lnTo>
                  <a:cubicBezTo>
                    <a:pt x="73456" y="78419"/>
                    <a:pt x="72884" y="78019"/>
                    <a:pt x="72139" y="77790"/>
                  </a:cubicBezTo>
                  <a:cubicBezTo>
                    <a:pt x="72025" y="77790"/>
                    <a:pt x="71940" y="77760"/>
                    <a:pt x="71853" y="77760"/>
                  </a:cubicBezTo>
                  <a:cubicBezTo>
                    <a:pt x="71624" y="77703"/>
                    <a:pt x="71425" y="77703"/>
                    <a:pt x="71223" y="77703"/>
                  </a:cubicBezTo>
                  <a:cubicBezTo>
                    <a:pt x="70853" y="77332"/>
                    <a:pt x="70295" y="77001"/>
                    <a:pt x="69484" y="77001"/>
                  </a:cubicBezTo>
                  <a:cubicBezTo>
                    <a:pt x="68917" y="77001"/>
                    <a:pt x="68225" y="77164"/>
                    <a:pt x="67387" y="77588"/>
                  </a:cubicBezTo>
                  <a:lnTo>
                    <a:pt x="67330" y="77618"/>
                  </a:lnTo>
                  <a:lnTo>
                    <a:pt x="67158" y="77703"/>
                  </a:lnTo>
                  <a:cubicBezTo>
                    <a:pt x="66929" y="77817"/>
                    <a:pt x="66501" y="77961"/>
                    <a:pt x="66128" y="78076"/>
                  </a:cubicBezTo>
                  <a:cubicBezTo>
                    <a:pt x="65326" y="78305"/>
                    <a:pt x="64440" y="78561"/>
                    <a:pt x="63666" y="79164"/>
                  </a:cubicBezTo>
                  <a:cubicBezTo>
                    <a:pt x="63123" y="79564"/>
                    <a:pt x="62750" y="80107"/>
                    <a:pt x="62493" y="80595"/>
                  </a:cubicBezTo>
                  <a:cubicBezTo>
                    <a:pt x="62133" y="80493"/>
                    <a:pt x="61787" y="80458"/>
                    <a:pt x="61470" y="80458"/>
                  </a:cubicBezTo>
                  <a:cubicBezTo>
                    <a:pt x="60982" y="80458"/>
                    <a:pt x="60566" y="80542"/>
                    <a:pt x="60288" y="80595"/>
                  </a:cubicBezTo>
                  <a:cubicBezTo>
                    <a:pt x="59715" y="80595"/>
                    <a:pt x="59173" y="80767"/>
                    <a:pt x="58799" y="80939"/>
                  </a:cubicBezTo>
                  <a:cubicBezTo>
                    <a:pt x="58543" y="80652"/>
                    <a:pt x="58284" y="80423"/>
                    <a:pt x="58085" y="80252"/>
                  </a:cubicBezTo>
                  <a:cubicBezTo>
                    <a:pt x="58112" y="80080"/>
                    <a:pt x="58170" y="79821"/>
                    <a:pt x="58341" y="79450"/>
                  </a:cubicBezTo>
                  <a:lnTo>
                    <a:pt x="58341" y="79393"/>
                  </a:lnTo>
                  <a:lnTo>
                    <a:pt x="58456" y="79106"/>
                  </a:lnTo>
                  <a:cubicBezTo>
                    <a:pt x="58914" y="77847"/>
                    <a:pt x="59372" y="76672"/>
                    <a:pt x="58657" y="74554"/>
                  </a:cubicBezTo>
                  <a:cubicBezTo>
                    <a:pt x="58628" y="74526"/>
                    <a:pt x="58600" y="74469"/>
                    <a:pt x="58600" y="74412"/>
                  </a:cubicBezTo>
                  <a:lnTo>
                    <a:pt x="58570" y="74354"/>
                  </a:lnTo>
                  <a:cubicBezTo>
                    <a:pt x="58227" y="72980"/>
                    <a:pt x="57368" y="72435"/>
                    <a:pt x="56539" y="72064"/>
                  </a:cubicBezTo>
                  <a:cubicBezTo>
                    <a:pt x="55970" y="71805"/>
                    <a:pt x="55282" y="71687"/>
                    <a:pt x="54585" y="71687"/>
                  </a:cubicBezTo>
                  <a:cubicBezTo>
                    <a:pt x="54511" y="71687"/>
                    <a:pt x="54437" y="71688"/>
                    <a:pt x="54363" y="71691"/>
                  </a:cubicBezTo>
                  <a:cubicBezTo>
                    <a:pt x="54592" y="71263"/>
                    <a:pt x="54764" y="70862"/>
                    <a:pt x="54879" y="70518"/>
                  </a:cubicBezTo>
                  <a:cubicBezTo>
                    <a:pt x="54906" y="70404"/>
                    <a:pt x="54963" y="70289"/>
                    <a:pt x="55050" y="70175"/>
                  </a:cubicBezTo>
                  <a:cubicBezTo>
                    <a:pt x="55593" y="69087"/>
                    <a:pt x="56395" y="67454"/>
                    <a:pt x="55508" y="65908"/>
                  </a:cubicBezTo>
                  <a:cubicBezTo>
                    <a:pt x="55135" y="65221"/>
                    <a:pt x="54478" y="64706"/>
                    <a:pt x="53619" y="64477"/>
                  </a:cubicBezTo>
                  <a:cubicBezTo>
                    <a:pt x="53226" y="64369"/>
                    <a:pt x="52784" y="64321"/>
                    <a:pt x="52331" y="64321"/>
                  </a:cubicBezTo>
                  <a:cubicBezTo>
                    <a:pt x="51233" y="64321"/>
                    <a:pt x="50071" y="64600"/>
                    <a:pt x="49382" y="64965"/>
                  </a:cubicBezTo>
                  <a:cubicBezTo>
                    <a:pt x="47665" y="65881"/>
                    <a:pt x="47378" y="67427"/>
                    <a:pt x="47234" y="68171"/>
                  </a:cubicBezTo>
                  <a:cubicBezTo>
                    <a:pt x="47207" y="68256"/>
                    <a:pt x="47177" y="68400"/>
                    <a:pt x="47149" y="68485"/>
                  </a:cubicBezTo>
                  <a:cubicBezTo>
                    <a:pt x="47005" y="68599"/>
                    <a:pt x="46634" y="68801"/>
                    <a:pt x="46291" y="68915"/>
                  </a:cubicBezTo>
                  <a:lnTo>
                    <a:pt x="46261" y="68915"/>
                  </a:lnTo>
                  <a:cubicBezTo>
                    <a:pt x="46062" y="68915"/>
                    <a:pt x="45718" y="68858"/>
                    <a:pt x="45402" y="68771"/>
                  </a:cubicBezTo>
                  <a:cubicBezTo>
                    <a:pt x="45402" y="68686"/>
                    <a:pt x="45375" y="68629"/>
                    <a:pt x="45375" y="68572"/>
                  </a:cubicBezTo>
                  <a:cubicBezTo>
                    <a:pt x="45345" y="68199"/>
                    <a:pt x="45288" y="67713"/>
                    <a:pt x="45116" y="67168"/>
                  </a:cubicBezTo>
                  <a:cubicBezTo>
                    <a:pt x="44974" y="66625"/>
                    <a:pt x="44772" y="66167"/>
                    <a:pt x="44630" y="65794"/>
                  </a:cubicBezTo>
                  <a:cubicBezTo>
                    <a:pt x="44344" y="65107"/>
                    <a:pt x="44344" y="65022"/>
                    <a:pt x="44371" y="64878"/>
                  </a:cubicBezTo>
                  <a:cubicBezTo>
                    <a:pt x="44429" y="64679"/>
                    <a:pt x="44600" y="64363"/>
                    <a:pt x="44772" y="64049"/>
                  </a:cubicBezTo>
                  <a:cubicBezTo>
                    <a:pt x="45116" y="63447"/>
                    <a:pt x="45546" y="62675"/>
                    <a:pt x="45718" y="61644"/>
                  </a:cubicBezTo>
                  <a:cubicBezTo>
                    <a:pt x="45775" y="61385"/>
                    <a:pt x="45803" y="61186"/>
                    <a:pt x="45833" y="60985"/>
                  </a:cubicBezTo>
                  <a:cubicBezTo>
                    <a:pt x="45860" y="60728"/>
                    <a:pt x="45890" y="60412"/>
                    <a:pt x="45947" y="60327"/>
                  </a:cubicBezTo>
                  <a:cubicBezTo>
                    <a:pt x="45947" y="60327"/>
                    <a:pt x="45975" y="60270"/>
                    <a:pt x="46062" y="60183"/>
                  </a:cubicBezTo>
                  <a:cubicBezTo>
                    <a:pt x="46089" y="60183"/>
                    <a:pt x="46089" y="60156"/>
                    <a:pt x="46119" y="60156"/>
                  </a:cubicBezTo>
                  <a:cubicBezTo>
                    <a:pt x="46634" y="59640"/>
                    <a:pt x="47436" y="59153"/>
                    <a:pt x="48123" y="58724"/>
                  </a:cubicBezTo>
                  <a:lnTo>
                    <a:pt x="48237" y="58637"/>
                  </a:lnTo>
                  <a:cubicBezTo>
                    <a:pt x="48265" y="58637"/>
                    <a:pt x="48322" y="58610"/>
                    <a:pt x="48352" y="58580"/>
                  </a:cubicBezTo>
                  <a:cubicBezTo>
                    <a:pt x="48409" y="58523"/>
                    <a:pt x="48466" y="58495"/>
                    <a:pt x="48494" y="58495"/>
                  </a:cubicBezTo>
                  <a:cubicBezTo>
                    <a:pt x="48608" y="58495"/>
                    <a:pt x="48837" y="58553"/>
                    <a:pt x="49009" y="58580"/>
                  </a:cubicBezTo>
                  <a:cubicBezTo>
                    <a:pt x="49353" y="58637"/>
                    <a:pt x="49783" y="58724"/>
                    <a:pt x="50269" y="58782"/>
                  </a:cubicBezTo>
                  <a:lnTo>
                    <a:pt x="50383" y="58782"/>
                  </a:lnTo>
                  <a:cubicBezTo>
                    <a:pt x="50692" y="58820"/>
                    <a:pt x="51086" y="58865"/>
                    <a:pt x="51524" y="58865"/>
                  </a:cubicBezTo>
                  <a:cubicBezTo>
                    <a:pt x="52386" y="58865"/>
                    <a:pt x="53423" y="58691"/>
                    <a:pt x="54334" y="57950"/>
                  </a:cubicBezTo>
                  <a:cubicBezTo>
                    <a:pt x="54363" y="57950"/>
                    <a:pt x="54363" y="57923"/>
                    <a:pt x="54391" y="57893"/>
                  </a:cubicBezTo>
                  <a:cubicBezTo>
                    <a:pt x="54650" y="57694"/>
                    <a:pt x="54821" y="57465"/>
                    <a:pt x="54963" y="57236"/>
                  </a:cubicBezTo>
                  <a:cubicBezTo>
                    <a:pt x="55279" y="57236"/>
                    <a:pt x="55650" y="57236"/>
                    <a:pt x="55909" y="57263"/>
                  </a:cubicBezTo>
                  <a:cubicBezTo>
                    <a:pt x="56195" y="57522"/>
                    <a:pt x="56681" y="57950"/>
                    <a:pt x="57398" y="58179"/>
                  </a:cubicBezTo>
                  <a:lnTo>
                    <a:pt x="57398" y="58637"/>
                  </a:lnTo>
                  <a:cubicBezTo>
                    <a:pt x="57398" y="60069"/>
                    <a:pt x="57368" y="63847"/>
                    <a:pt x="61005" y="64076"/>
                  </a:cubicBezTo>
                  <a:cubicBezTo>
                    <a:pt x="61099" y="64083"/>
                    <a:pt x="61193" y="64087"/>
                    <a:pt x="61286" y="64087"/>
                  </a:cubicBezTo>
                  <a:cubicBezTo>
                    <a:pt x="62346" y="64087"/>
                    <a:pt x="63298" y="63634"/>
                    <a:pt x="63982" y="62817"/>
                  </a:cubicBezTo>
                  <a:cubicBezTo>
                    <a:pt x="65555" y="60927"/>
                    <a:pt x="65013" y="57492"/>
                    <a:pt x="64525" y="55633"/>
                  </a:cubicBezTo>
                  <a:cubicBezTo>
                    <a:pt x="64238" y="54545"/>
                    <a:pt x="64067" y="53858"/>
                    <a:pt x="66787" y="52740"/>
                  </a:cubicBezTo>
                  <a:cubicBezTo>
                    <a:pt x="66815" y="52740"/>
                    <a:pt x="66845" y="52740"/>
                    <a:pt x="66845" y="52713"/>
                  </a:cubicBezTo>
                  <a:cubicBezTo>
                    <a:pt x="68047" y="52197"/>
                    <a:pt x="69849" y="51423"/>
                    <a:pt x="71024" y="49706"/>
                  </a:cubicBezTo>
                  <a:cubicBezTo>
                    <a:pt x="71940" y="48361"/>
                    <a:pt x="72112" y="47274"/>
                    <a:pt x="72226" y="46415"/>
                  </a:cubicBezTo>
                  <a:cubicBezTo>
                    <a:pt x="72627" y="46271"/>
                    <a:pt x="73085" y="46071"/>
                    <a:pt x="73514" y="45698"/>
                  </a:cubicBezTo>
                  <a:cubicBezTo>
                    <a:pt x="74430" y="44954"/>
                    <a:pt x="75059" y="44010"/>
                    <a:pt x="75632" y="43209"/>
                  </a:cubicBezTo>
                  <a:cubicBezTo>
                    <a:pt x="75746" y="43007"/>
                    <a:pt x="75891" y="42835"/>
                    <a:pt x="76005" y="42664"/>
                  </a:cubicBezTo>
                  <a:cubicBezTo>
                    <a:pt x="76130" y="42674"/>
                    <a:pt x="76266" y="42680"/>
                    <a:pt x="76411" y="42680"/>
                  </a:cubicBezTo>
                  <a:cubicBezTo>
                    <a:pt x="76695" y="42680"/>
                    <a:pt x="77018" y="42655"/>
                    <a:pt x="77379" y="42579"/>
                  </a:cubicBezTo>
                  <a:cubicBezTo>
                    <a:pt x="77437" y="42549"/>
                    <a:pt x="77494" y="42549"/>
                    <a:pt x="77579" y="42522"/>
                  </a:cubicBezTo>
                  <a:cubicBezTo>
                    <a:pt x="79754" y="41835"/>
                    <a:pt x="80070" y="39973"/>
                    <a:pt x="80185" y="39258"/>
                  </a:cubicBezTo>
                  <a:cubicBezTo>
                    <a:pt x="80212" y="39144"/>
                    <a:pt x="80212" y="39029"/>
                    <a:pt x="80242" y="38942"/>
                  </a:cubicBezTo>
                  <a:cubicBezTo>
                    <a:pt x="80356" y="38915"/>
                    <a:pt x="80471" y="38857"/>
                    <a:pt x="80585" y="38828"/>
                  </a:cubicBezTo>
                  <a:cubicBezTo>
                    <a:pt x="80872" y="38770"/>
                    <a:pt x="81158" y="38686"/>
                    <a:pt x="81444" y="38599"/>
                  </a:cubicBezTo>
                  <a:cubicBezTo>
                    <a:pt x="81472" y="38599"/>
                    <a:pt x="81502" y="38571"/>
                    <a:pt x="81529" y="38571"/>
                  </a:cubicBezTo>
                  <a:cubicBezTo>
                    <a:pt x="81559" y="38541"/>
                    <a:pt x="81616" y="38541"/>
                    <a:pt x="81644" y="38541"/>
                  </a:cubicBezTo>
                  <a:cubicBezTo>
                    <a:pt x="81873" y="38770"/>
                    <a:pt x="82216" y="38972"/>
                    <a:pt x="82589" y="39171"/>
                  </a:cubicBezTo>
                  <a:lnTo>
                    <a:pt x="82761" y="39258"/>
                  </a:lnTo>
                  <a:cubicBezTo>
                    <a:pt x="83220" y="39451"/>
                    <a:pt x="83657" y="39529"/>
                    <a:pt x="84066" y="39529"/>
                  </a:cubicBezTo>
                  <a:cubicBezTo>
                    <a:pt x="85419" y="39529"/>
                    <a:pt x="86470" y="38674"/>
                    <a:pt x="86998" y="38255"/>
                  </a:cubicBezTo>
                  <a:cubicBezTo>
                    <a:pt x="87083" y="38170"/>
                    <a:pt x="87197" y="38083"/>
                    <a:pt x="87284" y="38026"/>
                  </a:cubicBezTo>
                  <a:cubicBezTo>
                    <a:pt x="87341" y="37999"/>
                    <a:pt x="87426" y="37999"/>
                    <a:pt x="87483" y="37969"/>
                  </a:cubicBezTo>
                  <a:cubicBezTo>
                    <a:pt x="88285" y="37827"/>
                    <a:pt x="89774" y="37511"/>
                    <a:pt x="90548" y="36137"/>
                  </a:cubicBezTo>
                  <a:cubicBezTo>
                    <a:pt x="91006" y="35308"/>
                    <a:pt x="91033" y="34334"/>
                    <a:pt x="90690" y="33389"/>
                  </a:cubicBezTo>
                  <a:cubicBezTo>
                    <a:pt x="90433" y="32759"/>
                    <a:pt x="90060" y="32331"/>
                    <a:pt x="89632" y="32015"/>
                  </a:cubicBezTo>
                  <a:lnTo>
                    <a:pt x="89716" y="31843"/>
                  </a:lnTo>
                  <a:cubicBezTo>
                    <a:pt x="89861" y="31499"/>
                    <a:pt x="89945" y="31156"/>
                    <a:pt x="89975" y="30812"/>
                  </a:cubicBezTo>
                  <a:cubicBezTo>
                    <a:pt x="90477" y="30898"/>
                    <a:pt x="90938" y="30961"/>
                    <a:pt x="91400" y="30961"/>
                  </a:cubicBezTo>
                  <a:cubicBezTo>
                    <a:pt x="92334" y="30961"/>
                    <a:pt x="93271" y="30702"/>
                    <a:pt x="94555" y="29839"/>
                  </a:cubicBezTo>
                  <a:cubicBezTo>
                    <a:pt x="94697" y="29754"/>
                    <a:pt x="95155" y="29640"/>
                    <a:pt x="95442" y="29553"/>
                  </a:cubicBezTo>
                  <a:cubicBezTo>
                    <a:pt x="96788" y="29152"/>
                    <a:pt x="99907" y="28208"/>
                    <a:pt x="99823" y="24659"/>
                  </a:cubicBezTo>
                  <a:cubicBezTo>
                    <a:pt x="99823" y="23197"/>
                    <a:pt x="98964" y="21766"/>
                    <a:pt x="97246" y="20335"/>
                  </a:cubicBezTo>
                  <a:cubicBezTo>
                    <a:pt x="97246" y="20307"/>
                    <a:pt x="97216" y="20278"/>
                    <a:pt x="97189" y="20278"/>
                  </a:cubicBezTo>
                  <a:cubicBezTo>
                    <a:pt x="97017" y="20136"/>
                    <a:pt x="96873" y="20021"/>
                    <a:pt x="96731" y="19934"/>
                  </a:cubicBezTo>
                  <a:lnTo>
                    <a:pt x="96731" y="19792"/>
                  </a:lnTo>
                  <a:cubicBezTo>
                    <a:pt x="96731" y="19591"/>
                    <a:pt x="96758" y="19419"/>
                    <a:pt x="96758" y="19220"/>
                  </a:cubicBezTo>
                  <a:cubicBezTo>
                    <a:pt x="96816" y="18132"/>
                    <a:pt x="96930" y="16327"/>
                    <a:pt x="95586" y="15068"/>
                  </a:cubicBezTo>
                  <a:cubicBezTo>
                    <a:pt x="95529" y="15010"/>
                    <a:pt x="95499" y="14983"/>
                    <a:pt x="95442" y="14953"/>
                  </a:cubicBezTo>
                  <a:cubicBezTo>
                    <a:pt x="94599" y="14257"/>
                    <a:pt x="93756" y="14028"/>
                    <a:pt x="93002" y="14028"/>
                  </a:cubicBezTo>
                  <a:cubicBezTo>
                    <a:pt x="92424" y="14028"/>
                    <a:pt x="91898" y="14162"/>
                    <a:pt x="91464" y="14323"/>
                  </a:cubicBezTo>
                  <a:cubicBezTo>
                    <a:pt x="91006" y="13208"/>
                    <a:pt x="90232" y="12033"/>
                    <a:pt x="89574" y="11490"/>
                  </a:cubicBezTo>
                  <a:cubicBezTo>
                    <a:pt x="89231" y="11204"/>
                    <a:pt x="88686" y="10716"/>
                    <a:pt x="85938" y="10545"/>
                  </a:cubicBezTo>
                  <a:cubicBezTo>
                    <a:pt x="85484" y="10506"/>
                    <a:pt x="85089" y="10491"/>
                    <a:pt x="84740" y="10491"/>
                  </a:cubicBezTo>
                  <a:cubicBezTo>
                    <a:pt x="84317" y="10491"/>
                    <a:pt x="83961" y="10513"/>
                    <a:pt x="83647" y="10545"/>
                  </a:cubicBezTo>
                  <a:cubicBezTo>
                    <a:pt x="85021" y="9830"/>
                    <a:pt x="86712" y="8312"/>
                    <a:pt x="87254" y="7453"/>
                  </a:cubicBezTo>
                  <a:cubicBezTo>
                    <a:pt x="87254" y="7425"/>
                    <a:pt x="87284" y="7425"/>
                    <a:pt x="87284" y="7396"/>
                  </a:cubicBezTo>
                  <a:cubicBezTo>
                    <a:pt x="88315" y="5651"/>
                    <a:pt x="87799" y="4418"/>
                    <a:pt x="87399" y="3846"/>
                  </a:cubicBezTo>
                  <a:cubicBezTo>
                    <a:pt x="86727" y="2901"/>
                    <a:pt x="85747" y="2657"/>
                    <a:pt x="84860" y="2657"/>
                  </a:cubicBezTo>
                  <a:cubicBezTo>
                    <a:pt x="84270" y="2657"/>
                    <a:pt x="83722" y="2765"/>
                    <a:pt x="83334" y="2845"/>
                  </a:cubicBezTo>
                  <a:cubicBezTo>
                    <a:pt x="83219" y="2873"/>
                    <a:pt x="83132" y="2873"/>
                    <a:pt x="83047" y="2902"/>
                  </a:cubicBezTo>
                  <a:lnTo>
                    <a:pt x="82990" y="2902"/>
                  </a:lnTo>
                  <a:cubicBezTo>
                    <a:pt x="82102" y="3074"/>
                    <a:pt x="81529" y="3303"/>
                    <a:pt x="81043" y="3589"/>
                  </a:cubicBezTo>
                  <a:cubicBezTo>
                    <a:pt x="81014" y="3560"/>
                    <a:pt x="81014" y="3532"/>
                    <a:pt x="80986" y="3532"/>
                  </a:cubicBezTo>
                  <a:cubicBezTo>
                    <a:pt x="81014" y="3216"/>
                    <a:pt x="80986" y="2845"/>
                    <a:pt x="80899" y="2472"/>
                  </a:cubicBezTo>
                  <a:cubicBezTo>
                    <a:pt x="80441" y="727"/>
                    <a:pt x="79211" y="239"/>
                    <a:pt x="78696" y="97"/>
                  </a:cubicBezTo>
                  <a:cubicBezTo>
                    <a:pt x="78437" y="30"/>
                    <a:pt x="78185" y="0"/>
                    <a:pt x="7794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7505225" y="714425"/>
              <a:ext cx="978040" cy="604256"/>
            </a:xfrm>
            <a:custGeom>
              <a:avLst/>
              <a:gdLst/>
              <a:ahLst/>
              <a:cxnLst/>
              <a:rect l="l" t="t" r="r" b="b"/>
              <a:pathLst>
                <a:path w="48352" h="29873" extrusionOk="0">
                  <a:moveTo>
                    <a:pt x="35832" y="4845"/>
                  </a:moveTo>
                  <a:cubicBezTo>
                    <a:pt x="36270" y="4845"/>
                    <a:pt x="36704" y="4855"/>
                    <a:pt x="37130" y="4881"/>
                  </a:cubicBezTo>
                  <a:cubicBezTo>
                    <a:pt x="37444" y="4910"/>
                    <a:pt x="37730" y="5052"/>
                    <a:pt x="38245" y="5281"/>
                  </a:cubicBezTo>
                  <a:lnTo>
                    <a:pt x="38245" y="5311"/>
                  </a:lnTo>
                  <a:cubicBezTo>
                    <a:pt x="38131" y="5426"/>
                    <a:pt x="38074" y="5597"/>
                    <a:pt x="37989" y="5739"/>
                  </a:cubicBezTo>
                  <a:cubicBezTo>
                    <a:pt x="37989" y="5769"/>
                    <a:pt x="37959" y="5797"/>
                    <a:pt x="37959" y="5826"/>
                  </a:cubicBezTo>
                  <a:cubicBezTo>
                    <a:pt x="37787" y="6255"/>
                    <a:pt x="37730" y="6628"/>
                    <a:pt x="37730" y="6971"/>
                  </a:cubicBezTo>
                  <a:cubicBezTo>
                    <a:pt x="37531" y="7171"/>
                    <a:pt x="37329" y="7400"/>
                    <a:pt x="37158" y="7658"/>
                  </a:cubicBezTo>
                  <a:cubicBezTo>
                    <a:pt x="36814" y="8231"/>
                    <a:pt x="36700" y="8804"/>
                    <a:pt x="36642" y="9175"/>
                  </a:cubicBezTo>
                  <a:cubicBezTo>
                    <a:pt x="36615" y="9232"/>
                    <a:pt x="36585" y="9319"/>
                    <a:pt x="36585" y="9376"/>
                  </a:cubicBezTo>
                  <a:cubicBezTo>
                    <a:pt x="36500" y="9518"/>
                    <a:pt x="36356" y="9720"/>
                    <a:pt x="36242" y="9862"/>
                  </a:cubicBezTo>
                  <a:lnTo>
                    <a:pt x="35955" y="9862"/>
                  </a:lnTo>
                  <a:cubicBezTo>
                    <a:pt x="35154" y="9891"/>
                    <a:pt x="34066" y="9919"/>
                    <a:pt x="33150" y="10750"/>
                  </a:cubicBezTo>
                  <a:lnTo>
                    <a:pt x="33035" y="10865"/>
                  </a:lnTo>
                  <a:cubicBezTo>
                    <a:pt x="32864" y="11036"/>
                    <a:pt x="32435" y="11552"/>
                    <a:pt x="32264" y="12266"/>
                  </a:cubicBezTo>
                  <a:cubicBezTo>
                    <a:pt x="31719" y="12495"/>
                    <a:pt x="31203" y="12896"/>
                    <a:pt x="30832" y="13469"/>
                  </a:cubicBezTo>
                  <a:cubicBezTo>
                    <a:pt x="30489" y="14014"/>
                    <a:pt x="30344" y="14643"/>
                    <a:pt x="30402" y="15273"/>
                  </a:cubicBezTo>
                  <a:cubicBezTo>
                    <a:pt x="30001" y="15415"/>
                    <a:pt x="29630" y="15530"/>
                    <a:pt x="29401" y="15587"/>
                  </a:cubicBezTo>
                  <a:cubicBezTo>
                    <a:pt x="29371" y="15587"/>
                    <a:pt x="29314" y="15587"/>
                    <a:pt x="29286" y="15617"/>
                  </a:cubicBezTo>
                  <a:cubicBezTo>
                    <a:pt x="29199" y="15617"/>
                    <a:pt x="29000" y="15587"/>
                    <a:pt x="28856" y="15559"/>
                  </a:cubicBezTo>
                  <a:cubicBezTo>
                    <a:pt x="28577" y="15511"/>
                    <a:pt x="28210" y="15457"/>
                    <a:pt x="27793" y="15457"/>
                  </a:cubicBezTo>
                  <a:cubicBezTo>
                    <a:pt x="27227" y="15457"/>
                    <a:pt x="26568" y="15556"/>
                    <a:pt x="25908" y="15903"/>
                  </a:cubicBezTo>
                  <a:cubicBezTo>
                    <a:pt x="25221" y="16274"/>
                    <a:pt x="24734" y="16704"/>
                    <a:pt x="24333" y="17075"/>
                  </a:cubicBezTo>
                  <a:cubicBezTo>
                    <a:pt x="24104" y="17277"/>
                    <a:pt x="23875" y="17476"/>
                    <a:pt x="23733" y="17563"/>
                  </a:cubicBezTo>
                  <a:cubicBezTo>
                    <a:pt x="23245" y="17820"/>
                    <a:pt x="22844" y="18106"/>
                    <a:pt x="22473" y="18365"/>
                  </a:cubicBezTo>
                  <a:cubicBezTo>
                    <a:pt x="22329" y="18479"/>
                    <a:pt x="22100" y="18651"/>
                    <a:pt x="21958" y="18736"/>
                  </a:cubicBezTo>
                  <a:cubicBezTo>
                    <a:pt x="21843" y="18708"/>
                    <a:pt x="21672" y="18679"/>
                    <a:pt x="21527" y="18651"/>
                  </a:cubicBezTo>
                  <a:cubicBezTo>
                    <a:pt x="21163" y="18588"/>
                    <a:pt x="20692" y="18502"/>
                    <a:pt x="20150" y="18502"/>
                  </a:cubicBezTo>
                  <a:cubicBezTo>
                    <a:pt x="19461" y="18502"/>
                    <a:pt x="18656" y="18640"/>
                    <a:pt x="17806" y="19137"/>
                  </a:cubicBezTo>
                  <a:cubicBezTo>
                    <a:pt x="16404" y="19938"/>
                    <a:pt x="15889" y="21170"/>
                    <a:pt x="15573" y="21885"/>
                  </a:cubicBezTo>
                  <a:cubicBezTo>
                    <a:pt x="15546" y="21972"/>
                    <a:pt x="15516" y="22086"/>
                    <a:pt x="15459" y="22171"/>
                  </a:cubicBezTo>
                  <a:cubicBezTo>
                    <a:pt x="15145" y="22286"/>
                    <a:pt x="14714" y="22457"/>
                    <a:pt x="14256" y="22773"/>
                  </a:cubicBezTo>
                  <a:cubicBezTo>
                    <a:pt x="13542" y="23316"/>
                    <a:pt x="13198" y="23946"/>
                    <a:pt x="12997" y="24461"/>
                  </a:cubicBezTo>
                  <a:cubicBezTo>
                    <a:pt x="12481" y="24262"/>
                    <a:pt x="12053" y="24147"/>
                    <a:pt x="11710" y="24090"/>
                  </a:cubicBezTo>
                  <a:cubicBezTo>
                    <a:pt x="10965" y="22457"/>
                    <a:pt x="10764" y="20682"/>
                    <a:pt x="11050" y="20167"/>
                  </a:cubicBezTo>
                  <a:lnTo>
                    <a:pt x="11080" y="20140"/>
                  </a:lnTo>
                  <a:cubicBezTo>
                    <a:pt x="11394" y="19995"/>
                    <a:pt x="11852" y="19766"/>
                    <a:pt x="12282" y="19338"/>
                  </a:cubicBezTo>
                  <a:cubicBezTo>
                    <a:pt x="12912" y="18736"/>
                    <a:pt x="13168" y="18163"/>
                    <a:pt x="13283" y="17648"/>
                  </a:cubicBezTo>
                  <a:cubicBezTo>
                    <a:pt x="13855" y="17419"/>
                    <a:pt x="14199" y="17048"/>
                    <a:pt x="14428" y="16704"/>
                  </a:cubicBezTo>
                  <a:cubicBezTo>
                    <a:pt x="14771" y="16217"/>
                    <a:pt x="15088" y="15358"/>
                    <a:pt x="14657" y="14128"/>
                  </a:cubicBezTo>
                  <a:cubicBezTo>
                    <a:pt x="14629" y="14071"/>
                    <a:pt x="14600" y="13984"/>
                    <a:pt x="14572" y="13899"/>
                  </a:cubicBezTo>
                  <a:cubicBezTo>
                    <a:pt x="14286" y="13327"/>
                    <a:pt x="13828" y="12697"/>
                    <a:pt x="12997" y="12353"/>
                  </a:cubicBezTo>
                  <a:cubicBezTo>
                    <a:pt x="13168" y="11407"/>
                    <a:pt x="13370" y="10235"/>
                    <a:pt x="12882" y="9117"/>
                  </a:cubicBezTo>
                  <a:cubicBezTo>
                    <a:pt x="12882" y="9090"/>
                    <a:pt x="12855" y="9060"/>
                    <a:pt x="12855" y="9003"/>
                  </a:cubicBezTo>
                  <a:cubicBezTo>
                    <a:pt x="12568" y="8460"/>
                    <a:pt x="12225" y="8029"/>
                    <a:pt x="11824" y="7743"/>
                  </a:cubicBezTo>
                  <a:cubicBezTo>
                    <a:pt x="11966" y="7629"/>
                    <a:pt x="12110" y="7544"/>
                    <a:pt x="12225" y="7457"/>
                  </a:cubicBezTo>
                  <a:cubicBezTo>
                    <a:pt x="12768" y="7056"/>
                    <a:pt x="13054" y="6857"/>
                    <a:pt x="13370" y="6800"/>
                  </a:cubicBezTo>
                  <a:lnTo>
                    <a:pt x="13427" y="6800"/>
                  </a:lnTo>
                  <a:cubicBezTo>
                    <a:pt x="13741" y="6742"/>
                    <a:pt x="14114" y="6742"/>
                    <a:pt x="14542" y="6713"/>
                  </a:cubicBezTo>
                  <a:cubicBezTo>
                    <a:pt x="15259" y="6713"/>
                    <a:pt x="16146" y="6685"/>
                    <a:pt x="17149" y="6369"/>
                  </a:cubicBezTo>
                  <a:cubicBezTo>
                    <a:pt x="17176" y="6369"/>
                    <a:pt x="17206" y="6342"/>
                    <a:pt x="17263" y="6342"/>
                  </a:cubicBezTo>
                  <a:cubicBezTo>
                    <a:pt x="17894" y="6112"/>
                    <a:pt x="18500" y="6048"/>
                    <a:pt x="19234" y="6048"/>
                  </a:cubicBezTo>
                  <a:cubicBezTo>
                    <a:pt x="19598" y="6048"/>
                    <a:pt x="19994" y="6064"/>
                    <a:pt x="20440" y="6083"/>
                  </a:cubicBezTo>
                  <a:lnTo>
                    <a:pt x="21042" y="6113"/>
                  </a:lnTo>
                  <a:lnTo>
                    <a:pt x="21156" y="6113"/>
                  </a:lnTo>
                  <a:cubicBezTo>
                    <a:pt x="22214" y="6113"/>
                    <a:pt x="23160" y="5968"/>
                    <a:pt x="24076" y="5854"/>
                  </a:cubicBezTo>
                  <a:cubicBezTo>
                    <a:pt x="24505" y="5769"/>
                    <a:pt x="24935" y="5712"/>
                    <a:pt x="25363" y="5655"/>
                  </a:cubicBezTo>
                  <a:cubicBezTo>
                    <a:pt x="25650" y="5625"/>
                    <a:pt x="25908" y="5568"/>
                    <a:pt x="26165" y="5453"/>
                  </a:cubicBezTo>
                  <a:cubicBezTo>
                    <a:pt x="27283" y="5139"/>
                    <a:pt x="28313" y="5025"/>
                    <a:pt x="29715" y="5025"/>
                  </a:cubicBezTo>
                  <a:cubicBezTo>
                    <a:pt x="30745" y="5025"/>
                    <a:pt x="31806" y="4968"/>
                    <a:pt x="32806" y="4938"/>
                  </a:cubicBezTo>
                  <a:cubicBezTo>
                    <a:pt x="33803" y="4898"/>
                    <a:pt x="34828" y="4845"/>
                    <a:pt x="35832" y="4845"/>
                  </a:cubicBezTo>
                  <a:close/>
                  <a:moveTo>
                    <a:pt x="35731" y="1"/>
                  </a:moveTo>
                  <a:cubicBezTo>
                    <a:pt x="34673" y="1"/>
                    <a:pt x="33619" y="44"/>
                    <a:pt x="32577" y="101"/>
                  </a:cubicBezTo>
                  <a:cubicBezTo>
                    <a:pt x="31577" y="158"/>
                    <a:pt x="30631" y="186"/>
                    <a:pt x="29715" y="186"/>
                  </a:cubicBezTo>
                  <a:cubicBezTo>
                    <a:pt x="27741" y="186"/>
                    <a:pt x="26252" y="387"/>
                    <a:pt x="24592" y="873"/>
                  </a:cubicBezTo>
                  <a:cubicBezTo>
                    <a:pt x="24562" y="873"/>
                    <a:pt x="24505" y="873"/>
                    <a:pt x="24477" y="903"/>
                  </a:cubicBezTo>
                  <a:cubicBezTo>
                    <a:pt x="24104" y="960"/>
                    <a:pt x="23733" y="987"/>
                    <a:pt x="23389" y="1045"/>
                  </a:cubicBezTo>
                  <a:cubicBezTo>
                    <a:pt x="22588" y="1159"/>
                    <a:pt x="21901" y="1274"/>
                    <a:pt x="21184" y="1274"/>
                  </a:cubicBezTo>
                  <a:lnTo>
                    <a:pt x="20669" y="1246"/>
                  </a:lnTo>
                  <a:cubicBezTo>
                    <a:pt x="20177" y="1228"/>
                    <a:pt x="19682" y="1207"/>
                    <a:pt x="19178" y="1207"/>
                  </a:cubicBezTo>
                  <a:cubicBezTo>
                    <a:pt x="18071" y="1207"/>
                    <a:pt x="16919" y="1308"/>
                    <a:pt x="15660" y="1761"/>
                  </a:cubicBezTo>
                  <a:cubicBezTo>
                    <a:pt x="15317" y="1846"/>
                    <a:pt x="14916" y="1876"/>
                    <a:pt x="14400" y="1876"/>
                  </a:cubicBezTo>
                  <a:cubicBezTo>
                    <a:pt x="13855" y="1903"/>
                    <a:pt x="13255" y="1903"/>
                    <a:pt x="12596" y="2048"/>
                  </a:cubicBezTo>
                  <a:cubicBezTo>
                    <a:pt x="11137" y="2277"/>
                    <a:pt x="10134" y="2991"/>
                    <a:pt x="9419" y="3506"/>
                  </a:cubicBezTo>
                  <a:cubicBezTo>
                    <a:pt x="9190" y="3678"/>
                    <a:pt x="8961" y="3822"/>
                    <a:pt x="8790" y="3937"/>
                  </a:cubicBezTo>
                  <a:cubicBezTo>
                    <a:pt x="8446" y="3994"/>
                    <a:pt x="7672" y="4052"/>
                    <a:pt x="7129" y="4052"/>
                  </a:cubicBezTo>
                  <a:cubicBezTo>
                    <a:pt x="4695" y="4193"/>
                    <a:pt x="2176" y="4308"/>
                    <a:pt x="831" y="6026"/>
                  </a:cubicBezTo>
                  <a:cubicBezTo>
                    <a:pt x="229" y="6800"/>
                    <a:pt x="0" y="7800"/>
                    <a:pt x="202" y="8774"/>
                  </a:cubicBezTo>
                  <a:cubicBezTo>
                    <a:pt x="730" y="11555"/>
                    <a:pt x="2948" y="12126"/>
                    <a:pt x="4901" y="12126"/>
                  </a:cubicBezTo>
                  <a:cubicBezTo>
                    <a:pt x="5802" y="12126"/>
                    <a:pt x="6647" y="12004"/>
                    <a:pt x="7244" y="11923"/>
                  </a:cubicBezTo>
                  <a:cubicBezTo>
                    <a:pt x="7500" y="11865"/>
                    <a:pt x="7844" y="11838"/>
                    <a:pt x="8160" y="11781"/>
                  </a:cubicBezTo>
                  <a:lnTo>
                    <a:pt x="8160" y="11781"/>
                  </a:lnTo>
                  <a:cubicBezTo>
                    <a:pt x="8073" y="12381"/>
                    <a:pt x="7988" y="13010"/>
                    <a:pt x="8045" y="13640"/>
                  </a:cubicBezTo>
                  <a:cubicBezTo>
                    <a:pt x="7931" y="14300"/>
                    <a:pt x="8016" y="15101"/>
                    <a:pt x="8732" y="15846"/>
                  </a:cubicBezTo>
                  <a:cubicBezTo>
                    <a:pt x="8703" y="15873"/>
                    <a:pt x="8703" y="15903"/>
                    <a:pt x="8675" y="15930"/>
                  </a:cubicBezTo>
                  <a:cubicBezTo>
                    <a:pt x="8274" y="16132"/>
                    <a:pt x="7729" y="16475"/>
                    <a:pt x="7301" y="17075"/>
                  </a:cubicBezTo>
                  <a:cubicBezTo>
                    <a:pt x="5068" y="19881"/>
                    <a:pt x="6412" y="24376"/>
                    <a:pt x="7558" y="26637"/>
                  </a:cubicBezTo>
                  <a:cubicBezTo>
                    <a:pt x="8531" y="28441"/>
                    <a:pt x="9935" y="28698"/>
                    <a:pt x="10679" y="28812"/>
                  </a:cubicBezTo>
                  <a:cubicBezTo>
                    <a:pt x="10851" y="28842"/>
                    <a:pt x="10935" y="28870"/>
                    <a:pt x="11050" y="28899"/>
                  </a:cubicBezTo>
                  <a:cubicBezTo>
                    <a:pt x="11394" y="29243"/>
                    <a:pt x="12138" y="29873"/>
                    <a:pt x="13340" y="29873"/>
                  </a:cubicBezTo>
                  <a:cubicBezTo>
                    <a:pt x="13626" y="29873"/>
                    <a:pt x="13913" y="29815"/>
                    <a:pt x="14229" y="29758"/>
                  </a:cubicBezTo>
                  <a:cubicBezTo>
                    <a:pt x="15832" y="29385"/>
                    <a:pt x="16546" y="28125"/>
                    <a:pt x="17004" y="27354"/>
                  </a:cubicBezTo>
                  <a:lnTo>
                    <a:pt x="17062" y="27239"/>
                  </a:lnTo>
                  <a:cubicBezTo>
                    <a:pt x="17119" y="27152"/>
                    <a:pt x="17176" y="27038"/>
                    <a:pt x="17233" y="26923"/>
                  </a:cubicBezTo>
                  <a:lnTo>
                    <a:pt x="17320" y="26667"/>
                  </a:lnTo>
                  <a:cubicBezTo>
                    <a:pt x="17749" y="26522"/>
                    <a:pt x="18351" y="26266"/>
                    <a:pt x="18924" y="25636"/>
                  </a:cubicBezTo>
                  <a:cubicBezTo>
                    <a:pt x="18951" y="25636"/>
                    <a:pt x="18981" y="25606"/>
                    <a:pt x="19008" y="25579"/>
                  </a:cubicBezTo>
                  <a:cubicBezTo>
                    <a:pt x="19553" y="24919"/>
                    <a:pt x="19840" y="24262"/>
                    <a:pt x="20039" y="23774"/>
                  </a:cubicBezTo>
                  <a:cubicBezTo>
                    <a:pt x="20096" y="23632"/>
                    <a:pt x="20183" y="23460"/>
                    <a:pt x="20240" y="23346"/>
                  </a:cubicBezTo>
                  <a:cubicBezTo>
                    <a:pt x="20355" y="23373"/>
                    <a:pt x="20527" y="23403"/>
                    <a:pt x="20669" y="23403"/>
                  </a:cubicBezTo>
                  <a:cubicBezTo>
                    <a:pt x="21069" y="23488"/>
                    <a:pt x="21585" y="23575"/>
                    <a:pt x="22187" y="23575"/>
                  </a:cubicBezTo>
                  <a:lnTo>
                    <a:pt x="22359" y="23575"/>
                  </a:lnTo>
                  <a:cubicBezTo>
                    <a:pt x="23703" y="23488"/>
                    <a:pt x="24649" y="22773"/>
                    <a:pt x="25336" y="22258"/>
                  </a:cubicBezTo>
                  <a:cubicBezTo>
                    <a:pt x="25565" y="22114"/>
                    <a:pt x="25794" y="21942"/>
                    <a:pt x="25908" y="21885"/>
                  </a:cubicBezTo>
                  <a:cubicBezTo>
                    <a:pt x="25936" y="21885"/>
                    <a:pt x="25966" y="21857"/>
                    <a:pt x="25993" y="21857"/>
                  </a:cubicBezTo>
                  <a:cubicBezTo>
                    <a:pt x="26653" y="21484"/>
                    <a:pt x="27168" y="21026"/>
                    <a:pt x="27569" y="20682"/>
                  </a:cubicBezTo>
                  <a:cubicBezTo>
                    <a:pt x="27711" y="20540"/>
                    <a:pt x="27855" y="20426"/>
                    <a:pt x="27970" y="20311"/>
                  </a:cubicBezTo>
                  <a:cubicBezTo>
                    <a:pt x="28054" y="20311"/>
                    <a:pt x="28112" y="20339"/>
                    <a:pt x="28169" y="20339"/>
                  </a:cubicBezTo>
                  <a:cubicBezTo>
                    <a:pt x="28466" y="20389"/>
                    <a:pt x="28829" y="20438"/>
                    <a:pt x="29243" y="20438"/>
                  </a:cubicBezTo>
                  <a:cubicBezTo>
                    <a:pt x="29547" y="20438"/>
                    <a:pt x="29879" y="20412"/>
                    <a:pt x="30230" y="20339"/>
                  </a:cubicBezTo>
                  <a:cubicBezTo>
                    <a:pt x="31004" y="20224"/>
                    <a:pt x="31748" y="19938"/>
                    <a:pt x="32406" y="19682"/>
                  </a:cubicBezTo>
                  <a:cubicBezTo>
                    <a:pt x="32749" y="19567"/>
                    <a:pt x="33065" y="19423"/>
                    <a:pt x="33379" y="19338"/>
                  </a:cubicBezTo>
                  <a:lnTo>
                    <a:pt x="33551" y="19281"/>
                  </a:lnTo>
                  <a:cubicBezTo>
                    <a:pt x="34153" y="19109"/>
                    <a:pt x="35268" y="18766"/>
                    <a:pt x="36013" y="17735"/>
                  </a:cubicBezTo>
                  <a:cubicBezTo>
                    <a:pt x="36558" y="17591"/>
                    <a:pt x="37302" y="17190"/>
                    <a:pt x="37817" y="16189"/>
                  </a:cubicBezTo>
                  <a:cubicBezTo>
                    <a:pt x="38074" y="15701"/>
                    <a:pt x="38275" y="15072"/>
                    <a:pt x="38188" y="14357"/>
                  </a:cubicBezTo>
                  <a:cubicBezTo>
                    <a:pt x="38360" y="14300"/>
                    <a:pt x="38561" y="14185"/>
                    <a:pt x="38733" y="14098"/>
                  </a:cubicBezTo>
                  <a:cubicBezTo>
                    <a:pt x="39620" y="13556"/>
                    <a:pt x="40192" y="12697"/>
                    <a:pt x="40623" y="12067"/>
                  </a:cubicBezTo>
                  <a:lnTo>
                    <a:pt x="40707" y="11923"/>
                  </a:lnTo>
                  <a:cubicBezTo>
                    <a:pt x="40737" y="11895"/>
                    <a:pt x="40737" y="11865"/>
                    <a:pt x="40765" y="11808"/>
                  </a:cubicBezTo>
                  <a:cubicBezTo>
                    <a:pt x="41081" y="11293"/>
                    <a:pt x="41223" y="10807"/>
                    <a:pt x="41310" y="10434"/>
                  </a:cubicBezTo>
                  <a:cubicBezTo>
                    <a:pt x="41710" y="10178"/>
                    <a:pt x="42196" y="9747"/>
                    <a:pt x="42482" y="9090"/>
                  </a:cubicBezTo>
                  <a:cubicBezTo>
                    <a:pt x="42654" y="8716"/>
                    <a:pt x="42741" y="8373"/>
                    <a:pt x="42741" y="8059"/>
                  </a:cubicBezTo>
                  <a:cubicBezTo>
                    <a:pt x="43112" y="7945"/>
                    <a:pt x="43513" y="7887"/>
                    <a:pt x="43829" y="7800"/>
                  </a:cubicBezTo>
                  <a:cubicBezTo>
                    <a:pt x="45688" y="7400"/>
                    <a:pt x="48008" y="6914"/>
                    <a:pt x="48295" y="4624"/>
                  </a:cubicBezTo>
                  <a:lnTo>
                    <a:pt x="48295" y="4452"/>
                  </a:lnTo>
                  <a:cubicBezTo>
                    <a:pt x="48352" y="3536"/>
                    <a:pt x="48008" y="2705"/>
                    <a:pt x="47321" y="2075"/>
                  </a:cubicBezTo>
                  <a:cubicBezTo>
                    <a:pt x="46519" y="1326"/>
                    <a:pt x="45441" y="1097"/>
                    <a:pt x="44236" y="1097"/>
                  </a:cubicBezTo>
                  <a:cubicBezTo>
                    <a:pt x="43462" y="1097"/>
                    <a:pt x="42635" y="1191"/>
                    <a:pt x="41795" y="1303"/>
                  </a:cubicBezTo>
                  <a:cubicBezTo>
                    <a:pt x="41623" y="1303"/>
                    <a:pt x="41481" y="1331"/>
                    <a:pt x="41367" y="1331"/>
                  </a:cubicBezTo>
                  <a:cubicBezTo>
                    <a:pt x="41108" y="1303"/>
                    <a:pt x="40822" y="1159"/>
                    <a:pt x="40336" y="930"/>
                  </a:cubicBezTo>
                  <a:cubicBezTo>
                    <a:pt x="39620" y="587"/>
                    <a:pt x="38733" y="158"/>
                    <a:pt x="37531" y="44"/>
                  </a:cubicBezTo>
                  <a:lnTo>
                    <a:pt x="37444" y="44"/>
                  </a:lnTo>
                  <a:cubicBezTo>
                    <a:pt x="36873" y="13"/>
                    <a:pt x="36301" y="1"/>
                    <a:pt x="3573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7152566" y="725976"/>
              <a:ext cx="631745" cy="270158"/>
            </a:xfrm>
            <a:custGeom>
              <a:avLst/>
              <a:gdLst/>
              <a:ahLst/>
              <a:cxnLst/>
              <a:rect l="l" t="t" r="r" b="b"/>
              <a:pathLst>
                <a:path w="31232" h="13356" extrusionOk="0">
                  <a:moveTo>
                    <a:pt x="27276" y="1"/>
                  </a:moveTo>
                  <a:cubicBezTo>
                    <a:pt x="26864" y="1"/>
                    <a:pt x="26484" y="41"/>
                    <a:pt x="26165" y="73"/>
                  </a:cubicBezTo>
                  <a:cubicBezTo>
                    <a:pt x="25994" y="103"/>
                    <a:pt x="25792" y="130"/>
                    <a:pt x="25707" y="130"/>
                  </a:cubicBezTo>
                  <a:cubicBezTo>
                    <a:pt x="25364" y="130"/>
                    <a:pt x="25078" y="187"/>
                    <a:pt x="24791" y="302"/>
                  </a:cubicBezTo>
                  <a:cubicBezTo>
                    <a:pt x="24276" y="389"/>
                    <a:pt x="23818" y="503"/>
                    <a:pt x="23417" y="588"/>
                  </a:cubicBezTo>
                  <a:cubicBezTo>
                    <a:pt x="22714" y="754"/>
                    <a:pt x="22144" y="875"/>
                    <a:pt x="21591" y="875"/>
                  </a:cubicBezTo>
                  <a:cubicBezTo>
                    <a:pt x="21379" y="875"/>
                    <a:pt x="21169" y="857"/>
                    <a:pt x="20955" y="817"/>
                  </a:cubicBezTo>
                  <a:lnTo>
                    <a:pt x="20868" y="817"/>
                  </a:lnTo>
                  <a:cubicBezTo>
                    <a:pt x="20525" y="760"/>
                    <a:pt x="20211" y="703"/>
                    <a:pt x="19895" y="645"/>
                  </a:cubicBezTo>
                  <a:cubicBezTo>
                    <a:pt x="18926" y="472"/>
                    <a:pt x="17874" y="278"/>
                    <a:pt x="16744" y="278"/>
                  </a:cubicBezTo>
                  <a:cubicBezTo>
                    <a:pt x="16005" y="278"/>
                    <a:pt x="15232" y="362"/>
                    <a:pt x="14428" y="588"/>
                  </a:cubicBezTo>
                  <a:cubicBezTo>
                    <a:pt x="14257" y="618"/>
                    <a:pt x="13741" y="618"/>
                    <a:pt x="13398" y="618"/>
                  </a:cubicBezTo>
                  <a:cubicBezTo>
                    <a:pt x="12425" y="618"/>
                    <a:pt x="11307" y="618"/>
                    <a:pt x="10276" y="1161"/>
                  </a:cubicBezTo>
                  <a:cubicBezTo>
                    <a:pt x="8474" y="2134"/>
                    <a:pt x="8273" y="3393"/>
                    <a:pt x="8444" y="4282"/>
                  </a:cubicBezTo>
                  <a:cubicBezTo>
                    <a:pt x="8444" y="4367"/>
                    <a:pt x="8474" y="4454"/>
                    <a:pt x="8502" y="4539"/>
                  </a:cubicBezTo>
                  <a:cubicBezTo>
                    <a:pt x="7501" y="4653"/>
                    <a:pt x="6241" y="4997"/>
                    <a:pt x="5295" y="6229"/>
                  </a:cubicBezTo>
                  <a:cubicBezTo>
                    <a:pt x="4855" y="6031"/>
                    <a:pt x="4261" y="5844"/>
                    <a:pt x="3618" y="5844"/>
                  </a:cubicBezTo>
                  <a:cubicBezTo>
                    <a:pt x="2672" y="5844"/>
                    <a:pt x="1620" y="6250"/>
                    <a:pt x="802" y="7630"/>
                  </a:cubicBezTo>
                  <a:cubicBezTo>
                    <a:pt x="802" y="7630"/>
                    <a:pt x="772" y="7660"/>
                    <a:pt x="772" y="7687"/>
                  </a:cubicBezTo>
                  <a:cubicBezTo>
                    <a:pt x="1" y="9062"/>
                    <a:pt x="230" y="10149"/>
                    <a:pt x="543" y="10809"/>
                  </a:cubicBezTo>
                  <a:cubicBezTo>
                    <a:pt x="1260" y="12325"/>
                    <a:pt x="2863" y="12611"/>
                    <a:pt x="3607" y="12756"/>
                  </a:cubicBezTo>
                  <a:lnTo>
                    <a:pt x="3722" y="12756"/>
                  </a:lnTo>
                  <a:cubicBezTo>
                    <a:pt x="4008" y="12813"/>
                    <a:pt x="4295" y="12898"/>
                    <a:pt x="4581" y="12985"/>
                  </a:cubicBezTo>
                  <a:cubicBezTo>
                    <a:pt x="5153" y="13156"/>
                    <a:pt x="5840" y="13356"/>
                    <a:pt x="6699" y="13356"/>
                  </a:cubicBezTo>
                  <a:cubicBezTo>
                    <a:pt x="7043" y="13356"/>
                    <a:pt x="7386" y="13328"/>
                    <a:pt x="7787" y="13271"/>
                  </a:cubicBezTo>
                  <a:cubicBezTo>
                    <a:pt x="7872" y="13241"/>
                    <a:pt x="8101" y="13241"/>
                    <a:pt x="8273" y="13214"/>
                  </a:cubicBezTo>
                  <a:cubicBezTo>
                    <a:pt x="9447" y="13127"/>
                    <a:pt x="11421" y="13012"/>
                    <a:pt x="12452" y="11409"/>
                  </a:cubicBezTo>
                  <a:cubicBezTo>
                    <a:pt x="12624" y="11123"/>
                    <a:pt x="12768" y="10836"/>
                    <a:pt x="12883" y="10580"/>
                  </a:cubicBezTo>
                  <a:cubicBezTo>
                    <a:pt x="13139" y="10580"/>
                    <a:pt x="13425" y="10523"/>
                    <a:pt x="13684" y="10465"/>
                  </a:cubicBezTo>
                  <a:cubicBezTo>
                    <a:pt x="14600" y="10207"/>
                    <a:pt x="15344" y="9721"/>
                    <a:pt x="16002" y="9320"/>
                  </a:cubicBezTo>
                  <a:cubicBezTo>
                    <a:pt x="16375" y="9091"/>
                    <a:pt x="16719" y="8862"/>
                    <a:pt x="16975" y="8748"/>
                  </a:cubicBezTo>
                  <a:cubicBezTo>
                    <a:pt x="18063" y="8290"/>
                    <a:pt x="19208" y="8145"/>
                    <a:pt x="20525" y="7946"/>
                  </a:cubicBezTo>
                  <a:cubicBezTo>
                    <a:pt x="21242" y="7859"/>
                    <a:pt x="21986" y="7745"/>
                    <a:pt x="22758" y="7603"/>
                  </a:cubicBezTo>
                  <a:cubicBezTo>
                    <a:pt x="22787" y="7603"/>
                    <a:pt x="22787" y="7603"/>
                    <a:pt x="22815" y="7573"/>
                  </a:cubicBezTo>
                  <a:cubicBezTo>
                    <a:pt x="23445" y="7431"/>
                    <a:pt x="23990" y="7229"/>
                    <a:pt x="24505" y="7030"/>
                  </a:cubicBezTo>
                  <a:cubicBezTo>
                    <a:pt x="24906" y="6886"/>
                    <a:pt x="25307" y="6714"/>
                    <a:pt x="25650" y="6657"/>
                  </a:cubicBezTo>
                  <a:cubicBezTo>
                    <a:pt x="25678" y="6657"/>
                    <a:pt x="25707" y="6629"/>
                    <a:pt x="25707" y="6629"/>
                  </a:cubicBezTo>
                  <a:cubicBezTo>
                    <a:pt x="25849" y="6600"/>
                    <a:pt x="26165" y="6600"/>
                    <a:pt x="26422" y="6572"/>
                  </a:cubicBezTo>
                  <a:cubicBezTo>
                    <a:pt x="27081" y="6572"/>
                    <a:pt x="27940" y="6542"/>
                    <a:pt x="28827" y="6171"/>
                  </a:cubicBezTo>
                  <a:cubicBezTo>
                    <a:pt x="31174" y="5283"/>
                    <a:pt x="31231" y="3538"/>
                    <a:pt x="31204" y="2993"/>
                  </a:cubicBezTo>
                  <a:cubicBezTo>
                    <a:pt x="31174" y="2477"/>
                    <a:pt x="30860" y="703"/>
                    <a:pt x="28368" y="130"/>
                  </a:cubicBezTo>
                  <a:cubicBezTo>
                    <a:pt x="28368" y="103"/>
                    <a:pt x="28341" y="103"/>
                    <a:pt x="28311" y="103"/>
                  </a:cubicBezTo>
                  <a:cubicBezTo>
                    <a:pt x="27955" y="26"/>
                    <a:pt x="27605" y="1"/>
                    <a:pt x="2727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7103914" y="911075"/>
              <a:ext cx="480646" cy="367655"/>
            </a:xfrm>
            <a:custGeom>
              <a:avLst/>
              <a:gdLst/>
              <a:ahLst/>
              <a:cxnLst/>
              <a:rect l="l" t="t" r="r" b="b"/>
              <a:pathLst>
                <a:path w="23762" h="18176" extrusionOk="0">
                  <a:moveTo>
                    <a:pt x="15001" y="6239"/>
                  </a:moveTo>
                  <a:cubicBezTo>
                    <a:pt x="15230" y="6267"/>
                    <a:pt x="15517" y="6324"/>
                    <a:pt x="15773" y="6411"/>
                  </a:cubicBezTo>
                  <a:cubicBezTo>
                    <a:pt x="15659" y="6782"/>
                    <a:pt x="15601" y="7270"/>
                    <a:pt x="15688" y="7785"/>
                  </a:cubicBezTo>
                  <a:cubicBezTo>
                    <a:pt x="15631" y="7813"/>
                    <a:pt x="15544" y="7813"/>
                    <a:pt x="15459" y="7842"/>
                  </a:cubicBezTo>
                  <a:cubicBezTo>
                    <a:pt x="15059" y="7957"/>
                    <a:pt x="14715" y="8156"/>
                    <a:pt x="14399" y="8385"/>
                  </a:cubicBezTo>
                  <a:cubicBezTo>
                    <a:pt x="14372" y="7728"/>
                    <a:pt x="14142" y="7098"/>
                    <a:pt x="13769" y="6468"/>
                  </a:cubicBezTo>
                  <a:lnTo>
                    <a:pt x="13941" y="6468"/>
                  </a:lnTo>
                  <a:cubicBezTo>
                    <a:pt x="14314" y="6468"/>
                    <a:pt x="14685" y="6411"/>
                    <a:pt x="15001" y="6239"/>
                  </a:cubicBezTo>
                  <a:close/>
                  <a:moveTo>
                    <a:pt x="5380" y="1"/>
                  </a:moveTo>
                  <a:cubicBezTo>
                    <a:pt x="4073" y="1"/>
                    <a:pt x="3114" y="765"/>
                    <a:pt x="2605" y="1201"/>
                  </a:cubicBezTo>
                  <a:cubicBezTo>
                    <a:pt x="1574" y="1945"/>
                    <a:pt x="1" y="3434"/>
                    <a:pt x="1" y="5351"/>
                  </a:cubicBezTo>
                  <a:lnTo>
                    <a:pt x="1" y="5465"/>
                  </a:lnTo>
                  <a:cubicBezTo>
                    <a:pt x="28" y="6525"/>
                    <a:pt x="486" y="7442"/>
                    <a:pt x="1260" y="8042"/>
                  </a:cubicBezTo>
                  <a:cubicBezTo>
                    <a:pt x="1977" y="8583"/>
                    <a:pt x="2783" y="8751"/>
                    <a:pt x="3538" y="8751"/>
                  </a:cubicBezTo>
                  <a:cubicBezTo>
                    <a:pt x="4261" y="8751"/>
                    <a:pt x="4936" y="8597"/>
                    <a:pt x="5440" y="8472"/>
                  </a:cubicBezTo>
                  <a:cubicBezTo>
                    <a:pt x="5582" y="8442"/>
                    <a:pt x="5726" y="8415"/>
                    <a:pt x="5841" y="8385"/>
                  </a:cubicBezTo>
                  <a:cubicBezTo>
                    <a:pt x="6665" y="8277"/>
                    <a:pt x="7342" y="8220"/>
                    <a:pt x="7864" y="8220"/>
                  </a:cubicBezTo>
                  <a:cubicBezTo>
                    <a:pt x="8447" y="8220"/>
                    <a:pt x="8836" y="8291"/>
                    <a:pt x="9017" y="8442"/>
                  </a:cubicBezTo>
                  <a:cubicBezTo>
                    <a:pt x="9189" y="8557"/>
                    <a:pt x="9333" y="8671"/>
                    <a:pt x="9418" y="8758"/>
                  </a:cubicBezTo>
                  <a:cubicBezTo>
                    <a:pt x="9361" y="8873"/>
                    <a:pt x="9276" y="9015"/>
                    <a:pt x="9219" y="9129"/>
                  </a:cubicBezTo>
                  <a:cubicBezTo>
                    <a:pt x="9161" y="9102"/>
                    <a:pt x="9132" y="9102"/>
                    <a:pt x="9104" y="9102"/>
                  </a:cubicBezTo>
                  <a:cubicBezTo>
                    <a:pt x="8626" y="8997"/>
                    <a:pt x="8023" y="8861"/>
                    <a:pt x="7361" y="8861"/>
                  </a:cubicBezTo>
                  <a:cubicBezTo>
                    <a:pt x="6754" y="8861"/>
                    <a:pt x="6097" y="8975"/>
                    <a:pt x="5440" y="9331"/>
                  </a:cubicBezTo>
                  <a:cubicBezTo>
                    <a:pt x="3436" y="10503"/>
                    <a:pt x="3722" y="12164"/>
                    <a:pt x="3837" y="12652"/>
                  </a:cubicBezTo>
                  <a:cubicBezTo>
                    <a:pt x="3979" y="13224"/>
                    <a:pt x="4753" y="15056"/>
                    <a:pt x="8158" y="15084"/>
                  </a:cubicBezTo>
                  <a:cubicBezTo>
                    <a:pt x="8445" y="15113"/>
                    <a:pt x="8616" y="15113"/>
                    <a:pt x="8703" y="15141"/>
                  </a:cubicBezTo>
                  <a:cubicBezTo>
                    <a:pt x="8731" y="15198"/>
                    <a:pt x="8788" y="15285"/>
                    <a:pt x="8875" y="15427"/>
                  </a:cubicBezTo>
                  <a:cubicBezTo>
                    <a:pt x="8903" y="15484"/>
                    <a:pt x="8932" y="15571"/>
                    <a:pt x="8960" y="15599"/>
                  </a:cubicBezTo>
                  <a:cubicBezTo>
                    <a:pt x="9303" y="16545"/>
                    <a:pt x="9848" y="17461"/>
                    <a:pt x="11509" y="17946"/>
                  </a:cubicBezTo>
                  <a:cubicBezTo>
                    <a:pt x="11536" y="17976"/>
                    <a:pt x="11566" y="17976"/>
                    <a:pt x="11594" y="17976"/>
                  </a:cubicBezTo>
                  <a:cubicBezTo>
                    <a:pt x="11967" y="18091"/>
                    <a:pt x="12482" y="18175"/>
                    <a:pt x="13025" y="18175"/>
                  </a:cubicBezTo>
                  <a:cubicBezTo>
                    <a:pt x="13742" y="18175"/>
                    <a:pt x="14543" y="18004"/>
                    <a:pt x="15173" y="17404"/>
                  </a:cubicBezTo>
                  <a:cubicBezTo>
                    <a:pt x="15430" y="17175"/>
                    <a:pt x="15631" y="16916"/>
                    <a:pt x="15773" y="16659"/>
                  </a:cubicBezTo>
                  <a:cubicBezTo>
                    <a:pt x="15841" y="16664"/>
                    <a:pt x="15910" y="16667"/>
                    <a:pt x="15979" y="16667"/>
                  </a:cubicBezTo>
                  <a:cubicBezTo>
                    <a:pt x="16698" y="16667"/>
                    <a:pt x="17481" y="16387"/>
                    <a:pt x="18265" y="15656"/>
                  </a:cubicBezTo>
                  <a:cubicBezTo>
                    <a:pt x="18808" y="15141"/>
                    <a:pt x="19124" y="14626"/>
                    <a:pt x="19266" y="14140"/>
                  </a:cubicBezTo>
                  <a:cubicBezTo>
                    <a:pt x="19925" y="14110"/>
                    <a:pt x="20612" y="13854"/>
                    <a:pt x="21327" y="13366"/>
                  </a:cubicBezTo>
                  <a:cubicBezTo>
                    <a:pt x="22586" y="12507"/>
                    <a:pt x="23761" y="10618"/>
                    <a:pt x="23418" y="8786"/>
                  </a:cubicBezTo>
                  <a:cubicBezTo>
                    <a:pt x="23418" y="8729"/>
                    <a:pt x="23418" y="8671"/>
                    <a:pt x="23388" y="8587"/>
                  </a:cubicBezTo>
                  <a:cubicBezTo>
                    <a:pt x="22960" y="6839"/>
                    <a:pt x="21700" y="6209"/>
                    <a:pt x="20811" y="5980"/>
                  </a:cubicBezTo>
                  <a:cubicBezTo>
                    <a:pt x="20869" y="5037"/>
                    <a:pt x="20640" y="3835"/>
                    <a:pt x="19380" y="2774"/>
                  </a:cubicBezTo>
                  <a:lnTo>
                    <a:pt x="19323" y="2717"/>
                  </a:lnTo>
                  <a:cubicBezTo>
                    <a:pt x="18527" y="2089"/>
                    <a:pt x="16384" y="1379"/>
                    <a:pt x="14720" y="1379"/>
                  </a:cubicBezTo>
                  <a:cubicBezTo>
                    <a:pt x="14412" y="1379"/>
                    <a:pt x="14120" y="1404"/>
                    <a:pt x="13856" y="1457"/>
                  </a:cubicBezTo>
                  <a:cubicBezTo>
                    <a:pt x="13627" y="1515"/>
                    <a:pt x="13426" y="1572"/>
                    <a:pt x="13226" y="1659"/>
                  </a:cubicBezTo>
                  <a:cubicBezTo>
                    <a:pt x="13139" y="1659"/>
                    <a:pt x="13025" y="1686"/>
                    <a:pt x="12910" y="1686"/>
                  </a:cubicBezTo>
                  <a:cubicBezTo>
                    <a:pt x="12739" y="1686"/>
                    <a:pt x="12452" y="1716"/>
                    <a:pt x="12253" y="1716"/>
                  </a:cubicBezTo>
                  <a:cubicBezTo>
                    <a:pt x="12081" y="1515"/>
                    <a:pt x="11795" y="1258"/>
                    <a:pt x="11394" y="1029"/>
                  </a:cubicBezTo>
                  <a:cubicBezTo>
                    <a:pt x="10585" y="541"/>
                    <a:pt x="9832" y="361"/>
                    <a:pt x="9158" y="361"/>
                  </a:cubicBezTo>
                  <a:cubicBezTo>
                    <a:pt x="8569" y="361"/>
                    <a:pt x="8040" y="499"/>
                    <a:pt x="7586" y="686"/>
                  </a:cubicBezTo>
                  <a:cubicBezTo>
                    <a:pt x="7128" y="370"/>
                    <a:pt x="6613" y="170"/>
                    <a:pt x="6127" y="83"/>
                  </a:cubicBezTo>
                  <a:cubicBezTo>
                    <a:pt x="5867" y="26"/>
                    <a:pt x="5618" y="1"/>
                    <a:pt x="538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7186713" y="755875"/>
              <a:ext cx="241496" cy="145294"/>
            </a:xfrm>
            <a:custGeom>
              <a:avLst/>
              <a:gdLst/>
              <a:ahLst/>
              <a:cxnLst/>
              <a:rect l="l" t="t" r="r" b="b"/>
              <a:pathLst>
                <a:path w="11939" h="7183" extrusionOk="0">
                  <a:moveTo>
                    <a:pt x="7188" y="0"/>
                  </a:moveTo>
                  <a:cubicBezTo>
                    <a:pt x="6800" y="0"/>
                    <a:pt x="6444" y="73"/>
                    <a:pt x="6126" y="198"/>
                  </a:cubicBezTo>
                  <a:cubicBezTo>
                    <a:pt x="5355" y="399"/>
                    <a:pt x="4839" y="743"/>
                    <a:pt x="4496" y="942"/>
                  </a:cubicBezTo>
                  <a:lnTo>
                    <a:pt x="4496" y="972"/>
                  </a:lnTo>
                  <a:cubicBezTo>
                    <a:pt x="4351" y="964"/>
                    <a:pt x="4184" y="953"/>
                    <a:pt x="4000" y="953"/>
                  </a:cubicBezTo>
                  <a:cubicBezTo>
                    <a:pt x="3530" y="953"/>
                    <a:pt x="2954" y="1022"/>
                    <a:pt x="2378" y="1373"/>
                  </a:cubicBezTo>
                  <a:cubicBezTo>
                    <a:pt x="0" y="2690"/>
                    <a:pt x="545" y="4636"/>
                    <a:pt x="687" y="5007"/>
                  </a:cubicBezTo>
                  <a:cubicBezTo>
                    <a:pt x="1374" y="6897"/>
                    <a:pt x="3752" y="7183"/>
                    <a:pt x="5096" y="7183"/>
                  </a:cubicBezTo>
                  <a:cubicBezTo>
                    <a:pt x="5412" y="7183"/>
                    <a:pt x="5668" y="7183"/>
                    <a:pt x="5813" y="7155"/>
                  </a:cubicBezTo>
                  <a:lnTo>
                    <a:pt x="5813" y="7183"/>
                  </a:lnTo>
                  <a:cubicBezTo>
                    <a:pt x="5955" y="7155"/>
                    <a:pt x="6184" y="7155"/>
                    <a:pt x="6413" y="7155"/>
                  </a:cubicBezTo>
                  <a:cubicBezTo>
                    <a:pt x="6625" y="7158"/>
                    <a:pt x="6841" y="7161"/>
                    <a:pt x="7057" y="7161"/>
                  </a:cubicBezTo>
                  <a:cubicBezTo>
                    <a:pt x="8798" y="7161"/>
                    <a:pt x="10606" y="6986"/>
                    <a:pt x="11394" y="5408"/>
                  </a:cubicBezTo>
                  <a:cubicBezTo>
                    <a:pt x="11939" y="4293"/>
                    <a:pt x="11824" y="2575"/>
                    <a:pt x="9820" y="1029"/>
                  </a:cubicBezTo>
                  <a:cubicBezTo>
                    <a:pt x="8850" y="287"/>
                    <a:pt x="7956" y="0"/>
                    <a:pt x="7188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7018223" y="1086848"/>
              <a:ext cx="189329" cy="157147"/>
            </a:xfrm>
            <a:custGeom>
              <a:avLst/>
              <a:gdLst/>
              <a:ahLst/>
              <a:cxnLst/>
              <a:rect l="l" t="t" r="r" b="b"/>
              <a:pathLst>
                <a:path w="9360" h="7769" extrusionOk="0">
                  <a:moveTo>
                    <a:pt x="5098" y="1"/>
                  </a:moveTo>
                  <a:cubicBezTo>
                    <a:pt x="4653" y="1"/>
                    <a:pt x="4215" y="94"/>
                    <a:pt x="3806" y="269"/>
                  </a:cubicBezTo>
                  <a:cubicBezTo>
                    <a:pt x="2948" y="470"/>
                    <a:pt x="2260" y="1013"/>
                    <a:pt x="1775" y="1872"/>
                  </a:cubicBezTo>
                  <a:cubicBezTo>
                    <a:pt x="1718" y="1929"/>
                    <a:pt x="1631" y="2016"/>
                    <a:pt x="1603" y="2101"/>
                  </a:cubicBezTo>
                  <a:cubicBezTo>
                    <a:pt x="1516" y="2188"/>
                    <a:pt x="1431" y="2330"/>
                    <a:pt x="1317" y="2444"/>
                  </a:cubicBezTo>
                  <a:cubicBezTo>
                    <a:pt x="829" y="3017"/>
                    <a:pt x="486" y="3475"/>
                    <a:pt x="371" y="4105"/>
                  </a:cubicBezTo>
                  <a:cubicBezTo>
                    <a:pt x="0" y="5708"/>
                    <a:pt x="687" y="6653"/>
                    <a:pt x="1145" y="7082"/>
                  </a:cubicBezTo>
                  <a:cubicBezTo>
                    <a:pt x="1745" y="7627"/>
                    <a:pt x="2405" y="7769"/>
                    <a:pt x="3005" y="7769"/>
                  </a:cubicBezTo>
                  <a:cubicBezTo>
                    <a:pt x="3749" y="7769"/>
                    <a:pt x="4409" y="7540"/>
                    <a:pt x="4809" y="7398"/>
                  </a:cubicBezTo>
                  <a:lnTo>
                    <a:pt x="4837" y="7398"/>
                  </a:lnTo>
                  <a:cubicBezTo>
                    <a:pt x="5161" y="7475"/>
                    <a:pt x="5642" y="7588"/>
                    <a:pt x="6180" y="7588"/>
                  </a:cubicBezTo>
                  <a:cubicBezTo>
                    <a:pt x="6834" y="7588"/>
                    <a:pt x="7572" y="7422"/>
                    <a:pt x="8215" y="6825"/>
                  </a:cubicBezTo>
                  <a:cubicBezTo>
                    <a:pt x="8760" y="6337"/>
                    <a:pt x="9360" y="5451"/>
                    <a:pt x="9188" y="3905"/>
                  </a:cubicBezTo>
                  <a:cubicBezTo>
                    <a:pt x="9188" y="3876"/>
                    <a:pt x="9161" y="3818"/>
                    <a:pt x="9161" y="3791"/>
                  </a:cubicBezTo>
                  <a:cubicBezTo>
                    <a:pt x="8932" y="2359"/>
                    <a:pt x="7729" y="841"/>
                    <a:pt x="6383" y="269"/>
                  </a:cubicBezTo>
                  <a:cubicBezTo>
                    <a:pt x="5962" y="87"/>
                    <a:pt x="5527" y="1"/>
                    <a:pt x="50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6765133" y="844338"/>
              <a:ext cx="294775" cy="147782"/>
            </a:xfrm>
            <a:custGeom>
              <a:avLst/>
              <a:gdLst/>
              <a:ahLst/>
              <a:cxnLst/>
              <a:rect l="l" t="t" r="r" b="b"/>
              <a:pathLst>
                <a:path w="14573" h="7306" extrusionOk="0">
                  <a:moveTo>
                    <a:pt x="5705" y="0"/>
                  </a:moveTo>
                  <a:cubicBezTo>
                    <a:pt x="4245" y="0"/>
                    <a:pt x="2786" y="599"/>
                    <a:pt x="2004" y="1065"/>
                  </a:cubicBezTo>
                  <a:cubicBezTo>
                    <a:pt x="172" y="2180"/>
                    <a:pt x="0" y="3554"/>
                    <a:pt x="87" y="4298"/>
                  </a:cubicBezTo>
                  <a:cubicBezTo>
                    <a:pt x="144" y="4843"/>
                    <a:pt x="488" y="6217"/>
                    <a:pt x="2347" y="6905"/>
                  </a:cubicBezTo>
                  <a:cubicBezTo>
                    <a:pt x="2884" y="7066"/>
                    <a:pt x="3402" y="7119"/>
                    <a:pt x="3892" y="7119"/>
                  </a:cubicBezTo>
                  <a:cubicBezTo>
                    <a:pt x="4448" y="7119"/>
                    <a:pt x="4968" y="7050"/>
                    <a:pt x="5439" y="6989"/>
                  </a:cubicBezTo>
                  <a:cubicBezTo>
                    <a:pt x="5718" y="6943"/>
                    <a:pt x="6054" y="6896"/>
                    <a:pt x="6277" y="6896"/>
                  </a:cubicBezTo>
                  <a:cubicBezTo>
                    <a:pt x="6329" y="6896"/>
                    <a:pt x="6375" y="6899"/>
                    <a:pt x="6412" y="6905"/>
                  </a:cubicBezTo>
                  <a:cubicBezTo>
                    <a:pt x="6557" y="6932"/>
                    <a:pt x="6671" y="6962"/>
                    <a:pt x="6756" y="6989"/>
                  </a:cubicBezTo>
                  <a:cubicBezTo>
                    <a:pt x="7244" y="7134"/>
                    <a:pt x="7816" y="7305"/>
                    <a:pt x="8588" y="7305"/>
                  </a:cubicBezTo>
                  <a:cubicBezTo>
                    <a:pt x="8904" y="7305"/>
                    <a:pt x="9275" y="7276"/>
                    <a:pt x="9676" y="7191"/>
                  </a:cubicBezTo>
                  <a:cubicBezTo>
                    <a:pt x="9733" y="7191"/>
                    <a:pt x="9848" y="7161"/>
                    <a:pt x="9962" y="7161"/>
                  </a:cubicBezTo>
                  <a:cubicBezTo>
                    <a:pt x="11623" y="6932"/>
                    <a:pt x="12683" y="6760"/>
                    <a:pt x="13455" y="5959"/>
                  </a:cubicBezTo>
                  <a:cubicBezTo>
                    <a:pt x="14343" y="5015"/>
                    <a:pt x="14572" y="3813"/>
                    <a:pt x="14114" y="2695"/>
                  </a:cubicBezTo>
                  <a:cubicBezTo>
                    <a:pt x="13542" y="1408"/>
                    <a:pt x="12252" y="863"/>
                    <a:pt x="11252" y="721"/>
                  </a:cubicBezTo>
                  <a:cubicBezTo>
                    <a:pt x="10882" y="629"/>
                    <a:pt x="10543" y="590"/>
                    <a:pt x="10232" y="590"/>
                  </a:cubicBezTo>
                  <a:cubicBezTo>
                    <a:pt x="9482" y="590"/>
                    <a:pt x="8899" y="813"/>
                    <a:pt x="8474" y="1035"/>
                  </a:cubicBezTo>
                  <a:cubicBezTo>
                    <a:pt x="8332" y="893"/>
                    <a:pt x="8160" y="749"/>
                    <a:pt x="7958" y="634"/>
                  </a:cubicBezTo>
                  <a:cubicBezTo>
                    <a:pt x="7277" y="173"/>
                    <a:pt x="6491" y="0"/>
                    <a:pt x="570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7003718" y="841546"/>
              <a:ext cx="172581" cy="138983"/>
            </a:xfrm>
            <a:custGeom>
              <a:avLst/>
              <a:gdLst/>
              <a:ahLst/>
              <a:cxnLst/>
              <a:rect l="l" t="t" r="r" b="b"/>
              <a:pathLst>
                <a:path w="8532" h="6871" extrusionOk="0">
                  <a:moveTo>
                    <a:pt x="5297" y="0"/>
                  </a:moveTo>
                  <a:cubicBezTo>
                    <a:pt x="4954" y="0"/>
                    <a:pt x="4581" y="85"/>
                    <a:pt x="4267" y="229"/>
                  </a:cubicBezTo>
                  <a:cubicBezTo>
                    <a:pt x="3580" y="344"/>
                    <a:pt x="3122" y="573"/>
                    <a:pt x="2405" y="1058"/>
                  </a:cubicBezTo>
                  <a:lnTo>
                    <a:pt x="2263" y="1145"/>
                  </a:lnTo>
                  <a:cubicBezTo>
                    <a:pt x="2176" y="1173"/>
                    <a:pt x="2119" y="1230"/>
                    <a:pt x="2034" y="1260"/>
                  </a:cubicBezTo>
                  <a:cubicBezTo>
                    <a:pt x="1489" y="1546"/>
                    <a:pt x="0" y="2291"/>
                    <a:pt x="87" y="4008"/>
                  </a:cubicBezTo>
                  <a:cubicBezTo>
                    <a:pt x="115" y="4810"/>
                    <a:pt x="516" y="5925"/>
                    <a:pt x="2206" y="6612"/>
                  </a:cubicBezTo>
                  <a:cubicBezTo>
                    <a:pt x="2263" y="6642"/>
                    <a:pt x="2348" y="6669"/>
                    <a:pt x="2405" y="6669"/>
                  </a:cubicBezTo>
                  <a:cubicBezTo>
                    <a:pt x="2806" y="6814"/>
                    <a:pt x="3321" y="6871"/>
                    <a:pt x="3923" y="6871"/>
                  </a:cubicBezTo>
                  <a:cubicBezTo>
                    <a:pt x="4782" y="6871"/>
                    <a:pt x="5755" y="6726"/>
                    <a:pt x="6385" y="6413"/>
                  </a:cubicBezTo>
                  <a:cubicBezTo>
                    <a:pt x="6527" y="6355"/>
                    <a:pt x="6642" y="6298"/>
                    <a:pt x="6756" y="6211"/>
                  </a:cubicBezTo>
                  <a:cubicBezTo>
                    <a:pt x="7214" y="5897"/>
                    <a:pt x="7530" y="5439"/>
                    <a:pt x="7672" y="4952"/>
                  </a:cubicBezTo>
                  <a:cubicBezTo>
                    <a:pt x="7702" y="4952"/>
                    <a:pt x="7702" y="4924"/>
                    <a:pt x="7702" y="4924"/>
                  </a:cubicBezTo>
                  <a:cubicBezTo>
                    <a:pt x="7931" y="4665"/>
                    <a:pt x="8130" y="4352"/>
                    <a:pt x="8245" y="4008"/>
                  </a:cubicBezTo>
                  <a:lnTo>
                    <a:pt x="8332" y="3578"/>
                  </a:lnTo>
                  <a:cubicBezTo>
                    <a:pt x="8389" y="3092"/>
                    <a:pt x="8531" y="1947"/>
                    <a:pt x="7672" y="974"/>
                  </a:cubicBezTo>
                  <a:cubicBezTo>
                    <a:pt x="7272" y="543"/>
                    <a:pt x="6527" y="0"/>
                    <a:pt x="5297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6920920" y="899443"/>
              <a:ext cx="200374" cy="162710"/>
            </a:xfrm>
            <a:custGeom>
              <a:avLst/>
              <a:gdLst/>
              <a:ahLst/>
              <a:cxnLst/>
              <a:rect l="l" t="t" r="r" b="b"/>
              <a:pathLst>
                <a:path w="9906" h="8044" extrusionOk="0">
                  <a:moveTo>
                    <a:pt x="5834" y="0"/>
                  </a:moveTo>
                  <a:cubicBezTo>
                    <a:pt x="4453" y="0"/>
                    <a:pt x="3578" y="709"/>
                    <a:pt x="3093" y="1089"/>
                  </a:cubicBezTo>
                  <a:lnTo>
                    <a:pt x="2978" y="1203"/>
                  </a:lnTo>
                  <a:cubicBezTo>
                    <a:pt x="1002" y="1318"/>
                    <a:pt x="372" y="2834"/>
                    <a:pt x="200" y="3493"/>
                  </a:cubicBezTo>
                  <a:cubicBezTo>
                    <a:pt x="200" y="3551"/>
                    <a:pt x="173" y="3578"/>
                    <a:pt x="173" y="3635"/>
                  </a:cubicBezTo>
                  <a:cubicBezTo>
                    <a:pt x="1" y="4437"/>
                    <a:pt x="1" y="6013"/>
                    <a:pt x="1890" y="7128"/>
                  </a:cubicBezTo>
                  <a:cubicBezTo>
                    <a:pt x="1918" y="7128"/>
                    <a:pt x="1947" y="7158"/>
                    <a:pt x="1947" y="7158"/>
                  </a:cubicBezTo>
                  <a:cubicBezTo>
                    <a:pt x="2834" y="7815"/>
                    <a:pt x="3608" y="8044"/>
                    <a:pt x="4265" y="8044"/>
                  </a:cubicBezTo>
                  <a:cubicBezTo>
                    <a:pt x="5467" y="8044"/>
                    <a:pt x="6269" y="7329"/>
                    <a:pt x="6612" y="7013"/>
                  </a:cubicBezTo>
                  <a:cubicBezTo>
                    <a:pt x="6699" y="6956"/>
                    <a:pt x="6757" y="6899"/>
                    <a:pt x="6814" y="6842"/>
                  </a:cubicBezTo>
                  <a:cubicBezTo>
                    <a:pt x="7272" y="6757"/>
                    <a:pt x="8074" y="6585"/>
                    <a:pt x="8761" y="5841"/>
                  </a:cubicBezTo>
                  <a:cubicBezTo>
                    <a:pt x="9562" y="4982"/>
                    <a:pt x="9906" y="3750"/>
                    <a:pt x="9647" y="2635"/>
                  </a:cubicBezTo>
                  <a:cubicBezTo>
                    <a:pt x="9448" y="1776"/>
                    <a:pt x="8875" y="1059"/>
                    <a:pt x="8074" y="631"/>
                  </a:cubicBezTo>
                  <a:cubicBezTo>
                    <a:pt x="7902" y="516"/>
                    <a:pt x="7700" y="402"/>
                    <a:pt x="7501" y="315"/>
                  </a:cubicBezTo>
                  <a:cubicBezTo>
                    <a:pt x="6878" y="90"/>
                    <a:pt x="6324" y="0"/>
                    <a:pt x="5834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7047717" y="788404"/>
              <a:ext cx="167403" cy="133623"/>
            </a:xfrm>
            <a:custGeom>
              <a:avLst/>
              <a:gdLst/>
              <a:ahLst/>
              <a:cxnLst/>
              <a:rect l="l" t="t" r="r" b="b"/>
              <a:pathLst>
                <a:path w="8276" h="6606" extrusionOk="0">
                  <a:moveTo>
                    <a:pt x="3172" y="1"/>
                  </a:moveTo>
                  <a:cubicBezTo>
                    <a:pt x="2434" y="1"/>
                    <a:pt x="1699" y="152"/>
                    <a:pt x="1089" y="708"/>
                  </a:cubicBezTo>
                  <a:cubicBezTo>
                    <a:pt x="344" y="1368"/>
                    <a:pt x="1" y="2369"/>
                    <a:pt x="173" y="3372"/>
                  </a:cubicBezTo>
                  <a:cubicBezTo>
                    <a:pt x="402" y="4688"/>
                    <a:pt x="1490" y="5861"/>
                    <a:pt x="2493" y="6292"/>
                  </a:cubicBezTo>
                  <a:cubicBezTo>
                    <a:pt x="2951" y="6521"/>
                    <a:pt x="3466" y="6605"/>
                    <a:pt x="4038" y="6605"/>
                  </a:cubicBezTo>
                  <a:cubicBezTo>
                    <a:pt x="5154" y="6605"/>
                    <a:pt x="6329" y="6205"/>
                    <a:pt x="7016" y="5460"/>
                  </a:cubicBezTo>
                  <a:cubicBezTo>
                    <a:pt x="7959" y="4459"/>
                    <a:pt x="8275" y="3056"/>
                    <a:pt x="7760" y="1883"/>
                  </a:cubicBezTo>
                  <a:cubicBezTo>
                    <a:pt x="7272" y="766"/>
                    <a:pt x="6184" y="78"/>
                    <a:pt x="4925" y="78"/>
                  </a:cubicBezTo>
                  <a:cubicBezTo>
                    <a:pt x="4753" y="78"/>
                    <a:pt x="4638" y="108"/>
                    <a:pt x="4496" y="108"/>
                  </a:cubicBezTo>
                  <a:lnTo>
                    <a:pt x="4467" y="108"/>
                  </a:lnTo>
                  <a:cubicBezTo>
                    <a:pt x="4051" y="54"/>
                    <a:pt x="3611" y="1"/>
                    <a:pt x="3172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7033274" y="900009"/>
              <a:ext cx="181238" cy="143069"/>
            </a:xfrm>
            <a:custGeom>
              <a:avLst/>
              <a:gdLst/>
              <a:ahLst/>
              <a:cxnLst/>
              <a:rect l="l" t="t" r="r" b="b"/>
              <a:pathLst>
                <a:path w="8960" h="7073" extrusionOk="0">
                  <a:moveTo>
                    <a:pt x="5753" y="1"/>
                  </a:moveTo>
                  <a:cubicBezTo>
                    <a:pt x="4207" y="1"/>
                    <a:pt x="3378" y="172"/>
                    <a:pt x="2089" y="1317"/>
                  </a:cubicBezTo>
                  <a:cubicBezTo>
                    <a:pt x="1489" y="1691"/>
                    <a:pt x="0" y="2749"/>
                    <a:pt x="200" y="4524"/>
                  </a:cubicBezTo>
                  <a:cubicBezTo>
                    <a:pt x="257" y="5039"/>
                    <a:pt x="600" y="6328"/>
                    <a:pt x="2291" y="6958"/>
                  </a:cubicBezTo>
                  <a:cubicBezTo>
                    <a:pt x="2520" y="7043"/>
                    <a:pt x="2806" y="7072"/>
                    <a:pt x="3120" y="7072"/>
                  </a:cubicBezTo>
                  <a:cubicBezTo>
                    <a:pt x="4665" y="7072"/>
                    <a:pt x="6727" y="6099"/>
                    <a:pt x="6756" y="6069"/>
                  </a:cubicBezTo>
                  <a:cubicBezTo>
                    <a:pt x="7901" y="5469"/>
                    <a:pt x="8959" y="4066"/>
                    <a:pt x="8760" y="2520"/>
                  </a:cubicBezTo>
                  <a:cubicBezTo>
                    <a:pt x="8646" y="1661"/>
                    <a:pt x="8130" y="917"/>
                    <a:pt x="7414" y="459"/>
                  </a:cubicBezTo>
                  <a:cubicBezTo>
                    <a:pt x="6985" y="172"/>
                    <a:pt x="6440" y="1"/>
                    <a:pt x="58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7297348" y="902558"/>
              <a:ext cx="143615" cy="124864"/>
            </a:xfrm>
            <a:custGeom>
              <a:avLst/>
              <a:gdLst/>
              <a:ahLst/>
              <a:cxnLst/>
              <a:rect l="l" t="t" r="r" b="b"/>
              <a:pathLst>
                <a:path w="7100" h="6173" extrusionOk="0">
                  <a:moveTo>
                    <a:pt x="3668" y="1"/>
                  </a:moveTo>
                  <a:cubicBezTo>
                    <a:pt x="3424" y="1"/>
                    <a:pt x="3174" y="25"/>
                    <a:pt x="2920" y="76"/>
                  </a:cubicBezTo>
                  <a:cubicBezTo>
                    <a:pt x="2776" y="104"/>
                    <a:pt x="2634" y="133"/>
                    <a:pt x="2490" y="191"/>
                  </a:cubicBezTo>
                  <a:cubicBezTo>
                    <a:pt x="1287" y="562"/>
                    <a:pt x="428" y="1450"/>
                    <a:pt x="199" y="2565"/>
                  </a:cubicBezTo>
                  <a:cubicBezTo>
                    <a:pt x="0" y="3653"/>
                    <a:pt x="428" y="4771"/>
                    <a:pt x="1317" y="5485"/>
                  </a:cubicBezTo>
                  <a:cubicBezTo>
                    <a:pt x="1890" y="5943"/>
                    <a:pt x="2604" y="6172"/>
                    <a:pt x="3321" y="6172"/>
                  </a:cubicBezTo>
                  <a:cubicBezTo>
                    <a:pt x="3779" y="6172"/>
                    <a:pt x="4237" y="6088"/>
                    <a:pt x="4665" y="5916"/>
                  </a:cubicBezTo>
                  <a:cubicBezTo>
                    <a:pt x="6241" y="5286"/>
                    <a:pt x="7100" y="3683"/>
                    <a:pt x="6669" y="2137"/>
                  </a:cubicBezTo>
                  <a:cubicBezTo>
                    <a:pt x="6279" y="819"/>
                    <a:pt x="5078" y="1"/>
                    <a:pt x="366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9"/>
            <p:cNvSpPr/>
            <p:nvPr/>
          </p:nvSpPr>
          <p:spPr>
            <a:xfrm>
              <a:off x="7135189" y="800703"/>
              <a:ext cx="149421" cy="125390"/>
            </a:xfrm>
            <a:custGeom>
              <a:avLst/>
              <a:gdLst/>
              <a:ahLst/>
              <a:cxnLst/>
              <a:rect l="l" t="t" r="r" b="b"/>
              <a:pathLst>
                <a:path w="7387" h="6199" extrusionOk="0">
                  <a:moveTo>
                    <a:pt x="3891" y="1"/>
                  </a:moveTo>
                  <a:cubicBezTo>
                    <a:pt x="3524" y="1"/>
                    <a:pt x="3148" y="61"/>
                    <a:pt x="2776" y="187"/>
                  </a:cubicBezTo>
                  <a:lnTo>
                    <a:pt x="2719" y="187"/>
                  </a:lnTo>
                  <a:cubicBezTo>
                    <a:pt x="1375" y="444"/>
                    <a:pt x="658" y="1360"/>
                    <a:pt x="372" y="2191"/>
                  </a:cubicBezTo>
                  <a:cubicBezTo>
                    <a:pt x="1" y="3393"/>
                    <a:pt x="459" y="4681"/>
                    <a:pt x="1517" y="5512"/>
                  </a:cubicBezTo>
                  <a:cubicBezTo>
                    <a:pt x="2147" y="5970"/>
                    <a:pt x="2863" y="6199"/>
                    <a:pt x="3578" y="6199"/>
                  </a:cubicBezTo>
                  <a:cubicBezTo>
                    <a:pt x="4180" y="6199"/>
                    <a:pt x="4810" y="6027"/>
                    <a:pt x="5353" y="5684"/>
                  </a:cubicBezTo>
                  <a:cubicBezTo>
                    <a:pt x="6814" y="4795"/>
                    <a:pt x="7386" y="3192"/>
                    <a:pt x="6727" y="1761"/>
                  </a:cubicBezTo>
                  <a:cubicBezTo>
                    <a:pt x="6222" y="661"/>
                    <a:pt x="5108" y="1"/>
                    <a:pt x="389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9"/>
            <p:cNvSpPr/>
            <p:nvPr/>
          </p:nvSpPr>
          <p:spPr>
            <a:xfrm>
              <a:off x="7117225" y="837662"/>
              <a:ext cx="122781" cy="122033"/>
            </a:xfrm>
            <a:custGeom>
              <a:avLst/>
              <a:gdLst/>
              <a:ahLst/>
              <a:cxnLst/>
              <a:rect l="l" t="t" r="r" b="b"/>
              <a:pathLst>
                <a:path w="6070" h="6033" extrusionOk="0">
                  <a:moveTo>
                    <a:pt x="3018" y="1"/>
                  </a:moveTo>
                  <a:cubicBezTo>
                    <a:pt x="2786" y="1"/>
                    <a:pt x="2552" y="26"/>
                    <a:pt x="2320" y="78"/>
                  </a:cubicBezTo>
                  <a:cubicBezTo>
                    <a:pt x="2034" y="105"/>
                    <a:pt x="1748" y="220"/>
                    <a:pt x="1519" y="364"/>
                  </a:cubicBezTo>
                  <a:cubicBezTo>
                    <a:pt x="1461" y="392"/>
                    <a:pt x="1404" y="421"/>
                    <a:pt x="1374" y="449"/>
                  </a:cubicBezTo>
                  <a:cubicBezTo>
                    <a:pt x="602" y="879"/>
                    <a:pt x="172" y="1681"/>
                    <a:pt x="144" y="2510"/>
                  </a:cubicBezTo>
                  <a:cubicBezTo>
                    <a:pt x="0" y="3456"/>
                    <a:pt x="202" y="4486"/>
                    <a:pt x="973" y="5231"/>
                  </a:cubicBezTo>
                  <a:cubicBezTo>
                    <a:pt x="1431" y="5716"/>
                    <a:pt x="2119" y="6032"/>
                    <a:pt x="2893" y="6032"/>
                  </a:cubicBezTo>
                  <a:cubicBezTo>
                    <a:pt x="3408" y="6032"/>
                    <a:pt x="3951" y="5888"/>
                    <a:pt x="4496" y="5544"/>
                  </a:cubicBezTo>
                  <a:cubicBezTo>
                    <a:pt x="5439" y="5002"/>
                    <a:pt x="6012" y="4086"/>
                    <a:pt x="6042" y="3055"/>
                  </a:cubicBezTo>
                  <a:cubicBezTo>
                    <a:pt x="6069" y="1995"/>
                    <a:pt x="5496" y="994"/>
                    <a:pt x="4553" y="421"/>
                  </a:cubicBezTo>
                  <a:cubicBezTo>
                    <a:pt x="4091" y="141"/>
                    <a:pt x="3560" y="1"/>
                    <a:pt x="301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7080165" y="864345"/>
              <a:ext cx="135504" cy="119666"/>
            </a:xfrm>
            <a:custGeom>
              <a:avLst/>
              <a:gdLst/>
              <a:ahLst/>
              <a:cxnLst/>
              <a:rect l="l" t="t" r="r" b="b"/>
              <a:pathLst>
                <a:path w="6699" h="5916" extrusionOk="0">
                  <a:moveTo>
                    <a:pt x="3460" y="0"/>
                  </a:moveTo>
                  <a:cubicBezTo>
                    <a:pt x="3207" y="0"/>
                    <a:pt x="2949" y="34"/>
                    <a:pt x="2691" y="103"/>
                  </a:cubicBezTo>
                  <a:cubicBezTo>
                    <a:pt x="2347" y="190"/>
                    <a:pt x="2061" y="332"/>
                    <a:pt x="1805" y="561"/>
                  </a:cubicBezTo>
                  <a:cubicBezTo>
                    <a:pt x="1747" y="591"/>
                    <a:pt x="1690" y="618"/>
                    <a:pt x="1633" y="676"/>
                  </a:cubicBezTo>
                  <a:cubicBezTo>
                    <a:pt x="286" y="1706"/>
                    <a:pt x="0" y="3454"/>
                    <a:pt x="973" y="4741"/>
                  </a:cubicBezTo>
                  <a:cubicBezTo>
                    <a:pt x="1546" y="5515"/>
                    <a:pt x="2462" y="5916"/>
                    <a:pt x="3378" y="5916"/>
                  </a:cubicBezTo>
                  <a:cubicBezTo>
                    <a:pt x="4008" y="5916"/>
                    <a:pt x="4638" y="5714"/>
                    <a:pt x="5183" y="5313"/>
                  </a:cubicBezTo>
                  <a:cubicBezTo>
                    <a:pt x="6328" y="4454"/>
                    <a:pt x="6699" y="2938"/>
                    <a:pt x="6069" y="1649"/>
                  </a:cubicBezTo>
                  <a:cubicBezTo>
                    <a:pt x="5557" y="626"/>
                    <a:pt x="4555" y="0"/>
                    <a:pt x="3460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9"/>
            <p:cNvSpPr/>
            <p:nvPr/>
          </p:nvSpPr>
          <p:spPr>
            <a:xfrm>
              <a:off x="6901236" y="807318"/>
              <a:ext cx="153446" cy="123974"/>
            </a:xfrm>
            <a:custGeom>
              <a:avLst/>
              <a:gdLst/>
              <a:ahLst/>
              <a:cxnLst/>
              <a:rect l="l" t="t" r="r" b="b"/>
              <a:pathLst>
                <a:path w="7586" h="6129" extrusionOk="0">
                  <a:moveTo>
                    <a:pt x="3867" y="1"/>
                  </a:moveTo>
                  <a:cubicBezTo>
                    <a:pt x="2089" y="1"/>
                    <a:pt x="569" y="1015"/>
                    <a:pt x="257" y="2551"/>
                  </a:cubicBezTo>
                  <a:cubicBezTo>
                    <a:pt x="1" y="3838"/>
                    <a:pt x="658" y="5414"/>
                    <a:pt x="2719" y="5986"/>
                  </a:cubicBezTo>
                  <a:cubicBezTo>
                    <a:pt x="3062" y="6101"/>
                    <a:pt x="3378" y="6128"/>
                    <a:pt x="3722" y="6128"/>
                  </a:cubicBezTo>
                  <a:cubicBezTo>
                    <a:pt x="4895" y="6128"/>
                    <a:pt x="5955" y="5556"/>
                    <a:pt x="6585" y="4869"/>
                  </a:cubicBezTo>
                  <a:cubicBezTo>
                    <a:pt x="7356" y="4040"/>
                    <a:pt x="7585" y="2922"/>
                    <a:pt x="7214" y="1949"/>
                  </a:cubicBezTo>
                  <a:cubicBezTo>
                    <a:pt x="7043" y="1491"/>
                    <a:pt x="6470" y="433"/>
                    <a:pt x="4924" y="147"/>
                  </a:cubicBezTo>
                  <a:cubicBezTo>
                    <a:pt x="4753" y="89"/>
                    <a:pt x="4608" y="60"/>
                    <a:pt x="4409" y="32"/>
                  </a:cubicBezTo>
                  <a:cubicBezTo>
                    <a:pt x="4227" y="11"/>
                    <a:pt x="4046" y="1"/>
                    <a:pt x="3867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9"/>
            <p:cNvSpPr/>
            <p:nvPr/>
          </p:nvSpPr>
          <p:spPr>
            <a:xfrm>
              <a:off x="6981709" y="838573"/>
              <a:ext cx="121628" cy="116490"/>
            </a:xfrm>
            <a:custGeom>
              <a:avLst/>
              <a:gdLst/>
              <a:ahLst/>
              <a:cxnLst/>
              <a:rect l="l" t="t" r="r" b="b"/>
              <a:pathLst>
                <a:path w="6013" h="5759" extrusionOk="0">
                  <a:moveTo>
                    <a:pt x="2936" y="1"/>
                  </a:moveTo>
                  <a:cubicBezTo>
                    <a:pt x="2391" y="1"/>
                    <a:pt x="1880" y="193"/>
                    <a:pt x="1462" y="518"/>
                  </a:cubicBezTo>
                  <a:cubicBezTo>
                    <a:pt x="1290" y="633"/>
                    <a:pt x="1146" y="747"/>
                    <a:pt x="1004" y="919"/>
                  </a:cubicBezTo>
                  <a:cubicBezTo>
                    <a:pt x="688" y="1235"/>
                    <a:pt x="0" y="1979"/>
                    <a:pt x="0" y="3296"/>
                  </a:cubicBezTo>
                  <a:cubicBezTo>
                    <a:pt x="0" y="4270"/>
                    <a:pt x="573" y="5128"/>
                    <a:pt x="1489" y="5499"/>
                  </a:cubicBezTo>
                  <a:cubicBezTo>
                    <a:pt x="1862" y="5671"/>
                    <a:pt x="2263" y="5758"/>
                    <a:pt x="2664" y="5758"/>
                  </a:cubicBezTo>
                  <a:cubicBezTo>
                    <a:pt x="3436" y="5758"/>
                    <a:pt x="4210" y="5472"/>
                    <a:pt x="4810" y="4927"/>
                  </a:cubicBezTo>
                  <a:cubicBezTo>
                    <a:pt x="5669" y="4155"/>
                    <a:pt x="6012" y="3038"/>
                    <a:pt x="5698" y="1979"/>
                  </a:cubicBezTo>
                  <a:cubicBezTo>
                    <a:pt x="5382" y="949"/>
                    <a:pt x="4496" y="205"/>
                    <a:pt x="3321" y="33"/>
                  </a:cubicBezTo>
                  <a:cubicBezTo>
                    <a:pt x="3191" y="11"/>
                    <a:pt x="3063" y="1"/>
                    <a:pt x="293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6717088" y="829834"/>
              <a:ext cx="162144" cy="122902"/>
            </a:xfrm>
            <a:custGeom>
              <a:avLst/>
              <a:gdLst/>
              <a:ahLst/>
              <a:cxnLst/>
              <a:rect l="l" t="t" r="r" b="b"/>
              <a:pathLst>
                <a:path w="8016" h="6076" extrusionOk="0">
                  <a:moveTo>
                    <a:pt x="4772" y="0"/>
                  </a:moveTo>
                  <a:cubicBezTo>
                    <a:pt x="4448" y="0"/>
                    <a:pt x="4113" y="49"/>
                    <a:pt x="3779" y="149"/>
                  </a:cubicBezTo>
                  <a:cubicBezTo>
                    <a:pt x="2577" y="293"/>
                    <a:pt x="1203" y="836"/>
                    <a:pt x="515" y="1953"/>
                  </a:cubicBezTo>
                  <a:cubicBezTo>
                    <a:pt x="0" y="2812"/>
                    <a:pt x="0" y="3843"/>
                    <a:pt x="486" y="4672"/>
                  </a:cubicBezTo>
                  <a:cubicBezTo>
                    <a:pt x="1031" y="5588"/>
                    <a:pt x="2004" y="6076"/>
                    <a:pt x="3378" y="6076"/>
                  </a:cubicBezTo>
                  <a:lnTo>
                    <a:pt x="3550" y="6076"/>
                  </a:lnTo>
                  <a:cubicBezTo>
                    <a:pt x="4523" y="6076"/>
                    <a:pt x="5611" y="5989"/>
                    <a:pt x="6470" y="5331"/>
                  </a:cubicBezTo>
                  <a:cubicBezTo>
                    <a:pt x="7672" y="4358"/>
                    <a:pt x="8016" y="2755"/>
                    <a:pt x="7329" y="1466"/>
                  </a:cubicBezTo>
                  <a:cubicBezTo>
                    <a:pt x="6802" y="523"/>
                    <a:pt x="5838" y="0"/>
                    <a:pt x="4772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6619785" y="915808"/>
              <a:ext cx="362517" cy="206017"/>
            </a:xfrm>
            <a:custGeom>
              <a:avLst/>
              <a:gdLst/>
              <a:ahLst/>
              <a:cxnLst/>
              <a:rect l="l" t="t" r="r" b="b"/>
              <a:pathLst>
                <a:path w="17922" h="10185" extrusionOk="0">
                  <a:moveTo>
                    <a:pt x="7835" y="0"/>
                  </a:moveTo>
                  <a:cubicBezTo>
                    <a:pt x="6588" y="0"/>
                    <a:pt x="5710" y="644"/>
                    <a:pt x="5238" y="967"/>
                  </a:cubicBezTo>
                  <a:lnTo>
                    <a:pt x="5154" y="1052"/>
                  </a:lnTo>
                  <a:lnTo>
                    <a:pt x="5039" y="1052"/>
                  </a:lnTo>
                  <a:cubicBezTo>
                    <a:pt x="4899" y="1045"/>
                    <a:pt x="4742" y="1037"/>
                    <a:pt x="4571" y="1037"/>
                  </a:cubicBezTo>
                  <a:cubicBezTo>
                    <a:pt x="4080" y="1037"/>
                    <a:pt x="3479" y="1098"/>
                    <a:pt x="2864" y="1395"/>
                  </a:cubicBezTo>
                  <a:cubicBezTo>
                    <a:pt x="1689" y="1910"/>
                    <a:pt x="1002" y="2712"/>
                    <a:pt x="830" y="3743"/>
                  </a:cubicBezTo>
                  <a:cubicBezTo>
                    <a:pt x="773" y="4116"/>
                    <a:pt x="773" y="4459"/>
                    <a:pt x="830" y="4773"/>
                  </a:cubicBezTo>
                  <a:cubicBezTo>
                    <a:pt x="688" y="4975"/>
                    <a:pt x="573" y="5174"/>
                    <a:pt x="486" y="5433"/>
                  </a:cubicBezTo>
                  <a:cubicBezTo>
                    <a:pt x="200" y="6147"/>
                    <a:pt x="1" y="7551"/>
                    <a:pt x="1746" y="8982"/>
                  </a:cubicBezTo>
                  <a:cubicBezTo>
                    <a:pt x="2635" y="9669"/>
                    <a:pt x="4409" y="10185"/>
                    <a:pt x="5811" y="10185"/>
                  </a:cubicBezTo>
                  <a:cubicBezTo>
                    <a:pt x="6127" y="10185"/>
                    <a:pt x="6441" y="10155"/>
                    <a:pt x="6700" y="10098"/>
                  </a:cubicBezTo>
                  <a:cubicBezTo>
                    <a:pt x="6784" y="10070"/>
                    <a:pt x="6842" y="10070"/>
                    <a:pt x="6899" y="10040"/>
                  </a:cubicBezTo>
                  <a:cubicBezTo>
                    <a:pt x="7787" y="9754"/>
                    <a:pt x="8417" y="9269"/>
                    <a:pt x="8818" y="8953"/>
                  </a:cubicBezTo>
                  <a:cubicBezTo>
                    <a:pt x="8875" y="8895"/>
                    <a:pt x="8960" y="8838"/>
                    <a:pt x="9017" y="8811"/>
                  </a:cubicBezTo>
                  <a:cubicBezTo>
                    <a:pt x="9132" y="8838"/>
                    <a:pt x="9276" y="8925"/>
                    <a:pt x="9361" y="8982"/>
                  </a:cubicBezTo>
                  <a:cubicBezTo>
                    <a:pt x="9933" y="9269"/>
                    <a:pt x="10822" y="9697"/>
                    <a:pt x="11937" y="9697"/>
                  </a:cubicBezTo>
                  <a:cubicBezTo>
                    <a:pt x="11994" y="9697"/>
                    <a:pt x="15258" y="9612"/>
                    <a:pt x="16547" y="8495"/>
                  </a:cubicBezTo>
                  <a:cubicBezTo>
                    <a:pt x="17349" y="7750"/>
                    <a:pt x="17720" y="6921"/>
                    <a:pt x="17720" y="6005"/>
                  </a:cubicBezTo>
                  <a:cubicBezTo>
                    <a:pt x="17720" y="5547"/>
                    <a:pt x="17605" y="5146"/>
                    <a:pt x="17433" y="4830"/>
                  </a:cubicBezTo>
                  <a:cubicBezTo>
                    <a:pt x="17692" y="4459"/>
                    <a:pt x="17864" y="4001"/>
                    <a:pt x="17891" y="3429"/>
                  </a:cubicBezTo>
                  <a:cubicBezTo>
                    <a:pt x="17921" y="2826"/>
                    <a:pt x="17777" y="1910"/>
                    <a:pt x="16918" y="994"/>
                  </a:cubicBezTo>
                  <a:cubicBezTo>
                    <a:pt x="16490" y="536"/>
                    <a:pt x="15917" y="280"/>
                    <a:pt x="15345" y="250"/>
                  </a:cubicBezTo>
                  <a:cubicBezTo>
                    <a:pt x="14952" y="145"/>
                    <a:pt x="14596" y="102"/>
                    <a:pt x="14272" y="102"/>
                  </a:cubicBezTo>
                  <a:cubicBezTo>
                    <a:pt x="13275" y="102"/>
                    <a:pt x="12592" y="513"/>
                    <a:pt x="12139" y="795"/>
                  </a:cubicBezTo>
                  <a:lnTo>
                    <a:pt x="12024" y="852"/>
                  </a:lnTo>
                  <a:lnTo>
                    <a:pt x="11967" y="910"/>
                  </a:lnTo>
                  <a:cubicBezTo>
                    <a:pt x="11223" y="765"/>
                    <a:pt x="10593" y="823"/>
                    <a:pt x="10162" y="795"/>
                  </a:cubicBezTo>
                  <a:cubicBezTo>
                    <a:pt x="10135" y="795"/>
                    <a:pt x="10105" y="765"/>
                    <a:pt x="10048" y="738"/>
                  </a:cubicBezTo>
                  <a:cubicBezTo>
                    <a:pt x="9734" y="536"/>
                    <a:pt x="9276" y="250"/>
                    <a:pt x="8674" y="108"/>
                  </a:cubicBezTo>
                  <a:cubicBezTo>
                    <a:pt x="8589" y="78"/>
                    <a:pt x="8502" y="51"/>
                    <a:pt x="8445" y="51"/>
                  </a:cubicBezTo>
                  <a:cubicBezTo>
                    <a:pt x="8233" y="16"/>
                    <a:pt x="8029" y="0"/>
                    <a:pt x="783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6898930" y="991527"/>
              <a:ext cx="145921" cy="128000"/>
            </a:xfrm>
            <a:custGeom>
              <a:avLst/>
              <a:gdLst/>
              <a:ahLst/>
              <a:cxnLst/>
              <a:rect l="l" t="t" r="r" b="b"/>
              <a:pathLst>
                <a:path w="7214" h="6328" extrusionOk="0">
                  <a:moveTo>
                    <a:pt x="3990" y="1"/>
                  </a:moveTo>
                  <a:cubicBezTo>
                    <a:pt x="3840" y="1"/>
                    <a:pt x="3684" y="10"/>
                    <a:pt x="3520" y="29"/>
                  </a:cubicBezTo>
                  <a:cubicBezTo>
                    <a:pt x="3405" y="29"/>
                    <a:pt x="3321" y="57"/>
                    <a:pt x="3206" y="57"/>
                  </a:cubicBezTo>
                  <a:cubicBezTo>
                    <a:pt x="1344" y="286"/>
                    <a:pt x="0" y="1804"/>
                    <a:pt x="85" y="3492"/>
                  </a:cubicBezTo>
                  <a:cubicBezTo>
                    <a:pt x="172" y="4896"/>
                    <a:pt x="1344" y="6327"/>
                    <a:pt x="3435" y="6327"/>
                  </a:cubicBezTo>
                  <a:cubicBezTo>
                    <a:pt x="4809" y="6327"/>
                    <a:pt x="6096" y="5553"/>
                    <a:pt x="6699" y="4323"/>
                  </a:cubicBezTo>
                  <a:cubicBezTo>
                    <a:pt x="7214" y="3263"/>
                    <a:pt x="7127" y="2061"/>
                    <a:pt x="6440" y="1174"/>
                  </a:cubicBezTo>
                  <a:cubicBezTo>
                    <a:pt x="6157" y="786"/>
                    <a:pt x="5382" y="1"/>
                    <a:pt x="399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6534093" y="879820"/>
              <a:ext cx="298194" cy="167281"/>
            </a:xfrm>
            <a:custGeom>
              <a:avLst/>
              <a:gdLst/>
              <a:ahLst/>
              <a:cxnLst/>
              <a:rect l="l" t="t" r="r" b="b"/>
              <a:pathLst>
                <a:path w="14742" h="8270" extrusionOk="0">
                  <a:moveTo>
                    <a:pt x="8513" y="0"/>
                  </a:moveTo>
                  <a:cubicBezTo>
                    <a:pt x="7322" y="0"/>
                    <a:pt x="6541" y="294"/>
                    <a:pt x="5382" y="1113"/>
                  </a:cubicBezTo>
                  <a:cubicBezTo>
                    <a:pt x="5295" y="1170"/>
                    <a:pt x="4951" y="1200"/>
                    <a:pt x="4695" y="1228"/>
                  </a:cubicBezTo>
                  <a:cubicBezTo>
                    <a:pt x="3951" y="1315"/>
                    <a:pt x="2948" y="1457"/>
                    <a:pt x="1947" y="2144"/>
                  </a:cubicBezTo>
                  <a:cubicBezTo>
                    <a:pt x="142" y="3346"/>
                    <a:pt x="0" y="5036"/>
                    <a:pt x="401" y="6124"/>
                  </a:cubicBezTo>
                  <a:cubicBezTo>
                    <a:pt x="916" y="7441"/>
                    <a:pt x="2318" y="8270"/>
                    <a:pt x="3921" y="8270"/>
                  </a:cubicBezTo>
                  <a:cubicBezTo>
                    <a:pt x="4180" y="8270"/>
                    <a:pt x="4466" y="8242"/>
                    <a:pt x="4722" y="8185"/>
                  </a:cubicBezTo>
                  <a:cubicBezTo>
                    <a:pt x="5467" y="8070"/>
                    <a:pt x="6126" y="7784"/>
                    <a:pt x="6669" y="7555"/>
                  </a:cubicBezTo>
                  <a:cubicBezTo>
                    <a:pt x="6898" y="7441"/>
                    <a:pt x="7271" y="7269"/>
                    <a:pt x="7386" y="7269"/>
                  </a:cubicBezTo>
                  <a:cubicBezTo>
                    <a:pt x="8959" y="7010"/>
                    <a:pt x="10276" y="6667"/>
                    <a:pt x="11508" y="6323"/>
                  </a:cubicBezTo>
                  <a:cubicBezTo>
                    <a:pt x="11593" y="6296"/>
                    <a:pt x="11707" y="6266"/>
                    <a:pt x="11794" y="6266"/>
                  </a:cubicBezTo>
                  <a:cubicBezTo>
                    <a:pt x="12539" y="6094"/>
                    <a:pt x="14227" y="5723"/>
                    <a:pt x="14600" y="3918"/>
                  </a:cubicBezTo>
                  <a:cubicBezTo>
                    <a:pt x="14742" y="3261"/>
                    <a:pt x="14714" y="1972"/>
                    <a:pt x="13139" y="857"/>
                  </a:cubicBezTo>
                  <a:cubicBezTo>
                    <a:pt x="13081" y="827"/>
                    <a:pt x="12997" y="770"/>
                    <a:pt x="12939" y="742"/>
                  </a:cubicBezTo>
                  <a:cubicBezTo>
                    <a:pt x="12191" y="315"/>
                    <a:pt x="11476" y="238"/>
                    <a:pt x="10935" y="238"/>
                  </a:cubicBezTo>
                  <a:cubicBezTo>
                    <a:pt x="10751" y="238"/>
                    <a:pt x="10586" y="247"/>
                    <a:pt x="10448" y="254"/>
                  </a:cubicBezTo>
                  <a:lnTo>
                    <a:pt x="10391" y="254"/>
                  </a:lnTo>
                  <a:cubicBezTo>
                    <a:pt x="10134" y="112"/>
                    <a:pt x="9818" y="55"/>
                    <a:pt x="9532" y="55"/>
                  </a:cubicBezTo>
                  <a:cubicBezTo>
                    <a:pt x="9156" y="20"/>
                    <a:pt x="8820" y="0"/>
                    <a:pt x="851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6599495" y="2209924"/>
              <a:ext cx="321981" cy="194042"/>
            </a:xfrm>
            <a:custGeom>
              <a:avLst/>
              <a:gdLst/>
              <a:ahLst/>
              <a:cxnLst/>
              <a:rect l="l" t="t" r="r" b="b"/>
              <a:pathLst>
                <a:path w="15918" h="9593" extrusionOk="0">
                  <a:moveTo>
                    <a:pt x="5470" y="1"/>
                  </a:moveTo>
                  <a:cubicBezTo>
                    <a:pt x="4496" y="1"/>
                    <a:pt x="3608" y="115"/>
                    <a:pt x="2864" y="374"/>
                  </a:cubicBezTo>
                  <a:cubicBezTo>
                    <a:pt x="1061" y="974"/>
                    <a:pt x="1" y="2348"/>
                    <a:pt x="230" y="3894"/>
                  </a:cubicBezTo>
                  <a:cubicBezTo>
                    <a:pt x="287" y="4267"/>
                    <a:pt x="688" y="6271"/>
                    <a:pt x="3436" y="6386"/>
                  </a:cubicBezTo>
                  <a:cubicBezTo>
                    <a:pt x="3752" y="6413"/>
                    <a:pt x="4038" y="6413"/>
                    <a:pt x="4295" y="6413"/>
                  </a:cubicBezTo>
                  <a:lnTo>
                    <a:pt x="4611" y="6413"/>
                  </a:lnTo>
                  <a:cubicBezTo>
                    <a:pt x="5012" y="6413"/>
                    <a:pt x="5126" y="6413"/>
                    <a:pt x="5612" y="6615"/>
                  </a:cubicBezTo>
                  <a:cubicBezTo>
                    <a:pt x="5641" y="6642"/>
                    <a:pt x="5669" y="6642"/>
                    <a:pt x="5699" y="6672"/>
                  </a:cubicBezTo>
                  <a:cubicBezTo>
                    <a:pt x="5928" y="6729"/>
                    <a:pt x="6099" y="6814"/>
                    <a:pt x="6299" y="6871"/>
                  </a:cubicBezTo>
                  <a:cubicBezTo>
                    <a:pt x="6558" y="6986"/>
                    <a:pt x="6901" y="7100"/>
                    <a:pt x="6958" y="7158"/>
                  </a:cubicBezTo>
                  <a:cubicBezTo>
                    <a:pt x="6958" y="7158"/>
                    <a:pt x="7043" y="7245"/>
                    <a:pt x="7272" y="7588"/>
                  </a:cubicBezTo>
                  <a:lnTo>
                    <a:pt x="7329" y="7645"/>
                  </a:lnTo>
                  <a:cubicBezTo>
                    <a:pt x="7616" y="8074"/>
                    <a:pt x="8504" y="9391"/>
                    <a:pt x="10306" y="9391"/>
                  </a:cubicBezTo>
                  <a:cubicBezTo>
                    <a:pt x="10478" y="9391"/>
                    <a:pt x="10650" y="9391"/>
                    <a:pt x="10822" y="9363"/>
                  </a:cubicBezTo>
                  <a:cubicBezTo>
                    <a:pt x="10880" y="9363"/>
                    <a:pt x="10950" y="9350"/>
                    <a:pt x="11032" y="9350"/>
                  </a:cubicBezTo>
                  <a:cubicBezTo>
                    <a:pt x="11074" y="9350"/>
                    <a:pt x="11118" y="9353"/>
                    <a:pt x="11165" y="9363"/>
                  </a:cubicBezTo>
                  <a:cubicBezTo>
                    <a:pt x="11195" y="9363"/>
                    <a:pt x="11223" y="9363"/>
                    <a:pt x="11280" y="9391"/>
                  </a:cubicBezTo>
                  <a:cubicBezTo>
                    <a:pt x="11653" y="9478"/>
                    <a:pt x="12196" y="9592"/>
                    <a:pt x="12768" y="9592"/>
                  </a:cubicBezTo>
                  <a:cubicBezTo>
                    <a:pt x="13799" y="9592"/>
                    <a:pt x="14687" y="9161"/>
                    <a:pt x="15230" y="8360"/>
                  </a:cubicBezTo>
                  <a:cubicBezTo>
                    <a:pt x="15517" y="7932"/>
                    <a:pt x="15917" y="7016"/>
                    <a:pt x="15489" y="5784"/>
                  </a:cubicBezTo>
                  <a:cubicBezTo>
                    <a:pt x="15345" y="5241"/>
                    <a:pt x="15031" y="4753"/>
                    <a:pt x="14543" y="4325"/>
                  </a:cubicBezTo>
                  <a:lnTo>
                    <a:pt x="14458" y="4238"/>
                  </a:lnTo>
                  <a:cubicBezTo>
                    <a:pt x="12654" y="2692"/>
                    <a:pt x="10222" y="603"/>
                    <a:pt x="7130" y="115"/>
                  </a:cubicBezTo>
                  <a:cubicBezTo>
                    <a:pt x="6615" y="58"/>
                    <a:pt x="6042" y="1"/>
                    <a:pt x="547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6809132" y="2302170"/>
              <a:ext cx="234558" cy="150998"/>
            </a:xfrm>
            <a:custGeom>
              <a:avLst/>
              <a:gdLst/>
              <a:ahLst/>
              <a:cxnLst/>
              <a:rect l="l" t="t" r="r" b="b"/>
              <a:pathLst>
                <a:path w="11596" h="7465" extrusionOk="0">
                  <a:moveTo>
                    <a:pt x="4871" y="1"/>
                  </a:moveTo>
                  <a:cubicBezTo>
                    <a:pt x="4188" y="1"/>
                    <a:pt x="3399" y="168"/>
                    <a:pt x="2692" y="795"/>
                  </a:cubicBezTo>
                  <a:lnTo>
                    <a:pt x="2550" y="937"/>
                  </a:lnTo>
                  <a:cubicBezTo>
                    <a:pt x="2234" y="1253"/>
                    <a:pt x="2034" y="1624"/>
                    <a:pt x="1920" y="1940"/>
                  </a:cubicBezTo>
                  <a:cubicBezTo>
                    <a:pt x="1748" y="2055"/>
                    <a:pt x="1547" y="2197"/>
                    <a:pt x="1375" y="2398"/>
                  </a:cubicBezTo>
                  <a:cubicBezTo>
                    <a:pt x="1" y="3830"/>
                    <a:pt x="489" y="5261"/>
                    <a:pt x="688" y="5662"/>
                  </a:cubicBezTo>
                  <a:cubicBezTo>
                    <a:pt x="1375" y="7208"/>
                    <a:pt x="2978" y="7464"/>
                    <a:pt x="4439" y="7464"/>
                  </a:cubicBezTo>
                  <a:cubicBezTo>
                    <a:pt x="4810" y="7464"/>
                    <a:pt x="5183" y="7437"/>
                    <a:pt x="5527" y="7437"/>
                  </a:cubicBezTo>
                  <a:cubicBezTo>
                    <a:pt x="5699" y="7407"/>
                    <a:pt x="5841" y="7407"/>
                    <a:pt x="5955" y="7407"/>
                  </a:cubicBezTo>
                  <a:cubicBezTo>
                    <a:pt x="6557" y="7407"/>
                    <a:pt x="9592" y="7322"/>
                    <a:pt x="10879" y="5460"/>
                  </a:cubicBezTo>
                  <a:cubicBezTo>
                    <a:pt x="11481" y="4601"/>
                    <a:pt x="11596" y="3543"/>
                    <a:pt x="11252" y="2570"/>
                  </a:cubicBezTo>
                  <a:cubicBezTo>
                    <a:pt x="10478" y="452"/>
                    <a:pt x="8160" y="365"/>
                    <a:pt x="7157" y="337"/>
                  </a:cubicBezTo>
                  <a:lnTo>
                    <a:pt x="6844" y="337"/>
                  </a:lnTo>
                  <a:cubicBezTo>
                    <a:pt x="6699" y="280"/>
                    <a:pt x="6557" y="223"/>
                    <a:pt x="6386" y="223"/>
                  </a:cubicBezTo>
                  <a:cubicBezTo>
                    <a:pt x="6328" y="193"/>
                    <a:pt x="6271" y="193"/>
                    <a:pt x="6184" y="166"/>
                  </a:cubicBezTo>
                  <a:cubicBezTo>
                    <a:pt x="5871" y="102"/>
                    <a:pt x="5403" y="1"/>
                    <a:pt x="487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7305440" y="1456965"/>
              <a:ext cx="244389" cy="213845"/>
            </a:xfrm>
            <a:custGeom>
              <a:avLst/>
              <a:gdLst/>
              <a:ahLst/>
              <a:cxnLst/>
              <a:rect l="l" t="t" r="r" b="b"/>
              <a:pathLst>
                <a:path w="12082" h="10572" extrusionOk="0">
                  <a:moveTo>
                    <a:pt x="7083" y="1"/>
                  </a:moveTo>
                  <a:cubicBezTo>
                    <a:pt x="6814" y="1"/>
                    <a:pt x="6528" y="56"/>
                    <a:pt x="6242" y="152"/>
                  </a:cubicBezTo>
                  <a:cubicBezTo>
                    <a:pt x="4952" y="667"/>
                    <a:pt x="4352" y="1640"/>
                    <a:pt x="4009" y="2240"/>
                  </a:cubicBezTo>
                  <a:cubicBezTo>
                    <a:pt x="3951" y="2355"/>
                    <a:pt x="3837" y="2499"/>
                    <a:pt x="3837" y="2526"/>
                  </a:cubicBezTo>
                  <a:cubicBezTo>
                    <a:pt x="3665" y="2728"/>
                    <a:pt x="3264" y="2957"/>
                    <a:pt x="2891" y="3214"/>
                  </a:cubicBezTo>
                  <a:cubicBezTo>
                    <a:pt x="2577" y="3415"/>
                    <a:pt x="2204" y="3644"/>
                    <a:pt x="1861" y="3930"/>
                  </a:cubicBezTo>
                  <a:cubicBezTo>
                    <a:pt x="1833" y="3930"/>
                    <a:pt x="1803" y="3958"/>
                    <a:pt x="1803" y="3988"/>
                  </a:cubicBezTo>
                  <a:cubicBezTo>
                    <a:pt x="1" y="5476"/>
                    <a:pt x="28" y="6850"/>
                    <a:pt x="402" y="7737"/>
                  </a:cubicBezTo>
                  <a:cubicBezTo>
                    <a:pt x="1010" y="9279"/>
                    <a:pt x="2441" y="9568"/>
                    <a:pt x="3896" y="9568"/>
                  </a:cubicBezTo>
                  <a:cubicBezTo>
                    <a:pt x="4360" y="9568"/>
                    <a:pt x="4826" y="9539"/>
                    <a:pt x="5268" y="9511"/>
                  </a:cubicBezTo>
                  <a:cubicBezTo>
                    <a:pt x="5497" y="9511"/>
                    <a:pt x="5784" y="9484"/>
                    <a:pt x="6013" y="9484"/>
                  </a:cubicBezTo>
                  <a:cubicBezTo>
                    <a:pt x="6413" y="9855"/>
                    <a:pt x="7272" y="10572"/>
                    <a:pt x="8502" y="10572"/>
                  </a:cubicBezTo>
                  <a:cubicBezTo>
                    <a:pt x="8704" y="10572"/>
                    <a:pt x="8903" y="10572"/>
                    <a:pt x="9104" y="10542"/>
                  </a:cubicBezTo>
                  <a:cubicBezTo>
                    <a:pt x="9132" y="10514"/>
                    <a:pt x="9189" y="10514"/>
                    <a:pt x="9219" y="10514"/>
                  </a:cubicBezTo>
                  <a:cubicBezTo>
                    <a:pt x="10391" y="10256"/>
                    <a:pt x="11193" y="9656"/>
                    <a:pt x="11594" y="8797"/>
                  </a:cubicBezTo>
                  <a:cubicBezTo>
                    <a:pt x="12081" y="7679"/>
                    <a:pt x="11708" y="6706"/>
                    <a:pt x="11452" y="6191"/>
                  </a:cubicBezTo>
                  <a:cubicBezTo>
                    <a:pt x="11795" y="5476"/>
                    <a:pt x="11795" y="4817"/>
                    <a:pt x="11681" y="4301"/>
                  </a:cubicBezTo>
                  <a:cubicBezTo>
                    <a:pt x="11422" y="3129"/>
                    <a:pt x="10765" y="2499"/>
                    <a:pt x="10249" y="2183"/>
                  </a:cubicBezTo>
                  <a:cubicBezTo>
                    <a:pt x="10220" y="2011"/>
                    <a:pt x="10135" y="1812"/>
                    <a:pt x="10020" y="1610"/>
                  </a:cubicBezTo>
                  <a:cubicBezTo>
                    <a:pt x="9791" y="1152"/>
                    <a:pt x="9189" y="323"/>
                    <a:pt x="7872" y="65"/>
                  </a:cubicBezTo>
                  <a:cubicBezTo>
                    <a:pt x="7673" y="7"/>
                    <a:pt x="7444" y="7"/>
                    <a:pt x="7242" y="7"/>
                  </a:cubicBezTo>
                  <a:cubicBezTo>
                    <a:pt x="7190" y="3"/>
                    <a:pt x="7137" y="1"/>
                    <a:pt x="7083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6644121" y="1514599"/>
              <a:ext cx="335251" cy="302138"/>
            </a:xfrm>
            <a:custGeom>
              <a:avLst/>
              <a:gdLst/>
              <a:ahLst/>
              <a:cxnLst/>
              <a:rect l="l" t="t" r="r" b="b"/>
              <a:pathLst>
                <a:path w="16574" h="14937" extrusionOk="0">
                  <a:moveTo>
                    <a:pt x="8756" y="1"/>
                  </a:moveTo>
                  <a:cubicBezTo>
                    <a:pt x="7947" y="1"/>
                    <a:pt x="6983" y="240"/>
                    <a:pt x="5840" y="852"/>
                  </a:cubicBezTo>
                  <a:cubicBezTo>
                    <a:pt x="5840" y="852"/>
                    <a:pt x="5810" y="852"/>
                    <a:pt x="5810" y="880"/>
                  </a:cubicBezTo>
                  <a:cubicBezTo>
                    <a:pt x="5554" y="994"/>
                    <a:pt x="5238" y="1081"/>
                    <a:pt x="4810" y="1166"/>
                  </a:cubicBezTo>
                  <a:cubicBezTo>
                    <a:pt x="4264" y="1310"/>
                    <a:pt x="3550" y="1452"/>
                    <a:pt x="2833" y="1826"/>
                  </a:cubicBezTo>
                  <a:cubicBezTo>
                    <a:pt x="2776" y="1853"/>
                    <a:pt x="2748" y="1853"/>
                    <a:pt x="2719" y="1883"/>
                  </a:cubicBezTo>
                  <a:cubicBezTo>
                    <a:pt x="0" y="3399"/>
                    <a:pt x="229" y="5204"/>
                    <a:pt x="458" y="5891"/>
                  </a:cubicBezTo>
                  <a:cubicBezTo>
                    <a:pt x="829" y="7063"/>
                    <a:pt x="1745" y="7551"/>
                    <a:pt x="2634" y="7723"/>
                  </a:cubicBezTo>
                  <a:cubicBezTo>
                    <a:pt x="1947" y="8582"/>
                    <a:pt x="887" y="10127"/>
                    <a:pt x="1661" y="11930"/>
                  </a:cubicBezTo>
                  <a:cubicBezTo>
                    <a:pt x="2348" y="13677"/>
                    <a:pt x="3664" y="13963"/>
                    <a:pt x="4207" y="14021"/>
                  </a:cubicBezTo>
                  <a:cubicBezTo>
                    <a:pt x="4295" y="14028"/>
                    <a:pt x="4381" y="14032"/>
                    <a:pt x="4466" y="14032"/>
                  </a:cubicBezTo>
                  <a:cubicBezTo>
                    <a:pt x="5313" y="14032"/>
                    <a:pt x="5974" y="13658"/>
                    <a:pt x="6470" y="13189"/>
                  </a:cubicBezTo>
                  <a:cubicBezTo>
                    <a:pt x="6955" y="13963"/>
                    <a:pt x="7787" y="14563"/>
                    <a:pt x="9017" y="14850"/>
                  </a:cubicBezTo>
                  <a:cubicBezTo>
                    <a:pt x="9303" y="14907"/>
                    <a:pt x="9646" y="14937"/>
                    <a:pt x="9990" y="14937"/>
                  </a:cubicBezTo>
                  <a:cubicBezTo>
                    <a:pt x="11765" y="14937"/>
                    <a:pt x="14199" y="14135"/>
                    <a:pt x="15257" y="12502"/>
                  </a:cubicBezTo>
                  <a:cubicBezTo>
                    <a:pt x="16574" y="11101"/>
                    <a:pt x="16146" y="9811"/>
                    <a:pt x="15887" y="9269"/>
                  </a:cubicBezTo>
                  <a:cubicBezTo>
                    <a:pt x="15830" y="9182"/>
                    <a:pt x="15772" y="9067"/>
                    <a:pt x="15715" y="8982"/>
                  </a:cubicBezTo>
                  <a:cubicBezTo>
                    <a:pt x="15745" y="8953"/>
                    <a:pt x="15772" y="8895"/>
                    <a:pt x="15802" y="8838"/>
                  </a:cubicBezTo>
                  <a:cubicBezTo>
                    <a:pt x="16288" y="8123"/>
                    <a:pt x="16432" y="7207"/>
                    <a:pt x="16203" y="6147"/>
                  </a:cubicBezTo>
                  <a:cubicBezTo>
                    <a:pt x="15944" y="4975"/>
                    <a:pt x="15115" y="3543"/>
                    <a:pt x="12795" y="3486"/>
                  </a:cubicBezTo>
                  <a:cubicBezTo>
                    <a:pt x="12711" y="2941"/>
                    <a:pt x="12509" y="2341"/>
                    <a:pt x="11966" y="1768"/>
                  </a:cubicBezTo>
                  <a:cubicBezTo>
                    <a:pt x="11909" y="1711"/>
                    <a:pt x="11879" y="1654"/>
                    <a:pt x="11822" y="1624"/>
                  </a:cubicBezTo>
                  <a:cubicBezTo>
                    <a:pt x="11227" y="825"/>
                    <a:pt x="10257" y="1"/>
                    <a:pt x="875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5553090" y="1000853"/>
              <a:ext cx="2184186" cy="3379044"/>
            </a:xfrm>
            <a:custGeom>
              <a:avLst/>
              <a:gdLst/>
              <a:ahLst/>
              <a:cxnLst/>
              <a:rect l="l" t="t" r="r" b="b"/>
              <a:pathLst>
                <a:path w="107981" h="167052" extrusionOk="0">
                  <a:moveTo>
                    <a:pt x="75507" y="1"/>
                  </a:moveTo>
                  <a:cubicBezTo>
                    <a:pt x="75053" y="1"/>
                    <a:pt x="74488" y="549"/>
                    <a:pt x="74144" y="913"/>
                  </a:cubicBezTo>
                  <a:cubicBezTo>
                    <a:pt x="73999" y="1000"/>
                    <a:pt x="74057" y="1428"/>
                    <a:pt x="73942" y="1572"/>
                  </a:cubicBezTo>
                  <a:cubicBezTo>
                    <a:pt x="73815" y="1678"/>
                    <a:pt x="73689" y="1705"/>
                    <a:pt x="73562" y="1705"/>
                  </a:cubicBezTo>
                  <a:cubicBezTo>
                    <a:pt x="73422" y="1705"/>
                    <a:pt x="73283" y="1672"/>
                    <a:pt x="73143" y="1672"/>
                  </a:cubicBezTo>
                  <a:cubicBezTo>
                    <a:pt x="73066" y="1672"/>
                    <a:pt x="72989" y="1682"/>
                    <a:pt x="72912" y="1714"/>
                  </a:cubicBezTo>
                  <a:cubicBezTo>
                    <a:pt x="72282" y="2087"/>
                    <a:pt x="72426" y="2287"/>
                    <a:pt x="72140" y="2946"/>
                  </a:cubicBezTo>
                  <a:cubicBezTo>
                    <a:pt x="71538" y="4462"/>
                    <a:pt x="71109" y="3947"/>
                    <a:pt x="69763" y="4233"/>
                  </a:cubicBezTo>
                  <a:cubicBezTo>
                    <a:pt x="69076" y="4405"/>
                    <a:pt x="68991" y="4607"/>
                    <a:pt x="68189" y="4607"/>
                  </a:cubicBezTo>
                  <a:cubicBezTo>
                    <a:pt x="67491" y="4558"/>
                    <a:pt x="66754" y="4287"/>
                    <a:pt x="66043" y="4287"/>
                  </a:cubicBezTo>
                  <a:cubicBezTo>
                    <a:pt x="65908" y="4287"/>
                    <a:pt x="65773" y="4297"/>
                    <a:pt x="65640" y="4320"/>
                  </a:cubicBezTo>
                  <a:cubicBezTo>
                    <a:pt x="65122" y="4437"/>
                    <a:pt x="64896" y="4806"/>
                    <a:pt x="64417" y="4806"/>
                  </a:cubicBezTo>
                  <a:cubicBezTo>
                    <a:pt x="64314" y="4806"/>
                    <a:pt x="64199" y="4789"/>
                    <a:pt x="64067" y="4749"/>
                  </a:cubicBezTo>
                  <a:cubicBezTo>
                    <a:pt x="63666" y="4607"/>
                    <a:pt x="63323" y="4176"/>
                    <a:pt x="62835" y="3947"/>
                  </a:cubicBezTo>
                  <a:cubicBezTo>
                    <a:pt x="62525" y="3822"/>
                    <a:pt x="62211" y="3770"/>
                    <a:pt x="61895" y="3770"/>
                  </a:cubicBezTo>
                  <a:cubicBezTo>
                    <a:pt x="60277" y="3770"/>
                    <a:pt x="58590" y="5136"/>
                    <a:pt x="56877" y="5136"/>
                  </a:cubicBezTo>
                  <a:cubicBezTo>
                    <a:pt x="56394" y="5136"/>
                    <a:pt x="55908" y="5028"/>
                    <a:pt x="55422" y="4749"/>
                  </a:cubicBezTo>
                  <a:cubicBezTo>
                    <a:pt x="54533" y="4176"/>
                    <a:pt x="54533" y="3317"/>
                    <a:pt x="53388" y="2946"/>
                  </a:cubicBezTo>
                  <a:cubicBezTo>
                    <a:pt x="52816" y="2717"/>
                    <a:pt x="52129" y="2573"/>
                    <a:pt x="51529" y="2516"/>
                  </a:cubicBezTo>
                  <a:cubicBezTo>
                    <a:pt x="51329" y="2484"/>
                    <a:pt x="51112" y="2474"/>
                    <a:pt x="50886" y="2474"/>
                  </a:cubicBezTo>
                  <a:cubicBezTo>
                    <a:pt x="50478" y="2474"/>
                    <a:pt x="50041" y="2507"/>
                    <a:pt x="49625" y="2507"/>
                  </a:cubicBezTo>
                  <a:cubicBezTo>
                    <a:pt x="49247" y="2507"/>
                    <a:pt x="48886" y="2479"/>
                    <a:pt x="48579" y="2374"/>
                  </a:cubicBezTo>
                  <a:cubicBezTo>
                    <a:pt x="47750" y="2087"/>
                    <a:pt x="47693" y="1428"/>
                    <a:pt x="46605" y="1343"/>
                  </a:cubicBezTo>
                  <a:cubicBezTo>
                    <a:pt x="46304" y="1325"/>
                    <a:pt x="45992" y="1313"/>
                    <a:pt x="45679" y="1313"/>
                  </a:cubicBezTo>
                  <a:cubicBezTo>
                    <a:pt x="44978" y="1313"/>
                    <a:pt x="44269" y="1374"/>
                    <a:pt x="43655" y="1572"/>
                  </a:cubicBezTo>
                  <a:cubicBezTo>
                    <a:pt x="42338" y="2087"/>
                    <a:pt x="41795" y="2516"/>
                    <a:pt x="40421" y="2660"/>
                  </a:cubicBezTo>
                  <a:cubicBezTo>
                    <a:pt x="39541" y="2757"/>
                    <a:pt x="39062" y="2988"/>
                    <a:pt x="38455" y="2988"/>
                  </a:cubicBezTo>
                  <a:cubicBezTo>
                    <a:pt x="38172" y="2988"/>
                    <a:pt x="37862" y="2939"/>
                    <a:pt x="37472" y="2802"/>
                  </a:cubicBezTo>
                  <a:cubicBezTo>
                    <a:pt x="37128" y="2660"/>
                    <a:pt x="36185" y="2516"/>
                    <a:pt x="35841" y="2287"/>
                  </a:cubicBezTo>
                  <a:cubicBezTo>
                    <a:pt x="35411" y="1916"/>
                    <a:pt x="35841" y="1572"/>
                    <a:pt x="35154" y="1286"/>
                  </a:cubicBezTo>
                  <a:cubicBezTo>
                    <a:pt x="34896" y="1190"/>
                    <a:pt x="34559" y="1159"/>
                    <a:pt x="34195" y="1159"/>
                  </a:cubicBezTo>
                  <a:cubicBezTo>
                    <a:pt x="33467" y="1159"/>
                    <a:pt x="32634" y="1286"/>
                    <a:pt x="32120" y="1286"/>
                  </a:cubicBezTo>
                  <a:cubicBezTo>
                    <a:pt x="31812" y="1286"/>
                    <a:pt x="31500" y="1289"/>
                    <a:pt x="31188" y="1289"/>
                  </a:cubicBezTo>
                  <a:cubicBezTo>
                    <a:pt x="30251" y="1289"/>
                    <a:pt x="29307" y="1257"/>
                    <a:pt x="28426" y="1000"/>
                  </a:cubicBezTo>
                  <a:cubicBezTo>
                    <a:pt x="27574" y="663"/>
                    <a:pt x="26932" y="328"/>
                    <a:pt x="25993" y="328"/>
                  </a:cubicBezTo>
                  <a:cubicBezTo>
                    <a:pt x="25892" y="328"/>
                    <a:pt x="25787" y="332"/>
                    <a:pt x="25677" y="340"/>
                  </a:cubicBezTo>
                  <a:lnTo>
                    <a:pt x="25765" y="397"/>
                  </a:lnTo>
                  <a:cubicBezTo>
                    <a:pt x="24590" y="542"/>
                    <a:pt x="23646" y="913"/>
                    <a:pt x="22471" y="1000"/>
                  </a:cubicBezTo>
                  <a:cubicBezTo>
                    <a:pt x="21299" y="1000"/>
                    <a:pt x="20353" y="1000"/>
                    <a:pt x="19238" y="1428"/>
                  </a:cubicBezTo>
                  <a:cubicBezTo>
                    <a:pt x="18150" y="1858"/>
                    <a:pt x="16918" y="2287"/>
                    <a:pt x="15745" y="2660"/>
                  </a:cubicBezTo>
                  <a:cubicBezTo>
                    <a:pt x="15143" y="2859"/>
                    <a:pt x="12395" y="3004"/>
                    <a:pt x="12195" y="3462"/>
                  </a:cubicBezTo>
                  <a:cubicBezTo>
                    <a:pt x="11708" y="4320"/>
                    <a:pt x="13570" y="4749"/>
                    <a:pt x="13570" y="5408"/>
                  </a:cubicBezTo>
                  <a:cubicBezTo>
                    <a:pt x="13570" y="5935"/>
                    <a:pt x="11995" y="6655"/>
                    <a:pt x="11364" y="6655"/>
                  </a:cubicBezTo>
                  <a:cubicBezTo>
                    <a:pt x="11309" y="6655"/>
                    <a:pt x="11261" y="6650"/>
                    <a:pt x="11222" y="6638"/>
                  </a:cubicBezTo>
                  <a:cubicBezTo>
                    <a:pt x="10879" y="6553"/>
                    <a:pt x="10563" y="5981"/>
                    <a:pt x="9933" y="5836"/>
                  </a:cubicBezTo>
                  <a:cubicBezTo>
                    <a:pt x="9833" y="5828"/>
                    <a:pt x="9742" y="5824"/>
                    <a:pt x="9657" y="5824"/>
                  </a:cubicBezTo>
                  <a:cubicBezTo>
                    <a:pt x="9157" y="5824"/>
                    <a:pt x="8881" y="5965"/>
                    <a:pt x="8417" y="6210"/>
                  </a:cubicBezTo>
                  <a:cubicBezTo>
                    <a:pt x="7959" y="6409"/>
                    <a:pt x="6841" y="7153"/>
                    <a:pt x="6699" y="7726"/>
                  </a:cubicBezTo>
                  <a:cubicBezTo>
                    <a:pt x="7284" y="7970"/>
                    <a:pt x="7869" y="8011"/>
                    <a:pt x="8470" y="8011"/>
                  </a:cubicBezTo>
                  <a:cubicBezTo>
                    <a:pt x="8770" y="8011"/>
                    <a:pt x="9074" y="8001"/>
                    <a:pt x="9383" y="8001"/>
                  </a:cubicBezTo>
                  <a:cubicBezTo>
                    <a:pt x="9546" y="8001"/>
                    <a:pt x="9710" y="8004"/>
                    <a:pt x="9876" y="8012"/>
                  </a:cubicBezTo>
                  <a:cubicBezTo>
                    <a:pt x="12195" y="8241"/>
                    <a:pt x="9646" y="9043"/>
                    <a:pt x="8760" y="9386"/>
                  </a:cubicBezTo>
                  <a:cubicBezTo>
                    <a:pt x="6784" y="10188"/>
                    <a:pt x="2062" y="10275"/>
                    <a:pt x="1574" y="13222"/>
                  </a:cubicBezTo>
                  <a:cubicBezTo>
                    <a:pt x="1427" y="13968"/>
                    <a:pt x="1561" y="14186"/>
                    <a:pt x="1818" y="14186"/>
                  </a:cubicBezTo>
                  <a:cubicBezTo>
                    <a:pt x="2181" y="14186"/>
                    <a:pt x="2790" y="13750"/>
                    <a:pt x="3198" y="13750"/>
                  </a:cubicBezTo>
                  <a:cubicBezTo>
                    <a:pt x="3289" y="13750"/>
                    <a:pt x="3370" y="13772"/>
                    <a:pt x="3436" y="13824"/>
                  </a:cubicBezTo>
                  <a:cubicBezTo>
                    <a:pt x="4036" y="14310"/>
                    <a:pt x="1574" y="15198"/>
                    <a:pt x="3436" y="15684"/>
                  </a:cubicBezTo>
                  <a:cubicBezTo>
                    <a:pt x="3454" y="15687"/>
                    <a:pt x="3475" y="15689"/>
                    <a:pt x="3499" y="15689"/>
                  </a:cubicBezTo>
                  <a:cubicBezTo>
                    <a:pt x="3841" y="15689"/>
                    <a:pt x="4741" y="15357"/>
                    <a:pt x="5217" y="15357"/>
                  </a:cubicBezTo>
                  <a:cubicBezTo>
                    <a:pt x="5547" y="15357"/>
                    <a:pt x="5673" y="15517"/>
                    <a:pt x="5268" y="16057"/>
                  </a:cubicBezTo>
                  <a:cubicBezTo>
                    <a:pt x="4867" y="16715"/>
                    <a:pt x="3092" y="16859"/>
                    <a:pt x="2405" y="17230"/>
                  </a:cubicBezTo>
                  <a:cubicBezTo>
                    <a:pt x="2062" y="17374"/>
                    <a:pt x="0" y="18318"/>
                    <a:pt x="0" y="18805"/>
                  </a:cubicBezTo>
                  <a:cubicBezTo>
                    <a:pt x="0" y="19147"/>
                    <a:pt x="221" y="19272"/>
                    <a:pt x="550" y="19272"/>
                  </a:cubicBezTo>
                  <a:cubicBezTo>
                    <a:pt x="1406" y="19272"/>
                    <a:pt x="2998" y="18422"/>
                    <a:pt x="3349" y="18318"/>
                  </a:cubicBezTo>
                  <a:cubicBezTo>
                    <a:pt x="4867" y="17947"/>
                    <a:pt x="5611" y="17718"/>
                    <a:pt x="6841" y="16715"/>
                  </a:cubicBezTo>
                  <a:cubicBezTo>
                    <a:pt x="8016" y="15684"/>
                    <a:pt x="9532" y="15485"/>
                    <a:pt x="10677" y="14596"/>
                  </a:cubicBezTo>
                  <a:cubicBezTo>
                    <a:pt x="11708" y="13882"/>
                    <a:pt x="12482" y="13080"/>
                    <a:pt x="13627" y="12737"/>
                  </a:cubicBezTo>
                  <a:cubicBezTo>
                    <a:pt x="13949" y="12611"/>
                    <a:pt x="14198" y="12554"/>
                    <a:pt x="14371" y="12554"/>
                  </a:cubicBezTo>
                  <a:cubicBezTo>
                    <a:pt x="14828" y="12554"/>
                    <a:pt x="14757" y="12949"/>
                    <a:pt x="14112" y="13508"/>
                  </a:cubicBezTo>
                  <a:cubicBezTo>
                    <a:pt x="13570" y="13966"/>
                    <a:pt x="11909" y="14596"/>
                    <a:pt x="13139" y="15054"/>
                  </a:cubicBezTo>
                  <a:cubicBezTo>
                    <a:pt x="13229" y="15081"/>
                    <a:pt x="13322" y="15093"/>
                    <a:pt x="13416" y="15093"/>
                  </a:cubicBezTo>
                  <a:cubicBezTo>
                    <a:pt x="14336" y="15093"/>
                    <a:pt x="15408" y="13924"/>
                    <a:pt x="16031" y="13508"/>
                  </a:cubicBezTo>
                  <a:cubicBezTo>
                    <a:pt x="16809" y="13033"/>
                    <a:pt x="17390" y="12575"/>
                    <a:pt x="18157" y="12575"/>
                  </a:cubicBezTo>
                  <a:cubicBezTo>
                    <a:pt x="18407" y="12575"/>
                    <a:pt x="18677" y="12624"/>
                    <a:pt x="18979" y="12737"/>
                  </a:cubicBezTo>
                  <a:cubicBezTo>
                    <a:pt x="20067" y="13080"/>
                    <a:pt x="21184" y="13366"/>
                    <a:pt x="22272" y="13737"/>
                  </a:cubicBezTo>
                  <a:cubicBezTo>
                    <a:pt x="24448" y="14539"/>
                    <a:pt x="25677" y="17058"/>
                    <a:pt x="25421" y="19550"/>
                  </a:cubicBezTo>
                  <a:cubicBezTo>
                    <a:pt x="25277" y="20550"/>
                    <a:pt x="24532" y="21554"/>
                    <a:pt x="24590" y="22584"/>
                  </a:cubicBezTo>
                  <a:cubicBezTo>
                    <a:pt x="24734" y="23585"/>
                    <a:pt x="25765" y="24329"/>
                    <a:pt x="26250" y="25188"/>
                  </a:cubicBezTo>
                  <a:cubicBezTo>
                    <a:pt x="26509" y="25619"/>
                    <a:pt x="27395" y="28023"/>
                    <a:pt x="26795" y="28367"/>
                  </a:cubicBezTo>
                  <a:cubicBezTo>
                    <a:pt x="26740" y="28393"/>
                    <a:pt x="26688" y="28405"/>
                    <a:pt x="26638" y="28405"/>
                  </a:cubicBezTo>
                  <a:cubicBezTo>
                    <a:pt x="25992" y="28405"/>
                    <a:pt x="25793" y="26313"/>
                    <a:pt x="25421" y="26047"/>
                  </a:cubicBezTo>
                  <a:cubicBezTo>
                    <a:pt x="25224" y="25931"/>
                    <a:pt x="25045" y="25881"/>
                    <a:pt x="24887" y="25881"/>
                  </a:cubicBezTo>
                  <a:cubicBezTo>
                    <a:pt x="24267" y="25881"/>
                    <a:pt x="23990" y="26661"/>
                    <a:pt x="24333" y="27279"/>
                  </a:cubicBezTo>
                  <a:cubicBezTo>
                    <a:pt x="24791" y="28367"/>
                    <a:pt x="25563" y="28165"/>
                    <a:pt x="25020" y="29597"/>
                  </a:cubicBezTo>
                  <a:cubicBezTo>
                    <a:pt x="24590" y="30542"/>
                    <a:pt x="23990" y="31630"/>
                    <a:pt x="23445" y="32516"/>
                  </a:cubicBezTo>
                  <a:cubicBezTo>
                    <a:pt x="22758" y="33749"/>
                    <a:pt x="21642" y="34092"/>
                    <a:pt x="20841" y="35123"/>
                  </a:cubicBezTo>
                  <a:cubicBezTo>
                    <a:pt x="19925" y="36123"/>
                    <a:pt x="20696" y="37355"/>
                    <a:pt x="20154" y="38443"/>
                  </a:cubicBezTo>
                  <a:cubicBezTo>
                    <a:pt x="19810" y="39245"/>
                    <a:pt x="18578" y="39387"/>
                    <a:pt x="18436" y="40417"/>
                  </a:cubicBezTo>
                  <a:cubicBezTo>
                    <a:pt x="18349" y="41047"/>
                    <a:pt x="18979" y="42279"/>
                    <a:pt x="19180" y="43024"/>
                  </a:cubicBezTo>
                  <a:cubicBezTo>
                    <a:pt x="19322" y="43738"/>
                    <a:pt x="19380" y="44455"/>
                    <a:pt x="19380" y="45199"/>
                  </a:cubicBezTo>
                  <a:lnTo>
                    <a:pt x="19322" y="44913"/>
                  </a:lnTo>
                  <a:lnTo>
                    <a:pt x="19322" y="44913"/>
                  </a:lnTo>
                  <a:cubicBezTo>
                    <a:pt x="19380" y="45543"/>
                    <a:pt x="19123" y="47001"/>
                    <a:pt x="19524" y="47432"/>
                  </a:cubicBezTo>
                  <a:cubicBezTo>
                    <a:pt x="19810" y="47718"/>
                    <a:pt x="20410" y="47661"/>
                    <a:pt x="20696" y="47803"/>
                  </a:cubicBezTo>
                  <a:cubicBezTo>
                    <a:pt x="21299" y="48234"/>
                    <a:pt x="21241" y="48463"/>
                    <a:pt x="21498" y="49035"/>
                  </a:cubicBezTo>
                  <a:cubicBezTo>
                    <a:pt x="21841" y="50036"/>
                    <a:pt x="22414" y="50924"/>
                    <a:pt x="22272" y="52012"/>
                  </a:cubicBezTo>
                  <a:cubicBezTo>
                    <a:pt x="22185" y="52356"/>
                    <a:pt x="21929" y="52956"/>
                    <a:pt x="21986" y="53299"/>
                  </a:cubicBezTo>
                  <a:cubicBezTo>
                    <a:pt x="22128" y="54044"/>
                    <a:pt x="22529" y="53815"/>
                    <a:pt x="22758" y="54330"/>
                  </a:cubicBezTo>
                  <a:cubicBezTo>
                    <a:pt x="23303" y="55562"/>
                    <a:pt x="22272" y="56192"/>
                    <a:pt x="22329" y="57135"/>
                  </a:cubicBezTo>
                  <a:cubicBezTo>
                    <a:pt x="22471" y="58081"/>
                    <a:pt x="23445" y="57937"/>
                    <a:pt x="23903" y="58367"/>
                  </a:cubicBezTo>
                  <a:cubicBezTo>
                    <a:pt x="24448" y="58825"/>
                    <a:pt x="24390" y="59112"/>
                    <a:pt x="24590" y="59826"/>
                  </a:cubicBezTo>
                  <a:cubicBezTo>
                    <a:pt x="24734" y="60486"/>
                    <a:pt x="25277" y="62231"/>
                    <a:pt x="26250" y="62288"/>
                  </a:cubicBezTo>
                  <a:cubicBezTo>
                    <a:pt x="27539" y="62288"/>
                    <a:pt x="26250" y="60543"/>
                    <a:pt x="26021" y="59971"/>
                  </a:cubicBezTo>
                  <a:cubicBezTo>
                    <a:pt x="25677" y="59169"/>
                    <a:pt x="25765" y="58367"/>
                    <a:pt x="25563" y="57566"/>
                  </a:cubicBezTo>
                  <a:cubicBezTo>
                    <a:pt x="25277" y="56707"/>
                    <a:pt x="24590" y="56048"/>
                    <a:pt x="24390" y="55189"/>
                  </a:cubicBezTo>
                  <a:cubicBezTo>
                    <a:pt x="24333" y="54760"/>
                    <a:pt x="24448" y="54330"/>
                    <a:pt x="24390" y="53959"/>
                  </a:cubicBezTo>
                  <a:cubicBezTo>
                    <a:pt x="24189" y="53386"/>
                    <a:pt x="23761" y="53242"/>
                    <a:pt x="23559" y="52727"/>
                  </a:cubicBezTo>
                  <a:cubicBezTo>
                    <a:pt x="23303" y="52154"/>
                    <a:pt x="23216" y="51268"/>
                    <a:pt x="24047" y="51124"/>
                  </a:cubicBezTo>
                  <a:lnTo>
                    <a:pt x="24189" y="51066"/>
                  </a:lnTo>
                  <a:cubicBezTo>
                    <a:pt x="24306" y="51048"/>
                    <a:pt x="24415" y="51039"/>
                    <a:pt x="24516" y="51039"/>
                  </a:cubicBezTo>
                  <a:cubicBezTo>
                    <a:pt x="25643" y="51039"/>
                    <a:pt x="25765" y="52159"/>
                    <a:pt x="25765" y="53157"/>
                  </a:cubicBezTo>
                  <a:cubicBezTo>
                    <a:pt x="25765" y="54330"/>
                    <a:pt x="25906" y="54760"/>
                    <a:pt x="26509" y="55848"/>
                  </a:cubicBezTo>
                  <a:cubicBezTo>
                    <a:pt x="27139" y="56792"/>
                    <a:pt x="27196" y="57795"/>
                    <a:pt x="27624" y="58738"/>
                  </a:cubicBezTo>
                  <a:cubicBezTo>
                    <a:pt x="28169" y="59913"/>
                    <a:pt x="29200" y="60628"/>
                    <a:pt x="29800" y="61773"/>
                  </a:cubicBezTo>
                  <a:cubicBezTo>
                    <a:pt x="30201" y="62574"/>
                    <a:pt x="31117" y="63749"/>
                    <a:pt x="31174" y="64693"/>
                  </a:cubicBezTo>
                  <a:cubicBezTo>
                    <a:pt x="31231" y="65781"/>
                    <a:pt x="30288" y="66268"/>
                    <a:pt x="30688" y="67356"/>
                  </a:cubicBezTo>
                  <a:cubicBezTo>
                    <a:pt x="31117" y="68586"/>
                    <a:pt x="33150" y="69188"/>
                    <a:pt x="34124" y="70104"/>
                  </a:cubicBezTo>
                  <a:cubicBezTo>
                    <a:pt x="35211" y="71192"/>
                    <a:pt x="36384" y="71277"/>
                    <a:pt x="37758" y="71792"/>
                  </a:cubicBezTo>
                  <a:cubicBezTo>
                    <a:pt x="38567" y="72035"/>
                    <a:pt x="39074" y="72159"/>
                    <a:pt x="39595" y="72159"/>
                  </a:cubicBezTo>
                  <a:cubicBezTo>
                    <a:pt x="39996" y="72159"/>
                    <a:pt x="40404" y="72086"/>
                    <a:pt x="40964" y="71936"/>
                  </a:cubicBezTo>
                  <a:cubicBezTo>
                    <a:pt x="41291" y="71860"/>
                    <a:pt x="41629" y="71819"/>
                    <a:pt x="41960" y="71819"/>
                  </a:cubicBezTo>
                  <a:cubicBezTo>
                    <a:pt x="42878" y="71819"/>
                    <a:pt x="43753" y="72138"/>
                    <a:pt x="44257" y="72937"/>
                  </a:cubicBezTo>
                  <a:cubicBezTo>
                    <a:pt x="44457" y="73368"/>
                    <a:pt x="44200" y="73654"/>
                    <a:pt x="44601" y="74112"/>
                  </a:cubicBezTo>
                  <a:cubicBezTo>
                    <a:pt x="44887" y="74398"/>
                    <a:pt x="45487" y="74598"/>
                    <a:pt x="45918" y="74742"/>
                  </a:cubicBezTo>
                  <a:cubicBezTo>
                    <a:pt x="46948" y="75342"/>
                    <a:pt x="47892" y="75399"/>
                    <a:pt x="48922" y="75772"/>
                  </a:cubicBezTo>
                  <a:cubicBezTo>
                    <a:pt x="50010" y="76143"/>
                    <a:pt x="49525" y="76860"/>
                    <a:pt x="50354" y="77433"/>
                  </a:cubicBezTo>
                  <a:cubicBezTo>
                    <a:pt x="50448" y="77496"/>
                    <a:pt x="50557" y="77513"/>
                    <a:pt x="50674" y="77513"/>
                  </a:cubicBezTo>
                  <a:cubicBezTo>
                    <a:pt x="50820" y="77513"/>
                    <a:pt x="50976" y="77486"/>
                    <a:pt x="51127" y="77486"/>
                  </a:cubicBezTo>
                  <a:cubicBezTo>
                    <a:pt x="51294" y="77486"/>
                    <a:pt x="51455" y="77519"/>
                    <a:pt x="51586" y="77662"/>
                  </a:cubicBezTo>
                  <a:cubicBezTo>
                    <a:pt x="52216" y="78376"/>
                    <a:pt x="51384" y="78234"/>
                    <a:pt x="51242" y="78750"/>
                  </a:cubicBezTo>
                  <a:cubicBezTo>
                    <a:pt x="50899" y="80266"/>
                    <a:pt x="51929" y="80410"/>
                    <a:pt x="52903" y="81124"/>
                  </a:cubicBezTo>
                  <a:cubicBezTo>
                    <a:pt x="53704" y="81697"/>
                    <a:pt x="54334" y="82929"/>
                    <a:pt x="55422" y="83243"/>
                  </a:cubicBezTo>
                  <a:cubicBezTo>
                    <a:pt x="55492" y="83258"/>
                    <a:pt x="55562" y="83265"/>
                    <a:pt x="55631" y="83265"/>
                  </a:cubicBezTo>
                  <a:cubicBezTo>
                    <a:pt x="56700" y="83265"/>
                    <a:pt x="57574" y="81531"/>
                    <a:pt x="58285" y="81531"/>
                  </a:cubicBezTo>
                  <a:cubicBezTo>
                    <a:pt x="58383" y="81531"/>
                    <a:pt x="58479" y="81564"/>
                    <a:pt x="58571" y="81640"/>
                  </a:cubicBezTo>
                  <a:lnTo>
                    <a:pt x="58456" y="81498"/>
                  </a:lnTo>
                  <a:lnTo>
                    <a:pt x="58456" y="81498"/>
                  </a:lnTo>
                  <a:cubicBezTo>
                    <a:pt x="59143" y="82070"/>
                    <a:pt x="59487" y="83444"/>
                    <a:pt x="59743" y="84246"/>
                  </a:cubicBezTo>
                  <a:cubicBezTo>
                    <a:pt x="60087" y="85105"/>
                    <a:pt x="60087" y="85849"/>
                    <a:pt x="60030" y="86793"/>
                  </a:cubicBezTo>
                  <a:cubicBezTo>
                    <a:pt x="59945" y="88224"/>
                    <a:pt x="59801" y="89170"/>
                    <a:pt x="58800" y="90113"/>
                  </a:cubicBezTo>
                  <a:cubicBezTo>
                    <a:pt x="58312" y="90486"/>
                    <a:pt x="58026" y="90686"/>
                    <a:pt x="57769" y="91144"/>
                  </a:cubicBezTo>
                  <a:cubicBezTo>
                    <a:pt x="57682" y="91258"/>
                    <a:pt x="57884" y="91632"/>
                    <a:pt x="57769" y="91774"/>
                  </a:cubicBezTo>
                  <a:cubicBezTo>
                    <a:pt x="57568" y="92060"/>
                    <a:pt x="57224" y="92003"/>
                    <a:pt x="57082" y="92204"/>
                  </a:cubicBezTo>
                  <a:cubicBezTo>
                    <a:pt x="55965" y="93377"/>
                    <a:pt x="55163" y="95181"/>
                    <a:pt x="56052" y="96842"/>
                  </a:cubicBezTo>
                  <a:cubicBezTo>
                    <a:pt x="56109" y="97071"/>
                    <a:pt x="56739" y="97643"/>
                    <a:pt x="56739" y="97643"/>
                  </a:cubicBezTo>
                  <a:cubicBezTo>
                    <a:pt x="56881" y="98529"/>
                    <a:pt x="56594" y="98158"/>
                    <a:pt x="56109" y="98587"/>
                  </a:cubicBezTo>
                  <a:cubicBezTo>
                    <a:pt x="55422" y="99246"/>
                    <a:pt x="55422" y="98674"/>
                    <a:pt x="55365" y="99762"/>
                  </a:cubicBezTo>
                  <a:cubicBezTo>
                    <a:pt x="55307" y="100105"/>
                    <a:pt x="55422" y="100907"/>
                    <a:pt x="55507" y="101278"/>
                  </a:cubicBezTo>
                  <a:cubicBezTo>
                    <a:pt x="55708" y="102709"/>
                    <a:pt x="56594" y="102281"/>
                    <a:pt x="57281" y="103453"/>
                  </a:cubicBezTo>
                  <a:cubicBezTo>
                    <a:pt x="58170" y="104827"/>
                    <a:pt x="58227" y="106201"/>
                    <a:pt x="59400" y="107433"/>
                  </a:cubicBezTo>
                  <a:cubicBezTo>
                    <a:pt x="61319" y="109465"/>
                    <a:pt x="61461" y="113244"/>
                    <a:pt x="63923" y="114904"/>
                  </a:cubicBezTo>
                  <a:cubicBezTo>
                    <a:pt x="65155" y="115705"/>
                    <a:pt x="66327" y="115476"/>
                    <a:pt x="67415" y="116708"/>
                  </a:cubicBezTo>
                  <a:cubicBezTo>
                    <a:pt x="68045" y="117366"/>
                    <a:pt x="69277" y="118083"/>
                    <a:pt x="69534" y="118884"/>
                  </a:cubicBezTo>
                  <a:cubicBezTo>
                    <a:pt x="69763" y="119599"/>
                    <a:pt x="69621" y="120831"/>
                    <a:pt x="69678" y="121575"/>
                  </a:cubicBezTo>
                  <a:cubicBezTo>
                    <a:pt x="69678" y="122519"/>
                    <a:pt x="69763" y="123435"/>
                    <a:pt x="69763" y="124380"/>
                  </a:cubicBezTo>
                  <a:lnTo>
                    <a:pt x="69763" y="125324"/>
                  </a:lnTo>
                  <a:lnTo>
                    <a:pt x="69621" y="125411"/>
                  </a:lnTo>
                  <a:cubicBezTo>
                    <a:pt x="69534" y="127300"/>
                    <a:pt x="70221" y="128961"/>
                    <a:pt x="70450" y="130763"/>
                  </a:cubicBezTo>
                  <a:cubicBezTo>
                    <a:pt x="70651" y="132710"/>
                    <a:pt x="70221" y="134828"/>
                    <a:pt x="70507" y="136862"/>
                  </a:cubicBezTo>
                  <a:cubicBezTo>
                    <a:pt x="70709" y="138149"/>
                    <a:pt x="70766" y="139466"/>
                    <a:pt x="70766" y="140840"/>
                  </a:cubicBezTo>
                  <a:cubicBezTo>
                    <a:pt x="70766" y="142072"/>
                    <a:pt x="70163" y="143072"/>
                    <a:pt x="70308" y="144160"/>
                  </a:cubicBezTo>
                  <a:cubicBezTo>
                    <a:pt x="70365" y="145248"/>
                    <a:pt x="71109" y="146194"/>
                    <a:pt x="71251" y="147282"/>
                  </a:cubicBezTo>
                  <a:cubicBezTo>
                    <a:pt x="71338" y="147939"/>
                    <a:pt x="71338" y="148885"/>
                    <a:pt x="71682" y="149457"/>
                  </a:cubicBezTo>
                  <a:cubicBezTo>
                    <a:pt x="72025" y="150115"/>
                    <a:pt x="72083" y="149828"/>
                    <a:pt x="72568" y="150172"/>
                  </a:cubicBezTo>
                  <a:cubicBezTo>
                    <a:pt x="74487" y="151718"/>
                    <a:pt x="74201" y="155469"/>
                    <a:pt x="75232" y="157645"/>
                  </a:cubicBezTo>
                  <a:cubicBezTo>
                    <a:pt x="75632" y="158675"/>
                    <a:pt x="75717" y="159477"/>
                    <a:pt x="75976" y="160393"/>
                  </a:cubicBezTo>
                  <a:cubicBezTo>
                    <a:pt x="76319" y="161565"/>
                    <a:pt x="77492" y="162710"/>
                    <a:pt x="78179" y="163798"/>
                  </a:cubicBezTo>
                  <a:cubicBezTo>
                    <a:pt x="78696" y="164616"/>
                    <a:pt x="79164" y="165160"/>
                    <a:pt x="79901" y="165160"/>
                  </a:cubicBezTo>
                  <a:cubicBezTo>
                    <a:pt x="80144" y="165160"/>
                    <a:pt x="80416" y="165101"/>
                    <a:pt x="80728" y="164973"/>
                  </a:cubicBezTo>
                  <a:cubicBezTo>
                    <a:pt x="81083" y="164861"/>
                    <a:pt x="81213" y="164407"/>
                    <a:pt x="81600" y="164407"/>
                  </a:cubicBezTo>
                  <a:cubicBezTo>
                    <a:pt x="81713" y="164407"/>
                    <a:pt x="81847" y="164446"/>
                    <a:pt x="82015" y="164542"/>
                  </a:cubicBezTo>
                  <a:cubicBezTo>
                    <a:pt x="82503" y="164829"/>
                    <a:pt x="82560" y="165630"/>
                    <a:pt x="82904" y="166061"/>
                  </a:cubicBezTo>
                  <a:cubicBezTo>
                    <a:pt x="83379" y="166813"/>
                    <a:pt x="83921" y="167015"/>
                    <a:pt x="84685" y="167015"/>
                  </a:cubicBezTo>
                  <a:cubicBezTo>
                    <a:pt x="84793" y="167015"/>
                    <a:pt x="84905" y="167011"/>
                    <a:pt x="85022" y="167004"/>
                  </a:cubicBezTo>
                  <a:cubicBezTo>
                    <a:pt x="85229" y="167004"/>
                    <a:pt x="85443" y="167051"/>
                    <a:pt x="85635" y="167051"/>
                  </a:cubicBezTo>
                  <a:cubicBezTo>
                    <a:pt x="85840" y="167051"/>
                    <a:pt x="86019" y="166998"/>
                    <a:pt x="86137" y="166775"/>
                  </a:cubicBezTo>
                  <a:cubicBezTo>
                    <a:pt x="86481" y="165917"/>
                    <a:pt x="85565" y="166118"/>
                    <a:pt x="85164" y="165917"/>
                  </a:cubicBezTo>
                  <a:cubicBezTo>
                    <a:pt x="84278" y="165488"/>
                    <a:pt x="83533" y="165030"/>
                    <a:pt x="82988" y="164114"/>
                  </a:cubicBezTo>
                  <a:cubicBezTo>
                    <a:pt x="82702" y="163599"/>
                    <a:pt x="82645" y="163084"/>
                    <a:pt x="82301" y="162653"/>
                  </a:cubicBezTo>
                  <a:cubicBezTo>
                    <a:pt x="81816" y="161939"/>
                    <a:pt x="81529" y="161996"/>
                    <a:pt x="81529" y="160993"/>
                  </a:cubicBezTo>
                  <a:cubicBezTo>
                    <a:pt x="81614" y="158675"/>
                    <a:pt x="84278" y="157787"/>
                    <a:pt x="81729" y="156271"/>
                  </a:cubicBezTo>
                  <a:cubicBezTo>
                    <a:pt x="80842" y="155698"/>
                    <a:pt x="80155" y="155267"/>
                    <a:pt x="80984" y="154180"/>
                  </a:cubicBezTo>
                  <a:cubicBezTo>
                    <a:pt x="81271" y="153751"/>
                    <a:pt x="81816" y="153751"/>
                    <a:pt x="82015" y="153236"/>
                  </a:cubicBezTo>
                  <a:cubicBezTo>
                    <a:pt x="82159" y="152863"/>
                    <a:pt x="81873" y="152290"/>
                    <a:pt x="82015" y="151862"/>
                  </a:cubicBezTo>
                  <a:cubicBezTo>
                    <a:pt x="82358" y="150630"/>
                    <a:pt x="83247" y="150774"/>
                    <a:pt x="81958" y="149886"/>
                  </a:cubicBezTo>
                  <a:cubicBezTo>
                    <a:pt x="81058" y="149356"/>
                    <a:pt x="80403" y="148582"/>
                    <a:pt x="81621" y="148582"/>
                  </a:cubicBezTo>
                  <a:cubicBezTo>
                    <a:pt x="81720" y="148582"/>
                    <a:pt x="81832" y="148588"/>
                    <a:pt x="81958" y="148599"/>
                  </a:cubicBezTo>
                  <a:cubicBezTo>
                    <a:pt x="82364" y="148621"/>
                    <a:pt x="82650" y="148706"/>
                    <a:pt x="82851" y="148706"/>
                  </a:cubicBezTo>
                  <a:cubicBezTo>
                    <a:pt x="83161" y="148706"/>
                    <a:pt x="83270" y="148505"/>
                    <a:pt x="83304" y="147568"/>
                  </a:cubicBezTo>
                  <a:cubicBezTo>
                    <a:pt x="83304" y="146423"/>
                    <a:pt x="82560" y="145392"/>
                    <a:pt x="84220" y="145335"/>
                  </a:cubicBezTo>
                  <a:cubicBezTo>
                    <a:pt x="84292" y="145329"/>
                    <a:pt x="84364" y="145327"/>
                    <a:pt x="84436" y="145327"/>
                  </a:cubicBezTo>
                  <a:cubicBezTo>
                    <a:pt x="84891" y="145327"/>
                    <a:pt x="85335" y="145428"/>
                    <a:pt x="85761" y="145428"/>
                  </a:cubicBezTo>
                  <a:cubicBezTo>
                    <a:pt x="86279" y="145428"/>
                    <a:pt x="86771" y="145279"/>
                    <a:pt x="87225" y="144618"/>
                  </a:cubicBezTo>
                  <a:cubicBezTo>
                    <a:pt x="87770" y="143874"/>
                    <a:pt x="87569" y="142587"/>
                    <a:pt x="87225" y="141785"/>
                  </a:cubicBezTo>
                  <a:cubicBezTo>
                    <a:pt x="86789" y="140809"/>
                    <a:pt x="85637" y="139946"/>
                    <a:pt x="86794" y="139946"/>
                  </a:cubicBezTo>
                  <a:cubicBezTo>
                    <a:pt x="86925" y="139946"/>
                    <a:pt x="87087" y="139957"/>
                    <a:pt x="87282" y="139981"/>
                  </a:cubicBezTo>
                  <a:cubicBezTo>
                    <a:pt x="87817" y="140018"/>
                    <a:pt x="88209" y="140186"/>
                    <a:pt x="88673" y="140186"/>
                  </a:cubicBezTo>
                  <a:cubicBezTo>
                    <a:pt x="88930" y="140186"/>
                    <a:pt x="89208" y="140134"/>
                    <a:pt x="89545" y="139981"/>
                  </a:cubicBezTo>
                  <a:cubicBezTo>
                    <a:pt x="90660" y="139610"/>
                    <a:pt x="90232" y="139610"/>
                    <a:pt x="90518" y="138751"/>
                  </a:cubicBezTo>
                  <a:cubicBezTo>
                    <a:pt x="90660" y="138378"/>
                    <a:pt x="90717" y="138091"/>
                    <a:pt x="90862" y="137720"/>
                  </a:cubicBezTo>
                  <a:cubicBezTo>
                    <a:pt x="91004" y="137434"/>
                    <a:pt x="91347" y="137148"/>
                    <a:pt x="91462" y="136575"/>
                  </a:cubicBezTo>
                  <a:cubicBezTo>
                    <a:pt x="91748" y="135259"/>
                    <a:pt x="91950" y="134457"/>
                    <a:pt x="92836" y="133454"/>
                  </a:cubicBezTo>
                  <a:cubicBezTo>
                    <a:pt x="94210" y="132080"/>
                    <a:pt x="94840" y="131278"/>
                    <a:pt x="94553" y="129160"/>
                  </a:cubicBezTo>
                  <a:cubicBezTo>
                    <a:pt x="94354" y="127300"/>
                    <a:pt x="94354" y="127213"/>
                    <a:pt x="95641" y="125984"/>
                  </a:cubicBezTo>
                  <a:lnTo>
                    <a:pt x="95641" y="125984"/>
                  </a:lnTo>
                  <a:lnTo>
                    <a:pt x="95298" y="126213"/>
                  </a:lnTo>
                  <a:cubicBezTo>
                    <a:pt x="96901" y="124094"/>
                    <a:pt x="100107" y="125697"/>
                    <a:pt x="101538" y="123606"/>
                  </a:cubicBezTo>
                  <a:cubicBezTo>
                    <a:pt x="102168" y="122663"/>
                    <a:pt x="102427" y="121346"/>
                    <a:pt x="102855" y="120343"/>
                  </a:cubicBezTo>
                  <a:cubicBezTo>
                    <a:pt x="103343" y="119255"/>
                    <a:pt x="104087" y="118025"/>
                    <a:pt x="104145" y="116793"/>
                  </a:cubicBezTo>
                  <a:cubicBezTo>
                    <a:pt x="104145" y="115048"/>
                    <a:pt x="102855" y="112442"/>
                    <a:pt x="103744" y="110839"/>
                  </a:cubicBezTo>
                  <a:cubicBezTo>
                    <a:pt x="104000" y="110324"/>
                    <a:pt x="104488" y="110124"/>
                    <a:pt x="104889" y="109751"/>
                  </a:cubicBezTo>
                  <a:cubicBezTo>
                    <a:pt x="105603" y="109037"/>
                    <a:pt x="105461" y="108579"/>
                    <a:pt x="105805" y="107720"/>
                  </a:cubicBezTo>
                  <a:cubicBezTo>
                    <a:pt x="106263" y="106430"/>
                    <a:pt x="107637" y="106059"/>
                    <a:pt x="107866" y="104598"/>
                  </a:cubicBezTo>
                  <a:cubicBezTo>
                    <a:pt x="107981" y="103739"/>
                    <a:pt x="107923" y="102510"/>
                    <a:pt x="107779" y="101621"/>
                  </a:cubicBezTo>
                  <a:cubicBezTo>
                    <a:pt x="107722" y="101193"/>
                    <a:pt x="107580" y="100563"/>
                    <a:pt x="107294" y="100190"/>
                  </a:cubicBezTo>
                  <a:cubicBezTo>
                    <a:pt x="107002" y="99808"/>
                    <a:pt x="106866" y="99728"/>
                    <a:pt x="106689" y="99728"/>
                  </a:cubicBezTo>
                  <a:cubicBezTo>
                    <a:pt x="106563" y="99728"/>
                    <a:pt x="106416" y="99768"/>
                    <a:pt x="106177" y="99768"/>
                  </a:cubicBezTo>
                  <a:cubicBezTo>
                    <a:pt x="106124" y="99768"/>
                    <a:pt x="106067" y="99766"/>
                    <a:pt x="106004" y="99762"/>
                  </a:cubicBezTo>
                  <a:cubicBezTo>
                    <a:pt x="104832" y="99617"/>
                    <a:pt x="104488" y="98960"/>
                    <a:pt x="103542" y="98243"/>
                  </a:cubicBezTo>
                  <a:cubicBezTo>
                    <a:pt x="102370" y="97442"/>
                    <a:pt x="101538" y="97155"/>
                    <a:pt x="100164" y="97013"/>
                  </a:cubicBezTo>
                  <a:cubicBezTo>
                    <a:pt x="99764" y="96926"/>
                    <a:pt x="99363" y="96842"/>
                    <a:pt x="98934" y="96784"/>
                  </a:cubicBezTo>
                  <a:cubicBezTo>
                    <a:pt x="98772" y="96755"/>
                    <a:pt x="98629" y="96746"/>
                    <a:pt x="98494" y="96746"/>
                  </a:cubicBezTo>
                  <a:cubicBezTo>
                    <a:pt x="98225" y="96746"/>
                    <a:pt x="97989" y="96784"/>
                    <a:pt x="97702" y="96784"/>
                  </a:cubicBezTo>
                  <a:cubicBezTo>
                    <a:pt x="96615" y="96640"/>
                    <a:pt x="96958" y="96354"/>
                    <a:pt x="96328" y="95697"/>
                  </a:cubicBezTo>
                  <a:cubicBezTo>
                    <a:pt x="95870" y="95181"/>
                    <a:pt x="94897" y="94666"/>
                    <a:pt x="94267" y="94551"/>
                  </a:cubicBezTo>
                  <a:cubicBezTo>
                    <a:pt x="94134" y="94527"/>
                    <a:pt x="94018" y="94517"/>
                    <a:pt x="93916" y="94517"/>
                  </a:cubicBezTo>
                  <a:cubicBezTo>
                    <a:pt x="93293" y="94517"/>
                    <a:pt x="93157" y="94907"/>
                    <a:pt x="92492" y="94980"/>
                  </a:cubicBezTo>
                  <a:cubicBezTo>
                    <a:pt x="92435" y="94551"/>
                    <a:pt x="92435" y="94036"/>
                    <a:pt x="92149" y="93663"/>
                  </a:cubicBezTo>
                  <a:lnTo>
                    <a:pt x="92092" y="93434"/>
                  </a:lnTo>
                  <a:cubicBezTo>
                    <a:pt x="91405" y="92662"/>
                    <a:pt x="90919" y="93090"/>
                    <a:pt x="90660" y="91861"/>
                  </a:cubicBezTo>
                  <a:cubicBezTo>
                    <a:pt x="90575" y="91487"/>
                    <a:pt x="90717" y="91059"/>
                    <a:pt x="90660" y="90773"/>
                  </a:cubicBezTo>
                  <a:cubicBezTo>
                    <a:pt x="90431" y="90342"/>
                    <a:pt x="89973" y="90342"/>
                    <a:pt x="89831" y="89884"/>
                  </a:cubicBezTo>
                  <a:cubicBezTo>
                    <a:pt x="89545" y="89170"/>
                    <a:pt x="89973" y="88368"/>
                    <a:pt x="89545" y="87594"/>
                  </a:cubicBezTo>
                  <a:cubicBezTo>
                    <a:pt x="89201" y="86937"/>
                    <a:pt x="88256" y="86193"/>
                    <a:pt x="87626" y="85849"/>
                  </a:cubicBezTo>
                  <a:cubicBezTo>
                    <a:pt x="85450" y="84475"/>
                    <a:pt x="82988" y="86135"/>
                    <a:pt x="81472" y="83815"/>
                  </a:cubicBezTo>
                  <a:cubicBezTo>
                    <a:pt x="80785" y="82785"/>
                    <a:pt x="80499" y="82441"/>
                    <a:pt x="79553" y="81841"/>
                  </a:cubicBezTo>
                  <a:cubicBezTo>
                    <a:pt x="78866" y="81411"/>
                    <a:pt x="78236" y="80609"/>
                    <a:pt x="77636" y="80037"/>
                  </a:cubicBezTo>
                  <a:cubicBezTo>
                    <a:pt x="76910" y="79333"/>
                    <a:pt x="76726" y="78963"/>
                    <a:pt x="76144" y="78963"/>
                  </a:cubicBezTo>
                  <a:cubicBezTo>
                    <a:pt x="75946" y="78963"/>
                    <a:pt x="75701" y="79006"/>
                    <a:pt x="75374" y="79093"/>
                  </a:cubicBezTo>
                  <a:cubicBezTo>
                    <a:pt x="74830" y="79279"/>
                    <a:pt x="74350" y="79371"/>
                    <a:pt x="73853" y="79371"/>
                  </a:cubicBezTo>
                  <a:cubicBezTo>
                    <a:pt x="73356" y="79371"/>
                    <a:pt x="72841" y="79279"/>
                    <a:pt x="72225" y="79093"/>
                  </a:cubicBezTo>
                  <a:cubicBezTo>
                    <a:pt x="71682" y="78949"/>
                    <a:pt x="71109" y="78892"/>
                    <a:pt x="70651" y="78663"/>
                  </a:cubicBezTo>
                  <a:cubicBezTo>
                    <a:pt x="70163" y="78434"/>
                    <a:pt x="69621" y="77861"/>
                    <a:pt x="69076" y="77719"/>
                  </a:cubicBezTo>
                  <a:cubicBezTo>
                    <a:pt x="69021" y="77711"/>
                    <a:pt x="68969" y="77707"/>
                    <a:pt x="68917" y="77707"/>
                  </a:cubicBezTo>
                  <a:cubicBezTo>
                    <a:pt x="68169" y="77707"/>
                    <a:pt x="67707" y="78504"/>
                    <a:pt x="67025" y="78504"/>
                  </a:cubicBezTo>
                  <a:cubicBezTo>
                    <a:pt x="66914" y="78504"/>
                    <a:pt x="66796" y="78483"/>
                    <a:pt x="66671" y="78434"/>
                  </a:cubicBezTo>
                  <a:cubicBezTo>
                    <a:pt x="66728" y="78147"/>
                    <a:pt x="67502" y="77433"/>
                    <a:pt x="67159" y="77059"/>
                  </a:cubicBezTo>
                  <a:cubicBezTo>
                    <a:pt x="67114" y="77003"/>
                    <a:pt x="67043" y="76980"/>
                    <a:pt x="66957" y="76980"/>
                  </a:cubicBezTo>
                  <a:cubicBezTo>
                    <a:pt x="66606" y="76980"/>
                    <a:pt x="66002" y="77363"/>
                    <a:pt x="65842" y="77433"/>
                  </a:cubicBezTo>
                  <a:cubicBezTo>
                    <a:pt x="64896" y="77948"/>
                    <a:pt x="63437" y="78090"/>
                    <a:pt x="62693" y="78663"/>
                  </a:cubicBezTo>
                  <a:cubicBezTo>
                    <a:pt x="61747" y="79379"/>
                    <a:pt x="62063" y="81411"/>
                    <a:pt x="61060" y="81697"/>
                  </a:cubicBezTo>
                  <a:cubicBezTo>
                    <a:pt x="60918" y="81743"/>
                    <a:pt x="60800" y="81764"/>
                    <a:pt x="60702" y="81764"/>
                  </a:cubicBezTo>
                  <a:cubicBezTo>
                    <a:pt x="60133" y="81764"/>
                    <a:pt x="60230" y="81070"/>
                    <a:pt x="59888" y="80753"/>
                  </a:cubicBezTo>
                  <a:cubicBezTo>
                    <a:pt x="59591" y="80544"/>
                    <a:pt x="59326" y="80463"/>
                    <a:pt x="59009" y="80463"/>
                  </a:cubicBezTo>
                  <a:cubicBezTo>
                    <a:pt x="58806" y="80463"/>
                    <a:pt x="58581" y="80496"/>
                    <a:pt x="58312" y="80552"/>
                  </a:cubicBezTo>
                  <a:lnTo>
                    <a:pt x="58312" y="80696"/>
                  </a:lnTo>
                  <a:cubicBezTo>
                    <a:pt x="58170" y="80627"/>
                    <a:pt x="58033" y="80599"/>
                    <a:pt x="57899" y="80599"/>
                  </a:cubicBezTo>
                  <a:cubicBezTo>
                    <a:pt x="57266" y="80599"/>
                    <a:pt x="56702" y="81235"/>
                    <a:pt x="55997" y="81235"/>
                  </a:cubicBezTo>
                  <a:cubicBezTo>
                    <a:pt x="55922" y="81235"/>
                    <a:pt x="55844" y="81228"/>
                    <a:pt x="55765" y="81211"/>
                  </a:cubicBezTo>
                  <a:cubicBezTo>
                    <a:pt x="55021" y="80982"/>
                    <a:pt x="55078" y="80696"/>
                    <a:pt x="54533" y="80124"/>
                  </a:cubicBezTo>
                  <a:cubicBezTo>
                    <a:pt x="54277" y="79750"/>
                    <a:pt x="53704" y="79464"/>
                    <a:pt x="53445" y="79036"/>
                  </a:cubicBezTo>
                  <a:cubicBezTo>
                    <a:pt x="52960" y="78147"/>
                    <a:pt x="53303" y="77002"/>
                    <a:pt x="53647" y="76143"/>
                  </a:cubicBezTo>
                  <a:cubicBezTo>
                    <a:pt x="54132" y="74827"/>
                    <a:pt x="54391" y="74311"/>
                    <a:pt x="53933" y="72937"/>
                  </a:cubicBezTo>
                  <a:cubicBezTo>
                    <a:pt x="53647" y="72280"/>
                    <a:pt x="53933" y="72223"/>
                    <a:pt x="53102" y="71849"/>
                  </a:cubicBezTo>
                  <a:cubicBezTo>
                    <a:pt x="52839" y="71741"/>
                    <a:pt x="52516" y="71692"/>
                    <a:pt x="52189" y="71692"/>
                  </a:cubicBezTo>
                  <a:cubicBezTo>
                    <a:pt x="51913" y="71692"/>
                    <a:pt x="51634" y="71727"/>
                    <a:pt x="51384" y="71792"/>
                  </a:cubicBezTo>
                  <a:cubicBezTo>
                    <a:pt x="50982" y="71831"/>
                    <a:pt x="50079" y="72268"/>
                    <a:pt x="49379" y="72268"/>
                  </a:cubicBezTo>
                  <a:cubicBezTo>
                    <a:pt x="49035" y="72268"/>
                    <a:pt x="48740" y="72162"/>
                    <a:pt x="48579" y="71849"/>
                  </a:cubicBezTo>
                  <a:cubicBezTo>
                    <a:pt x="48093" y="70906"/>
                    <a:pt x="49868" y="68242"/>
                    <a:pt x="50154" y="67299"/>
                  </a:cubicBezTo>
                  <a:cubicBezTo>
                    <a:pt x="50354" y="66697"/>
                    <a:pt x="51327" y="65265"/>
                    <a:pt x="50984" y="64693"/>
                  </a:cubicBezTo>
                  <a:cubicBezTo>
                    <a:pt x="50842" y="64423"/>
                    <a:pt x="50411" y="64326"/>
                    <a:pt x="49918" y="64326"/>
                  </a:cubicBezTo>
                  <a:cubicBezTo>
                    <a:pt x="49212" y="64326"/>
                    <a:pt x="48379" y="64524"/>
                    <a:pt x="48093" y="64693"/>
                  </a:cubicBezTo>
                  <a:cubicBezTo>
                    <a:pt x="47006" y="65265"/>
                    <a:pt x="47349" y="66268"/>
                    <a:pt x="46861" y="67212"/>
                  </a:cubicBezTo>
                  <a:cubicBezTo>
                    <a:pt x="46461" y="68013"/>
                    <a:pt x="45288" y="68586"/>
                    <a:pt x="44544" y="68815"/>
                  </a:cubicBezTo>
                  <a:cubicBezTo>
                    <a:pt x="44350" y="68887"/>
                    <a:pt x="44111" y="68917"/>
                    <a:pt x="43850" y="68917"/>
                  </a:cubicBezTo>
                  <a:cubicBezTo>
                    <a:pt x="43069" y="68917"/>
                    <a:pt x="42088" y="68644"/>
                    <a:pt x="41509" y="68387"/>
                  </a:cubicBezTo>
                  <a:cubicBezTo>
                    <a:pt x="40364" y="67642"/>
                    <a:pt x="40708" y="66555"/>
                    <a:pt x="40364" y="65410"/>
                  </a:cubicBezTo>
                  <a:cubicBezTo>
                    <a:pt x="40021" y="64093"/>
                    <a:pt x="39247" y="63319"/>
                    <a:pt x="39590" y="61860"/>
                  </a:cubicBezTo>
                  <a:cubicBezTo>
                    <a:pt x="39876" y="60772"/>
                    <a:pt x="40708" y="59971"/>
                    <a:pt x="40907" y="58825"/>
                  </a:cubicBezTo>
                  <a:cubicBezTo>
                    <a:pt x="41108" y="57566"/>
                    <a:pt x="41051" y="56849"/>
                    <a:pt x="41995" y="55990"/>
                  </a:cubicBezTo>
                  <a:cubicBezTo>
                    <a:pt x="42739" y="55246"/>
                    <a:pt x="43712" y="54673"/>
                    <a:pt x="44544" y="54158"/>
                  </a:cubicBezTo>
                  <a:cubicBezTo>
                    <a:pt x="45125" y="53771"/>
                    <a:pt x="45583" y="53650"/>
                    <a:pt x="46031" y="53650"/>
                  </a:cubicBezTo>
                  <a:cubicBezTo>
                    <a:pt x="46642" y="53650"/>
                    <a:pt x="47234" y="53876"/>
                    <a:pt x="48093" y="53959"/>
                  </a:cubicBezTo>
                  <a:cubicBezTo>
                    <a:pt x="48380" y="53994"/>
                    <a:pt x="48716" y="54035"/>
                    <a:pt x="49055" y="54035"/>
                  </a:cubicBezTo>
                  <a:cubicBezTo>
                    <a:pt x="49527" y="54035"/>
                    <a:pt x="50004" y="53956"/>
                    <a:pt x="50354" y="53673"/>
                  </a:cubicBezTo>
                  <a:cubicBezTo>
                    <a:pt x="50784" y="53299"/>
                    <a:pt x="50555" y="52956"/>
                    <a:pt x="51128" y="52642"/>
                  </a:cubicBezTo>
                  <a:cubicBezTo>
                    <a:pt x="51380" y="52485"/>
                    <a:pt x="52175" y="52397"/>
                    <a:pt x="52946" y="52397"/>
                  </a:cubicBezTo>
                  <a:cubicBezTo>
                    <a:pt x="53578" y="52397"/>
                    <a:pt x="54192" y="52456"/>
                    <a:pt x="54476" y="52585"/>
                  </a:cubicBezTo>
                  <a:cubicBezTo>
                    <a:pt x="55021" y="52784"/>
                    <a:pt x="55220" y="53299"/>
                    <a:pt x="55708" y="53444"/>
                  </a:cubicBezTo>
                  <a:cubicBezTo>
                    <a:pt x="55784" y="53466"/>
                    <a:pt x="55852" y="53474"/>
                    <a:pt x="55913" y="53474"/>
                  </a:cubicBezTo>
                  <a:cubicBezTo>
                    <a:pt x="56084" y="53474"/>
                    <a:pt x="56208" y="53410"/>
                    <a:pt x="56356" y="53410"/>
                  </a:cubicBezTo>
                  <a:cubicBezTo>
                    <a:pt x="56493" y="53410"/>
                    <a:pt x="56649" y="53464"/>
                    <a:pt x="56881" y="53673"/>
                  </a:cubicBezTo>
                  <a:cubicBezTo>
                    <a:pt x="58113" y="54760"/>
                    <a:pt x="56395" y="59112"/>
                    <a:pt x="58713" y="59254"/>
                  </a:cubicBezTo>
                  <a:cubicBezTo>
                    <a:pt x="58748" y="59256"/>
                    <a:pt x="58782" y="59257"/>
                    <a:pt x="58815" y="59257"/>
                  </a:cubicBezTo>
                  <a:cubicBezTo>
                    <a:pt x="60890" y="59257"/>
                    <a:pt x="60025" y="54885"/>
                    <a:pt x="59743" y="53815"/>
                  </a:cubicBezTo>
                  <a:cubicBezTo>
                    <a:pt x="58914" y="50608"/>
                    <a:pt x="60774" y="49177"/>
                    <a:pt x="63437" y="48089"/>
                  </a:cubicBezTo>
                  <a:cubicBezTo>
                    <a:pt x="64610" y="47574"/>
                    <a:pt x="65842" y="47001"/>
                    <a:pt x="66586" y="45914"/>
                  </a:cubicBezTo>
                  <a:cubicBezTo>
                    <a:pt x="67502" y="44597"/>
                    <a:pt x="67273" y="43882"/>
                    <a:pt x="67560" y="42508"/>
                  </a:cubicBezTo>
                  <a:cubicBezTo>
                    <a:pt x="67718" y="41809"/>
                    <a:pt x="67949" y="41693"/>
                    <a:pt x="68244" y="41693"/>
                  </a:cubicBezTo>
                  <a:cubicBezTo>
                    <a:pt x="68391" y="41693"/>
                    <a:pt x="68554" y="41722"/>
                    <a:pt x="68732" y="41722"/>
                  </a:cubicBezTo>
                  <a:cubicBezTo>
                    <a:pt x="68973" y="41722"/>
                    <a:pt x="69241" y="41669"/>
                    <a:pt x="69534" y="41420"/>
                  </a:cubicBezTo>
                  <a:cubicBezTo>
                    <a:pt x="70507" y="40619"/>
                    <a:pt x="71194" y="39330"/>
                    <a:pt x="71938" y="38386"/>
                  </a:cubicBezTo>
                  <a:lnTo>
                    <a:pt x="72025" y="38242"/>
                  </a:lnTo>
                  <a:cubicBezTo>
                    <a:pt x="72352" y="37853"/>
                    <a:pt x="72667" y="37761"/>
                    <a:pt x="72997" y="37761"/>
                  </a:cubicBezTo>
                  <a:cubicBezTo>
                    <a:pt x="73295" y="37761"/>
                    <a:pt x="73604" y="37836"/>
                    <a:pt x="73945" y="37836"/>
                  </a:cubicBezTo>
                  <a:cubicBezTo>
                    <a:pt x="74091" y="37836"/>
                    <a:pt x="74242" y="37822"/>
                    <a:pt x="74400" y="37784"/>
                  </a:cubicBezTo>
                  <a:cubicBezTo>
                    <a:pt x="75575" y="37440"/>
                    <a:pt x="75174" y="36410"/>
                    <a:pt x="75632" y="35409"/>
                  </a:cubicBezTo>
                  <a:cubicBezTo>
                    <a:pt x="76262" y="34177"/>
                    <a:pt x="77148" y="34234"/>
                    <a:pt x="78236" y="33890"/>
                  </a:cubicBezTo>
                  <a:cubicBezTo>
                    <a:pt x="79210" y="33519"/>
                    <a:pt x="79954" y="32860"/>
                    <a:pt x="80984" y="32574"/>
                  </a:cubicBezTo>
                  <a:cubicBezTo>
                    <a:pt x="81185" y="32474"/>
                    <a:pt x="81822" y="32295"/>
                    <a:pt x="82269" y="32295"/>
                  </a:cubicBezTo>
                  <a:cubicBezTo>
                    <a:pt x="82717" y="32295"/>
                    <a:pt x="82975" y="32474"/>
                    <a:pt x="82416" y="33089"/>
                  </a:cubicBezTo>
                  <a:cubicBezTo>
                    <a:pt x="82159" y="33462"/>
                    <a:pt x="79553" y="33749"/>
                    <a:pt x="81271" y="34607"/>
                  </a:cubicBezTo>
                  <a:cubicBezTo>
                    <a:pt x="81397" y="34660"/>
                    <a:pt x="81521" y="34683"/>
                    <a:pt x="81644" y="34683"/>
                  </a:cubicBezTo>
                  <a:cubicBezTo>
                    <a:pt x="82519" y="34683"/>
                    <a:pt x="83298" y="33491"/>
                    <a:pt x="84076" y="33290"/>
                  </a:cubicBezTo>
                  <a:cubicBezTo>
                    <a:pt x="84678" y="33089"/>
                    <a:pt x="86481" y="33089"/>
                    <a:pt x="85995" y="31859"/>
                  </a:cubicBezTo>
                  <a:cubicBezTo>
                    <a:pt x="85652" y="31000"/>
                    <a:pt x="84076" y="31715"/>
                    <a:pt x="83591" y="30829"/>
                  </a:cubicBezTo>
                  <a:cubicBezTo>
                    <a:pt x="82904" y="29597"/>
                    <a:pt x="84763" y="29253"/>
                    <a:pt x="85022" y="28509"/>
                  </a:cubicBezTo>
                  <a:cubicBezTo>
                    <a:pt x="85301" y="27869"/>
                    <a:pt x="84987" y="27645"/>
                    <a:pt x="84389" y="27645"/>
                  </a:cubicBezTo>
                  <a:cubicBezTo>
                    <a:pt x="83004" y="27645"/>
                    <a:pt x="80094" y="28845"/>
                    <a:pt x="79502" y="28845"/>
                  </a:cubicBezTo>
                  <a:cubicBezTo>
                    <a:pt x="79459" y="28845"/>
                    <a:pt x="79428" y="28839"/>
                    <a:pt x="79411" y="28825"/>
                  </a:cubicBezTo>
                  <a:cubicBezTo>
                    <a:pt x="78580" y="28080"/>
                    <a:pt x="80641" y="26791"/>
                    <a:pt x="81186" y="26562"/>
                  </a:cubicBezTo>
                  <a:cubicBezTo>
                    <a:pt x="81502" y="26469"/>
                    <a:pt x="81825" y="26446"/>
                    <a:pt x="82151" y="26446"/>
                  </a:cubicBezTo>
                  <a:cubicBezTo>
                    <a:pt x="82481" y="26446"/>
                    <a:pt x="82814" y="26469"/>
                    <a:pt x="83149" y="26469"/>
                  </a:cubicBezTo>
                  <a:cubicBezTo>
                    <a:pt x="83505" y="26469"/>
                    <a:pt x="83863" y="26443"/>
                    <a:pt x="84220" y="26333"/>
                  </a:cubicBezTo>
                  <a:cubicBezTo>
                    <a:pt x="85182" y="26080"/>
                    <a:pt x="85875" y="25895"/>
                    <a:pt x="86872" y="25895"/>
                  </a:cubicBezTo>
                  <a:cubicBezTo>
                    <a:pt x="87003" y="25895"/>
                    <a:pt x="87140" y="25898"/>
                    <a:pt x="87282" y="25905"/>
                  </a:cubicBezTo>
                  <a:cubicBezTo>
                    <a:pt x="88002" y="26009"/>
                    <a:pt x="88483" y="26126"/>
                    <a:pt x="88937" y="26126"/>
                  </a:cubicBezTo>
                  <a:cubicBezTo>
                    <a:pt x="89477" y="26126"/>
                    <a:pt x="89980" y="25962"/>
                    <a:pt x="90804" y="25417"/>
                  </a:cubicBezTo>
                  <a:cubicBezTo>
                    <a:pt x="92092" y="24531"/>
                    <a:pt x="95041" y="24760"/>
                    <a:pt x="94954" y="22298"/>
                  </a:cubicBezTo>
                  <a:cubicBezTo>
                    <a:pt x="94954" y="21352"/>
                    <a:pt x="93953" y="20321"/>
                    <a:pt x="93266" y="19749"/>
                  </a:cubicBezTo>
                  <a:cubicBezTo>
                    <a:pt x="92149" y="18890"/>
                    <a:pt x="91892" y="18947"/>
                    <a:pt x="91892" y="17374"/>
                  </a:cubicBezTo>
                  <a:cubicBezTo>
                    <a:pt x="91892" y="16344"/>
                    <a:pt x="92149" y="15054"/>
                    <a:pt x="91462" y="14397"/>
                  </a:cubicBezTo>
                  <a:cubicBezTo>
                    <a:pt x="91136" y="14124"/>
                    <a:pt x="90823" y="14021"/>
                    <a:pt x="90519" y="14021"/>
                  </a:cubicBezTo>
                  <a:cubicBezTo>
                    <a:pt x="89677" y="14021"/>
                    <a:pt x="88898" y="14806"/>
                    <a:pt x="88056" y="14912"/>
                  </a:cubicBezTo>
                  <a:cubicBezTo>
                    <a:pt x="87946" y="14934"/>
                    <a:pt x="87775" y="14948"/>
                    <a:pt x="87593" y="14948"/>
                  </a:cubicBezTo>
                  <a:cubicBezTo>
                    <a:pt x="87303" y="14948"/>
                    <a:pt x="86983" y="14914"/>
                    <a:pt x="86824" y="14825"/>
                  </a:cubicBezTo>
                  <a:cubicBezTo>
                    <a:pt x="85908" y="14111"/>
                    <a:pt x="86881" y="14253"/>
                    <a:pt x="86939" y="13451"/>
                  </a:cubicBezTo>
                  <a:cubicBezTo>
                    <a:pt x="86939" y="12879"/>
                    <a:pt x="85995" y="11191"/>
                    <a:pt x="85565" y="10904"/>
                  </a:cubicBezTo>
                  <a:cubicBezTo>
                    <a:pt x="85357" y="10715"/>
                    <a:pt x="83662" y="10501"/>
                    <a:pt x="82338" y="10501"/>
                  </a:cubicBezTo>
                  <a:cubicBezTo>
                    <a:pt x="81658" y="10501"/>
                    <a:pt x="81075" y="10558"/>
                    <a:pt x="80842" y="10703"/>
                  </a:cubicBezTo>
                  <a:cubicBezTo>
                    <a:pt x="79610" y="11420"/>
                    <a:pt x="80584" y="13080"/>
                    <a:pt x="79697" y="13882"/>
                  </a:cubicBezTo>
                  <a:cubicBezTo>
                    <a:pt x="79068" y="14539"/>
                    <a:pt x="77206" y="13680"/>
                    <a:pt x="77893" y="15684"/>
                  </a:cubicBezTo>
                  <a:cubicBezTo>
                    <a:pt x="78179" y="16630"/>
                    <a:pt x="79210" y="17287"/>
                    <a:pt x="78236" y="18375"/>
                  </a:cubicBezTo>
                  <a:cubicBezTo>
                    <a:pt x="76606" y="20179"/>
                    <a:pt x="74201" y="18462"/>
                    <a:pt x="73656" y="21409"/>
                  </a:cubicBezTo>
                  <a:cubicBezTo>
                    <a:pt x="73514" y="22298"/>
                    <a:pt x="73457" y="23729"/>
                    <a:pt x="72625" y="24244"/>
                  </a:cubicBezTo>
                  <a:cubicBezTo>
                    <a:pt x="72448" y="24355"/>
                    <a:pt x="72231" y="24405"/>
                    <a:pt x="72000" y="24405"/>
                  </a:cubicBezTo>
                  <a:cubicBezTo>
                    <a:pt x="71337" y="24405"/>
                    <a:pt x="70563" y="23995"/>
                    <a:pt x="70308" y="23443"/>
                  </a:cubicBezTo>
                  <a:cubicBezTo>
                    <a:pt x="69534" y="21725"/>
                    <a:pt x="71538" y="21725"/>
                    <a:pt x="71739" y="20638"/>
                  </a:cubicBezTo>
                  <a:cubicBezTo>
                    <a:pt x="71900" y="19815"/>
                    <a:pt x="71362" y="19664"/>
                    <a:pt x="70723" y="19664"/>
                  </a:cubicBezTo>
                  <a:cubicBezTo>
                    <a:pt x="70356" y="19664"/>
                    <a:pt x="69955" y="19714"/>
                    <a:pt x="69635" y="19714"/>
                  </a:cubicBezTo>
                  <a:cubicBezTo>
                    <a:pt x="69523" y="19714"/>
                    <a:pt x="69422" y="19708"/>
                    <a:pt x="69334" y="19692"/>
                  </a:cubicBezTo>
                  <a:cubicBezTo>
                    <a:pt x="68503" y="19463"/>
                    <a:pt x="67273" y="18604"/>
                    <a:pt x="66671" y="18004"/>
                  </a:cubicBezTo>
                  <a:cubicBezTo>
                    <a:pt x="66185" y="17573"/>
                    <a:pt x="66270" y="16916"/>
                    <a:pt x="65498" y="16859"/>
                  </a:cubicBezTo>
                  <a:cubicBezTo>
                    <a:pt x="65036" y="16859"/>
                    <a:pt x="64575" y="17436"/>
                    <a:pt x="63991" y="17436"/>
                  </a:cubicBezTo>
                  <a:cubicBezTo>
                    <a:pt x="63887" y="17436"/>
                    <a:pt x="63779" y="17417"/>
                    <a:pt x="63666" y="17374"/>
                  </a:cubicBezTo>
                  <a:cubicBezTo>
                    <a:pt x="63666" y="16199"/>
                    <a:pt x="64667" y="15398"/>
                    <a:pt x="63094" y="15054"/>
                  </a:cubicBezTo>
                  <a:cubicBezTo>
                    <a:pt x="63179" y="14825"/>
                    <a:pt x="63236" y="14683"/>
                    <a:pt x="63380" y="14454"/>
                  </a:cubicBezTo>
                  <a:lnTo>
                    <a:pt x="63380" y="14454"/>
                  </a:lnTo>
                  <a:lnTo>
                    <a:pt x="63179" y="14596"/>
                  </a:lnTo>
                  <a:cubicBezTo>
                    <a:pt x="63522" y="13882"/>
                    <a:pt x="63236" y="13222"/>
                    <a:pt x="63866" y="12737"/>
                  </a:cubicBezTo>
                  <a:cubicBezTo>
                    <a:pt x="64266" y="12363"/>
                    <a:pt x="64754" y="12650"/>
                    <a:pt x="65240" y="12421"/>
                  </a:cubicBezTo>
                  <a:cubicBezTo>
                    <a:pt x="66270" y="11935"/>
                    <a:pt x="66671" y="10989"/>
                    <a:pt x="67960" y="10760"/>
                  </a:cubicBezTo>
                  <a:cubicBezTo>
                    <a:pt x="69190" y="10561"/>
                    <a:pt x="69964" y="10046"/>
                    <a:pt x="71109" y="9329"/>
                  </a:cubicBezTo>
                  <a:cubicBezTo>
                    <a:pt x="72140" y="8672"/>
                    <a:pt x="73170" y="8527"/>
                    <a:pt x="74286" y="7955"/>
                  </a:cubicBezTo>
                  <a:cubicBezTo>
                    <a:pt x="75087" y="7439"/>
                    <a:pt x="75774" y="6267"/>
                    <a:pt x="76606" y="5981"/>
                  </a:cubicBezTo>
                  <a:cubicBezTo>
                    <a:pt x="76784" y="5916"/>
                    <a:pt x="76970" y="5891"/>
                    <a:pt x="77162" y="5891"/>
                  </a:cubicBezTo>
                  <a:cubicBezTo>
                    <a:pt x="77822" y="5891"/>
                    <a:pt x="78550" y="6188"/>
                    <a:pt x="79243" y="6188"/>
                  </a:cubicBezTo>
                  <a:cubicBezTo>
                    <a:pt x="79416" y="6188"/>
                    <a:pt x="79587" y="6169"/>
                    <a:pt x="79755" y="6123"/>
                  </a:cubicBezTo>
                  <a:cubicBezTo>
                    <a:pt x="80499" y="5923"/>
                    <a:pt x="82358" y="4405"/>
                    <a:pt x="82759" y="3748"/>
                  </a:cubicBezTo>
                  <a:cubicBezTo>
                    <a:pt x="83293" y="2868"/>
                    <a:pt x="82974" y="2643"/>
                    <a:pt x="82431" y="2643"/>
                  </a:cubicBezTo>
                  <a:cubicBezTo>
                    <a:pt x="81984" y="2643"/>
                    <a:pt x="81385" y="2795"/>
                    <a:pt x="80984" y="2859"/>
                  </a:cubicBezTo>
                  <a:cubicBezTo>
                    <a:pt x="79812" y="3088"/>
                    <a:pt x="79610" y="3375"/>
                    <a:pt x="78667" y="4034"/>
                  </a:cubicBezTo>
                  <a:cubicBezTo>
                    <a:pt x="78224" y="4356"/>
                    <a:pt x="77948" y="4486"/>
                    <a:pt x="77767" y="4486"/>
                  </a:cubicBezTo>
                  <a:cubicBezTo>
                    <a:pt x="77305" y="4486"/>
                    <a:pt x="77459" y="3640"/>
                    <a:pt x="77006" y="3004"/>
                  </a:cubicBezTo>
                  <a:cubicBezTo>
                    <a:pt x="76606" y="2431"/>
                    <a:pt x="76061" y="2717"/>
                    <a:pt x="75861" y="2000"/>
                  </a:cubicBezTo>
                  <a:cubicBezTo>
                    <a:pt x="75774" y="1572"/>
                    <a:pt x="76262" y="1142"/>
                    <a:pt x="76118" y="684"/>
                  </a:cubicBezTo>
                  <a:cubicBezTo>
                    <a:pt x="75992" y="182"/>
                    <a:pt x="75768" y="1"/>
                    <a:pt x="7550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5545545" y="993833"/>
              <a:ext cx="2199235" cy="3393224"/>
            </a:xfrm>
            <a:custGeom>
              <a:avLst/>
              <a:gdLst/>
              <a:ahLst/>
              <a:cxnLst/>
              <a:rect l="l" t="t" r="r" b="b"/>
              <a:pathLst>
                <a:path w="108725" h="167753" extrusionOk="0">
                  <a:moveTo>
                    <a:pt x="75903" y="717"/>
                  </a:moveTo>
                  <a:cubicBezTo>
                    <a:pt x="75909" y="717"/>
                    <a:pt x="75914" y="717"/>
                    <a:pt x="75918" y="717"/>
                  </a:cubicBezTo>
                  <a:cubicBezTo>
                    <a:pt x="76005" y="744"/>
                    <a:pt x="76090" y="889"/>
                    <a:pt x="76147" y="1145"/>
                  </a:cubicBezTo>
                  <a:cubicBezTo>
                    <a:pt x="76177" y="1260"/>
                    <a:pt x="76120" y="1404"/>
                    <a:pt x="76033" y="1603"/>
                  </a:cubicBezTo>
                  <a:cubicBezTo>
                    <a:pt x="75918" y="1832"/>
                    <a:pt x="75804" y="2091"/>
                    <a:pt x="75861" y="2434"/>
                  </a:cubicBezTo>
                  <a:cubicBezTo>
                    <a:pt x="76033" y="3007"/>
                    <a:pt x="76406" y="3179"/>
                    <a:pt x="76663" y="3263"/>
                  </a:cubicBezTo>
                  <a:cubicBezTo>
                    <a:pt x="76834" y="3351"/>
                    <a:pt x="76979" y="3408"/>
                    <a:pt x="77093" y="3580"/>
                  </a:cubicBezTo>
                  <a:cubicBezTo>
                    <a:pt x="77235" y="3779"/>
                    <a:pt x="77322" y="4065"/>
                    <a:pt x="77379" y="4324"/>
                  </a:cubicBezTo>
                  <a:cubicBezTo>
                    <a:pt x="77464" y="4667"/>
                    <a:pt x="77551" y="5038"/>
                    <a:pt x="77895" y="5153"/>
                  </a:cubicBezTo>
                  <a:cubicBezTo>
                    <a:pt x="77977" y="5182"/>
                    <a:pt x="78060" y="5196"/>
                    <a:pt x="78145" y="5196"/>
                  </a:cubicBezTo>
                  <a:cubicBezTo>
                    <a:pt x="78474" y="5196"/>
                    <a:pt x="78829" y="4986"/>
                    <a:pt x="79239" y="4667"/>
                  </a:cubicBezTo>
                  <a:cubicBezTo>
                    <a:pt x="79411" y="4553"/>
                    <a:pt x="79583" y="4438"/>
                    <a:pt x="79727" y="4351"/>
                  </a:cubicBezTo>
                  <a:cubicBezTo>
                    <a:pt x="80299" y="3923"/>
                    <a:pt x="80556" y="3722"/>
                    <a:pt x="81415" y="3580"/>
                  </a:cubicBezTo>
                  <a:cubicBezTo>
                    <a:pt x="81529" y="3550"/>
                    <a:pt x="81673" y="3522"/>
                    <a:pt x="81815" y="3492"/>
                  </a:cubicBezTo>
                  <a:cubicBezTo>
                    <a:pt x="82083" y="3448"/>
                    <a:pt x="82595" y="3352"/>
                    <a:pt x="82876" y="3352"/>
                  </a:cubicBezTo>
                  <a:cubicBezTo>
                    <a:pt x="82955" y="3352"/>
                    <a:pt x="83016" y="3359"/>
                    <a:pt x="83047" y="3378"/>
                  </a:cubicBezTo>
                  <a:cubicBezTo>
                    <a:pt x="83047" y="3378"/>
                    <a:pt x="83075" y="3492"/>
                    <a:pt x="82846" y="3893"/>
                  </a:cubicBezTo>
                  <a:cubicBezTo>
                    <a:pt x="82475" y="4466"/>
                    <a:pt x="80700" y="5927"/>
                    <a:pt x="80041" y="6126"/>
                  </a:cubicBezTo>
                  <a:cubicBezTo>
                    <a:pt x="79897" y="6165"/>
                    <a:pt x="79750" y="6181"/>
                    <a:pt x="79599" y="6181"/>
                  </a:cubicBezTo>
                  <a:cubicBezTo>
                    <a:pt x="79299" y="6181"/>
                    <a:pt x="78982" y="6118"/>
                    <a:pt x="78639" y="6041"/>
                  </a:cubicBezTo>
                  <a:cubicBezTo>
                    <a:pt x="78288" y="5953"/>
                    <a:pt x="77915" y="5876"/>
                    <a:pt x="77547" y="5876"/>
                  </a:cubicBezTo>
                  <a:cubicBezTo>
                    <a:pt x="77315" y="5876"/>
                    <a:pt x="77085" y="5906"/>
                    <a:pt x="76864" y="5984"/>
                  </a:cubicBezTo>
                  <a:cubicBezTo>
                    <a:pt x="76319" y="6183"/>
                    <a:pt x="75861" y="6671"/>
                    <a:pt x="75403" y="7129"/>
                  </a:cubicBezTo>
                  <a:cubicBezTo>
                    <a:pt x="75117" y="7443"/>
                    <a:pt x="74773" y="7786"/>
                    <a:pt x="74487" y="7958"/>
                  </a:cubicBezTo>
                  <a:cubicBezTo>
                    <a:pt x="74001" y="8217"/>
                    <a:pt x="73543" y="8389"/>
                    <a:pt x="73085" y="8561"/>
                  </a:cubicBezTo>
                  <a:cubicBezTo>
                    <a:pt x="72513" y="8760"/>
                    <a:pt x="71911" y="8989"/>
                    <a:pt x="71311" y="9362"/>
                  </a:cubicBezTo>
                  <a:lnTo>
                    <a:pt x="71109" y="9477"/>
                  </a:lnTo>
                  <a:cubicBezTo>
                    <a:pt x="70051" y="10134"/>
                    <a:pt x="69364" y="10564"/>
                    <a:pt x="68276" y="10764"/>
                  </a:cubicBezTo>
                  <a:cubicBezTo>
                    <a:pt x="67388" y="10908"/>
                    <a:pt x="66872" y="11336"/>
                    <a:pt x="66387" y="11767"/>
                  </a:cubicBezTo>
                  <a:cubicBezTo>
                    <a:pt x="66071" y="12023"/>
                    <a:pt x="65814" y="12282"/>
                    <a:pt x="65441" y="12454"/>
                  </a:cubicBezTo>
                  <a:cubicBezTo>
                    <a:pt x="65326" y="12511"/>
                    <a:pt x="65155" y="12511"/>
                    <a:pt x="64983" y="12511"/>
                  </a:cubicBezTo>
                  <a:cubicBezTo>
                    <a:pt x="64697" y="12511"/>
                    <a:pt x="64326" y="12511"/>
                    <a:pt x="64010" y="12797"/>
                  </a:cubicBezTo>
                  <a:cubicBezTo>
                    <a:pt x="63524" y="13198"/>
                    <a:pt x="63467" y="13656"/>
                    <a:pt x="63410" y="14084"/>
                  </a:cubicBezTo>
                  <a:cubicBezTo>
                    <a:pt x="63352" y="14313"/>
                    <a:pt x="63323" y="14572"/>
                    <a:pt x="63208" y="14801"/>
                  </a:cubicBezTo>
                  <a:cubicBezTo>
                    <a:pt x="63181" y="14886"/>
                    <a:pt x="63181" y="15000"/>
                    <a:pt x="63208" y="15087"/>
                  </a:cubicBezTo>
                  <a:cubicBezTo>
                    <a:pt x="63181" y="15145"/>
                    <a:pt x="63151" y="15202"/>
                    <a:pt x="63123" y="15287"/>
                  </a:cubicBezTo>
                  <a:cubicBezTo>
                    <a:pt x="63094" y="15374"/>
                    <a:pt x="63123" y="15488"/>
                    <a:pt x="63151" y="15573"/>
                  </a:cubicBezTo>
                  <a:cubicBezTo>
                    <a:pt x="63208" y="15660"/>
                    <a:pt x="63295" y="15717"/>
                    <a:pt x="63410" y="15745"/>
                  </a:cubicBezTo>
                  <a:cubicBezTo>
                    <a:pt x="63838" y="15859"/>
                    <a:pt x="63952" y="15974"/>
                    <a:pt x="63982" y="16003"/>
                  </a:cubicBezTo>
                  <a:cubicBezTo>
                    <a:pt x="64039" y="16118"/>
                    <a:pt x="63952" y="16374"/>
                    <a:pt x="63868" y="16603"/>
                  </a:cubicBezTo>
                  <a:cubicBezTo>
                    <a:pt x="63781" y="16920"/>
                    <a:pt x="63666" y="17291"/>
                    <a:pt x="63666" y="17721"/>
                  </a:cubicBezTo>
                  <a:cubicBezTo>
                    <a:pt x="63666" y="17863"/>
                    <a:pt x="63753" y="18007"/>
                    <a:pt x="63895" y="18035"/>
                  </a:cubicBezTo>
                  <a:cubicBezTo>
                    <a:pt x="64064" y="18104"/>
                    <a:pt x="64223" y="18132"/>
                    <a:pt x="64372" y="18132"/>
                  </a:cubicBezTo>
                  <a:cubicBezTo>
                    <a:pt x="64778" y="18132"/>
                    <a:pt x="65112" y="17924"/>
                    <a:pt x="65384" y="17778"/>
                  </a:cubicBezTo>
                  <a:cubicBezTo>
                    <a:pt x="65555" y="17664"/>
                    <a:pt x="65757" y="17577"/>
                    <a:pt x="65842" y="17577"/>
                  </a:cubicBezTo>
                  <a:cubicBezTo>
                    <a:pt x="66100" y="17577"/>
                    <a:pt x="66185" y="17691"/>
                    <a:pt x="66357" y="18007"/>
                  </a:cubicBezTo>
                  <a:cubicBezTo>
                    <a:pt x="66444" y="18207"/>
                    <a:pt x="66586" y="18436"/>
                    <a:pt x="66787" y="18637"/>
                  </a:cubicBezTo>
                  <a:cubicBezTo>
                    <a:pt x="67417" y="19210"/>
                    <a:pt x="68704" y="20126"/>
                    <a:pt x="69650" y="20382"/>
                  </a:cubicBezTo>
                  <a:cubicBezTo>
                    <a:pt x="69759" y="20407"/>
                    <a:pt x="69874" y="20416"/>
                    <a:pt x="69996" y="20416"/>
                  </a:cubicBezTo>
                  <a:cubicBezTo>
                    <a:pt x="70161" y="20416"/>
                    <a:pt x="70339" y="20399"/>
                    <a:pt x="70536" y="20382"/>
                  </a:cubicBezTo>
                  <a:cubicBezTo>
                    <a:pt x="70688" y="20372"/>
                    <a:pt x="70873" y="20361"/>
                    <a:pt x="71051" y="20361"/>
                  </a:cubicBezTo>
                  <a:cubicBezTo>
                    <a:pt x="71345" y="20361"/>
                    <a:pt x="71622" y="20390"/>
                    <a:pt x="71711" y="20497"/>
                  </a:cubicBezTo>
                  <a:cubicBezTo>
                    <a:pt x="71796" y="20584"/>
                    <a:pt x="71769" y="20783"/>
                    <a:pt x="71769" y="20897"/>
                  </a:cubicBezTo>
                  <a:cubicBezTo>
                    <a:pt x="71711" y="21184"/>
                    <a:pt x="71425" y="21385"/>
                    <a:pt x="71109" y="21614"/>
                  </a:cubicBezTo>
                  <a:cubicBezTo>
                    <a:pt x="70536" y="22043"/>
                    <a:pt x="69765" y="22615"/>
                    <a:pt x="70337" y="23962"/>
                  </a:cubicBezTo>
                  <a:cubicBezTo>
                    <a:pt x="70566" y="24420"/>
                    <a:pt x="71109" y="24848"/>
                    <a:pt x="71739" y="25020"/>
                  </a:cubicBezTo>
                  <a:cubicBezTo>
                    <a:pt x="71965" y="25087"/>
                    <a:pt x="72182" y="25120"/>
                    <a:pt x="72384" y="25120"/>
                  </a:cubicBezTo>
                  <a:cubicBezTo>
                    <a:pt x="72696" y="25120"/>
                    <a:pt x="72974" y="25044"/>
                    <a:pt x="73200" y="24905"/>
                  </a:cubicBezTo>
                  <a:cubicBezTo>
                    <a:pt x="74059" y="24362"/>
                    <a:pt x="74201" y="23130"/>
                    <a:pt x="74345" y="22214"/>
                  </a:cubicBezTo>
                  <a:cubicBezTo>
                    <a:pt x="74345" y="22072"/>
                    <a:pt x="74372" y="21958"/>
                    <a:pt x="74372" y="21843"/>
                  </a:cubicBezTo>
                  <a:cubicBezTo>
                    <a:pt x="74659" y="20382"/>
                    <a:pt x="75346" y="20268"/>
                    <a:pt x="76376" y="20096"/>
                  </a:cubicBezTo>
                  <a:cubicBezTo>
                    <a:pt x="77178" y="19981"/>
                    <a:pt x="78094" y="19839"/>
                    <a:pt x="78895" y="18951"/>
                  </a:cubicBezTo>
                  <a:cubicBezTo>
                    <a:pt x="79754" y="18007"/>
                    <a:pt x="79296" y="17233"/>
                    <a:pt x="78953" y="16633"/>
                  </a:cubicBezTo>
                  <a:cubicBezTo>
                    <a:pt x="78811" y="16404"/>
                    <a:pt x="78696" y="16175"/>
                    <a:pt x="78609" y="15916"/>
                  </a:cubicBezTo>
                  <a:cubicBezTo>
                    <a:pt x="78437" y="15374"/>
                    <a:pt x="78495" y="15172"/>
                    <a:pt x="78524" y="15115"/>
                  </a:cubicBezTo>
                  <a:cubicBezTo>
                    <a:pt x="78609" y="14973"/>
                    <a:pt x="78895" y="14943"/>
                    <a:pt x="79182" y="14916"/>
                  </a:cubicBezTo>
                  <a:cubicBezTo>
                    <a:pt x="79583" y="14858"/>
                    <a:pt x="80013" y="14801"/>
                    <a:pt x="80299" y="14515"/>
                  </a:cubicBezTo>
                  <a:cubicBezTo>
                    <a:pt x="80815" y="14027"/>
                    <a:pt x="80842" y="13370"/>
                    <a:pt x="80872" y="12768"/>
                  </a:cubicBezTo>
                  <a:cubicBezTo>
                    <a:pt x="80899" y="12080"/>
                    <a:pt x="80929" y="11622"/>
                    <a:pt x="81415" y="11336"/>
                  </a:cubicBezTo>
                  <a:cubicBezTo>
                    <a:pt x="81576" y="11238"/>
                    <a:pt x="82014" y="11199"/>
                    <a:pt x="82555" y="11199"/>
                  </a:cubicBezTo>
                  <a:cubicBezTo>
                    <a:pt x="83743" y="11199"/>
                    <a:pt x="85424" y="11389"/>
                    <a:pt x="85738" y="11565"/>
                  </a:cubicBezTo>
                  <a:cubicBezTo>
                    <a:pt x="86082" y="11794"/>
                    <a:pt x="86968" y="13340"/>
                    <a:pt x="86968" y="13771"/>
                  </a:cubicBezTo>
                  <a:cubicBezTo>
                    <a:pt x="86941" y="13942"/>
                    <a:pt x="86854" y="14057"/>
                    <a:pt x="86739" y="14171"/>
                  </a:cubicBezTo>
                  <a:cubicBezTo>
                    <a:pt x="86597" y="14286"/>
                    <a:pt x="86425" y="14458"/>
                    <a:pt x="86453" y="14714"/>
                  </a:cubicBezTo>
                  <a:cubicBezTo>
                    <a:pt x="86453" y="15000"/>
                    <a:pt x="86712" y="15259"/>
                    <a:pt x="86968" y="15458"/>
                  </a:cubicBezTo>
                  <a:cubicBezTo>
                    <a:pt x="86968" y="15458"/>
                    <a:pt x="86998" y="15488"/>
                    <a:pt x="87025" y="15488"/>
                  </a:cubicBezTo>
                  <a:cubicBezTo>
                    <a:pt x="87251" y="15609"/>
                    <a:pt x="87623" y="15656"/>
                    <a:pt x="87952" y="15656"/>
                  </a:cubicBezTo>
                  <a:cubicBezTo>
                    <a:pt x="88166" y="15656"/>
                    <a:pt x="88362" y="15636"/>
                    <a:pt x="88487" y="15603"/>
                  </a:cubicBezTo>
                  <a:cubicBezTo>
                    <a:pt x="88945" y="15545"/>
                    <a:pt x="89345" y="15344"/>
                    <a:pt x="89746" y="15145"/>
                  </a:cubicBezTo>
                  <a:cubicBezTo>
                    <a:pt x="90226" y="14905"/>
                    <a:pt x="90583" y="14726"/>
                    <a:pt x="90922" y="14726"/>
                  </a:cubicBezTo>
                  <a:cubicBezTo>
                    <a:pt x="91148" y="14726"/>
                    <a:pt x="91365" y="14806"/>
                    <a:pt x="91606" y="15000"/>
                  </a:cubicBezTo>
                  <a:cubicBezTo>
                    <a:pt x="92007" y="15401"/>
                    <a:pt x="91979" y="16203"/>
                    <a:pt x="91922" y="17004"/>
                  </a:cubicBezTo>
                  <a:cubicBezTo>
                    <a:pt x="91922" y="17233"/>
                    <a:pt x="91892" y="17492"/>
                    <a:pt x="91892" y="17721"/>
                  </a:cubicBezTo>
                  <a:cubicBezTo>
                    <a:pt x="91892" y="19180"/>
                    <a:pt x="92151" y="19439"/>
                    <a:pt x="92980" y="20068"/>
                  </a:cubicBezTo>
                  <a:cubicBezTo>
                    <a:pt x="93094" y="20153"/>
                    <a:pt x="93239" y="20268"/>
                    <a:pt x="93381" y="20382"/>
                  </a:cubicBezTo>
                  <a:cubicBezTo>
                    <a:pt x="94411" y="21241"/>
                    <a:pt x="94984" y="22043"/>
                    <a:pt x="94984" y="22645"/>
                  </a:cubicBezTo>
                  <a:cubicBezTo>
                    <a:pt x="95013" y="23989"/>
                    <a:pt x="94097" y="24362"/>
                    <a:pt x="92579" y="24791"/>
                  </a:cubicBezTo>
                  <a:cubicBezTo>
                    <a:pt x="91979" y="24992"/>
                    <a:pt x="91407" y="25164"/>
                    <a:pt x="90948" y="25450"/>
                  </a:cubicBezTo>
                  <a:cubicBezTo>
                    <a:pt x="90211" y="25948"/>
                    <a:pt x="89782" y="26101"/>
                    <a:pt x="89294" y="26101"/>
                  </a:cubicBezTo>
                  <a:cubicBezTo>
                    <a:pt x="89025" y="26101"/>
                    <a:pt x="88739" y="26054"/>
                    <a:pt x="88372" y="25993"/>
                  </a:cubicBezTo>
                  <a:cubicBezTo>
                    <a:pt x="88171" y="25966"/>
                    <a:pt x="87942" y="25936"/>
                    <a:pt x="87685" y="25908"/>
                  </a:cubicBezTo>
                  <a:cubicBezTo>
                    <a:pt x="87503" y="25895"/>
                    <a:pt x="87331" y="25889"/>
                    <a:pt x="87166" y="25889"/>
                  </a:cubicBezTo>
                  <a:cubicBezTo>
                    <a:pt x="86211" y="25889"/>
                    <a:pt x="85499" y="26088"/>
                    <a:pt x="84621" y="26309"/>
                  </a:cubicBezTo>
                  <a:lnTo>
                    <a:pt x="84479" y="26337"/>
                  </a:lnTo>
                  <a:cubicBezTo>
                    <a:pt x="84155" y="26439"/>
                    <a:pt x="83830" y="26454"/>
                    <a:pt x="83496" y="26454"/>
                  </a:cubicBezTo>
                  <a:cubicBezTo>
                    <a:pt x="83357" y="26454"/>
                    <a:pt x="83217" y="26451"/>
                    <a:pt x="83075" y="26451"/>
                  </a:cubicBezTo>
                  <a:cubicBezTo>
                    <a:pt x="82869" y="26441"/>
                    <a:pt x="82664" y="26430"/>
                    <a:pt x="82458" y="26430"/>
                  </a:cubicBezTo>
                  <a:cubicBezTo>
                    <a:pt x="82120" y="26430"/>
                    <a:pt x="81782" y="26459"/>
                    <a:pt x="81444" y="26566"/>
                  </a:cubicBezTo>
                  <a:cubicBezTo>
                    <a:pt x="81014" y="26737"/>
                    <a:pt x="79411" y="27653"/>
                    <a:pt x="79239" y="28599"/>
                  </a:cubicBezTo>
                  <a:cubicBezTo>
                    <a:pt x="79182" y="28913"/>
                    <a:pt x="79296" y="29199"/>
                    <a:pt x="79555" y="29428"/>
                  </a:cubicBezTo>
                  <a:cubicBezTo>
                    <a:pt x="79642" y="29506"/>
                    <a:pt x="79735" y="29544"/>
                    <a:pt x="79876" y="29544"/>
                  </a:cubicBezTo>
                  <a:cubicBezTo>
                    <a:pt x="80150" y="29544"/>
                    <a:pt x="80602" y="29398"/>
                    <a:pt x="81529" y="29114"/>
                  </a:cubicBezTo>
                  <a:cubicBezTo>
                    <a:pt x="82213" y="28901"/>
                    <a:pt x="84021" y="28341"/>
                    <a:pt x="84799" y="28341"/>
                  </a:cubicBezTo>
                  <a:cubicBezTo>
                    <a:pt x="84966" y="28341"/>
                    <a:pt x="85085" y="28367"/>
                    <a:pt x="85136" y="28427"/>
                  </a:cubicBezTo>
                  <a:cubicBezTo>
                    <a:pt x="85136" y="28427"/>
                    <a:pt x="85166" y="28512"/>
                    <a:pt x="85079" y="28741"/>
                  </a:cubicBezTo>
                  <a:cubicBezTo>
                    <a:pt x="85022" y="28885"/>
                    <a:pt x="84735" y="29085"/>
                    <a:pt x="84479" y="29256"/>
                  </a:cubicBezTo>
                  <a:cubicBezTo>
                    <a:pt x="83964" y="29657"/>
                    <a:pt x="83047" y="30287"/>
                    <a:pt x="83648" y="31375"/>
                  </a:cubicBezTo>
                  <a:cubicBezTo>
                    <a:pt x="83991" y="31977"/>
                    <a:pt x="84651" y="32005"/>
                    <a:pt x="85193" y="32062"/>
                  </a:cubicBezTo>
                  <a:cubicBezTo>
                    <a:pt x="85709" y="32092"/>
                    <a:pt x="85938" y="32119"/>
                    <a:pt x="86025" y="32321"/>
                  </a:cubicBezTo>
                  <a:cubicBezTo>
                    <a:pt x="86082" y="32492"/>
                    <a:pt x="86109" y="32634"/>
                    <a:pt x="86052" y="32721"/>
                  </a:cubicBezTo>
                  <a:cubicBezTo>
                    <a:pt x="85910" y="32978"/>
                    <a:pt x="85280" y="33092"/>
                    <a:pt x="84880" y="33179"/>
                  </a:cubicBezTo>
                  <a:cubicBezTo>
                    <a:pt x="84678" y="33207"/>
                    <a:pt x="84479" y="33264"/>
                    <a:pt x="84364" y="33294"/>
                  </a:cubicBezTo>
                  <a:cubicBezTo>
                    <a:pt x="83934" y="33408"/>
                    <a:pt x="83563" y="33722"/>
                    <a:pt x="83189" y="34008"/>
                  </a:cubicBezTo>
                  <a:cubicBezTo>
                    <a:pt x="82695" y="34411"/>
                    <a:pt x="82336" y="34676"/>
                    <a:pt x="82000" y="34676"/>
                  </a:cubicBezTo>
                  <a:cubicBezTo>
                    <a:pt x="81929" y="34676"/>
                    <a:pt x="81858" y="34664"/>
                    <a:pt x="81788" y="34638"/>
                  </a:cubicBezTo>
                  <a:cubicBezTo>
                    <a:pt x="81616" y="34554"/>
                    <a:pt x="81529" y="34467"/>
                    <a:pt x="81472" y="34409"/>
                  </a:cubicBezTo>
                  <a:cubicBezTo>
                    <a:pt x="81616" y="34325"/>
                    <a:pt x="82017" y="34180"/>
                    <a:pt x="82246" y="34096"/>
                  </a:cubicBezTo>
                  <a:cubicBezTo>
                    <a:pt x="82674" y="33951"/>
                    <a:pt x="82960" y="33837"/>
                    <a:pt x="83075" y="33665"/>
                  </a:cubicBezTo>
                  <a:cubicBezTo>
                    <a:pt x="83476" y="33207"/>
                    <a:pt x="83590" y="32836"/>
                    <a:pt x="83361" y="32550"/>
                  </a:cubicBezTo>
                  <a:cubicBezTo>
                    <a:pt x="83209" y="32346"/>
                    <a:pt x="82932" y="32276"/>
                    <a:pt x="82627" y="32276"/>
                  </a:cubicBezTo>
                  <a:cubicBezTo>
                    <a:pt x="82074" y="32276"/>
                    <a:pt x="81427" y="32503"/>
                    <a:pt x="81243" y="32577"/>
                  </a:cubicBezTo>
                  <a:cubicBezTo>
                    <a:pt x="80643" y="32749"/>
                    <a:pt x="80128" y="33035"/>
                    <a:pt x="79640" y="33321"/>
                  </a:cubicBezTo>
                  <a:cubicBezTo>
                    <a:pt x="79239" y="33550"/>
                    <a:pt x="78895" y="33752"/>
                    <a:pt x="78495" y="33894"/>
                  </a:cubicBezTo>
                  <a:cubicBezTo>
                    <a:pt x="78266" y="33951"/>
                    <a:pt x="78066" y="34008"/>
                    <a:pt x="77837" y="34066"/>
                  </a:cubicBezTo>
                  <a:cubicBezTo>
                    <a:pt x="77036" y="34295"/>
                    <a:pt x="76262" y="34467"/>
                    <a:pt x="75689" y="35612"/>
                  </a:cubicBezTo>
                  <a:cubicBezTo>
                    <a:pt x="75490" y="35985"/>
                    <a:pt x="75433" y="36386"/>
                    <a:pt x="75376" y="36729"/>
                  </a:cubicBezTo>
                  <a:cubicBezTo>
                    <a:pt x="75261" y="37359"/>
                    <a:pt x="75204" y="37645"/>
                    <a:pt x="74716" y="37787"/>
                  </a:cubicBezTo>
                  <a:cubicBezTo>
                    <a:pt x="74582" y="37812"/>
                    <a:pt x="74459" y="37821"/>
                    <a:pt x="74338" y="37821"/>
                  </a:cubicBezTo>
                  <a:cubicBezTo>
                    <a:pt x="74177" y="37821"/>
                    <a:pt x="74021" y="37804"/>
                    <a:pt x="73857" y="37787"/>
                  </a:cubicBezTo>
                  <a:cubicBezTo>
                    <a:pt x="73692" y="37770"/>
                    <a:pt x="73521" y="37750"/>
                    <a:pt x="73347" y="37750"/>
                  </a:cubicBezTo>
                  <a:cubicBezTo>
                    <a:pt x="72948" y="37750"/>
                    <a:pt x="72530" y="37854"/>
                    <a:pt x="72112" y="38332"/>
                  </a:cubicBezTo>
                  <a:cubicBezTo>
                    <a:pt x="72082" y="38360"/>
                    <a:pt x="72082" y="38390"/>
                    <a:pt x="72055" y="38417"/>
                  </a:cubicBezTo>
                  <a:lnTo>
                    <a:pt x="71998" y="38531"/>
                  </a:lnTo>
                  <a:cubicBezTo>
                    <a:pt x="71769" y="38848"/>
                    <a:pt x="71510" y="39191"/>
                    <a:pt x="71281" y="39562"/>
                  </a:cubicBezTo>
                  <a:cubicBezTo>
                    <a:pt x="70795" y="40249"/>
                    <a:pt x="70280" y="40993"/>
                    <a:pt x="69678" y="41481"/>
                  </a:cubicBezTo>
                  <a:cubicBezTo>
                    <a:pt x="69482" y="41656"/>
                    <a:pt x="69301" y="41699"/>
                    <a:pt x="69123" y="41699"/>
                  </a:cubicBezTo>
                  <a:cubicBezTo>
                    <a:pt x="69040" y="41699"/>
                    <a:pt x="68958" y="41690"/>
                    <a:pt x="68876" y="41680"/>
                  </a:cubicBezTo>
                  <a:cubicBezTo>
                    <a:pt x="68811" y="41677"/>
                    <a:pt x="68747" y="41675"/>
                    <a:pt x="68683" y="41675"/>
                  </a:cubicBezTo>
                  <a:cubicBezTo>
                    <a:pt x="68214" y="41675"/>
                    <a:pt x="67791" y="41810"/>
                    <a:pt x="67589" y="42768"/>
                  </a:cubicBezTo>
                  <a:cubicBezTo>
                    <a:pt x="67502" y="43199"/>
                    <a:pt x="67445" y="43542"/>
                    <a:pt x="67417" y="43856"/>
                  </a:cubicBezTo>
                  <a:cubicBezTo>
                    <a:pt x="67330" y="44630"/>
                    <a:pt x="67273" y="45203"/>
                    <a:pt x="66673" y="46061"/>
                  </a:cubicBezTo>
                  <a:cubicBezTo>
                    <a:pt x="65986" y="47035"/>
                    <a:pt x="64868" y="47578"/>
                    <a:pt x="63696" y="48093"/>
                  </a:cubicBezTo>
                  <a:cubicBezTo>
                    <a:pt x="61234" y="49096"/>
                    <a:pt x="58829" y="50612"/>
                    <a:pt x="59773" y="54249"/>
                  </a:cubicBezTo>
                  <a:cubicBezTo>
                    <a:pt x="60146" y="55707"/>
                    <a:pt x="60432" y="58169"/>
                    <a:pt x="59773" y="58971"/>
                  </a:cubicBezTo>
                  <a:cubicBezTo>
                    <a:pt x="59622" y="59148"/>
                    <a:pt x="59450" y="59235"/>
                    <a:pt x="59217" y="59235"/>
                  </a:cubicBezTo>
                  <a:cubicBezTo>
                    <a:pt x="59184" y="59235"/>
                    <a:pt x="59150" y="59233"/>
                    <a:pt x="59116" y="59230"/>
                  </a:cubicBezTo>
                  <a:cubicBezTo>
                    <a:pt x="58170" y="59172"/>
                    <a:pt x="58112" y="58199"/>
                    <a:pt x="58112" y="56566"/>
                  </a:cubicBezTo>
                  <a:cubicBezTo>
                    <a:pt x="58112" y="55394"/>
                    <a:pt x="58112" y="54306"/>
                    <a:pt x="57483" y="53761"/>
                  </a:cubicBezTo>
                  <a:cubicBezTo>
                    <a:pt x="57201" y="53479"/>
                    <a:pt x="56968" y="53395"/>
                    <a:pt x="56759" y="53395"/>
                  </a:cubicBezTo>
                  <a:cubicBezTo>
                    <a:pt x="56651" y="53395"/>
                    <a:pt x="56550" y="53417"/>
                    <a:pt x="56452" y="53447"/>
                  </a:cubicBezTo>
                  <a:cubicBezTo>
                    <a:pt x="56395" y="53461"/>
                    <a:pt x="56352" y="53468"/>
                    <a:pt x="56309" y="53468"/>
                  </a:cubicBezTo>
                  <a:cubicBezTo>
                    <a:pt x="56266" y="53468"/>
                    <a:pt x="56223" y="53461"/>
                    <a:pt x="56166" y="53447"/>
                  </a:cubicBezTo>
                  <a:cubicBezTo>
                    <a:pt x="56024" y="53390"/>
                    <a:pt x="55909" y="53275"/>
                    <a:pt x="55738" y="53131"/>
                  </a:cubicBezTo>
                  <a:cubicBezTo>
                    <a:pt x="55536" y="52932"/>
                    <a:pt x="55307" y="52730"/>
                    <a:pt x="54993" y="52588"/>
                  </a:cubicBezTo>
                  <a:cubicBezTo>
                    <a:pt x="54673" y="52447"/>
                    <a:pt x="54022" y="52380"/>
                    <a:pt x="53349" y="52380"/>
                  </a:cubicBezTo>
                  <a:cubicBezTo>
                    <a:pt x="52515" y="52380"/>
                    <a:pt x="51646" y="52483"/>
                    <a:pt x="51329" y="52673"/>
                  </a:cubicBezTo>
                  <a:cubicBezTo>
                    <a:pt x="50899" y="52902"/>
                    <a:pt x="50784" y="53188"/>
                    <a:pt x="50699" y="53417"/>
                  </a:cubicBezTo>
                  <a:cubicBezTo>
                    <a:pt x="50642" y="53562"/>
                    <a:pt x="50612" y="53646"/>
                    <a:pt x="50498" y="53733"/>
                  </a:cubicBezTo>
                  <a:cubicBezTo>
                    <a:pt x="50226" y="53954"/>
                    <a:pt x="49843" y="54013"/>
                    <a:pt x="49444" y="54013"/>
                  </a:cubicBezTo>
                  <a:cubicBezTo>
                    <a:pt x="49173" y="54013"/>
                    <a:pt x="48894" y="53986"/>
                    <a:pt x="48638" y="53962"/>
                  </a:cubicBezTo>
                  <a:lnTo>
                    <a:pt x="48494" y="53933"/>
                  </a:lnTo>
                  <a:cubicBezTo>
                    <a:pt x="48123" y="53905"/>
                    <a:pt x="47807" y="53848"/>
                    <a:pt x="47493" y="53791"/>
                  </a:cubicBezTo>
                  <a:cubicBezTo>
                    <a:pt x="47119" y="53706"/>
                    <a:pt x="46766" y="53632"/>
                    <a:pt x="46398" y="53632"/>
                  </a:cubicBezTo>
                  <a:cubicBezTo>
                    <a:pt x="45893" y="53632"/>
                    <a:pt x="45362" y="53772"/>
                    <a:pt x="44715" y="54219"/>
                  </a:cubicBezTo>
                  <a:lnTo>
                    <a:pt x="44601" y="54276"/>
                  </a:lnTo>
                  <a:cubicBezTo>
                    <a:pt x="43799" y="54791"/>
                    <a:pt x="42856" y="55364"/>
                    <a:pt x="42139" y="56051"/>
                  </a:cubicBezTo>
                  <a:cubicBezTo>
                    <a:pt x="41223" y="56882"/>
                    <a:pt x="41138" y="57597"/>
                    <a:pt x="40994" y="58513"/>
                  </a:cubicBezTo>
                  <a:cubicBezTo>
                    <a:pt x="40966" y="58714"/>
                    <a:pt x="40966" y="58886"/>
                    <a:pt x="40909" y="59085"/>
                  </a:cubicBezTo>
                  <a:cubicBezTo>
                    <a:pt x="40822" y="59658"/>
                    <a:pt x="40565" y="60146"/>
                    <a:pt x="40279" y="60631"/>
                  </a:cubicBezTo>
                  <a:cubicBezTo>
                    <a:pt x="40020" y="61089"/>
                    <a:pt x="39764" y="61577"/>
                    <a:pt x="39620" y="62120"/>
                  </a:cubicBezTo>
                  <a:cubicBezTo>
                    <a:pt x="39363" y="63237"/>
                    <a:pt x="39677" y="64009"/>
                    <a:pt x="39993" y="64783"/>
                  </a:cubicBezTo>
                  <a:cubicBezTo>
                    <a:pt x="40135" y="65127"/>
                    <a:pt x="40279" y="65470"/>
                    <a:pt x="40394" y="65871"/>
                  </a:cubicBezTo>
                  <a:cubicBezTo>
                    <a:pt x="40478" y="66185"/>
                    <a:pt x="40508" y="66501"/>
                    <a:pt x="40565" y="66815"/>
                  </a:cubicBezTo>
                  <a:cubicBezTo>
                    <a:pt x="40650" y="67616"/>
                    <a:pt x="40737" y="68447"/>
                    <a:pt x="41738" y="69047"/>
                  </a:cubicBezTo>
                  <a:cubicBezTo>
                    <a:pt x="42326" y="69342"/>
                    <a:pt x="43346" y="69636"/>
                    <a:pt x="44186" y="69636"/>
                  </a:cubicBezTo>
                  <a:cubicBezTo>
                    <a:pt x="44491" y="69636"/>
                    <a:pt x="44773" y="69597"/>
                    <a:pt x="45001" y="69506"/>
                  </a:cubicBezTo>
                  <a:cubicBezTo>
                    <a:pt x="45718" y="69306"/>
                    <a:pt x="47063" y="68676"/>
                    <a:pt x="47550" y="67731"/>
                  </a:cubicBezTo>
                  <a:cubicBezTo>
                    <a:pt x="47750" y="67360"/>
                    <a:pt x="47837" y="66959"/>
                    <a:pt x="47894" y="66615"/>
                  </a:cubicBezTo>
                  <a:cubicBezTo>
                    <a:pt x="48008" y="66043"/>
                    <a:pt x="48093" y="65642"/>
                    <a:pt x="48666" y="65326"/>
                  </a:cubicBezTo>
                  <a:cubicBezTo>
                    <a:pt x="48880" y="65197"/>
                    <a:pt x="49643" y="65036"/>
                    <a:pt x="50264" y="65036"/>
                  </a:cubicBezTo>
                  <a:cubicBezTo>
                    <a:pt x="50472" y="65036"/>
                    <a:pt x="50663" y="65054"/>
                    <a:pt x="50814" y="65097"/>
                  </a:cubicBezTo>
                  <a:cubicBezTo>
                    <a:pt x="50956" y="65127"/>
                    <a:pt x="51013" y="65154"/>
                    <a:pt x="51043" y="65212"/>
                  </a:cubicBezTo>
                  <a:cubicBezTo>
                    <a:pt x="51185" y="65470"/>
                    <a:pt x="50699" y="66444"/>
                    <a:pt x="50498" y="66844"/>
                  </a:cubicBezTo>
                  <a:cubicBezTo>
                    <a:pt x="50356" y="67101"/>
                    <a:pt x="50241" y="67330"/>
                    <a:pt x="50184" y="67531"/>
                  </a:cubicBezTo>
                  <a:cubicBezTo>
                    <a:pt x="50097" y="67788"/>
                    <a:pt x="49868" y="68276"/>
                    <a:pt x="49611" y="68761"/>
                  </a:cubicBezTo>
                  <a:cubicBezTo>
                    <a:pt x="48810" y="70337"/>
                    <a:pt x="48237" y="71624"/>
                    <a:pt x="48638" y="72368"/>
                  </a:cubicBezTo>
                  <a:cubicBezTo>
                    <a:pt x="48870" y="72833"/>
                    <a:pt x="49279" y="72985"/>
                    <a:pt x="49733" y="72985"/>
                  </a:cubicBezTo>
                  <a:cubicBezTo>
                    <a:pt x="50230" y="72985"/>
                    <a:pt x="50780" y="72804"/>
                    <a:pt x="51215" y="72654"/>
                  </a:cubicBezTo>
                  <a:cubicBezTo>
                    <a:pt x="51471" y="72570"/>
                    <a:pt x="51673" y="72512"/>
                    <a:pt x="51815" y="72483"/>
                  </a:cubicBezTo>
                  <a:lnTo>
                    <a:pt x="51844" y="72483"/>
                  </a:lnTo>
                  <a:cubicBezTo>
                    <a:pt x="52067" y="72421"/>
                    <a:pt x="52306" y="72392"/>
                    <a:pt x="52536" y="72392"/>
                  </a:cubicBezTo>
                  <a:cubicBezTo>
                    <a:pt x="52837" y="72392"/>
                    <a:pt x="53121" y="72443"/>
                    <a:pt x="53333" y="72540"/>
                  </a:cubicBezTo>
                  <a:cubicBezTo>
                    <a:pt x="53761" y="72712"/>
                    <a:pt x="53761" y="72741"/>
                    <a:pt x="53818" y="72941"/>
                  </a:cubicBezTo>
                  <a:cubicBezTo>
                    <a:pt x="53848" y="73055"/>
                    <a:pt x="53876" y="73227"/>
                    <a:pt x="53963" y="73399"/>
                  </a:cubicBezTo>
                  <a:cubicBezTo>
                    <a:pt x="54363" y="74544"/>
                    <a:pt x="54192" y="75002"/>
                    <a:pt x="53791" y="76062"/>
                  </a:cubicBezTo>
                  <a:lnTo>
                    <a:pt x="53676" y="76348"/>
                  </a:lnTo>
                  <a:cubicBezTo>
                    <a:pt x="53333" y="77235"/>
                    <a:pt x="52932" y="78524"/>
                    <a:pt x="53505" y="79582"/>
                  </a:cubicBezTo>
                  <a:cubicBezTo>
                    <a:pt x="53704" y="79868"/>
                    <a:pt x="53963" y="80097"/>
                    <a:pt x="54192" y="80269"/>
                  </a:cubicBezTo>
                  <a:cubicBezTo>
                    <a:pt x="54363" y="80413"/>
                    <a:pt x="54535" y="80555"/>
                    <a:pt x="54650" y="80700"/>
                  </a:cubicBezTo>
                  <a:cubicBezTo>
                    <a:pt x="54822" y="80871"/>
                    <a:pt x="54906" y="81013"/>
                    <a:pt x="54993" y="81158"/>
                  </a:cubicBezTo>
                  <a:cubicBezTo>
                    <a:pt x="55222" y="81444"/>
                    <a:pt x="55422" y="81700"/>
                    <a:pt x="56081" y="81902"/>
                  </a:cubicBezTo>
                  <a:cubicBezTo>
                    <a:pt x="56195" y="81930"/>
                    <a:pt x="56305" y="81943"/>
                    <a:pt x="56411" y="81943"/>
                  </a:cubicBezTo>
                  <a:cubicBezTo>
                    <a:pt x="56835" y="81943"/>
                    <a:pt x="57197" y="81742"/>
                    <a:pt x="57540" y="81558"/>
                  </a:cubicBezTo>
                  <a:cubicBezTo>
                    <a:pt x="57849" y="81414"/>
                    <a:pt x="58069" y="81300"/>
                    <a:pt x="58274" y="81300"/>
                  </a:cubicBezTo>
                  <a:cubicBezTo>
                    <a:pt x="58355" y="81300"/>
                    <a:pt x="58433" y="81317"/>
                    <a:pt x="58513" y="81357"/>
                  </a:cubicBezTo>
                  <a:cubicBezTo>
                    <a:pt x="58570" y="81386"/>
                    <a:pt x="58635" y="81400"/>
                    <a:pt x="58700" y="81400"/>
                  </a:cubicBezTo>
                  <a:cubicBezTo>
                    <a:pt x="58765" y="81400"/>
                    <a:pt x="58829" y="81386"/>
                    <a:pt x="58887" y="81357"/>
                  </a:cubicBezTo>
                  <a:cubicBezTo>
                    <a:pt x="58944" y="81300"/>
                    <a:pt x="58971" y="81272"/>
                    <a:pt x="59001" y="81215"/>
                  </a:cubicBezTo>
                  <a:cubicBezTo>
                    <a:pt x="59147" y="81189"/>
                    <a:pt x="59273" y="81176"/>
                    <a:pt x="59385" y="81176"/>
                  </a:cubicBezTo>
                  <a:cubicBezTo>
                    <a:pt x="59645" y="81176"/>
                    <a:pt x="59832" y="81246"/>
                    <a:pt x="60032" y="81387"/>
                  </a:cubicBezTo>
                  <a:cubicBezTo>
                    <a:pt x="60089" y="81444"/>
                    <a:pt x="60146" y="81586"/>
                    <a:pt x="60203" y="81730"/>
                  </a:cubicBezTo>
                  <a:cubicBezTo>
                    <a:pt x="60298" y="82013"/>
                    <a:pt x="60488" y="82490"/>
                    <a:pt x="61080" y="82490"/>
                  </a:cubicBezTo>
                  <a:cubicBezTo>
                    <a:pt x="61207" y="82490"/>
                    <a:pt x="61353" y="82468"/>
                    <a:pt x="61520" y="82417"/>
                  </a:cubicBezTo>
                  <a:cubicBezTo>
                    <a:pt x="62264" y="82188"/>
                    <a:pt x="62464" y="81387"/>
                    <a:pt x="62635" y="80700"/>
                  </a:cubicBezTo>
                  <a:cubicBezTo>
                    <a:pt x="62780" y="80127"/>
                    <a:pt x="62922" y="79582"/>
                    <a:pt x="63295" y="79296"/>
                  </a:cubicBezTo>
                  <a:cubicBezTo>
                    <a:pt x="63666" y="79010"/>
                    <a:pt x="64239" y="78838"/>
                    <a:pt x="64868" y="78666"/>
                  </a:cubicBezTo>
                  <a:cubicBezTo>
                    <a:pt x="65384" y="78494"/>
                    <a:pt x="65929" y="78352"/>
                    <a:pt x="66357" y="78123"/>
                  </a:cubicBezTo>
                  <a:cubicBezTo>
                    <a:pt x="66444" y="78094"/>
                    <a:pt x="66529" y="78036"/>
                    <a:pt x="66616" y="77979"/>
                  </a:cubicBezTo>
                  <a:cubicBezTo>
                    <a:pt x="66730" y="77922"/>
                    <a:pt x="67044" y="77750"/>
                    <a:pt x="67246" y="77722"/>
                  </a:cubicBezTo>
                  <a:lnTo>
                    <a:pt x="67246" y="77722"/>
                  </a:lnTo>
                  <a:cubicBezTo>
                    <a:pt x="67188" y="77864"/>
                    <a:pt x="67044" y="78094"/>
                    <a:pt x="66959" y="78208"/>
                  </a:cubicBezTo>
                  <a:cubicBezTo>
                    <a:pt x="66815" y="78410"/>
                    <a:pt x="66730" y="78552"/>
                    <a:pt x="66700" y="78723"/>
                  </a:cubicBezTo>
                  <a:cubicBezTo>
                    <a:pt x="66643" y="78895"/>
                    <a:pt x="66730" y="79067"/>
                    <a:pt x="66902" y="79124"/>
                  </a:cubicBezTo>
                  <a:cubicBezTo>
                    <a:pt x="67074" y="79189"/>
                    <a:pt x="67236" y="79216"/>
                    <a:pt x="67387" y="79216"/>
                  </a:cubicBezTo>
                  <a:cubicBezTo>
                    <a:pt x="67840" y="79216"/>
                    <a:pt x="68205" y="78974"/>
                    <a:pt x="68505" y="78781"/>
                  </a:cubicBezTo>
                  <a:cubicBezTo>
                    <a:pt x="68795" y="78569"/>
                    <a:pt x="69038" y="78406"/>
                    <a:pt x="69276" y="78406"/>
                  </a:cubicBezTo>
                  <a:cubicBezTo>
                    <a:pt x="69295" y="78406"/>
                    <a:pt x="69315" y="78407"/>
                    <a:pt x="69334" y="78410"/>
                  </a:cubicBezTo>
                  <a:cubicBezTo>
                    <a:pt x="69593" y="78494"/>
                    <a:pt x="69879" y="78696"/>
                    <a:pt x="70165" y="78895"/>
                  </a:cubicBezTo>
                  <a:cubicBezTo>
                    <a:pt x="70394" y="79067"/>
                    <a:pt x="70623" y="79239"/>
                    <a:pt x="70880" y="79353"/>
                  </a:cubicBezTo>
                  <a:cubicBezTo>
                    <a:pt x="71224" y="79497"/>
                    <a:pt x="71624" y="79582"/>
                    <a:pt x="71998" y="79669"/>
                  </a:cubicBezTo>
                  <a:cubicBezTo>
                    <a:pt x="72169" y="79726"/>
                    <a:pt x="72341" y="79754"/>
                    <a:pt x="72483" y="79811"/>
                  </a:cubicBezTo>
                  <a:cubicBezTo>
                    <a:pt x="73141" y="79998"/>
                    <a:pt x="73693" y="80091"/>
                    <a:pt x="74223" y="80091"/>
                  </a:cubicBezTo>
                  <a:cubicBezTo>
                    <a:pt x="74753" y="80091"/>
                    <a:pt x="75261" y="79998"/>
                    <a:pt x="75834" y="79811"/>
                  </a:cubicBezTo>
                  <a:cubicBezTo>
                    <a:pt x="76143" y="79721"/>
                    <a:pt x="76352" y="79673"/>
                    <a:pt x="76515" y="79673"/>
                  </a:cubicBezTo>
                  <a:cubicBezTo>
                    <a:pt x="76819" y="79673"/>
                    <a:pt x="76968" y="79839"/>
                    <a:pt x="77322" y="80212"/>
                  </a:cubicBezTo>
                  <a:lnTo>
                    <a:pt x="77750" y="80642"/>
                  </a:lnTo>
                  <a:cubicBezTo>
                    <a:pt x="77952" y="80842"/>
                    <a:pt x="78151" y="81071"/>
                    <a:pt x="78380" y="81272"/>
                  </a:cubicBezTo>
                  <a:cubicBezTo>
                    <a:pt x="78811" y="81730"/>
                    <a:pt x="79239" y="82188"/>
                    <a:pt x="79727" y="82502"/>
                  </a:cubicBezTo>
                  <a:cubicBezTo>
                    <a:pt x="80643" y="83047"/>
                    <a:pt x="80872" y="83361"/>
                    <a:pt x="81529" y="84364"/>
                  </a:cubicBezTo>
                  <a:cubicBezTo>
                    <a:pt x="82502" y="85823"/>
                    <a:pt x="83819" y="85880"/>
                    <a:pt x="85109" y="85910"/>
                  </a:cubicBezTo>
                  <a:cubicBezTo>
                    <a:pt x="86025" y="85937"/>
                    <a:pt x="86941" y="85937"/>
                    <a:pt x="87827" y="86510"/>
                  </a:cubicBezTo>
                  <a:cubicBezTo>
                    <a:pt x="88514" y="86911"/>
                    <a:pt x="89345" y="87570"/>
                    <a:pt x="89602" y="88085"/>
                  </a:cubicBezTo>
                  <a:cubicBezTo>
                    <a:pt x="89774" y="88429"/>
                    <a:pt x="89774" y="88800"/>
                    <a:pt x="89746" y="89201"/>
                  </a:cubicBezTo>
                  <a:cubicBezTo>
                    <a:pt x="89716" y="89574"/>
                    <a:pt x="89716" y="89975"/>
                    <a:pt x="89861" y="90346"/>
                  </a:cubicBezTo>
                  <a:cubicBezTo>
                    <a:pt x="89975" y="90689"/>
                    <a:pt x="90232" y="90861"/>
                    <a:pt x="90403" y="91005"/>
                  </a:cubicBezTo>
                  <a:cubicBezTo>
                    <a:pt x="90548" y="91090"/>
                    <a:pt x="90632" y="91147"/>
                    <a:pt x="90690" y="91234"/>
                  </a:cubicBezTo>
                  <a:cubicBezTo>
                    <a:pt x="90690" y="91319"/>
                    <a:pt x="90662" y="91463"/>
                    <a:pt x="90662" y="91578"/>
                  </a:cubicBezTo>
                  <a:cubicBezTo>
                    <a:pt x="90632" y="91807"/>
                    <a:pt x="90632" y="92036"/>
                    <a:pt x="90662" y="92292"/>
                  </a:cubicBezTo>
                  <a:cubicBezTo>
                    <a:pt x="90861" y="93124"/>
                    <a:pt x="91177" y="93353"/>
                    <a:pt x="91578" y="93582"/>
                  </a:cubicBezTo>
                  <a:cubicBezTo>
                    <a:pt x="91778" y="93666"/>
                    <a:pt x="91949" y="93753"/>
                    <a:pt x="92151" y="93982"/>
                  </a:cubicBezTo>
                  <a:lnTo>
                    <a:pt x="92178" y="94124"/>
                  </a:lnTo>
                  <a:cubicBezTo>
                    <a:pt x="92208" y="94154"/>
                    <a:pt x="92208" y="94211"/>
                    <a:pt x="92236" y="94239"/>
                  </a:cubicBezTo>
                  <a:cubicBezTo>
                    <a:pt x="92407" y="94440"/>
                    <a:pt x="92437" y="94754"/>
                    <a:pt x="92465" y="95070"/>
                  </a:cubicBezTo>
                  <a:cubicBezTo>
                    <a:pt x="92494" y="95185"/>
                    <a:pt x="92494" y="95269"/>
                    <a:pt x="92522" y="95384"/>
                  </a:cubicBezTo>
                  <a:cubicBezTo>
                    <a:pt x="92549" y="95540"/>
                    <a:pt x="92694" y="95674"/>
                    <a:pt x="92849" y="95674"/>
                  </a:cubicBezTo>
                  <a:cubicBezTo>
                    <a:pt x="92865" y="95674"/>
                    <a:pt x="92880" y="95673"/>
                    <a:pt x="92895" y="95670"/>
                  </a:cubicBezTo>
                  <a:cubicBezTo>
                    <a:pt x="93296" y="95643"/>
                    <a:pt x="93552" y="95498"/>
                    <a:pt x="93754" y="95414"/>
                  </a:cubicBezTo>
                  <a:cubicBezTo>
                    <a:pt x="93934" y="95301"/>
                    <a:pt x="94078" y="95224"/>
                    <a:pt x="94339" y="95224"/>
                  </a:cubicBezTo>
                  <a:cubicBezTo>
                    <a:pt x="94411" y="95224"/>
                    <a:pt x="94491" y="95230"/>
                    <a:pt x="94583" y="95242"/>
                  </a:cubicBezTo>
                  <a:cubicBezTo>
                    <a:pt x="95098" y="95357"/>
                    <a:pt x="96014" y="95815"/>
                    <a:pt x="96445" y="96300"/>
                  </a:cubicBezTo>
                  <a:cubicBezTo>
                    <a:pt x="96617" y="96472"/>
                    <a:pt x="96701" y="96616"/>
                    <a:pt x="96788" y="96758"/>
                  </a:cubicBezTo>
                  <a:cubicBezTo>
                    <a:pt x="97017" y="97159"/>
                    <a:pt x="97217" y="97388"/>
                    <a:pt x="98075" y="97502"/>
                  </a:cubicBezTo>
                  <a:cubicBezTo>
                    <a:pt x="98220" y="97502"/>
                    <a:pt x="98362" y="97475"/>
                    <a:pt x="98506" y="97475"/>
                  </a:cubicBezTo>
                  <a:cubicBezTo>
                    <a:pt x="98659" y="97475"/>
                    <a:pt x="98824" y="97462"/>
                    <a:pt x="98993" y="97462"/>
                  </a:cubicBezTo>
                  <a:cubicBezTo>
                    <a:pt x="99078" y="97462"/>
                    <a:pt x="99164" y="97465"/>
                    <a:pt x="99250" y="97475"/>
                  </a:cubicBezTo>
                  <a:cubicBezTo>
                    <a:pt x="99651" y="97560"/>
                    <a:pt x="100079" y="97617"/>
                    <a:pt x="100510" y="97704"/>
                  </a:cubicBezTo>
                  <a:cubicBezTo>
                    <a:pt x="101827" y="97846"/>
                    <a:pt x="102598" y="98132"/>
                    <a:pt x="103686" y="98876"/>
                  </a:cubicBezTo>
                  <a:cubicBezTo>
                    <a:pt x="103945" y="99048"/>
                    <a:pt x="104144" y="99250"/>
                    <a:pt x="104346" y="99421"/>
                  </a:cubicBezTo>
                  <a:cubicBezTo>
                    <a:pt x="104889" y="99907"/>
                    <a:pt x="105376" y="100338"/>
                    <a:pt x="106350" y="100452"/>
                  </a:cubicBezTo>
                  <a:cubicBezTo>
                    <a:pt x="106435" y="100461"/>
                    <a:pt x="106515" y="100464"/>
                    <a:pt x="106588" y="100464"/>
                  </a:cubicBezTo>
                  <a:cubicBezTo>
                    <a:pt x="106734" y="100464"/>
                    <a:pt x="106855" y="100452"/>
                    <a:pt x="106950" y="100452"/>
                  </a:cubicBezTo>
                  <a:cubicBezTo>
                    <a:pt x="106989" y="100445"/>
                    <a:pt x="107019" y="100440"/>
                    <a:pt x="107045" y="100440"/>
                  </a:cubicBezTo>
                  <a:cubicBezTo>
                    <a:pt x="107135" y="100440"/>
                    <a:pt x="107180" y="100500"/>
                    <a:pt x="107380" y="100766"/>
                  </a:cubicBezTo>
                  <a:cubicBezTo>
                    <a:pt x="107495" y="100910"/>
                    <a:pt x="107667" y="101254"/>
                    <a:pt x="107781" y="102025"/>
                  </a:cubicBezTo>
                  <a:cubicBezTo>
                    <a:pt x="107923" y="102857"/>
                    <a:pt x="108010" y="104059"/>
                    <a:pt x="107866" y="104888"/>
                  </a:cubicBezTo>
                  <a:cubicBezTo>
                    <a:pt x="107781" y="105575"/>
                    <a:pt x="107380" y="105976"/>
                    <a:pt x="106922" y="106434"/>
                  </a:cubicBezTo>
                  <a:cubicBezTo>
                    <a:pt x="106521" y="106835"/>
                    <a:pt x="106063" y="107293"/>
                    <a:pt x="105834" y="107952"/>
                  </a:cubicBezTo>
                  <a:cubicBezTo>
                    <a:pt x="105720" y="108238"/>
                    <a:pt x="105633" y="108495"/>
                    <a:pt x="105576" y="108724"/>
                  </a:cubicBezTo>
                  <a:cubicBezTo>
                    <a:pt x="105491" y="109155"/>
                    <a:pt x="105404" y="109441"/>
                    <a:pt x="105033" y="109812"/>
                  </a:cubicBezTo>
                  <a:cubicBezTo>
                    <a:pt x="104918" y="109926"/>
                    <a:pt x="104804" y="110013"/>
                    <a:pt x="104660" y="110098"/>
                  </a:cubicBezTo>
                  <a:cubicBezTo>
                    <a:pt x="104346" y="110357"/>
                    <a:pt x="104030" y="110586"/>
                    <a:pt x="103801" y="111014"/>
                  </a:cubicBezTo>
                  <a:cubicBezTo>
                    <a:pt x="103143" y="112159"/>
                    <a:pt x="103487" y="113648"/>
                    <a:pt x="103831" y="115079"/>
                  </a:cubicBezTo>
                  <a:cubicBezTo>
                    <a:pt x="104002" y="115823"/>
                    <a:pt x="104174" y="116540"/>
                    <a:pt x="104174" y="117113"/>
                  </a:cubicBezTo>
                  <a:cubicBezTo>
                    <a:pt x="104117" y="117999"/>
                    <a:pt x="103686" y="118888"/>
                    <a:pt x="103258" y="119746"/>
                  </a:cubicBezTo>
                  <a:cubicBezTo>
                    <a:pt x="103114" y="120033"/>
                    <a:pt x="102999" y="120289"/>
                    <a:pt x="102885" y="120548"/>
                  </a:cubicBezTo>
                  <a:cubicBezTo>
                    <a:pt x="102743" y="120891"/>
                    <a:pt x="102628" y="121262"/>
                    <a:pt x="102484" y="121663"/>
                  </a:cubicBezTo>
                  <a:cubicBezTo>
                    <a:pt x="102255" y="122380"/>
                    <a:pt x="101998" y="123152"/>
                    <a:pt x="101625" y="123724"/>
                  </a:cubicBezTo>
                  <a:cubicBezTo>
                    <a:pt x="100995" y="124640"/>
                    <a:pt x="99937" y="124755"/>
                    <a:pt x="98820" y="124869"/>
                  </a:cubicBezTo>
                  <a:cubicBezTo>
                    <a:pt x="97617" y="125014"/>
                    <a:pt x="96273" y="125156"/>
                    <a:pt x="95384" y="126331"/>
                  </a:cubicBezTo>
                  <a:cubicBezTo>
                    <a:pt x="95357" y="126388"/>
                    <a:pt x="95327" y="126445"/>
                    <a:pt x="95327" y="126502"/>
                  </a:cubicBezTo>
                  <a:cubicBezTo>
                    <a:pt x="94384" y="127476"/>
                    <a:pt x="94384" y="127819"/>
                    <a:pt x="94555" y="129564"/>
                  </a:cubicBezTo>
                  <a:cubicBezTo>
                    <a:pt x="94812" y="131454"/>
                    <a:pt x="94326" y="132170"/>
                    <a:pt x="92952" y="133544"/>
                  </a:cubicBezTo>
                  <a:cubicBezTo>
                    <a:pt x="91979" y="134632"/>
                    <a:pt x="91778" y="135519"/>
                    <a:pt x="91491" y="136835"/>
                  </a:cubicBezTo>
                  <a:cubicBezTo>
                    <a:pt x="91407" y="137151"/>
                    <a:pt x="91262" y="137351"/>
                    <a:pt x="91120" y="137552"/>
                  </a:cubicBezTo>
                  <a:cubicBezTo>
                    <a:pt x="91033" y="137667"/>
                    <a:pt x="90948" y="137781"/>
                    <a:pt x="90891" y="137953"/>
                  </a:cubicBezTo>
                  <a:cubicBezTo>
                    <a:pt x="90804" y="138125"/>
                    <a:pt x="90747" y="138296"/>
                    <a:pt x="90719" y="138496"/>
                  </a:cubicBezTo>
                  <a:cubicBezTo>
                    <a:pt x="90662" y="138640"/>
                    <a:pt x="90605" y="138782"/>
                    <a:pt x="90548" y="138984"/>
                  </a:cubicBezTo>
                  <a:cubicBezTo>
                    <a:pt x="90461" y="139240"/>
                    <a:pt x="90433" y="139442"/>
                    <a:pt x="90403" y="139584"/>
                  </a:cubicBezTo>
                  <a:lnTo>
                    <a:pt x="90403" y="139728"/>
                  </a:lnTo>
                  <a:cubicBezTo>
                    <a:pt x="90346" y="139785"/>
                    <a:pt x="90147" y="139870"/>
                    <a:pt x="89774" y="139984"/>
                  </a:cubicBezTo>
                  <a:cubicBezTo>
                    <a:pt x="89476" y="140119"/>
                    <a:pt x="89240" y="140168"/>
                    <a:pt x="89014" y="140168"/>
                  </a:cubicBezTo>
                  <a:cubicBezTo>
                    <a:pt x="88805" y="140168"/>
                    <a:pt x="88605" y="140126"/>
                    <a:pt x="88372" y="140071"/>
                  </a:cubicBezTo>
                  <a:cubicBezTo>
                    <a:pt x="88171" y="140014"/>
                    <a:pt x="87971" y="139984"/>
                    <a:pt x="87713" y="139957"/>
                  </a:cubicBezTo>
                  <a:cubicBezTo>
                    <a:pt x="87517" y="139931"/>
                    <a:pt x="87339" y="139915"/>
                    <a:pt x="87180" y="139915"/>
                  </a:cubicBezTo>
                  <a:cubicBezTo>
                    <a:pt x="86805" y="139915"/>
                    <a:pt x="86537" y="140002"/>
                    <a:pt x="86396" y="140243"/>
                  </a:cubicBezTo>
                  <a:cubicBezTo>
                    <a:pt x="86167" y="140614"/>
                    <a:pt x="86453" y="141015"/>
                    <a:pt x="86769" y="141473"/>
                  </a:cubicBezTo>
                  <a:cubicBezTo>
                    <a:pt x="86941" y="141702"/>
                    <a:pt x="87140" y="141988"/>
                    <a:pt x="87254" y="142274"/>
                  </a:cubicBezTo>
                  <a:cubicBezTo>
                    <a:pt x="87598" y="143048"/>
                    <a:pt x="87742" y="144164"/>
                    <a:pt x="87312" y="144736"/>
                  </a:cubicBezTo>
                  <a:cubicBezTo>
                    <a:pt x="86929" y="145282"/>
                    <a:pt x="86560" y="145415"/>
                    <a:pt x="86114" y="145415"/>
                  </a:cubicBezTo>
                  <a:cubicBezTo>
                    <a:pt x="85928" y="145415"/>
                    <a:pt x="85729" y="145392"/>
                    <a:pt x="85509" y="145366"/>
                  </a:cubicBezTo>
                  <a:cubicBezTo>
                    <a:pt x="85252" y="145344"/>
                    <a:pt x="84996" y="145302"/>
                    <a:pt x="84739" y="145302"/>
                  </a:cubicBezTo>
                  <a:cubicBezTo>
                    <a:pt x="84681" y="145302"/>
                    <a:pt x="84622" y="145304"/>
                    <a:pt x="84564" y="145309"/>
                  </a:cubicBezTo>
                  <a:cubicBezTo>
                    <a:pt x="83964" y="145339"/>
                    <a:pt x="83590" y="145481"/>
                    <a:pt x="83361" y="145767"/>
                  </a:cubicBezTo>
                  <a:cubicBezTo>
                    <a:pt x="83075" y="146140"/>
                    <a:pt x="83162" y="146626"/>
                    <a:pt x="83247" y="147141"/>
                  </a:cubicBezTo>
                  <a:cubicBezTo>
                    <a:pt x="83277" y="147400"/>
                    <a:pt x="83334" y="147656"/>
                    <a:pt x="83334" y="147915"/>
                  </a:cubicBezTo>
                  <a:cubicBezTo>
                    <a:pt x="83304" y="148545"/>
                    <a:pt x="83247" y="148687"/>
                    <a:pt x="83247" y="148687"/>
                  </a:cubicBezTo>
                  <a:cubicBezTo>
                    <a:pt x="83189" y="148687"/>
                    <a:pt x="83047" y="148659"/>
                    <a:pt x="82903" y="148659"/>
                  </a:cubicBezTo>
                  <a:cubicBezTo>
                    <a:pt x="82761" y="148630"/>
                    <a:pt x="82560" y="148602"/>
                    <a:pt x="82360" y="148572"/>
                  </a:cubicBezTo>
                  <a:cubicBezTo>
                    <a:pt x="82278" y="148565"/>
                    <a:pt x="82158" y="148556"/>
                    <a:pt x="82023" y="148556"/>
                  </a:cubicBezTo>
                  <a:cubicBezTo>
                    <a:pt x="81640" y="148556"/>
                    <a:pt x="81134" y="148629"/>
                    <a:pt x="80986" y="149030"/>
                  </a:cubicBezTo>
                  <a:cubicBezTo>
                    <a:pt x="80785" y="149660"/>
                    <a:pt x="81731" y="150320"/>
                    <a:pt x="82131" y="150549"/>
                  </a:cubicBezTo>
                  <a:cubicBezTo>
                    <a:pt x="82475" y="150778"/>
                    <a:pt x="82589" y="150892"/>
                    <a:pt x="82647" y="150949"/>
                  </a:cubicBezTo>
                  <a:cubicBezTo>
                    <a:pt x="82617" y="151007"/>
                    <a:pt x="82560" y="151064"/>
                    <a:pt x="82532" y="151121"/>
                  </a:cubicBezTo>
                  <a:cubicBezTo>
                    <a:pt x="82388" y="151320"/>
                    <a:pt x="82159" y="151636"/>
                    <a:pt x="82044" y="152095"/>
                  </a:cubicBezTo>
                  <a:cubicBezTo>
                    <a:pt x="81960" y="152381"/>
                    <a:pt x="81987" y="152695"/>
                    <a:pt x="82044" y="152981"/>
                  </a:cubicBezTo>
                  <a:cubicBezTo>
                    <a:pt x="82044" y="153153"/>
                    <a:pt x="82074" y="153354"/>
                    <a:pt x="82044" y="153439"/>
                  </a:cubicBezTo>
                  <a:cubicBezTo>
                    <a:pt x="81987" y="153583"/>
                    <a:pt x="81873" y="153668"/>
                    <a:pt x="81673" y="153782"/>
                  </a:cubicBezTo>
                  <a:cubicBezTo>
                    <a:pt x="81472" y="153897"/>
                    <a:pt x="81215" y="154041"/>
                    <a:pt x="81071" y="154298"/>
                  </a:cubicBezTo>
                  <a:cubicBezTo>
                    <a:pt x="80728" y="154756"/>
                    <a:pt x="80586" y="155186"/>
                    <a:pt x="80643" y="155557"/>
                  </a:cubicBezTo>
                  <a:cubicBezTo>
                    <a:pt x="80757" y="156159"/>
                    <a:pt x="81300" y="156530"/>
                    <a:pt x="81930" y="156931"/>
                  </a:cubicBezTo>
                  <a:cubicBezTo>
                    <a:pt x="82445" y="157247"/>
                    <a:pt x="82761" y="157534"/>
                    <a:pt x="82818" y="157820"/>
                  </a:cubicBezTo>
                  <a:cubicBezTo>
                    <a:pt x="82903" y="158134"/>
                    <a:pt x="82674" y="158507"/>
                    <a:pt x="82388" y="158992"/>
                  </a:cubicBezTo>
                  <a:cubicBezTo>
                    <a:pt x="82017" y="159595"/>
                    <a:pt x="81586" y="160339"/>
                    <a:pt x="81559" y="161340"/>
                  </a:cubicBezTo>
                  <a:cubicBezTo>
                    <a:pt x="81559" y="162141"/>
                    <a:pt x="81731" y="162400"/>
                    <a:pt x="82044" y="162771"/>
                  </a:cubicBezTo>
                  <a:cubicBezTo>
                    <a:pt x="82131" y="162886"/>
                    <a:pt x="82246" y="163000"/>
                    <a:pt x="82388" y="163229"/>
                  </a:cubicBezTo>
                  <a:cubicBezTo>
                    <a:pt x="82560" y="163431"/>
                    <a:pt x="82647" y="163687"/>
                    <a:pt x="82731" y="163973"/>
                  </a:cubicBezTo>
                  <a:cubicBezTo>
                    <a:pt x="82818" y="164175"/>
                    <a:pt x="82903" y="164404"/>
                    <a:pt x="83047" y="164633"/>
                  </a:cubicBezTo>
                  <a:cubicBezTo>
                    <a:pt x="83648" y="165664"/>
                    <a:pt x="84506" y="166149"/>
                    <a:pt x="85365" y="166580"/>
                  </a:cubicBezTo>
                  <a:cubicBezTo>
                    <a:pt x="85537" y="166664"/>
                    <a:pt x="85738" y="166694"/>
                    <a:pt x="85910" y="166722"/>
                  </a:cubicBezTo>
                  <a:cubicBezTo>
                    <a:pt x="86025" y="166751"/>
                    <a:pt x="86196" y="166779"/>
                    <a:pt x="86224" y="166779"/>
                  </a:cubicBezTo>
                  <a:cubicBezTo>
                    <a:pt x="86224" y="166779"/>
                    <a:pt x="86224" y="166836"/>
                    <a:pt x="86167" y="166980"/>
                  </a:cubicBezTo>
                  <a:cubicBezTo>
                    <a:pt x="86150" y="167015"/>
                    <a:pt x="86143" y="167039"/>
                    <a:pt x="86054" y="167039"/>
                  </a:cubicBezTo>
                  <a:cubicBezTo>
                    <a:pt x="85999" y="167039"/>
                    <a:pt x="85910" y="167030"/>
                    <a:pt x="85766" y="167008"/>
                  </a:cubicBezTo>
                  <a:cubicBezTo>
                    <a:pt x="85651" y="167008"/>
                    <a:pt x="85537" y="166980"/>
                    <a:pt x="85395" y="166980"/>
                  </a:cubicBezTo>
                  <a:lnTo>
                    <a:pt x="85365" y="166980"/>
                  </a:lnTo>
                  <a:cubicBezTo>
                    <a:pt x="85237" y="166989"/>
                    <a:pt x="85118" y="166995"/>
                    <a:pt x="85005" y="166995"/>
                  </a:cubicBezTo>
                  <a:cubicBezTo>
                    <a:pt x="84386" y="166995"/>
                    <a:pt x="83974" y="166832"/>
                    <a:pt x="83563" y="166179"/>
                  </a:cubicBezTo>
                  <a:cubicBezTo>
                    <a:pt x="83448" y="166035"/>
                    <a:pt x="83391" y="165835"/>
                    <a:pt x="83304" y="165634"/>
                  </a:cubicBezTo>
                  <a:cubicBezTo>
                    <a:pt x="83132" y="165233"/>
                    <a:pt x="82960" y="164805"/>
                    <a:pt x="82560" y="164576"/>
                  </a:cubicBezTo>
                  <a:cubicBezTo>
                    <a:pt x="82330" y="164437"/>
                    <a:pt x="82133" y="164385"/>
                    <a:pt x="81964" y="164385"/>
                  </a:cubicBezTo>
                  <a:cubicBezTo>
                    <a:pt x="81605" y="164385"/>
                    <a:pt x="81371" y="164619"/>
                    <a:pt x="81215" y="164775"/>
                  </a:cubicBezTo>
                  <a:cubicBezTo>
                    <a:pt x="81128" y="164862"/>
                    <a:pt x="81071" y="164947"/>
                    <a:pt x="80957" y="164976"/>
                  </a:cubicBezTo>
                  <a:cubicBezTo>
                    <a:pt x="80702" y="165083"/>
                    <a:pt x="80480" y="165140"/>
                    <a:pt x="80276" y="165140"/>
                  </a:cubicBezTo>
                  <a:cubicBezTo>
                    <a:pt x="79771" y="165140"/>
                    <a:pt x="79377" y="164789"/>
                    <a:pt x="78868" y="163973"/>
                  </a:cubicBezTo>
                  <a:cubicBezTo>
                    <a:pt x="78609" y="163573"/>
                    <a:pt x="78323" y="163172"/>
                    <a:pt x="78037" y="162801"/>
                  </a:cubicBezTo>
                  <a:cubicBezTo>
                    <a:pt x="77494" y="162084"/>
                    <a:pt x="76921" y="161340"/>
                    <a:pt x="76720" y="160653"/>
                  </a:cubicBezTo>
                  <a:cubicBezTo>
                    <a:pt x="76605" y="160309"/>
                    <a:pt x="76548" y="159995"/>
                    <a:pt x="76463" y="159652"/>
                  </a:cubicBezTo>
                  <a:cubicBezTo>
                    <a:pt x="76349" y="159107"/>
                    <a:pt x="76205" y="158534"/>
                    <a:pt x="75948" y="157847"/>
                  </a:cubicBezTo>
                  <a:cubicBezTo>
                    <a:pt x="75575" y="157046"/>
                    <a:pt x="75376" y="156045"/>
                    <a:pt x="75174" y="154985"/>
                  </a:cubicBezTo>
                  <a:cubicBezTo>
                    <a:pt x="74803" y="153153"/>
                    <a:pt x="74459" y="151263"/>
                    <a:pt x="73143" y="150233"/>
                  </a:cubicBezTo>
                  <a:cubicBezTo>
                    <a:pt x="72941" y="150061"/>
                    <a:pt x="72769" y="150004"/>
                    <a:pt x="72655" y="149976"/>
                  </a:cubicBezTo>
                  <a:cubicBezTo>
                    <a:pt x="72540" y="149946"/>
                    <a:pt x="72513" y="149919"/>
                    <a:pt x="72369" y="149633"/>
                  </a:cubicBezTo>
                  <a:cubicBezTo>
                    <a:pt x="72112" y="149232"/>
                    <a:pt x="72082" y="148545"/>
                    <a:pt x="72025" y="148030"/>
                  </a:cubicBezTo>
                  <a:cubicBezTo>
                    <a:pt x="72025" y="147858"/>
                    <a:pt x="71998" y="147713"/>
                    <a:pt x="71998" y="147599"/>
                  </a:cubicBezTo>
                  <a:cubicBezTo>
                    <a:pt x="71911" y="147026"/>
                    <a:pt x="71711" y="146511"/>
                    <a:pt x="71482" y="146026"/>
                  </a:cubicBezTo>
                  <a:cubicBezTo>
                    <a:pt x="71281" y="145481"/>
                    <a:pt x="71082" y="144995"/>
                    <a:pt x="71024" y="144480"/>
                  </a:cubicBezTo>
                  <a:cubicBezTo>
                    <a:pt x="70967" y="143965"/>
                    <a:pt x="71109" y="143449"/>
                    <a:pt x="71253" y="142877"/>
                  </a:cubicBezTo>
                  <a:cubicBezTo>
                    <a:pt x="71368" y="142361"/>
                    <a:pt x="71510" y="141816"/>
                    <a:pt x="71510" y="141187"/>
                  </a:cubicBezTo>
                  <a:cubicBezTo>
                    <a:pt x="71510" y="139641"/>
                    <a:pt x="71425" y="138354"/>
                    <a:pt x="71224" y="137151"/>
                  </a:cubicBezTo>
                  <a:cubicBezTo>
                    <a:pt x="71109" y="136121"/>
                    <a:pt x="71139" y="135033"/>
                    <a:pt x="71196" y="133973"/>
                  </a:cubicBezTo>
                  <a:cubicBezTo>
                    <a:pt x="71224" y="133029"/>
                    <a:pt x="71281" y="132026"/>
                    <a:pt x="71166" y="131083"/>
                  </a:cubicBezTo>
                  <a:cubicBezTo>
                    <a:pt x="71082" y="130338"/>
                    <a:pt x="70937" y="129651"/>
                    <a:pt x="70765" y="128964"/>
                  </a:cubicBezTo>
                  <a:cubicBezTo>
                    <a:pt x="70566" y="127961"/>
                    <a:pt x="70337" y="126988"/>
                    <a:pt x="70337" y="125957"/>
                  </a:cubicBezTo>
                  <a:cubicBezTo>
                    <a:pt x="70422" y="125900"/>
                    <a:pt x="70479" y="125785"/>
                    <a:pt x="70479" y="125671"/>
                  </a:cubicBezTo>
                  <a:lnTo>
                    <a:pt x="70479" y="124727"/>
                  </a:lnTo>
                  <a:cubicBezTo>
                    <a:pt x="70479" y="124269"/>
                    <a:pt x="70479" y="123782"/>
                    <a:pt x="70452" y="123324"/>
                  </a:cubicBezTo>
                  <a:cubicBezTo>
                    <a:pt x="70422" y="122838"/>
                    <a:pt x="70422" y="122380"/>
                    <a:pt x="70422" y="121865"/>
                  </a:cubicBezTo>
                  <a:cubicBezTo>
                    <a:pt x="70394" y="121636"/>
                    <a:pt x="70394" y="121292"/>
                    <a:pt x="70394" y="120949"/>
                  </a:cubicBezTo>
                  <a:cubicBezTo>
                    <a:pt x="70394" y="120289"/>
                    <a:pt x="70422" y="119632"/>
                    <a:pt x="70250" y="119117"/>
                  </a:cubicBezTo>
                  <a:cubicBezTo>
                    <a:pt x="70051" y="118487"/>
                    <a:pt x="69421" y="117972"/>
                    <a:pt x="68791" y="117456"/>
                  </a:cubicBezTo>
                  <a:cubicBezTo>
                    <a:pt x="68505" y="117227"/>
                    <a:pt x="68246" y="116998"/>
                    <a:pt x="68075" y="116826"/>
                  </a:cubicBezTo>
                  <a:cubicBezTo>
                    <a:pt x="67360" y="115995"/>
                    <a:pt x="66586" y="115766"/>
                    <a:pt x="65871" y="115537"/>
                  </a:cubicBezTo>
                  <a:cubicBezTo>
                    <a:pt x="65413" y="115365"/>
                    <a:pt x="64955" y="115223"/>
                    <a:pt x="64497" y="114937"/>
                  </a:cubicBezTo>
                  <a:cubicBezTo>
                    <a:pt x="63208" y="114078"/>
                    <a:pt x="62608" y="112590"/>
                    <a:pt x="61948" y="110987"/>
                  </a:cubicBezTo>
                  <a:cubicBezTo>
                    <a:pt x="61463" y="109755"/>
                    <a:pt x="60918" y="108468"/>
                    <a:pt x="60032" y="107522"/>
                  </a:cubicBezTo>
                  <a:cubicBezTo>
                    <a:pt x="59402" y="106864"/>
                    <a:pt x="59116" y="106148"/>
                    <a:pt x="58799" y="105376"/>
                  </a:cubicBezTo>
                  <a:cubicBezTo>
                    <a:pt x="58570" y="104803"/>
                    <a:pt x="58341" y="104201"/>
                    <a:pt x="57970" y="103601"/>
                  </a:cubicBezTo>
                  <a:cubicBezTo>
                    <a:pt x="57627" y="103028"/>
                    <a:pt x="57226" y="102799"/>
                    <a:pt x="56910" y="102598"/>
                  </a:cubicBezTo>
                  <a:cubicBezTo>
                    <a:pt x="56539" y="102369"/>
                    <a:pt x="56338" y="102227"/>
                    <a:pt x="56223" y="101540"/>
                  </a:cubicBezTo>
                  <a:cubicBezTo>
                    <a:pt x="56051" y="100594"/>
                    <a:pt x="56081" y="100251"/>
                    <a:pt x="56109" y="100109"/>
                  </a:cubicBezTo>
                  <a:cubicBezTo>
                    <a:pt x="56109" y="99964"/>
                    <a:pt x="56109" y="99735"/>
                    <a:pt x="56138" y="99621"/>
                  </a:cubicBezTo>
                  <a:cubicBezTo>
                    <a:pt x="56253" y="99563"/>
                    <a:pt x="56452" y="99479"/>
                    <a:pt x="56738" y="99220"/>
                  </a:cubicBezTo>
                  <a:cubicBezTo>
                    <a:pt x="56853" y="99105"/>
                    <a:pt x="56940" y="99078"/>
                    <a:pt x="57025" y="99021"/>
                  </a:cubicBezTo>
                  <a:cubicBezTo>
                    <a:pt x="57512" y="98849"/>
                    <a:pt x="57570" y="98533"/>
                    <a:pt x="57455" y="97933"/>
                  </a:cubicBezTo>
                  <a:cubicBezTo>
                    <a:pt x="57455" y="97876"/>
                    <a:pt x="57425" y="97789"/>
                    <a:pt x="57368" y="97731"/>
                  </a:cubicBezTo>
                  <a:cubicBezTo>
                    <a:pt x="57082" y="97475"/>
                    <a:pt x="56796" y="97159"/>
                    <a:pt x="56768" y="97102"/>
                  </a:cubicBezTo>
                  <a:cubicBezTo>
                    <a:pt x="56768" y="97074"/>
                    <a:pt x="56738" y="97044"/>
                    <a:pt x="56738" y="97017"/>
                  </a:cubicBezTo>
                  <a:cubicBezTo>
                    <a:pt x="55937" y="95528"/>
                    <a:pt x="56711" y="93868"/>
                    <a:pt x="57712" y="92808"/>
                  </a:cubicBezTo>
                  <a:cubicBezTo>
                    <a:pt x="57741" y="92808"/>
                    <a:pt x="57741" y="92780"/>
                    <a:pt x="57741" y="92780"/>
                  </a:cubicBezTo>
                  <a:cubicBezTo>
                    <a:pt x="57769" y="92750"/>
                    <a:pt x="57826" y="92750"/>
                    <a:pt x="57856" y="92723"/>
                  </a:cubicBezTo>
                  <a:cubicBezTo>
                    <a:pt x="58028" y="92666"/>
                    <a:pt x="58257" y="92579"/>
                    <a:pt x="58399" y="92379"/>
                  </a:cubicBezTo>
                  <a:cubicBezTo>
                    <a:pt x="58600" y="92150"/>
                    <a:pt x="58543" y="91864"/>
                    <a:pt x="58513" y="91663"/>
                  </a:cubicBezTo>
                  <a:cubicBezTo>
                    <a:pt x="58486" y="91663"/>
                    <a:pt x="58486" y="91635"/>
                    <a:pt x="58486" y="91605"/>
                  </a:cubicBezTo>
                  <a:cubicBezTo>
                    <a:pt x="58715" y="91262"/>
                    <a:pt x="58944" y="91090"/>
                    <a:pt x="59402" y="90719"/>
                  </a:cubicBezTo>
                  <a:cubicBezTo>
                    <a:pt x="60547" y="89688"/>
                    <a:pt x="60689" y="88571"/>
                    <a:pt x="60746" y="87169"/>
                  </a:cubicBezTo>
                  <a:cubicBezTo>
                    <a:pt x="60833" y="86253"/>
                    <a:pt x="60833" y="85422"/>
                    <a:pt x="60460" y="84478"/>
                  </a:cubicBezTo>
                  <a:cubicBezTo>
                    <a:pt x="60432" y="84334"/>
                    <a:pt x="60375" y="84192"/>
                    <a:pt x="60318" y="84048"/>
                  </a:cubicBezTo>
                  <a:cubicBezTo>
                    <a:pt x="60059" y="83189"/>
                    <a:pt x="59716" y="82101"/>
                    <a:pt x="59058" y="81558"/>
                  </a:cubicBezTo>
                  <a:cubicBezTo>
                    <a:pt x="58985" y="81502"/>
                    <a:pt x="58899" y="81471"/>
                    <a:pt x="58809" y="81471"/>
                  </a:cubicBezTo>
                  <a:cubicBezTo>
                    <a:pt x="58759" y="81471"/>
                    <a:pt x="58708" y="81481"/>
                    <a:pt x="58658" y="81501"/>
                  </a:cubicBezTo>
                  <a:cubicBezTo>
                    <a:pt x="58199" y="81501"/>
                    <a:pt x="57712" y="81959"/>
                    <a:pt x="57341" y="82360"/>
                  </a:cubicBezTo>
                  <a:cubicBezTo>
                    <a:pt x="56927" y="82774"/>
                    <a:pt x="56466" y="83235"/>
                    <a:pt x="56043" y="83235"/>
                  </a:cubicBezTo>
                  <a:cubicBezTo>
                    <a:pt x="55998" y="83235"/>
                    <a:pt x="55953" y="83230"/>
                    <a:pt x="55909" y="83219"/>
                  </a:cubicBezTo>
                  <a:cubicBezTo>
                    <a:pt x="55307" y="83075"/>
                    <a:pt x="54849" y="82559"/>
                    <a:pt x="54421" y="82074"/>
                  </a:cubicBezTo>
                  <a:cubicBezTo>
                    <a:pt x="54105" y="81758"/>
                    <a:pt x="53818" y="81414"/>
                    <a:pt x="53475" y="81185"/>
                  </a:cubicBezTo>
                  <a:cubicBezTo>
                    <a:pt x="53276" y="81013"/>
                    <a:pt x="53047" y="80871"/>
                    <a:pt x="52845" y="80757"/>
                  </a:cubicBezTo>
                  <a:cubicBezTo>
                    <a:pt x="52131" y="80326"/>
                    <a:pt x="51757" y="80097"/>
                    <a:pt x="51986" y="79181"/>
                  </a:cubicBezTo>
                  <a:cubicBezTo>
                    <a:pt x="51986" y="79124"/>
                    <a:pt x="52044" y="79097"/>
                    <a:pt x="52158" y="79010"/>
                  </a:cubicBezTo>
                  <a:cubicBezTo>
                    <a:pt x="52302" y="78925"/>
                    <a:pt x="52502" y="78781"/>
                    <a:pt x="52559" y="78494"/>
                  </a:cubicBezTo>
                  <a:cubicBezTo>
                    <a:pt x="52589" y="78208"/>
                    <a:pt x="52417" y="77952"/>
                    <a:pt x="52245" y="77750"/>
                  </a:cubicBezTo>
                  <a:cubicBezTo>
                    <a:pt x="52021" y="77527"/>
                    <a:pt x="51740" y="77476"/>
                    <a:pt x="51503" y="77476"/>
                  </a:cubicBezTo>
                  <a:cubicBezTo>
                    <a:pt x="51406" y="77476"/>
                    <a:pt x="51317" y="77485"/>
                    <a:pt x="51242" y="77493"/>
                  </a:cubicBezTo>
                  <a:lnTo>
                    <a:pt x="50956" y="77493"/>
                  </a:lnTo>
                  <a:cubicBezTo>
                    <a:pt x="50669" y="77292"/>
                    <a:pt x="50585" y="77093"/>
                    <a:pt x="50498" y="76834"/>
                  </a:cubicBezTo>
                  <a:cubicBezTo>
                    <a:pt x="50356" y="76490"/>
                    <a:pt x="50184" y="76032"/>
                    <a:pt x="49410" y="75776"/>
                  </a:cubicBezTo>
                  <a:cubicBezTo>
                    <a:pt x="49039" y="75632"/>
                    <a:pt x="48666" y="75547"/>
                    <a:pt x="48295" y="75460"/>
                  </a:cubicBezTo>
                  <a:cubicBezTo>
                    <a:pt x="47665" y="75288"/>
                    <a:pt x="47092" y="75146"/>
                    <a:pt x="46463" y="74773"/>
                  </a:cubicBezTo>
                  <a:cubicBezTo>
                    <a:pt x="46433" y="74773"/>
                    <a:pt x="46433" y="74773"/>
                    <a:pt x="46405" y="74745"/>
                  </a:cubicBezTo>
                  <a:cubicBezTo>
                    <a:pt x="46119" y="74658"/>
                    <a:pt x="45459" y="74429"/>
                    <a:pt x="45230" y="74200"/>
                  </a:cubicBezTo>
                  <a:cubicBezTo>
                    <a:pt x="45088" y="74029"/>
                    <a:pt x="45088" y="73944"/>
                    <a:pt x="45088" y="73772"/>
                  </a:cubicBezTo>
                  <a:cubicBezTo>
                    <a:pt x="45088" y="73600"/>
                    <a:pt x="45088" y="73371"/>
                    <a:pt x="44944" y="73085"/>
                  </a:cubicBezTo>
                  <a:cubicBezTo>
                    <a:pt x="44333" y="72134"/>
                    <a:pt x="43301" y="71791"/>
                    <a:pt x="42296" y="71791"/>
                  </a:cubicBezTo>
                  <a:cubicBezTo>
                    <a:pt x="41938" y="71791"/>
                    <a:pt x="41583" y="71835"/>
                    <a:pt x="41252" y="71910"/>
                  </a:cubicBezTo>
                  <a:cubicBezTo>
                    <a:pt x="40720" y="72062"/>
                    <a:pt x="40339" y="72136"/>
                    <a:pt x="39961" y="72136"/>
                  </a:cubicBezTo>
                  <a:cubicBezTo>
                    <a:pt x="39484" y="72136"/>
                    <a:pt x="39011" y="72019"/>
                    <a:pt x="38245" y="71796"/>
                  </a:cubicBezTo>
                  <a:cubicBezTo>
                    <a:pt x="37874" y="71654"/>
                    <a:pt x="37531" y="71539"/>
                    <a:pt x="37187" y="71452"/>
                  </a:cubicBezTo>
                  <a:cubicBezTo>
                    <a:pt x="36271" y="71166"/>
                    <a:pt x="35497" y="70937"/>
                    <a:pt x="34753" y="70193"/>
                  </a:cubicBezTo>
                  <a:cubicBezTo>
                    <a:pt x="34352" y="69822"/>
                    <a:pt x="33780" y="69478"/>
                    <a:pt x="33237" y="69162"/>
                  </a:cubicBezTo>
                  <a:cubicBezTo>
                    <a:pt x="32435" y="68704"/>
                    <a:pt x="31634" y="68218"/>
                    <a:pt x="31405" y="67589"/>
                  </a:cubicBezTo>
                  <a:cubicBezTo>
                    <a:pt x="31233" y="67131"/>
                    <a:pt x="31375" y="66815"/>
                    <a:pt x="31577" y="66386"/>
                  </a:cubicBezTo>
                  <a:cubicBezTo>
                    <a:pt x="31748" y="66013"/>
                    <a:pt x="31948" y="65585"/>
                    <a:pt x="31920" y="65012"/>
                  </a:cubicBezTo>
                  <a:cubicBezTo>
                    <a:pt x="31863" y="64238"/>
                    <a:pt x="31348" y="63409"/>
                    <a:pt x="30917" y="62665"/>
                  </a:cubicBezTo>
                  <a:cubicBezTo>
                    <a:pt x="30745" y="62406"/>
                    <a:pt x="30603" y="62177"/>
                    <a:pt x="30489" y="61948"/>
                  </a:cubicBezTo>
                  <a:cubicBezTo>
                    <a:pt x="30173" y="61376"/>
                    <a:pt x="29772" y="60890"/>
                    <a:pt x="29371" y="60432"/>
                  </a:cubicBezTo>
                  <a:cubicBezTo>
                    <a:pt x="28970" y="59944"/>
                    <a:pt x="28570" y="59486"/>
                    <a:pt x="28313" y="58943"/>
                  </a:cubicBezTo>
                  <a:cubicBezTo>
                    <a:pt x="28169" y="58600"/>
                    <a:pt x="28054" y="58227"/>
                    <a:pt x="27970" y="57856"/>
                  </a:cubicBezTo>
                  <a:cubicBezTo>
                    <a:pt x="27768" y="57253"/>
                    <a:pt x="27596" y="56596"/>
                    <a:pt x="27196" y="55994"/>
                  </a:cubicBezTo>
                  <a:cubicBezTo>
                    <a:pt x="26596" y="54936"/>
                    <a:pt x="26509" y="54562"/>
                    <a:pt x="26509" y="53504"/>
                  </a:cubicBezTo>
                  <a:cubicBezTo>
                    <a:pt x="26509" y="52703"/>
                    <a:pt x="26424" y="51844"/>
                    <a:pt x="25851" y="51356"/>
                  </a:cubicBezTo>
                  <a:cubicBezTo>
                    <a:pt x="25605" y="51133"/>
                    <a:pt x="25271" y="51014"/>
                    <a:pt x="24865" y="51014"/>
                  </a:cubicBezTo>
                  <a:cubicBezTo>
                    <a:pt x="24750" y="51014"/>
                    <a:pt x="24630" y="51023"/>
                    <a:pt x="24505" y="51042"/>
                  </a:cubicBezTo>
                  <a:cubicBezTo>
                    <a:pt x="24447" y="51042"/>
                    <a:pt x="24420" y="51070"/>
                    <a:pt x="24390" y="51100"/>
                  </a:cubicBezTo>
                  <a:lnTo>
                    <a:pt x="24305" y="51127"/>
                  </a:lnTo>
                  <a:cubicBezTo>
                    <a:pt x="23847" y="51242"/>
                    <a:pt x="23646" y="51501"/>
                    <a:pt x="23531" y="51700"/>
                  </a:cubicBezTo>
                  <a:cubicBezTo>
                    <a:pt x="23218" y="52302"/>
                    <a:pt x="23504" y="53017"/>
                    <a:pt x="23589" y="53218"/>
                  </a:cubicBezTo>
                  <a:cubicBezTo>
                    <a:pt x="23733" y="53504"/>
                    <a:pt x="23905" y="53704"/>
                    <a:pt x="24047" y="53875"/>
                  </a:cubicBezTo>
                  <a:cubicBezTo>
                    <a:pt x="24191" y="54047"/>
                    <a:pt x="24333" y="54162"/>
                    <a:pt x="24420" y="54391"/>
                  </a:cubicBezTo>
                  <a:cubicBezTo>
                    <a:pt x="24420" y="54535"/>
                    <a:pt x="24420" y="54677"/>
                    <a:pt x="24390" y="54849"/>
                  </a:cubicBezTo>
                  <a:cubicBezTo>
                    <a:pt x="24390" y="55078"/>
                    <a:pt x="24363" y="55336"/>
                    <a:pt x="24420" y="55623"/>
                  </a:cubicBezTo>
                  <a:cubicBezTo>
                    <a:pt x="24534" y="56138"/>
                    <a:pt x="24791" y="56566"/>
                    <a:pt x="25050" y="56997"/>
                  </a:cubicBezTo>
                  <a:cubicBezTo>
                    <a:pt x="25279" y="57340"/>
                    <a:pt x="25478" y="57654"/>
                    <a:pt x="25565" y="58027"/>
                  </a:cubicBezTo>
                  <a:cubicBezTo>
                    <a:pt x="25650" y="58314"/>
                    <a:pt x="25679" y="58600"/>
                    <a:pt x="25737" y="58914"/>
                  </a:cubicBezTo>
                  <a:cubicBezTo>
                    <a:pt x="25794" y="59429"/>
                    <a:pt x="25851" y="59944"/>
                    <a:pt x="26080" y="60432"/>
                  </a:cubicBezTo>
                  <a:cubicBezTo>
                    <a:pt x="26108" y="60604"/>
                    <a:pt x="26222" y="60776"/>
                    <a:pt x="26337" y="61005"/>
                  </a:cubicBezTo>
                  <a:cubicBezTo>
                    <a:pt x="26481" y="61261"/>
                    <a:pt x="26909" y="62063"/>
                    <a:pt x="26825" y="62234"/>
                  </a:cubicBezTo>
                  <a:cubicBezTo>
                    <a:pt x="26825" y="62234"/>
                    <a:pt x="26767" y="62264"/>
                    <a:pt x="26653" y="62264"/>
                  </a:cubicBezTo>
                  <a:cubicBezTo>
                    <a:pt x="26050" y="62234"/>
                    <a:pt x="25508" y="60947"/>
                    <a:pt x="25306" y="60059"/>
                  </a:cubicBezTo>
                  <a:cubicBezTo>
                    <a:pt x="25279" y="59917"/>
                    <a:pt x="25249" y="59772"/>
                    <a:pt x="25221" y="59658"/>
                  </a:cubicBezTo>
                  <a:cubicBezTo>
                    <a:pt x="25107" y="59200"/>
                    <a:pt x="25020" y="58856"/>
                    <a:pt x="24534" y="58456"/>
                  </a:cubicBezTo>
                  <a:cubicBezTo>
                    <a:pt x="24305" y="58256"/>
                    <a:pt x="24019" y="58142"/>
                    <a:pt x="23790" y="58055"/>
                  </a:cubicBezTo>
                  <a:cubicBezTo>
                    <a:pt x="23332" y="57913"/>
                    <a:pt x="23131" y="57826"/>
                    <a:pt x="23073" y="57455"/>
                  </a:cubicBezTo>
                  <a:cubicBezTo>
                    <a:pt x="23046" y="57169"/>
                    <a:pt x="23160" y="56910"/>
                    <a:pt x="23302" y="56596"/>
                  </a:cubicBezTo>
                  <a:cubicBezTo>
                    <a:pt x="23561" y="56051"/>
                    <a:pt x="23847" y="55394"/>
                    <a:pt x="23447" y="54535"/>
                  </a:cubicBezTo>
                  <a:cubicBezTo>
                    <a:pt x="23332" y="54191"/>
                    <a:pt x="23131" y="54077"/>
                    <a:pt x="22959" y="53962"/>
                  </a:cubicBezTo>
                  <a:cubicBezTo>
                    <a:pt x="22844" y="53875"/>
                    <a:pt x="22760" y="53848"/>
                    <a:pt x="22730" y="53589"/>
                  </a:cubicBezTo>
                  <a:cubicBezTo>
                    <a:pt x="22702" y="53417"/>
                    <a:pt x="22787" y="53104"/>
                    <a:pt x="22874" y="52875"/>
                  </a:cubicBezTo>
                  <a:cubicBezTo>
                    <a:pt x="22931" y="52703"/>
                    <a:pt x="22959" y="52531"/>
                    <a:pt x="22989" y="52387"/>
                  </a:cubicBezTo>
                  <a:cubicBezTo>
                    <a:pt x="23103" y="51501"/>
                    <a:pt x="22817" y="50726"/>
                    <a:pt x="22501" y="50012"/>
                  </a:cubicBezTo>
                  <a:cubicBezTo>
                    <a:pt x="22416" y="49753"/>
                    <a:pt x="22302" y="49524"/>
                    <a:pt x="22214" y="49210"/>
                  </a:cubicBezTo>
                  <a:cubicBezTo>
                    <a:pt x="22157" y="49096"/>
                    <a:pt x="22100" y="48981"/>
                    <a:pt x="22073" y="48867"/>
                  </a:cubicBezTo>
                  <a:cubicBezTo>
                    <a:pt x="21901" y="48466"/>
                    <a:pt x="21786" y="48207"/>
                    <a:pt x="21241" y="47836"/>
                  </a:cubicBezTo>
                  <a:cubicBezTo>
                    <a:pt x="21069" y="47749"/>
                    <a:pt x="20870" y="47722"/>
                    <a:pt x="20669" y="47692"/>
                  </a:cubicBezTo>
                  <a:cubicBezTo>
                    <a:pt x="20469" y="47665"/>
                    <a:pt x="20240" y="47607"/>
                    <a:pt x="20153" y="47520"/>
                  </a:cubicBezTo>
                  <a:cubicBezTo>
                    <a:pt x="19982" y="47348"/>
                    <a:pt x="20039" y="46547"/>
                    <a:pt x="20039" y="46089"/>
                  </a:cubicBezTo>
                  <a:cubicBezTo>
                    <a:pt x="20069" y="45974"/>
                    <a:pt x="20069" y="45860"/>
                    <a:pt x="20069" y="45745"/>
                  </a:cubicBezTo>
                  <a:cubicBezTo>
                    <a:pt x="20096" y="45688"/>
                    <a:pt x="20126" y="45603"/>
                    <a:pt x="20126" y="45546"/>
                  </a:cubicBezTo>
                  <a:cubicBezTo>
                    <a:pt x="20126" y="44802"/>
                    <a:pt x="20039" y="44028"/>
                    <a:pt x="19897" y="43256"/>
                  </a:cubicBezTo>
                  <a:cubicBezTo>
                    <a:pt x="19840" y="43027"/>
                    <a:pt x="19725" y="42741"/>
                    <a:pt x="19611" y="42425"/>
                  </a:cubicBezTo>
                  <a:cubicBezTo>
                    <a:pt x="19382" y="41852"/>
                    <a:pt x="19123" y="41138"/>
                    <a:pt x="19153" y="40794"/>
                  </a:cubicBezTo>
                  <a:cubicBezTo>
                    <a:pt x="19210" y="40393"/>
                    <a:pt x="19553" y="40164"/>
                    <a:pt x="19924" y="39906"/>
                  </a:cubicBezTo>
                  <a:cubicBezTo>
                    <a:pt x="20268" y="39649"/>
                    <a:pt x="20669" y="39390"/>
                    <a:pt x="20840" y="38962"/>
                  </a:cubicBezTo>
                  <a:cubicBezTo>
                    <a:pt x="21127" y="38390"/>
                    <a:pt x="21099" y="37817"/>
                    <a:pt x="21099" y="37302"/>
                  </a:cubicBezTo>
                  <a:cubicBezTo>
                    <a:pt x="21069" y="36699"/>
                    <a:pt x="21069" y="36157"/>
                    <a:pt x="21470" y="35699"/>
                  </a:cubicBezTo>
                  <a:cubicBezTo>
                    <a:pt x="21814" y="35298"/>
                    <a:pt x="22157" y="35012"/>
                    <a:pt x="22558" y="34696"/>
                  </a:cubicBezTo>
                  <a:cubicBezTo>
                    <a:pt x="23103" y="34267"/>
                    <a:pt x="23676" y="33809"/>
                    <a:pt x="24104" y="33035"/>
                  </a:cubicBezTo>
                  <a:cubicBezTo>
                    <a:pt x="24763" y="32034"/>
                    <a:pt x="25336" y="30947"/>
                    <a:pt x="25707" y="30088"/>
                  </a:cubicBezTo>
                  <a:cubicBezTo>
                    <a:pt x="26138" y="29000"/>
                    <a:pt x="25908" y="28627"/>
                    <a:pt x="25478" y="28169"/>
                  </a:cubicBezTo>
                  <a:cubicBezTo>
                    <a:pt x="25336" y="27997"/>
                    <a:pt x="25164" y="27798"/>
                    <a:pt x="25020" y="27482"/>
                  </a:cubicBezTo>
                  <a:cubicBezTo>
                    <a:pt x="24848" y="27138"/>
                    <a:pt x="24905" y="26824"/>
                    <a:pt x="25077" y="26680"/>
                  </a:cubicBezTo>
                  <a:cubicBezTo>
                    <a:pt x="25136" y="26623"/>
                    <a:pt x="25208" y="26602"/>
                    <a:pt x="25281" y="26602"/>
                  </a:cubicBezTo>
                  <a:cubicBezTo>
                    <a:pt x="25388" y="26602"/>
                    <a:pt x="25497" y="26646"/>
                    <a:pt x="25565" y="26680"/>
                  </a:cubicBezTo>
                  <a:cubicBezTo>
                    <a:pt x="25650" y="26767"/>
                    <a:pt x="25764" y="27195"/>
                    <a:pt x="25851" y="27482"/>
                  </a:cubicBezTo>
                  <a:cubicBezTo>
                    <a:pt x="26080" y="28198"/>
                    <a:pt x="26279" y="28856"/>
                    <a:pt x="26738" y="29057"/>
                  </a:cubicBezTo>
                  <a:cubicBezTo>
                    <a:pt x="26831" y="29096"/>
                    <a:pt x="26923" y="29117"/>
                    <a:pt x="27016" y="29117"/>
                  </a:cubicBezTo>
                  <a:cubicBezTo>
                    <a:pt x="27124" y="29117"/>
                    <a:pt x="27231" y="29089"/>
                    <a:pt x="27340" y="29027"/>
                  </a:cubicBezTo>
                  <a:cubicBezTo>
                    <a:pt x="27454" y="28970"/>
                    <a:pt x="27626" y="28828"/>
                    <a:pt x="27683" y="28512"/>
                  </a:cubicBezTo>
                  <a:cubicBezTo>
                    <a:pt x="27912" y="27626"/>
                    <a:pt x="27168" y="25707"/>
                    <a:pt x="26939" y="25363"/>
                  </a:cubicBezTo>
                  <a:cubicBezTo>
                    <a:pt x="26738" y="25020"/>
                    <a:pt x="26481" y="24676"/>
                    <a:pt x="26195" y="24362"/>
                  </a:cubicBezTo>
                  <a:cubicBezTo>
                    <a:pt x="25794" y="23875"/>
                    <a:pt x="25393" y="23417"/>
                    <a:pt x="25336" y="22901"/>
                  </a:cubicBezTo>
                  <a:cubicBezTo>
                    <a:pt x="25306" y="22416"/>
                    <a:pt x="25508" y="21871"/>
                    <a:pt x="25737" y="21328"/>
                  </a:cubicBezTo>
                  <a:cubicBezTo>
                    <a:pt x="25908" y="20870"/>
                    <a:pt x="26080" y="20412"/>
                    <a:pt x="26138" y="19924"/>
                  </a:cubicBezTo>
                  <a:cubicBezTo>
                    <a:pt x="26451" y="17176"/>
                    <a:pt x="25020" y="14572"/>
                    <a:pt x="22760" y="13741"/>
                  </a:cubicBezTo>
                  <a:cubicBezTo>
                    <a:pt x="22187" y="13569"/>
                    <a:pt x="21642" y="13397"/>
                    <a:pt x="21099" y="13226"/>
                  </a:cubicBezTo>
                  <a:cubicBezTo>
                    <a:pt x="20554" y="13054"/>
                    <a:pt x="20011" y="12912"/>
                    <a:pt x="19466" y="12740"/>
                  </a:cubicBezTo>
                  <a:cubicBezTo>
                    <a:pt x="19120" y="12617"/>
                    <a:pt x="18810" y="12564"/>
                    <a:pt x="18525" y="12564"/>
                  </a:cubicBezTo>
                  <a:cubicBezTo>
                    <a:pt x="17752" y="12564"/>
                    <a:pt x="17158" y="12952"/>
                    <a:pt x="16489" y="13370"/>
                  </a:cubicBezTo>
                  <a:lnTo>
                    <a:pt x="16203" y="13569"/>
                  </a:lnTo>
                  <a:cubicBezTo>
                    <a:pt x="16004" y="13684"/>
                    <a:pt x="15802" y="13855"/>
                    <a:pt x="15546" y="14057"/>
                  </a:cubicBezTo>
                  <a:cubicBezTo>
                    <a:pt x="15028" y="14496"/>
                    <a:pt x="14322" y="15078"/>
                    <a:pt x="13811" y="15078"/>
                  </a:cubicBezTo>
                  <a:cubicBezTo>
                    <a:pt x="13757" y="15078"/>
                    <a:pt x="13705" y="15071"/>
                    <a:pt x="13656" y="15058"/>
                  </a:cubicBezTo>
                  <a:cubicBezTo>
                    <a:pt x="13569" y="15030"/>
                    <a:pt x="13512" y="15000"/>
                    <a:pt x="13484" y="14973"/>
                  </a:cubicBezTo>
                  <a:cubicBezTo>
                    <a:pt x="13626" y="14829"/>
                    <a:pt x="13970" y="14629"/>
                    <a:pt x="14172" y="14515"/>
                  </a:cubicBezTo>
                  <a:cubicBezTo>
                    <a:pt x="14371" y="14371"/>
                    <a:pt x="14572" y="14256"/>
                    <a:pt x="14714" y="14142"/>
                  </a:cubicBezTo>
                  <a:cubicBezTo>
                    <a:pt x="15317" y="13599"/>
                    <a:pt x="15516" y="13168"/>
                    <a:pt x="15317" y="12825"/>
                  </a:cubicBezTo>
                  <a:cubicBezTo>
                    <a:pt x="15195" y="12605"/>
                    <a:pt x="14969" y="12537"/>
                    <a:pt x="14728" y="12537"/>
                  </a:cubicBezTo>
                  <a:cubicBezTo>
                    <a:pt x="14403" y="12537"/>
                    <a:pt x="14050" y="12662"/>
                    <a:pt x="13885" y="12710"/>
                  </a:cubicBezTo>
                  <a:cubicBezTo>
                    <a:pt x="12997" y="12997"/>
                    <a:pt x="12339" y="13512"/>
                    <a:pt x="11652" y="14057"/>
                  </a:cubicBezTo>
                  <a:cubicBezTo>
                    <a:pt x="11394" y="14256"/>
                    <a:pt x="11137" y="14458"/>
                    <a:pt x="10851" y="14657"/>
                  </a:cubicBezTo>
                  <a:cubicBezTo>
                    <a:pt x="10336" y="15030"/>
                    <a:pt x="9763" y="15287"/>
                    <a:pt x="9161" y="15545"/>
                  </a:cubicBezTo>
                  <a:cubicBezTo>
                    <a:pt x="8416" y="15859"/>
                    <a:pt x="7645" y="16203"/>
                    <a:pt x="6985" y="16775"/>
                  </a:cubicBezTo>
                  <a:cubicBezTo>
                    <a:pt x="5813" y="17749"/>
                    <a:pt x="5125" y="17950"/>
                    <a:pt x="3637" y="18294"/>
                  </a:cubicBezTo>
                  <a:cubicBezTo>
                    <a:pt x="3493" y="18351"/>
                    <a:pt x="3321" y="18436"/>
                    <a:pt x="3064" y="18550"/>
                  </a:cubicBezTo>
                  <a:cubicBezTo>
                    <a:pt x="1765" y="19137"/>
                    <a:pt x="1171" y="19279"/>
                    <a:pt x="912" y="19279"/>
                  </a:cubicBezTo>
                  <a:cubicBezTo>
                    <a:pt x="818" y="19279"/>
                    <a:pt x="768" y="19260"/>
                    <a:pt x="744" y="19237"/>
                  </a:cubicBezTo>
                  <a:cubicBezTo>
                    <a:pt x="744" y="19237"/>
                    <a:pt x="744" y="19210"/>
                    <a:pt x="717" y="19210"/>
                  </a:cubicBezTo>
                  <a:cubicBezTo>
                    <a:pt x="831" y="18951"/>
                    <a:pt x="2004" y="18294"/>
                    <a:pt x="2950" y="17893"/>
                  </a:cubicBezTo>
                  <a:cubicBezTo>
                    <a:pt x="3149" y="17778"/>
                    <a:pt x="3522" y="17664"/>
                    <a:pt x="3923" y="17577"/>
                  </a:cubicBezTo>
                  <a:cubicBezTo>
                    <a:pt x="4752" y="17348"/>
                    <a:pt x="5611" y="17119"/>
                    <a:pt x="5927" y="16633"/>
                  </a:cubicBezTo>
                  <a:cubicBezTo>
                    <a:pt x="6069" y="16432"/>
                    <a:pt x="6413" y="15974"/>
                    <a:pt x="6184" y="15603"/>
                  </a:cubicBezTo>
                  <a:cubicBezTo>
                    <a:pt x="6053" y="15406"/>
                    <a:pt x="5845" y="15335"/>
                    <a:pt x="5587" y="15335"/>
                  </a:cubicBezTo>
                  <a:cubicBezTo>
                    <a:pt x="5279" y="15335"/>
                    <a:pt x="4900" y="15436"/>
                    <a:pt x="4496" y="15545"/>
                  </a:cubicBezTo>
                  <a:cubicBezTo>
                    <a:pt x="4267" y="15603"/>
                    <a:pt x="3951" y="15687"/>
                    <a:pt x="3893" y="15687"/>
                  </a:cubicBezTo>
                  <a:cubicBezTo>
                    <a:pt x="3637" y="15630"/>
                    <a:pt x="3522" y="15545"/>
                    <a:pt x="3465" y="15516"/>
                  </a:cubicBezTo>
                  <a:cubicBezTo>
                    <a:pt x="3522" y="15431"/>
                    <a:pt x="3694" y="15259"/>
                    <a:pt x="3779" y="15172"/>
                  </a:cubicBezTo>
                  <a:cubicBezTo>
                    <a:pt x="4008" y="14916"/>
                    <a:pt x="4267" y="14657"/>
                    <a:pt x="4267" y="14313"/>
                  </a:cubicBezTo>
                  <a:cubicBezTo>
                    <a:pt x="4267" y="14199"/>
                    <a:pt x="4209" y="14027"/>
                    <a:pt x="4008" y="13885"/>
                  </a:cubicBezTo>
                  <a:cubicBezTo>
                    <a:pt x="3876" y="13772"/>
                    <a:pt x="3728" y="13729"/>
                    <a:pt x="3573" y="13729"/>
                  </a:cubicBezTo>
                  <a:cubicBezTo>
                    <a:pt x="3293" y="13729"/>
                    <a:pt x="2986" y="13870"/>
                    <a:pt x="2691" y="14000"/>
                  </a:cubicBezTo>
                  <a:cubicBezTo>
                    <a:pt x="2577" y="14057"/>
                    <a:pt x="2377" y="14142"/>
                    <a:pt x="2263" y="14171"/>
                  </a:cubicBezTo>
                  <a:cubicBezTo>
                    <a:pt x="2233" y="14084"/>
                    <a:pt x="2233" y="13942"/>
                    <a:pt x="2290" y="13626"/>
                  </a:cubicBezTo>
                  <a:cubicBezTo>
                    <a:pt x="2634" y="11680"/>
                    <a:pt x="5183" y="11107"/>
                    <a:pt x="7244" y="10622"/>
                  </a:cubicBezTo>
                  <a:cubicBezTo>
                    <a:pt x="8016" y="10450"/>
                    <a:pt x="8732" y="10306"/>
                    <a:pt x="9275" y="10077"/>
                  </a:cubicBezTo>
                  <a:cubicBezTo>
                    <a:pt x="9390" y="10019"/>
                    <a:pt x="9534" y="9962"/>
                    <a:pt x="9676" y="9905"/>
                  </a:cubicBezTo>
                  <a:cubicBezTo>
                    <a:pt x="10878" y="9447"/>
                    <a:pt x="11623" y="9161"/>
                    <a:pt x="11565" y="8618"/>
                  </a:cubicBezTo>
                  <a:cubicBezTo>
                    <a:pt x="11481" y="8160"/>
                    <a:pt x="10851" y="8045"/>
                    <a:pt x="10249" y="7988"/>
                  </a:cubicBezTo>
                  <a:lnTo>
                    <a:pt x="9218" y="7988"/>
                  </a:lnTo>
                  <a:cubicBezTo>
                    <a:pt x="9066" y="7988"/>
                    <a:pt x="8915" y="7990"/>
                    <a:pt x="8764" y="7990"/>
                  </a:cubicBezTo>
                  <a:cubicBezTo>
                    <a:pt x="8373" y="7990"/>
                    <a:pt x="7986" y="7976"/>
                    <a:pt x="7615" y="7874"/>
                  </a:cubicBezTo>
                  <a:cubicBezTo>
                    <a:pt x="7901" y="7500"/>
                    <a:pt x="8531" y="7072"/>
                    <a:pt x="8961" y="6870"/>
                  </a:cubicBezTo>
                  <a:cubicBezTo>
                    <a:pt x="9441" y="6618"/>
                    <a:pt x="9654" y="6522"/>
                    <a:pt x="10052" y="6522"/>
                  </a:cubicBezTo>
                  <a:cubicBezTo>
                    <a:pt x="10105" y="6522"/>
                    <a:pt x="10161" y="6524"/>
                    <a:pt x="10221" y="6527"/>
                  </a:cubicBezTo>
                  <a:cubicBezTo>
                    <a:pt x="10478" y="6614"/>
                    <a:pt x="10707" y="6786"/>
                    <a:pt x="10908" y="6957"/>
                  </a:cubicBezTo>
                  <a:cubicBezTo>
                    <a:pt x="11107" y="7129"/>
                    <a:pt x="11279" y="7301"/>
                    <a:pt x="11508" y="7328"/>
                  </a:cubicBezTo>
                  <a:cubicBezTo>
                    <a:pt x="11585" y="7353"/>
                    <a:pt x="11674" y="7364"/>
                    <a:pt x="11772" y="7364"/>
                  </a:cubicBezTo>
                  <a:cubicBezTo>
                    <a:pt x="12365" y="7364"/>
                    <a:pt x="13275" y="6954"/>
                    <a:pt x="13741" y="6584"/>
                  </a:cubicBezTo>
                  <a:cubicBezTo>
                    <a:pt x="14114" y="6328"/>
                    <a:pt x="14286" y="6041"/>
                    <a:pt x="14286" y="5755"/>
                  </a:cubicBezTo>
                  <a:cubicBezTo>
                    <a:pt x="14286" y="5297"/>
                    <a:pt x="13885" y="4981"/>
                    <a:pt x="13484" y="4695"/>
                  </a:cubicBezTo>
                  <a:cubicBezTo>
                    <a:pt x="12939" y="4324"/>
                    <a:pt x="12797" y="4180"/>
                    <a:pt x="12882" y="3980"/>
                  </a:cubicBezTo>
                  <a:cubicBezTo>
                    <a:pt x="13111" y="3836"/>
                    <a:pt x="14256" y="3664"/>
                    <a:pt x="14886" y="3580"/>
                  </a:cubicBezTo>
                  <a:cubicBezTo>
                    <a:pt x="15516" y="3492"/>
                    <a:pt x="16004" y="3435"/>
                    <a:pt x="16233" y="3351"/>
                  </a:cubicBezTo>
                  <a:cubicBezTo>
                    <a:pt x="17405" y="2977"/>
                    <a:pt x="18665" y="2549"/>
                    <a:pt x="19753" y="2118"/>
                  </a:cubicBezTo>
                  <a:cubicBezTo>
                    <a:pt x="20783" y="1690"/>
                    <a:pt x="21699" y="1690"/>
                    <a:pt x="22874" y="1690"/>
                  </a:cubicBezTo>
                  <a:cubicBezTo>
                    <a:pt x="23561" y="1660"/>
                    <a:pt x="24161" y="1518"/>
                    <a:pt x="24763" y="1374"/>
                  </a:cubicBezTo>
                  <a:cubicBezTo>
                    <a:pt x="25221" y="1289"/>
                    <a:pt x="25679" y="1175"/>
                    <a:pt x="26165" y="1118"/>
                  </a:cubicBezTo>
                  <a:cubicBezTo>
                    <a:pt x="26252" y="1118"/>
                    <a:pt x="26309" y="1088"/>
                    <a:pt x="26367" y="1031"/>
                  </a:cubicBezTo>
                  <a:cubicBezTo>
                    <a:pt x="27054" y="1031"/>
                    <a:pt x="27596" y="1260"/>
                    <a:pt x="28256" y="1518"/>
                  </a:cubicBezTo>
                  <a:cubicBezTo>
                    <a:pt x="28398" y="1546"/>
                    <a:pt x="28542" y="1603"/>
                    <a:pt x="28714" y="1690"/>
                  </a:cubicBezTo>
                  <a:cubicBezTo>
                    <a:pt x="29509" y="1932"/>
                    <a:pt x="30373" y="1988"/>
                    <a:pt x="31225" y="1988"/>
                  </a:cubicBezTo>
                  <a:cubicBezTo>
                    <a:pt x="31478" y="1988"/>
                    <a:pt x="31729" y="1983"/>
                    <a:pt x="31977" y="1976"/>
                  </a:cubicBezTo>
                  <a:lnTo>
                    <a:pt x="32493" y="1976"/>
                  </a:lnTo>
                  <a:cubicBezTo>
                    <a:pt x="32749" y="1976"/>
                    <a:pt x="33065" y="1947"/>
                    <a:pt x="33379" y="1919"/>
                  </a:cubicBezTo>
                  <a:cubicBezTo>
                    <a:pt x="33764" y="1887"/>
                    <a:pt x="34212" y="1846"/>
                    <a:pt x="34607" y="1846"/>
                  </a:cubicBezTo>
                  <a:cubicBezTo>
                    <a:pt x="34917" y="1846"/>
                    <a:pt x="35195" y="1871"/>
                    <a:pt x="35383" y="1947"/>
                  </a:cubicBezTo>
                  <a:cubicBezTo>
                    <a:pt x="35584" y="2034"/>
                    <a:pt x="35584" y="2091"/>
                    <a:pt x="35612" y="2233"/>
                  </a:cubicBezTo>
                  <a:cubicBezTo>
                    <a:pt x="35642" y="2405"/>
                    <a:pt x="35699" y="2663"/>
                    <a:pt x="35955" y="2920"/>
                  </a:cubicBezTo>
                  <a:cubicBezTo>
                    <a:pt x="35985" y="2920"/>
                    <a:pt x="35985" y="2920"/>
                    <a:pt x="36013" y="2950"/>
                  </a:cubicBezTo>
                  <a:cubicBezTo>
                    <a:pt x="36271" y="3092"/>
                    <a:pt x="36700" y="3206"/>
                    <a:pt x="37130" y="3321"/>
                  </a:cubicBezTo>
                  <a:cubicBezTo>
                    <a:pt x="37359" y="3378"/>
                    <a:pt x="37588" y="3435"/>
                    <a:pt x="37730" y="3492"/>
                  </a:cubicBezTo>
                  <a:cubicBezTo>
                    <a:pt x="38174" y="3641"/>
                    <a:pt x="38530" y="3694"/>
                    <a:pt x="38847" y="3694"/>
                  </a:cubicBezTo>
                  <a:cubicBezTo>
                    <a:pt x="39205" y="3694"/>
                    <a:pt x="39515" y="3626"/>
                    <a:pt x="39849" y="3550"/>
                  </a:cubicBezTo>
                  <a:cubicBezTo>
                    <a:pt x="40135" y="3465"/>
                    <a:pt x="40451" y="3408"/>
                    <a:pt x="40822" y="3351"/>
                  </a:cubicBezTo>
                  <a:cubicBezTo>
                    <a:pt x="41882" y="3263"/>
                    <a:pt x="42482" y="2977"/>
                    <a:pt x="43199" y="2663"/>
                  </a:cubicBezTo>
                  <a:cubicBezTo>
                    <a:pt x="43485" y="2519"/>
                    <a:pt x="43772" y="2405"/>
                    <a:pt x="44143" y="2263"/>
                  </a:cubicBezTo>
                  <a:cubicBezTo>
                    <a:pt x="44631" y="2100"/>
                    <a:pt x="45234" y="2024"/>
                    <a:pt x="45974" y="2024"/>
                  </a:cubicBezTo>
                  <a:cubicBezTo>
                    <a:pt x="46276" y="2024"/>
                    <a:pt x="46600" y="2037"/>
                    <a:pt x="46948" y="2061"/>
                  </a:cubicBezTo>
                  <a:cubicBezTo>
                    <a:pt x="47463" y="2091"/>
                    <a:pt x="47692" y="2290"/>
                    <a:pt x="47979" y="2519"/>
                  </a:cubicBezTo>
                  <a:cubicBezTo>
                    <a:pt x="48180" y="2691"/>
                    <a:pt x="48437" y="2920"/>
                    <a:pt x="48837" y="3064"/>
                  </a:cubicBezTo>
                  <a:cubicBezTo>
                    <a:pt x="49158" y="3171"/>
                    <a:pt x="49533" y="3200"/>
                    <a:pt x="49923" y="3200"/>
                  </a:cubicBezTo>
                  <a:cubicBezTo>
                    <a:pt x="50161" y="3200"/>
                    <a:pt x="50404" y="3189"/>
                    <a:pt x="50642" y="3179"/>
                  </a:cubicBezTo>
                  <a:cubicBezTo>
                    <a:pt x="50860" y="3179"/>
                    <a:pt x="51079" y="3171"/>
                    <a:pt x="51287" y="3171"/>
                  </a:cubicBezTo>
                  <a:cubicBezTo>
                    <a:pt x="51487" y="3171"/>
                    <a:pt x="51676" y="3178"/>
                    <a:pt x="51844" y="3206"/>
                  </a:cubicBezTo>
                  <a:cubicBezTo>
                    <a:pt x="52531" y="3293"/>
                    <a:pt x="53131" y="3435"/>
                    <a:pt x="53647" y="3637"/>
                  </a:cubicBezTo>
                  <a:cubicBezTo>
                    <a:pt x="54192" y="3809"/>
                    <a:pt x="54421" y="4122"/>
                    <a:pt x="54707" y="4496"/>
                  </a:cubicBezTo>
                  <a:cubicBezTo>
                    <a:pt x="54936" y="4782"/>
                    <a:pt x="55193" y="5125"/>
                    <a:pt x="55623" y="5412"/>
                  </a:cubicBezTo>
                  <a:cubicBezTo>
                    <a:pt x="56172" y="5723"/>
                    <a:pt x="56717" y="5842"/>
                    <a:pt x="57254" y="5842"/>
                  </a:cubicBezTo>
                  <a:cubicBezTo>
                    <a:pt x="58199" y="5842"/>
                    <a:pt x="59115" y="5472"/>
                    <a:pt x="59974" y="5125"/>
                  </a:cubicBezTo>
                  <a:cubicBezTo>
                    <a:pt x="60762" y="4794"/>
                    <a:pt x="61535" y="4492"/>
                    <a:pt x="62261" y="4492"/>
                  </a:cubicBezTo>
                  <a:cubicBezTo>
                    <a:pt x="62536" y="4492"/>
                    <a:pt x="62805" y="4535"/>
                    <a:pt x="63066" y="4638"/>
                  </a:cubicBezTo>
                  <a:cubicBezTo>
                    <a:pt x="63238" y="4725"/>
                    <a:pt x="63410" y="4867"/>
                    <a:pt x="63609" y="5011"/>
                  </a:cubicBezTo>
                  <a:cubicBezTo>
                    <a:pt x="63810" y="5183"/>
                    <a:pt x="64039" y="5354"/>
                    <a:pt x="64326" y="5439"/>
                  </a:cubicBezTo>
                  <a:cubicBezTo>
                    <a:pt x="64501" y="5495"/>
                    <a:pt x="64655" y="5518"/>
                    <a:pt x="64795" y="5518"/>
                  </a:cubicBezTo>
                  <a:cubicBezTo>
                    <a:pt x="65157" y="5518"/>
                    <a:pt x="65414" y="5364"/>
                    <a:pt x="65642" y="5240"/>
                  </a:cubicBezTo>
                  <a:cubicBezTo>
                    <a:pt x="65784" y="5153"/>
                    <a:pt x="65929" y="5068"/>
                    <a:pt x="66071" y="5011"/>
                  </a:cubicBezTo>
                  <a:cubicBezTo>
                    <a:pt x="66172" y="4998"/>
                    <a:pt x="66276" y="4992"/>
                    <a:pt x="66382" y="4992"/>
                  </a:cubicBezTo>
                  <a:cubicBezTo>
                    <a:pt x="66756" y="4992"/>
                    <a:pt x="67158" y="5064"/>
                    <a:pt x="67559" y="5153"/>
                  </a:cubicBezTo>
                  <a:cubicBezTo>
                    <a:pt x="67875" y="5210"/>
                    <a:pt x="68189" y="5297"/>
                    <a:pt x="68562" y="5325"/>
                  </a:cubicBezTo>
                  <a:cubicBezTo>
                    <a:pt x="69135" y="5325"/>
                    <a:pt x="69391" y="5210"/>
                    <a:pt x="69678" y="5125"/>
                  </a:cubicBezTo>
                  <a:cubicBezTo>
                    <a:pt x="69822" y="5068"/>
                    <a:pt x="69964" y="5011"/>
                    <a:pt x="70193" y="4954"/>
                  </a:cubicBezTo>
                  <a:cubicBezTo>
                    <a:pt x="70536" y="4867"/>
                    <a:pt x="70823" y="4867"/>
                    <a:pt x="71052" y="4839"/>
                  </a:cubicBezTo>
                  <a:cubicBezTo>
                    <a:pt x="71853" y="4782"/>
                    <a:pt x="72341" y="4695"/>
                    <a:pt x="72856" y="3435"/>
                  </a:cubicBezTo>
                  <a:cubicBezTo>
                    <a:pt x="72941" y="3236"/>
                    <a:pt x="72998" y="3064"/>
                    <a:pt x="73028" y="2920"/>
                  </a:cubicBezTo>
                  <a:cubicBezTo>
                    <a:pt x="73113" y="2634"/>
                    <a:pt x="73143" y="2549"/>
                    <a:pt x="73429" y="2405"/>
                  </a:cubicBezTo>
                  <a:cubicBezTo>
                    <a:pt x="73458" y="2391"/>
                    <a:pt x="73486" y="2384"/>
                    <a:pt x="73525" y="2384"/>
                  </a:cubicBezTo>
                  <a:cubicBezTo>
                    <a:pt x="73565" y="2384"/>
                    <a:pt x="73614" y="2391"/>
                    <a:pt x="73685" y="2405"/>
                  </a:cubicBezTo>
                  <a:cubicBezTo>
                    <a:pt x="73743" y="2405"/>
                    <a:pt x="73812" y="2409"/>
                    <a:pt x="73890" y="2409"/>
                  </a:cubicBezTo>
                  <a:cubicBezTo>
                    <a:pt x="74083" y="2409"/>
                    <a:pt x="74329" y="2380"/>
                    <a:pt x="74574" y="2176"/>
                  </a:cubicBezTo>
                  <a:cubicBezTo>
                    <a:pt x="74716" y="2004"/>
                    <a:pt x="74746" y="1775"/>
                    <a:pt x="74773" y="1603"/>
                  </a:cubicBezTo>
                  <a:lnTo>
                    <a:pt x="74773" y="1489"/>
                  </a:lnTo>
                  <a:cubicBezTo>
                    <a:pt x="75494" y="743"/>
                    <a:pt x="75815" y="717"/>
                    <a:pt x="75903" y="717"/>
                  </a:cubicBezTo>
                  <a:close/>
                  <a:moveTo>
                    <a:pt x="75870" y="1"/>
                  </a:moveTo>
                  <a:cubicBezTo>
                    <a:pt x="75299" y="1"/>
                    <a:pt x="74693" y="544"/>
                    <a:pt x="74288" y="973"/>
                  </a:cubicBezTo>
                  <a:cubicBezTo>
                    <a:pt x="74086" y="1118"/>
                    <a:pt x="74059" y="1347"/>
                    <a:pt x="74059" y="1518"/>
                  </a:cubicBezTo>
                  <a:cubicBezTo>
                    <a:pt x="74029" y="1576"/>
                    <a:pt x="74029" y="1633"/>
                    <a:pt x="74029" y="1660"/>
                  </a:cubicBezTo>
                  <a:cubicBezTo>
                    <a:pt x="74000" y="1675"/>
                    <a:pt x="73972" y="1683"/>
                    <a:pt x="73932" y="1683"/>
                  </a:cubicBezTo>
                  <a:cubicBezTo>
                    <a:pt x="73893" y="1683"/>
                    <a:pt x="73843" y="1675"/>
                    <a:pt x="73772" y="1660"/>
                  </a:cubicBezTo>
                  <a:cubicBezTo>
                    <a:pt x="73717" y="1660"/>
                    <a:pt x="73655" y="1657"/>
                    <a:pt x="73587" y="1657"/>
                  </a:cubicBezTo>
                  <a:cubicBezTo>
                    <a:pt x="73446" y="1657"/>
                    <a:pt x="73279" y="1670"/>
                    <a:pt x="73085" y="1747"/>
                  </a:cubicBezTo>
                  <a:cubicBezTo>
                    <a:pt x="72570" y="2061"/>
                    <a:pt x="72456" y="2320"/>
                    <a:pt x="72341" y="2721"/>
                  </a:cubicBezTo>
                  <a:cubicBezTo>
                    <a:pt x="72311" y="2835"/>
                    <a:pt x="72254" y="2977"/>
                    <a:pt x="72197" y="3149"/>
                  </a:cubicBezTo>
                  <a:cubicBezTo>
                    <a:pt x="71826" y="4065"/>
                    <a:pt x="71654" y="4065"/>
                    <a:pt x="71024" y="4122"/>
                  </a:cubicBezTo>
                  <a:cubicBezTo>
                    <a:pt x="70765" y="4122"/>
                    <a:pt x="70452" y="4152"/>
                    <a:pt x="70051" y="4237"/>
                  </a:cubicBezTo>
                  <a:cubicBezTo>
                    <a:pt x="69765" y="4294"/>
                    <a:pt x="69563" y="4381"/>
                    <a:pt x="69421" y="4438"/>
                  </a:cubicBezTo>
                  <a:cubicBezTo>
                    <a:pt x="69162" y="4523"/>
                    <a:pt x="68991" y="4580"/>
                    <a:pt x="68590" y="4580"/>
                  </a:cubicBezTo>
                  <a:cubicBezTo>
                    <a:pt x="68304" y="4580"/>
                    <a:pt x="68017" y="4523"/>
                    <a:pt x="67731" y="4438"/>
                  </a:cubicBezTo>
                  <a:cubicBezTo>
                    <a:pt x="67307" y="4357"/>
                    <a:pt x="66896" y="4276"/>
                    <a:pt x="66469" y="4276"/>
                  </a:cubicBezTo>
                  <a:cubicBezTo>
                    <a:pt x="66293" y="4276"/>
                    <a:pt x="66113" y="4290"/>
                    <a:pt x="65929" y="4324"/>
                  </a:cubicBezTo>
                  <a:cubicBezTo>
                    <a:pt x="65642" y="4381"/>
                    <a:pt x="65441" y="4496"/>
                    <a:pt x="65269" y="4610"/>
                  </a:cubicBezTo>
                  <a:cubicBezTo>
                    <a:pt x="65083" y="4713"/>
                    <a:pt x="64957" y="4787"/>
                    <a:pt x="64782" y="4787"/>
                  </a:cubicBezTo>
                  <a:cubicBezTo>
                    <a:pt x="64715" y="4787"/>
                    <a:pt x="64641" y="4776"/>
                    <a:pt x="64555" y="4752"/>
                  </a:cubicBezTo>
                  <a:cubicBezTo>
                    <a:pt x="64410" y="4695"/>
                    <a:pt x="64239" y="4580"/>
                    <a:pt x="64067" y="4438"/>
                  </a:cubicBezTo>
                  <a:cubicBezTo>
                    <a:pt x="63868" y="4267"/>
                    <a:pt x="63639" y="4095"/>
                    <a:pt x="63352" y="3980"/>
                  </a:cubicBezTo>
                  <a:cubicBezTo>
                    <a:pt x="62989" y="3828"/>
                    <a:pt x="62626" y="3766"/>
                    <a:pt x="62264" y="3766"/>
                  </a:cubicBezTo>
                  <a:cubicBezTo>
                    <a:pt x="61398" y="3766"/>
                    <a:pt x="60536" y="4123"/>
                    <a:pt x="59688" y="4466"/>
                  </a:cubicBezTo>
                  <a:cubicBezTo>
                    <a:pt x="58845" y="4803"/>
                    <a:pt x="58038" y="5128"/>
                    <a:pt x="57245" y="5128"/>
                  </a:cubicBezTo>
                  <a:cubicBezTo>
                    <a:pt x="56826" y="5128"/>
                    <a:pt x="56410" y="5037"/>
                    <a:pt x="55994" y="4809"/>
                  </a:cubicBezTo>
                  <a:cubicBezTo>
                    <a:pt x="55680" y="4580"/>
                    <a:pt x="55509" y="4324"/>
                    <a:pt x="55307" y="4065"/>
                  </a:cubicBezTo>
                  <a:cubicBezTo>
                    <a:pt x="54993" y="3664"/>
                    <a:pt x="54650" y="3179"/>
                    <a:pt x="53876" y="2950"/>
                  </a:cubicBezTo>
                  <a:cubicBezTo>
                    <a:pt x="53360" y="2748"/>
                    <a:pt x="52673" y="2576"/>
                    <a:pt x="51959" y="2492"/>
                  </a:cubicBezTo>
                  <a:cubicBezTo>
                    <a:pt x="51705" y="2458"/>
                    <a:pt x="51441" y="2444"/>
                    <a:pt x="51173" y="2444"/>
                  </a:cubicBezTo>
                  <a:cubicBezTo>
                    <a:pt x="50987" y="2444"/>
                    <a:pt x="50800" y="2451"/>
                    <a:pt x="50612" y="2462"/>
                  </a:cubicBezTo>
                  <a:cubicBezTo>
                    <a:pt x="50378" y="2474"/>
                    <a:pt x="50144" y="2486"/>
                    <a:pt x="49922" y="2486"/>
                  </a:cubicBezTo>
                  <a:cubicBezTo>
                    <a:pt x="49601" y="2486"/>
                    <a:pt x="49303" y="2461"/>
                    <a:pt x="49066" y="2377"/>
                  </a:cubicBezTo>
                  <a:cubicBezTo>
                    <a:pt x="48810" y="2263"/>
                    <a:pt x="48638" y="2118"/>
                    <a:pt x="48437" y="1976"/>
                  </a:cubicBezTo>
                  <a:cubicBezTo>
                    <a:pt x="48123" y="1690"/>
                    <a:pt x="47750" y="1374"/>
                    <a:pt x="46978" y="1347"/>
                  </a:cubicBezTo>
                  <a:cubicBezTo>
                    <a:pt x="46600" y="1313"/>
                    <a:pt x="46248" y="1297"/>
                    <a:pt x="45917" y="1297"/>
                  </a:cubicBezTo>
                  <a:cubicBezTo>
                    <a:pt x="45119" y="1297"/>
                    <a:pt x="44453" y="1393"/>
                    <a:pt x="43886" y="1576"/>
                  </a:cubicBezTo>
                  <a:cubicBezTo>
                    <a:pt x="43513" y="1718"/>
                    <a:pt x="43199" y="1862"/>
                    <a:pt x="42883" y="2004"/>
                  </a:cubicBezTo>
                  <a:cubicBezTo>
                    <a:pt x="42196" y="2320"/>
                    <a:pt x="41681" y="2549"/>
                    <a:pt x="40765" y="2634"/>
                  </a:cubicBezTo>
                  <a:cubicBezTo>
                    <a:pt x="40307" y="2691"/>
                    <a:pt x="39993" y="2778"/>
                    <a:pt x="39677" y="2835"/>
                  </a:cubicBezTo>
                  <a:cubicBezTo>
                    <a:pt x="39356" y="2911"/>
                    <a:pt x="39100" y="2971"/>
                    <a:pt x="38822" y="2971"/>
                  </a:cubicBezTo>
                  <a:cubicBezTo>
                    <a:pt x="38580" y="2971"/>
                    <a:pt x="38321" y="2926"/>
                    <a:pt x="37989" y="2805"/>
                  </a:cubicBezTo>
                  <a:cubicBezTo>
                    <a:pt x="37817" y="2748"/>
                    <a:pt x="37588" y="2691"/>
                    <a:pt x="37302" y="2606"/>
                  </a:cubicBezTo>
                  <a:cubicBezTo>
                    <a:pt x="37016" y="2549"/>
                    <a:pt x="36585" y="2434"/>
                    <a:pt x="36413" y="2347"/>
                  </a:cubicBezTo>
                  <a:cubicBezTo>
                    <a:pt x="36356" y="2290"/>
                    <a:pt x="36356" y="2233"/>
                    <a:pt x="36329" y="2118"/>
                  </a:cubicBezTo>
                  <a:cubicBezTo>
                    <a:pt x="36299" y="1832"/>
                    <a:pt x="36184" y="1518"/>
                    <a:pt x="35642" y="1289"/>
                  </a:cubicBezTo>
                  <a:cubicBezTo>
                    <a:pt x="35339" y="1174"/>
                    <a:pt x="34958" y="1139"/>
                    <a:pt x="34551" y="1139"/>
                  </a:cubicBezTo>
                  <a:cubicBezTo>
                    <a:pt x="34148" y="1139"/>
                    <a:pt x="33721" y="1174"/>
                    <a:pt x="33322" y="1202"/>
                  </a:cubicBezTo>
                  <a:cubicBezTo>
                    <a:pt x="33008" y="1232"/>
                    <a:pt x="32722" y="1260"/>
                    <a:pt x="32493" y="1260"/>
                  </a:cubicBezTo>
                  <a:lnTo>
                    <a:pt x="31977" y="1260"/>
                  </a:lnTo>
                  <a:cubicBezTo>
                    <a:pt x="31800" y="1260"/>
                    <a:pt x="31621" y="1260"/>
                    <a:pt x="31441" y="1260"/>
                  </a:cubicBezTo>
                  <a:cubicBezTo>
                    <a:pt x="30577" y="1260"/>
                    <a:pt x="29701" y="1240"/>
                    <a:pt x="28943" y="1003"/>
                  </a:cubicBezTo>
                  <a:lnTo>
                    <a:pt x="28512" y="831"/>
                  </a:lnTo>
                  <a:cubicBezTo>
                    <a:pt x="27814" y="545"/>
                    <a:pt x="27185" y="308"/>
                    <a:pt x="26328" y="308"/>
                  </a:cubicBezTo>
                  <a:cubicBezTo>
                    <a:pt x="26238" y="308"/>
                    <a:pt x="26146" y="311"/>
                    <a:pt x="26050" y="316"/>
                  </a:cubicBezTo>
                  <a:cubicBezTo>
                    <a:pt x="25936" y="316"/>
                    <a:pt x="25851" y="373"/>
                    <a:pt x="25794" y="431"/>
                  </a:cubicBezTo>
                  <a:cubicBezTo>
                    <a:pt x="25393" y="488"/>
                    <a:pt x="24992" y="602"/>
                    <a:pt x="24592" y="687"/>
                  </a:cubicBezTo>
                  <a:cubicBezTo>
                    <a:pt x="24019" y="802"/>
                    <a:pt x="23447" y="946"/>
                    <a:pt x="22844" y="973"/>
                  </a:cubicBezTo>
                  <a:cubicBezTo>
                    <a:pt x="21672" y="973"/>
                    <a:pt x="20641" y="973"/>
                    <a:pt x="19496" y="1431"/>
                  </a:cubicBezTo>
                  <a:cubicBezTo>
                    <a:pt x="18408" y="1862"/>
                    <a:pt x="17176" y="2290"/>
                    <a:pt x="16004" y="2663"/>
                  </a:cubicBezTo>
                  <a:cubicBezTo>
                    <a:pt x="15832" y="2721"/>
                    <a:pt x="15287" y="2805"/>
                    <a:pt x="14801" y="2863"/>
                  </a:cubicBezTo>
                  <a:cubicBezTo>
                    <a:pt x="13168" y="3092"/>
                    <a:pt x="12424" y="3236"/>
                    <a:pt x="12252" y="3637"/>
                  </a:cubicBezTo>
                  <a:cubicBezTo>
                    <a:pt x="11824" y="4409"/>
                    <a:pt x="12568" y="4924"/>
                    <a:pt x="13054" y="5297"/>
                  </a:cubicBezTo>
                  <a:cubicBezTo>
                    <a:pt x="13226" y="5412"/>
                    <a:pt x="13569" y="5641"/>
                    <a:pt x="13569" y="5725"/>
                  </a:cubicBezTo>
                  <a:cubicBezTo>
                    <a:pt x="13490" y="6048"/>
                    <a:pt x="12223" y="6649"/>
                    <a:pt x="11759" y="6649"/>
                  </a:cubicBezTo>
                  <a:cubicBezTo>
                    <a:pt x="11729" y="6649"/>
                    <a:pt x="11703" y="6647"/>
                    <a:pt x="11680" y="6641"/>
                  </a:cubicBezTo>
                  <a:cubicBezTo>
                    <a:pt x="11623" y="6614"/>
                    <a:pt x="11481" y="6499"/>
                    <a:pt x="11366" y="6412"/>
                  </a:cubicBezTo>
                  <a:cubicBezTo>
                    <a:pt x="11137" y="6213"/>
                    <a:pt x="10821" y="5927"/>
                    <a:pt x="10336" y="5840"/>
                  </a:cubicBezTo>
                  <a:cubicBezTo>
                    <a:pt x="10201" y="5825"/>
                    <a:pt x="10080" y="5818"/>
                    <a:pt x="9968" y="5818"/>
                  </a:cubicBezTo>
                  <a:cubicBezTo>
                    <a:pt x="9435" y="5818"/>
                    <a:pt x="9119" y="5977"/>
                    <a:pt x="8645" y="6213"/>
                  </a:cubicBezTo>
                  <a:cubicBezTo>
                    <a:pt x="8302" y="6385"/>
                    <a:pt x="6928" y="7157"/>
                    <a:pt x="6729" y="7988"/>
                  </a:cubicBezTo>
                  <a:cubicBezTo>
                    <a:pt x="6699" y="8160"/>
                    <a:pt x="6786" y="8332"/>
                    <a:pt x="6958" y="8416"/>
                  </a:cubicBezTo>
                  <a:cubicBezTo>
                    <a:pt x="7548" y="8658"/>
                    <a:pt x="8140" y="8715"/>
                    <a:pt x="8719" y="8715"/>
                  </a:cubicBezTo>
                  <a:cubicBezTo>
                    <a:pt x="8896" y="8715"/>
                    <a:pt x="9073" y="8710"/>
                    <a:pt x="9248" y="8703"/>
                  </a:cubicBezTo>
                  <a:cubicBezTo>
                    <a:pt x="9561" y="8703"/>
                    <a:pt x="9878" y="8703"/>
                    <a:pt x="10191" y="8732"/>
                  </a:cubicBezTo>
                  <a:cubicBezTo>
                    <a:pt x="10363" y="8732"/>
                    <a:pt x="10478" y="8760"/>
                    <a:pt x="10565" y="8760"/>
                  </a:cubicBezTo>
                  <a:cubicBezTo>
                    <a:pt x="10221" y="8932"/>
                    <a:pt x="9706" y="9133"/>
                    <a:pt x="9419" y="9248"/>
                  </a:cubicBezTo>
                  <a:cubicBezTo>
                    <a:pt x="9275" y="9305"/>
                    <a:pt x="9133" y="9362"/>
                    <a:pt x="9019" y="9390"/>
                  </a:cubicBezTo>
                  <a:cubicBezTo>
                    <a:pt x="8531" y="9591"/>
                    <a:pt x="7816" y="9763"/>
                    <a:pt x="7100" y="9935"/>
                  </a:cubicBezTo>
                  <a:cubicBezTo>
                    <a:pt x="4809" y="10450"/>
                    <a:pt x="1977" y="11080"/>
                    <a:pt x="1603" y="13512"/>
                  </a:cubicBezTo>
                  <a:cubicBezTo>
                    <a:pt x="1489" y="13942"/>
                    <a:pt x="1431" y="14485"/>
                    <a:pt x="1775" y="14771"/>
                  </a:cubicBezTo>
                  <a:cubicBezTo>
                    <a:pt x="1893" y="14870"/>
                    <a:pt x="2024" y="14907"/>
                    <a:pt x="2163" y="14907"/>
                  </a:cubicBezTo>
                  <a:cubicBezTo>
                    <a:pt x="2430" y="14907"/>
                    <a:pt x="2724" y="14770"/>
                    <a:pt x="3007" y="14657"/>
                  </a:cubicBezTo>
                  <a:cubicBezTo>
                    <a:pt x="3122" y="14600"/>
                    <a:pt x="3293" y="14515"/>
                    <a:pt x="3435" y="14485"/>
                  </a:cubicBezTo>
                  <a:lnTo>
                    <a:pt x="3435" y="14485"/>
                  </a:lnTo>
                  <a:cubicBezTo>
                    <a:pt x="3378" y="14542"/>
                    <a:pt x="3293" y="14600"/>
                    <a:pt x="3264" y="14657"/>
                  </a:cubicBezTo>
                  <a:cubicBezTo>
                    <a:pt x="2977" y="14943"/>
                    <a:pt x="2634" y="15287"/>
                    <a:pt x="2748" y="15717"/>
                  </a:cubicBezTo>
                  <a:cubicBezTo>
                    <a:pt x="2863" y="16118"/>
                    <a:pt x="3351" y="16290"/>
                    <a:pt x="3751" y="16404"/>
                  </a:cubicBezTo>
                  <a:cubicBezTo>
                    <a:pt x="3785" y="16409"/>
                    <a:pt x="3819" y="16411"/>
                    <a:pt x="3857" y="16411"/>
                  </a:cubicBezTo>
                  <a:cubicBezTo>
                    <a:pt x="4042" y="16411"/>
                    <a:pt x="4286" y="16355"/>
                    <a:pt x="4667" y="16260"/>
                  </a:cubicBezTo>
                  <a:cubicBezTo>
                    <a:pt x="4867" y="16203"/>
                    <a:pt x="5210" y="16118"/>
                    <a:pt x="5439" y="16088"/>
                  </a:cubicBezTo>
                  <a:lnTo>
                    <a:pt x="5439" y="16088"/>
                  </a:lnTo>
                  <a:cubicBezTo>
                    <a:pt x="5412" y="16118"/>
                    <a:pt x="5382" y="16175"/>
                    <a:pt x="5325" y="16203"/>
                  </a:cubicBezTo>
                  <a:cubicBezTo>
                    <a:pt x="5153" y="16489"/>
                    <a:pt x="4351" y="16718"/>
                    <a:pt x="3751" y="16862"/>
                  </a:cubicBezTo>
                  <a:cubicBezTo>
                    <a:pt x="3321" y="16977"/>
                    <a:pt x="2893" y="17091"/>
                    <a:pt x="2634" y="17233"/>
                  </a:cubicBezTo>
                  <a:cubicBezTo>
                    <a:pt x="1832" y="17577"/>
                    <a:pt x="0" y="18408"/>
                    <a:pt x="0" y="19152"/>
                  </a:cubicBezTo>
                  <a:cubicBezTo>
                    <a:pt x="0" y="19466"/>
                    <a:pt x="115" y="19695"/>
                    <a:pt x="344" y="19839"/>
                  </a:cubicBezTo>
                  <a:cubicBezTo>
                    <a:pt x="498" y="19942"/>
                    <a:pt x="690" y="19987"/>
                    <a:pt x="911" y="19987"/>
                  </a:cubicBezTo>
                  <a:cubicBezTo>
                    <a:pt x="1553" y="19987"/>
                    <a:pt x="2441" y="19613"/>
                    <a:pt x="3378" y="19210"/>
                  </a:cubicBezTo>
                  <a:cubicBezTo>
                    <a:pt x="3580" y="19095"/>
                    <a:pt x="3751" y="19008"/>
                    <a:pt x="3809" y="19008"/>
                  </a:cubicBezTo>
                  <a:cubicBezTo>
                    <a:pt x="5325" y="18637"/>
                    <a:pt x="6156" y="18408"/>
                    <a:pt x="7473" y="17320"/>
                  </a:cubicBezTo>
                  <a:cubicBezTo>
                    <a:pt x="8045" y="16833"/>
                    <a:pt x="8732" y="16519"/>
                    <a:pt x="9447" y="16203"/>
                  </a:cubicBezTo>
                  <a:cubicBezTo>
                    <a:pt x="10077" y="15946"/>
                    <a:pt x="10707" y="15660"/>
                    <a:pt x="11279" y="15259"/>
                  </a:cubicBezTo>
                  <a:cubicBezTo>
                    <a:pt x="11565" y="15058"/>
                    <a:pt x="11824" y="14829"/>
                    <a:pt x="12081" y="14629"/>
                  </a:cubicBezTo>
                  <a:cubicBezTo>
                    <a:pt x="12768" y="14114"/>
                    <a:pt x="13340" y="13656"/>
                    <a:pt x="14142" y="13397"/>
                  </a:cubicBezTo>
                  <a:cubicBezTo>
                    <a:pt x="14314" y="13340"/>
                    <a:pt x="14458" y="13313"/>
                    <a:pt x="14543" y="13283"/>
                  </a:cubicBezTo>
                  <a:lnTo>
                    <a:pt x="14543" y="13283"/>
                  </a:lnTo>
                  <a:cubicBezTo>
                    <a:pt x="14485" y="13370"/>
                    <a:pt x="14401" y="13455"/>
                    <a:pt x="14256" y="13599"/>
                  </a:cubicBezTo>
                  <a:cubicBezTo>
                    <a:pt x="14142" y="13656"/>
                    <a:pt x="13970" y="13771"/>
                    <a:pt x="13798" y="13885"/>
                  </a:cubicBezTo>
                  <a:cubicBezTo>
                    <a:pt x="13255" y="14229"/>
                    <a:pt x="12653" y="14572"/>
                    <a:pt x="12710" y="15087"/>
                  </a:cubicBezTo>
                  <a:cubicBezTo>
                    <a:pt x="12768" y="15516"/>
                    <a:pt x="13255" y="15687"/>
                    <a:pt x="13427" y="15745"/>
                  </a:cubicBezTo>
                  <a:cubicBezTo>
                    <a:pt x="13548" y="15780"/>
                    <a:pt x="13670" y="15796"/>
                    <a:pt x="13792" y="15796"/>
                  </a:cubicBezTo>
                  <a:cubicBezTo>
                    <a:pt x="14568" y="15796"/>
                    <a:pt x="15364" y="15148"/>
                    <a:pt x="16031" y="14629"/>
                  </a:cubicBezTo>
                  <a:cubicBezTo>
                    <a:pt x="16233" y="14458"/>
                    <a:pt x="16432" y="14286"/>
                    <a:pt x="16604" y="14171"/>
                  </a:cubicBezTo>
                  <a:lnTo>
                    <a:pt x="16890" y="13970"/>
                  </a:lnTo>
                  <a:cubicBezTo>
                    <a:pt x="17491" y="13578"/>
                    <a:pt x="17956" y="13289"/>
                    <a:pt x="18525" y="13289"/>
                  </a:cubicBezTo>
                  <a:cubicBezTo>
                    <a:pt x="18743" y="13289"/>
                    <a:pt x="18976" y="13332"/>
                    <a:pt x="19237" y="13427"/>
                  </a:cubicBezTo>
                  <a:cubicBezTo>
                    <a:pt x="19782" y="13599"/>
                    <a:pt x="20325" y="13771"/>
                    <a:pt x="20870" y="13913"/>
                  </a:cubicBezTo>
                  <a:cubicBezTo>
                    <a:pt x="21413" y="14084"/>
                    <a:pt x="21985" y="14256"/>
                    <a:pt x="22501" y="14428"/>
                  </a:cubicBezTo>
                  <a:cubicBezTo>
                    <a:pt x="24477" y="15145"/>
                    <a:pt x="25707" y="17405"/>
                    <a:pt x="25421" y="19839"/>
                  </a:cubicBezTo>
                  <a:cubicBezTo>
                    <a:pt x="25393" y="20240"/>
                    <a:pt x="25221" y="20641"/>
                    <a:pt x="25050" y="21042"/>
                  </a:cubicBezTo>
                  <a:cubicBezTo>
                    <a:pt x="24821" y="21672"/>
                    <a:pt x="24562" y="22301"/>
                    <a:pt x="24619" y="22988"/>
                  </a:cubicBezTo>
                  <a:cubicBezTo>
                    <a:pt x="24706" y="23733"/>
                    <a:pt x="25192" y="24305"/>
                    <a:pt x="25650" y="24848"/>
                  </a:cubicBezTo>
                  <a:cubicBezTo>
                    <a:pt x="25908" y="25134"/>
                    <a:pt x="26138" y="25420"/>
                    <a:pt x="26309" y="25737"/>
                  </a:cubicBezTo>
                  <a:cubicBezTo>
                    <a:pt x="26623" y="26222"/>
                    <a:pt x="27168" y="27969"/>
                    <a:pt x="26996" y="28370"/>
                  </a:cubicBezTo>
                  <a:cubicBezTo>
                    <a:pt x="26852" y="28198"/>
                    <a:pt x="26653" y="27596"/>
                    <a:pt x="26566" y="27282"/>
                  </a:cubicBezTo>
                  <a:cubicBezTo>
                    <a:pt x="26367" y="26653"/>
                    <a:pt x="26252" y="26279"/>
                    <a:pt x="25966" y="26108"/>
                  </a:cubicBezTo>
                  <a:cubicBezTo>
                    <a:pt x="25714" y="25954"/>
                    <a:pt x="25462" y="25876"/>
                    <a:pt x="25227" y="25876"/>
                  </a:cubicBezTo>
                  <a:cubicBezTo>
                    <a:pt x="24981" y="25876"/>
                    <a:pt x="24753" y="25962"/>
                    <a:pt x="24562" y="26137"/>
                  </a:cubicBezTo>
                  <a:cubicBezTo>
                    <a:pt x="24161" y="26538"/>
                    <a:pt x="24076" y="27225"/>
                    <a:pt x="24363" y="27798"/>
                  </a:cubicBezTo>
                  <a:cubicBezTo>
                    <a:pt x="24562" y="28198"/>
                    <a:pt x="24763" y="28455"/>
                    <a:pt x="24935" y="28656"/>
                  </a:cubicBezTo>
                  <a:cubicBezTo>
                    <a:pt x="25221" y="28970"/>
                    <a:pt x="25336" y="29085"/>
                    <a:pt x="25050" y="29802"/>
                  </a:cubicBezTo>
                  <a:cubicBezTo>
                    <a:pt x="24706" y="30631"/>
                    <a:pt x="24134" y="31661"/>
                    <a:pt x="23474" y="32664"/>
                  </a:cubicBezTo>
                  <a:cubicBezTo>
                    <a:pt x="23131" y="33321"/>
                    <a:pt x="22645" y="33722"/>
                    <a:pt x="22100" y="34123"/>
                  </a:cubicBezTo>
                  <a:cubicBezTo>
                    <a:pt x="21699" y="34439"/>
                    <a:pt x="21298" y="34783"/>
                    <a:pt x="20927" y="35211"/>
                  </a:cubicBezTo>
                  <a:cubicBezTo>
                    <a:pt x="20325" y="35898"/>
                    <a:pt x="20355" y="36642"/>
                    <a:pt x="20382" y="37302"/>
                  </a:cubicBezTo>
                  <a:cubicBezTo>
                    <a:pt x="20382" y="37787"/>
                    <a:pt x="20382" y="38245"/>
                    <a:pt x="20183" y="38646"/>
                  </a:cubicBezTo>
                  <a:cubicBezTo>
                    <a:pt x="20069" y="38905"/>
                    <a:pt x="19810" y="39104"/>
                    <a:pt x="19524" y="39306"/>
                  </a:cubicBezTo>
                  <a:cubicBezTo>
                    <a:pt x="19066" y="39592"/>
                    <a:pt x="18550" y="39993"/>
                    <a:pt x="18436" y="40707"/>
                  </a:cubicBezTo>
                  <a:cubicBezTo>
                    <a:pt x="18379" y="41252"/>
                    <a:pt x="18665" y="41967"/>
                    <a:pt x="18924" y="42683"/>
                  </a:cubicBezTo>
                  <a:cubicBezTo>
                    <a:pt x="19038" y="42970"/>
                    <a:pt x="19153" y="43256"/>
                    <a:pt x="19210" y="43428"/>
                  </a:cubicBezTo>
                  <a:cubicBezTo>
                    <a:pt x="19295" y="43971"/>
                    <a:pt x="19352" y="44516"/>
                    <a:pt x="19382" y="45058"/>
                  </a:cubicBezTo>
                  <a:cubicBezTo>
                    <a:pt x="19352" y="45116"/>
                    <a:pt x="19324" y="45203"/>
                    <a:pt x="19324" y="45287"/>
                  </a:cubicBezTo>
                  <a:cubicBezTo>
                    <a:pt x="19352" y="45459"/>
                    <a:pt x="19324" y="45745"/>
                    <a:pt x="19324" y="46061"/>
                  </a:cubicBezTo>
                  <a:cubicBezTo>
                    <a:pt x="19295" y="46833"/>
                    <a:pt x="19237" y="47635"/>
                    <a:pt x="19638" y="48036"/>
                  </a:cubicBezTo>
                  <a:cubicBezTo>
                    <a:pt x="19897" y="48294"/>
                    <a:pt x="20268" y="48352"/>
                    <a:pt x="20554" y="48409"/>
                  </a:cubicBezTo>
                  <a:cubicBezTo>
                    <a:pt x="20669" y="48409"/>
                    <a:pt x="20840" y="48436"/>
                    <a:pt x="20840" y="48436"/>
                  </a:cubicBezTo>
                  <a:cubicBezTo>
                    <a:pt x="21214" y="48695"/>
                    <a:pt x="21271" y="48837"/>
                    <a:pt x="21385" y="49123"/>
                  </a:cubicBezTo>
                  <a:cubicBezTo>
                    <a:pt x="21443" y="49238"/>
                    <a:pt x="21470" y="49382"/>
                    <a:pt x="21527" y="49497"/>
                  </a:cubicBezTo>
                  <a:cubicBezTo>
                    <a:pt x="21642" y="49753"/>
                    <a:pt x="21729" y="50012"/>
                    <a:pt x="21843" y="50268"/>
                  </a:cubicBezTo>
                  <a:cubicBezTo>
                    <a:pt x="22130" y="50985"/>
                    <a:pt x="22359" y="51585"/>
                    <a:pt x="22272" y="52272"/>
                  </a:cubicBezTo>
                  <a:cubicBezTo>
                    <a:pt x="22272" y="52387"/>
                    <a:pt x="22214" y="52531"/>
                    <a:pt x="22187" y="52646"/>
                  </a:cubicBezTo>
                  <a:cubicBezTo>
                    <a:pt x="22073" y="52989"/>
                    <a:pt x="21958" y="53390"/>
                    <a:pt x="22015" y="53733"/>
                  </a:cubicBezTo>
                  <a:cubicBezTo>
                    <a:pt x="22100" y="54249"/>
                    <a:pt x="22329" y="54420"/>
                    <a:pt x="22588" y="54592"/>
                  </a:cubicBezTo>
                  <a:cubicBezTo>
                    <a:pt x="22673" y="54649"/>
                    <a:pt x="22730" y="54677"/>
                    <a:pt x="22787" y="54821"/>
                  </a:cubicBezTo>
                  <a:cubicBezTo>
                    <a:pt x="23046" y="55394"/>
                    <a:pt x="22874" y="55822"/>
                    <a:pt x="22645" y="56310"/>
                  </a:cubicBezTo>
                  <a:cubicBezTo>
                    <a:pt x="22473" y="56653"/>
                    <a:pt x="22302" y="57054"/>
                    <a:pt x="22359" y="57540"/>
                  </a:cubicBezTo>
                  <a:cubicBezTo>
                    <a:pt x="22473" y="58371"/>
                    <a:pt x="23073" y="58600"/>
                    <a:pt x="23531" y="58742"/>
                  </a:cubicBezTo>
                  <a:cubicBezTo>
                    <a:pt x="23733" y="58829"/>
                    <a:pt x="23932" y="58886"/>
                    <a:pt x="24047" y="59001"/>
                  </a:cubicBezTo>
                  <a:cubicBezTo>
                    <a:pt x="24390" y="59257"/>
                    <a:pt x="24420" y="59401"/>
                    <a:pt x="24505" y="59802"/>
                  </a:cubicBezTo>
                  <a:cubicBezTo>
                    <a:pt x="24534" y="59944"/>
                    <a:pt x="24562" y="60088"/>
                    <a:pt x="24619" y="60260"/>
                  </a:cubicBezTo>
                  <a:cubicBezTo>
                    <a:pt x="24676" y="60517"/>
                    <a:pt x="25192" y="62894"/>
                    <a:pt x="26623" y="63008"/>
                  </a:cubicBezTo>
                  <a:cubicBezTo>
                    <a:pt x="27111" y="63008"/>
                    <a:pt x="27340" y="62779"/>
                    <a:pt x="27425" y="62608"/>
                  </a:cubicBezTo>
                  <a:cubicBezTo>
                    <a:pt x="27741" y="62092"/>
                    <a:pt x="27340" y="61348"/>
                    <a:pt x="26996" y="60661"/>
                  </a:cubicBezTo>
                  <a:cubicBezTo>
                    <a:pt x="26882" y="60489"/>
                    <a:pt x="26795" y="60288"/>
                    <a:pt x="26738" y="60173"/>
                  </a:cubicBezTo>
                  <a:cubicBezTo>
                    <a:pt x="26566" y="59745"/>
                    <a:pt x="26509" y="59314"/>
                    <a:pt x="26451" y="58829"/>
                  </a:cubicBezTo>
                  <a:cubicBezTo>
                    <a:pt x="26394" y="58513"/>
                    <a:pt x="26367" y="58169"/>
                    <a:pt x="26279" y="57826"/>
                  </a:cubicBezTo>
                  <a:cubicBezTo>
                    <a:pt x="26138" y="57368"/>
                    <a:pt x="25908" y="56967"/>
                    <a:pt x="25679" y="56596"/>
                  </a:cubicBezTo>
                  <a:cubicBezTo>
                    <a:pt x="25421" y="56223"/>
                    <a:pt x="25221" y="55852"/>
                    <a:pt x="25134" y="55478"/>
                  </a:cubicBezTo>
                  <a:cubicBezTo>
                    <a:pt x="25107" y="55307"/>
                    <a:pt x="25107" y="55107"/>
                    <a:pt x="25134" y="54906"/>
                  </a:cubicBezTo>
                  <a:cubicBezTo>
                    <a:pt x="25134" y="54677"/>
                    <a:pt x="25164" y="54448"/>
                    <a:pt x="25107" y="54249"/>
                  </a:cubicBezTo>
                  <a:lnTo>
                    <a:pt x="25107" y="54191"/>
                  </a:lnTo>
                  <a:cubicBezTo>
                    <a:pt x="24963" y="53818"/>
                    <a:pt x="24763" y="53589"/>
                    <a:pt x="24592" y="53390"/>
                  </a:cubicBezTo>
                  <a:cubicBezTo>
                    <a:pt x="24477" y="53246"/>
                    <a:pt x="24363" y="53104"/>
                    <a:pt x="24276" y="52902"/>
                  </a:cubicBezTo>
                  <a:cubicBezTo>
                    <a:pt x="24104" y="52588"/>
                    <a:pt x="24076" y="52215"/>
                    <a:pt x="24161" y="52016"/>
                  </a:cubicBezTo>
                  <a:cubicBezTo>
                    <a:pt x="24218" y="51959"/>
                    <a:pt x="24276" y="51872"/>
                    <a:pt x="24477" y="51844"/>
                  </a:cubicBezTo>
                  <a:cubicBezTo>
                    <a:pt x="24534" y="51844"/>
                    <a:pt x="24562" y="51814"/>
                    <a:pt x="24592" y="51787"/>
                  </a:cubicBezTo>
                  <a:lnTo>
                    <a:pt x="24676" y="51757"/>
                  </a:lnTo>
                  <a:cubicBezTo>
                    <a:pt x="24747" y="51751"/>
                    <a:pt x="24813" y="51747"/>
                    <a:pt x="24875" y="51747"/>
                  </a:cubicBezTo>
                  <a:cubicBezTo>
                    <a:pt x="25091" y="51747"/>
                    <a:pt x="25260" y="51789"/>
                    <a:pt x="25393" y="51901"/>
                  </a:cubicBezTo>
                  <a:cubicBezTo>
                    <a:pt x="25737" y="52188"/>
                    <a:pt x="25764" y="52902"/>
                    <a:pt x="25764" y="53504"/>
                  </a:cubicBezTo>
                  <a:cubicBezTo>
                    <a:pt x="25764" y="54764"/>
                    <a:pt x="25966" y="55279"/>
                    <a:pt x="26596" y="56395"/>
                  </a:cubicBezTo>
                  <a:cubicBezTo>
                    <a:pt x="26939" y="56910"/>
                    <a:pt x="27081" y="57482"/>
                    <a:pt x="27253" y="58055"/>
                  </a:cubicBezTo>
                  <a:cubicBezTo>
                    <a:pt x="27367" y="58456"/>
                    <a:pt x="27482" y="58829"/>
                    <a:pt x="27654" y="59230"/>
                  </a:cubicBezTo>
                  <a:cubicBezTo>
                    <a:pt x="27970" y="59887"/>
                    <a:pt x="28398" y="60402"/>
                    <a:pt x="28828" y="60890"/>
                  </a:cubicBezTo>
                  <a:cubicBezTo>
                    <a:pt x="29229" y="61348"/>
                    <a:pt x="29573" y="61776"/>
                    <a:pt x="29859" y="62292"/>
                  </a:cubicBezTo>
                  <a:cubicBezTo>
                    <a:pt x="29973" y="62521"/>
                    <a:pt x="30115" y="62779"/>
                    <a:pt x="30287" y="63036"/>
                  </a:cubicBezTo>
                  <a:cubicBezTo>
                    <a:pt x="30688" y="63695"/>
                    <a:pt x="31146" y="64467"/>
                    <a:pt x="31176" y="65040"/>
                  </a:cubicBezTo>
                  <a:cubicBezTo>
                    <a:pt x="31203" y="65441"/>
                    <a:pt x="31061" y="65757"/>
                    <a:pt x="30917" y="66070"/>
                  </a:cubicBezTo>
                  <a:cubicBezTo>
                    <a:pt x="30688" y="66558"/>
                    <a:pt x="30432" y="67101"/>
                    <a:pt x="30718" y="67818"/>
                  </a:cubicBezTo>
                  <a:cubicBezTo>
                    <a:pt x="31032" y="68704"/>
                    <a:pt x="31977" y="69276"/>
                    <a:pt x="32893" y="69792"/>
                  </a:cubicBezTo>
                  <a:cubicBezTo>
                    <a:pt x="33409" y="70108"/>
                    <a:pt x="33894" y="70394"/>
                    <a:pt x="34238" y="70708"/>
                  </a:cubicBezTo>
                  <a:cubicBezTo>
                    <a:pt x="35097" y="71596"/>
                    <a:pt x="36013" y="71853"/>
                    <a:pt x="36986" y="72139"/>
                  </a:cubicBezTo>
                  <a:cubicBezTo>
                    <a:pt x="37302" y="72226"/>
                    <a:pt x="37645" y="72341"/>
                    <a:pt x="38016" y="72483"/>
                  </a:cubicBezTo>
                  <a:cubicBezTo>
                    <a:pt x="38868" y="72739"/>
                    <a:pt x="39412" y="72870"/>
                    <a:pt x="39964" y="72870"/>
                  </a:cubicBezTo>
                  <a:cubicBezTo>
                    <a:pt x="40396" y="72870"/>
                    <a:pt x="40833" y="72790"/>
                    <a:pt x="41424" y="72627"/>
                  </a:cubicBezTo>
                  <a:cubicBezTo>
                    <a:pt x="41715" y="72560"/>
                    <a:pt x="42031" y="72520"/>
                    <a:pt x="42347" y="72520"/>
                  </a:cubicBezTo>
                  <a:cubicBezTo>
                    <a:pt x="43117" y="72520"/>
                    <a:pt x="43889" y="72758"/>
                    <a:pt x="44314" y="73429"/>
                  </a:cubicBezTo>
                  <a:cubicBezTo>
                    <a:pt x="44372" y="73543"/>
                    <a:pt x="44372" y="73658"/>
                    <a:pt x="44372" y="73772"/>
                  </a:cubicBezTo>
                  <a:cubicBezTo>
                    <a:pt x="44372" y="74001"/>
                    <a:pt x="44372" y="74345"/>
                    <a:pt x="44715" y="74688"/>
                  </a:cubicBezTo>
                  <a:cubicBezTo>
                    <a:pt x="45031" y="75032"/>
                    <a:pt x="45604" y="75261"/>
                    <a:pt x="46119" y="75432"/>
                  </a:cubicBezTo>
                  <a:cubicBezTo>
                    <a:pt x="46834" y="75803"/>
                    <a:pt x="47493" y="75975"/>
                    <a:pt x="48123" y="76147"/>
                  </a:cubicBezTo>
                  <a:cubicBezTo>
                    <a:pt x="48466" y="76234"/>
                    <a:pt x="48810" y="76348"/>
                    <a:pt x="49181" y="76463"/>
                  </a:cubicBezTo>
                  <a:cubicBezTo>
                    <a:pt x="49639" y="76605"/>
                    <a:pt x="49696" y="76777"/>
                    <a:pt x="49811" y="77093"/>
                  </a:cubicBezTo>
                  <a:cubicBezTo>
                    <a:pt x="49925" y="77406"/>
                    <a:pt x="50069" y="77750"/>
                    <a:pt x="50527" y="78094"/>
                  </a:cubicBezTo>
                  <a:cubicBezTo>
                    <a:pt x="50704" y="78193"/>
                    <a:pt x="50894" y="78224"/>
                    <a:pt x="51071" y="78224"/>
                  </a:cubicBezTo>
                  <a:cubicBezTo>
                    <a:pt x="51151" y="78224"/>
                    <a:pt x="51228" y="78217"/>
                    <a:pt x="51299" y="78208"/>
                  </a:cubicBezTo>
                  <a:cubicBezTo>
                    <a:pt x="51393" y="78197"/>
                    <a:pt x="51468" y="78190"/>
                    <a:pt x="51527" y="78190"/>
                  </a:cubicBezTo>
                  <a:cubicBezTo>
                    <a:pt x="51612" y="78190"/>
                    <a:pt x="51666" y="78204"/>
                    <a:pt x="51700" y="78238"/>
                  </a:cubicBezTo>
                  <a:cubicBezTo>
                    <a:pt x="51757" y="78295"/>
                    <a:pt x="51787" y="78352"/>
                    <a:pt x="51787" y="78380"/>
                  </a:cubicBezTo>
                  <a:cubicBezTo>
                    <a:pt x="51787" y="78380"/>
                    <a:pt x="51787" y="78410"/>
                    <a:pt x="51757" y="78410"/>
                  </a:cubicBezTo>
                  <a:cubicBezTo>
                    <a:pt x="51615" y="78524"/>
                    <a:pt x="51357" y="78666"/>
                    <a:pt x="51272" y="79010"/>
                  </a:cubicBezTo>
                  <a:cubicBezTo>
                    <a:pt x="50956" y="80441"/>
                    <a:pt x="51700" y="80929"/>
                    <a:pt x="52444" y="81387"/>
                  </a:cubicBezTo>
                  <a:cubicBezTo>
                    <a:pt x="52646" y="81501"/>
                    <a:pt x="52845" y="81616"/>
                    <a:pt x="53074" y="81787"/>
                  </a:cubicBezTo>
                  <a:cubicBezTo>
                    <a:pt x="53333" y="81959"/>
                    <a:pt x="53589" y="82246"/>
                    <a:pt x="53876" y="82559"/>
                  </a:cubicBezTo>
                  <a:cubicBezTo>
                    <a:pt x="54363" y="83104"/>
                    <a:pt x="54906" y="83734"/>
                    <a:pt x="55738" y="83933"/>
                  </a:cubicBezTo>
                  <a:cubicBezTo>
                    <a:pt x="55839" y="83957"/>
                    <a:pt x="55938" y="83968"/>
                    <a:pt x="56035" y="83968"/>
                  </a:cubicBezTo>
                  <a:cubicBezTo>
                    <a:pt x="56757" y="83968"/>
                    <a:pt x="57351" y="83354"/>
                    <a:pt x="57856" y="82875"/>
                  </a:cubicBezTo>
                  <a:cubicBezTo>
                    <a:pt x="58200" y="82531"/>
                    <a:pt x="58502" y="82249"/>
                    <a:pt x="58653" y="82249"/>
                  </a:cubicBezTo>
                  <a:cubicBezTo>
                    <a:pt x="58678" y="82249"/>
                    <a:pt x="58699" y="82257"/>
                    <a:pt x="58715" y="82273"/>
                  </a:cubicBezTo>
                  <a:lnTo>
                    <a:pt x="58742" y="82273"/>
                  </a:lnTo>
                  <a:cubicBezTo>
                    <a:pt x="59143" y="82761"/>
                    <a:pt x="59429" y="83620"/>
                    <a:pt x="59631" y="84277"/>
                  </a:cubicBezTo>
                  <a:cubicBezTo>
                    <a:pt x="59688" y="84421"/>
                    <a:pt x="59745" y="84593"/>
                    <a:pt x="59773" y="84735"/>
                  </a:cubicBezTo>
                  <a:cubicBezTo>
                    <a:pt x="60089" y="85479"/>
                    <a:pt x="60116" y="86139"/>
                    <a:pt x="60032" y="87112"/>
                  </a:cubicBezTo>
                  <a:cubicBezTo>
                    <a:pt x="59974" y="88456"/>
                    <a:pt x="59860" y="89315"/>
                    <a:pt x="58944" y="90174"/>
                  </a:cubicBezTo>
                  <a:cubicBezTo>
                    <a:pt x="58428" y="90547"/>
                    <a:pt x="58142" y="90804"/>
                    <a:pt x="57799" y="91319"/>
                  </a:cubicBezTo>
                  <a:cubicBezTo>
                    <a:pt x="57712" y="91491"/>
                    <a:pt x="57769" y="91663"/>
                    <a:pt x="57799" y="91834"/>
                  </a:cubicBezTo>
                  <a:cubicBezTo>
                    <a:pt x="57799" y="91864"/>
                    <a:pt x="57799" y="91921"/>
                    <a:pt x="57826" y="91949"/>
                  </a:cubicBezTo>
                  <a:cubicBezTo>
                    <a:pt x="57769" y="91979"/>
                    <a:pt x="57712" y="92006"/>
                    <a:pt x="57627" y="92036"/>
                  </a:cubicBezTo>
                  <a:cubicBezTo>
                    <a:pt x="57483" y="92093"/>
                    <a:pt x="57283" y="92150"/>
                    <a:pt x="57169" y="92350"/>
                  </a:cubicBezTo>
                  <a:cubicBezTo>
                    <a:pt x="55994" y="93582"/>
                    <a:pt x="55135" y="95528"/>
                    <a:pt x="56081" y="97360"/>
                  </a:cubicBezTo>
                  <a:cubicBezTo>
                    <a:pt x="56196" y="97589"/>
                    <a:pt x="56482" y="97903"/>
                    <a:pt x="56768" y="98162"/>
                  </a:cubicBezTo>
                  <a:lnTo>
                    <a:pt x="56768" y="98361"/>
                  </a:lnTo>
                  <a:cubicBezTo>
                    <a:pt x="56654" y="98418"/>
                    <a:pt x="56452" y="98476"/>
                    <a:pt x="56253" y="98677"/>
                  </a:cubicBezTo>
                  <a:cubicBezTo>
                    <a:pt x="56024" y="98876"/>
                    <a:pt x="55909" y="98934"/>
                    <a:pt x="55822" y="98963"/>
                  </a:cubicBezTo>
                  <a:cubicBezTo>
                    <a:pt x="55422" y="99163"/>
                    <a:pt x="55422" y="99392"/>
                    <a:pt x="55364" y="100022"/>
                  </a:cubicBezTo>
                  <a:cubicBezTo>
                    <a:pt x="55307" y="100338"/>
                    <a:pt x="55364" y="100880"/>
                    <a:pt x="55509" y="101682"/>
                  </a:cubicBezTo>
                  <a:cubicBezTo>
                    <a:pt x="55651" y="102655"/>
                    <a:pt x="56138" y="102971"/>
                    <a:pt x="56539" y="103228"/>
                  </a:cubicBezTo>
                  <a:cubicBezTo>
                    <a:pt x="56825" y="103399"/>
                    <a:pt x="57082" y="103571"/>
                    <a:pt x="57341" y="104002"/>
                  </a:cubicBezTo>
                  <a:cubicBezTo>
                    <a:pt x="57712" y="104545"/>
                    <a:pt x="57913" y="105090"/>
                    <a:pt x="58142" y="105632"/>
                  </a:cubicBezTo>
                  <a:cubicBezTo>
                    <a:pt x="58456" y="106434"/>
                    <a:pt x="58772" y="107265"/>
                    <a:pt x="59516" y="108037"/>
                  </a:cubicBezTo>
                  <a:cubicBezTo>
                    <a:pt x="60318" y="108868"/>
                    <a:pt x="60776" y="110041"/>
                    <a:pt x="61291" y="111273"/>
                  </a:cubicBezTo>
                  <a:cubicBezTo>
                    <a:pt x="61948" y="112876"/>
                    <a:pt x="62608" y="114536"/>
                    <a:pt x="64097" y="115537"/>
                  </a:cubicBezTo>
                  <a:cubicBezTo>
                    <a:pt x="64639" y="115910"/>
                    <a:pt x="65155" y="116052"/>
                    <a:pt x="65642" y="116224"/>
                  </a:cubicBezTo>
                  <a:cubicBezTo>
                    <a:pt x="66329" y="116453"/>
                    <a:pt x="66929" y="116625"/>
                    <a:pt x="67532" y="117312"/>
                  </a:cubicBezTo>
                  <a:cubicBezTo>
                    <a:pt x="67761" y="117541"/>
                    <a:pt x="68047" y="117770"/>
                    <a:pt x="68333" y="118029"/>
                  </a:cubicBezTo>
                  <a:cubicBezTo>
                    <a:pt x="68849" y="118430"/>
                    <a:pt x="69421" y="118915"/>
                    <a:pt x="69563" y="119316"/>
                  </a:cubicBezTo>
                  <a:cubicBezTo>
                    <a:pt x="69678" y="119746"/>
                    <a:pt x="69678" y="120376"/>
                    <a:pt x="69678" y="120949"/>
                  </a:cubicBezTo>
                  <a:cubicBezTo>
                    <a:pt x="69678" y="121320"/>
                    <a:pt x="69678" y="121663"/>
                    <a:pt x="69707" y="121922"/>
                  </a:cubicBezTo>
                  <a:cubicBezTo>
                    <a:pt x="69707" y="122380"/>
                    <a:pt x="69707" y="122866"/>
                    <a:pt x="69735" y="123324"/>
                  </a:cubicBezTo>
                  <a:cubicBezTo>
                    <a:pt x="69735" y="123811"/>
                    <a:pt x="69765" y="124269"/>
                    <a:pt x="69765" y="124727"/>
                  </a:cubicBezTo>
                  <a:lnTo>
                    <a:pt x="69765" y="125472"/>
                  </a:lnTo>
                  <a:cubicBezTo>
                    <a:pt x="69678" y="125529"/>
                    <a:pt x="69620" y="125643"/>
                    <a:pt x="69620" y="125728"/>
                  </a:cubicBezTo>
                  <a:cubicBezTo>
                    <a:pt x="69593" y="126931"/>
                    <a:pt x="69822" y="128048"/>
                    <a:pt x="70078" y="129106"/>
                  </a:cubicBezTo>
                  <a:cubicBezTo>
                    <a:pt x="70223" y="129793"/>
                    <a:pt x="70365" y="130453"/>
                    <a:pt x="70452" y="131140"/>
                  </a:cubicBezTo>
                  <a:cubicBezTo>
                    <a:pt x="70536" y="132056"/>
                    <a:pt x="70509" y="132972"/>
                    <a:pt x="70452" y="133945"/>
                  </a:cubicBezTo>
                  <a:cubicBezTo>
                    <a:pt x="70422" y="135033"/>
                    <a:pt x="70365" y="136148"/>
                    <a:pt x="70509" y="137266"/>
                  </a:cubicBezTo>
                  <a:cubicBezTo>
                    <a:pt x="70708" y="138411"/>
                    <a:pt x="70795" y="139671"/>
                    <a:pt x="70795" y="141187"/>
                  </a:cubicBezTo>
                  <a:cubicBezTo>
                    <a:pt x="70795" y="141702"/>
                    <a:pt x="70651" y="142217"/>
                    <a:pt x="70536" y="142705"/>
                  </a:cubicBezTo>
                  <a:cubicBezTo>
                    <a:pt x="70394" y="143305"/>
                    <a:pt x="70223" y="143907"/>
                    <a:pt x="70307" y="144537"/>
                  </a:cubicBezTo>
                  <a:cubicBezTo>
                    <a:pt x="70337" y="145167"/>
                    <a:pt x="70594" y="145739"/>
                    <a:pt x="70823" y="146282"/>
                  </a:cubicBezTo>
                  <a:cubicBezTo>
                    <a:pt x="71024" y="146770"/>
                    <a:pt x="71224" y="147228"/>
                    <a:pt x="71281" y="147686"/>
                  </a:cubicBezTo>
                  <a:cubicBezTo>
                    <a:pt x="71281" y="147801"/>
                    <a:pt x="71281" y="147942"/>
                    <a:pt x="71311" y="148087"/>
                  </a:cubicBezTo>
                  <a:cubicBezTo>
                    <a:pt x="71368" y="148717"/>
                    <a:pt x="71425" y="149461"/>
                    <a:pt x="71711" y="149976"/>
                  </a:cubicBezTo>
                  <a:cubicBezTo>
                    <a:pt x="71968" y="150434"/>
                    <a:pt x="72140" y="150549"/>
                    <a:pt x="72398" y="150663"/>
                  </a:cubicBezTo>
                  <a:cubicBezTo>
                    <a:pt x="72483" y="150691"/>
                    <a:pt x="72570" y="150720"/>
                    <a:pt x="72712" y="150805"/>
                  </a:cubicBezTo>
                  <a:cubicBezTo>
                    <a:pt x="73800" y="151664"/>
                    <a:pt x="74116" y="153411"/>
                    <a:pt x="74459" y="155099"/>
                  </a:cubicBezTo>
                  <a:cubicBezTo>
                    <a:pt x="74659" y="156187"/>
                    <a:pt x="74860" y="157275"/>
                    <a:pt x="75261" y="158134"/>
                  </a:cubicBezTo>
                  <a:cubicBezTo>
                    <a:pt x="75518" y="158736"/>
                    <a:pt x="75632" y="159279"/>
                    <a:pt x="75747" y="159824"/>
                  </a:cubicBezTo>
                  <a:cubicBezTo>
                    <a:pt x="75834" y="160167"/>
                    <a:pt x="75918" y="160481"/>
                    <a:pt x="76005" y="160854"/>
                  </a:cubicBezTo>
                  <a:cubicBezTo>
                    <a:pt x="76262" y="161683"/>
                    <a:pt x="76864" y="162485"/>
                    <a:pt x="77437" y="163229"/>
                  </a:cubicBezTo>
                  <a:cubicBezTo>
                    <a:pt x="77750" y="163630"/>
                    <a:pt x="78009" y="164003"/>
                    <a:pt x="78238" y="164347"/>
                  </a:cubicBezTo>
                  <a:cubicBezTo>
                    <a:pt x="78729" y="165105"/>
                    <a:pt x="79306" y="165863"/>
                    <a:pt x="80268" y="165863"/>
                  </a:cubicBezTo>
                  <a:cubicBezTo>
                    <a:pt x="80541" y="165863"/>
                    <a:pt x="80844" y="165803"/>
                    <a:pt x="81186" y="165664"/>
                  </a:cubicBezTo>
                  <a:cubicBezTo>
                    <a:pt x="81444" y="165577"/>
                    <a:pt x="81616" y="165405"/>
                    <a:pt x="81758" y="165290"/>
                  </a:cubicBezTo>
                  <a:cubicBezTo>
                    <a:pt x="81871" y="165163"/>
                    <a:pt x="81920" y="165106"/>
                    <a:pt x="81982" y="165106"/>
                  </a:cubicBezTo>
                  <a:cubicBezTo>
                    <a:pt x="82031" y="165106"/>
                    <a:pt x="82087" y="165142"/>
                    <a:pt x="82189" y="165205"/>
                  </a:cubicBezTo>
                  <a:cubicBezTo>
                    <a:pt x="82388" y="165290"/>
                    <a:pt x="82502" y="165577"/>
                    <a:pt x="82617" y="165893"/>
                  </a:cubicBezTo>
                  <a:cubicBezTo>
                    <a:pt x="82731" y="166149"/>
                    <a:pt x="82818" y="166408"/>
                    <a:pt x="82960" y="166607"/>
                  </a:cubicBezTo>
                  <a:cubicBezTo>
                    <a:pt x="83518" y="167479"/>
                    <a:pt x="84156" y="167716"/>
                    <a:pt x="84946" y="167716"/>
                  </a:cubicBezTo>
                  <a:cubicBezTo>
                    <a:pt x="85091" y="167716"/>
                    <a:pt x="85240" y="167708"/>
                    <a:pt x="85395" y="167695"/>
                  </a:cubicBezTo>
                  <a:cubicBezTo>
                    <a:pt x="85509" y="167695"/>
                    <a:pt x="85594" y="167725"/>
                    <a:pt x="85681" y="167725"/>
                  </a:cubicBezTo>
                  <a:cubicBezTo>
                    <a:pt x="85766" y="167752"/>
                    <a:pt x="85880" y="167752"/>
                    <a:pt x="86025" y="167752"/>
                  </a:cubicBezTo>
                  <a:cubicBezTo>
                    <a:pt x="86311" y="167752"/>
                    <a:pt x="86654" y="167667"/>
                    <a:pt x="86826" y="167267"/>
                  </a:cubicBezTo>
                  <a:cubicBezTo>
                    <a:pt x="86968" y="166923"/>
                    <a:pt x="86968" y="166664"/>
                    <a:pt x="86854" y="166435"/>
                  </a:cubicBezTo>
                  <a:cubicBezTo>
                    <a:pt x="86682" y="166122"/>
                    <a:pt x="86311" y="166064"/>
                    <a:pt x="86025" y="166007"/>
                  </a:cubicBezTo>
                  <a:cubicBezTo>
                    <a:pt x="85910" y="166007"/>
                    <a:pt x="85766" y="165977"/>
                    <a:pt x="85709" y="165920"/>
                  </a:cubicBezTo>
                  <a:cubicBezTo>
                    <a:pt x="84880" y="165549"/>
                    <a:pt x="84163" y="165148"/>
                    <a:pt x="83677" y="164260"/>
                  </a:cubicBezTo>
                  <a:cubicBezTo>
                    <a:pt x="83563" y="164088"/>
                    <a:pt x="83506" y="163916"/>
                    <a:pt x="83419" y="163717"/>
                  </a:cubicBezTo>
                  <a:cubicBezTo>
                    <a:pt x="83304" y="163401"/>
                    <a:pt x="83189" y="163087"/>
                    <a:pt x="82960" y="162801"/>
                  </a:cubicBezTo>
                  <a:cubicBezTo>
                    <a:pt x="82818" y="162572"/>
                    <a:pt x="82704" y="162428"/>
                    <a:pt x="82589" y="162286"/>
                  </a:cubicBezTo>
                  <a:cubicBezTo>
                    <a:pt x="82360" y="162027"/>
                    <a:pt x="82273" y="161912"/>
                    <a:pt x="82273" y="161340"/>
                  </a:cubicBezTo>
                  <a:cubicBezTo>
                    <a:pt x="82303" y="160538"/>
                    <a:pt x="82674" y="159938"/>
                    <a:pt x="83018" y="159366"/>
                  </a:cubicBezTo>
                  <a:cubicBezTo>
                    <a:pt x="83361" y="158793"/>
                    <a:pt x="83677" y="158248"/>
                    <a:pt x="83533" y="157648"/>
                  </a:cubicBezTo>
                  <a:cubicBezTo>
                    <a:pt x="83419" y="157160"/>
                    <a:pt x="83018" y="156732"/>
                    <a:pt x="82303" y="156301"/>
                  </a:cubicBezTo>
                  <a:cubicBezTo>
                    <a:pt x="81815" y="155988"/>
                    <a:pt x="81415" y="155729"/>
                    <a:pt x="81357" y="155443"/>
                  </a:cubicBezTo>
                  <a:cubicBezTo>
                    <a:pt x="81330" y="155271"/>
                    <a:pt x="81415" y="155042"/>
                    <a:pt x="81673" y="154698"/>
                  </a:cubicBezTo>
                  <a:cubicBezTo>
                    <a:pt x="81758" y="154584"/>
                    <a:pt x="81873" y="154527"/>
                    <a:pt x="82044" y="154412"/>
                  </a:cubicBezTo>
                  <a:cubicBezTo>
                    <a:pt x="82273" y="154270"/>
                    <a:pt x="82560" y="154098"/>
                    <a:pt x="82731" y="153698"/>
                  </a:cubicBezTo>
                  <a:cubicBezTo>
                    <a:pt x="82818" y="153439"/>
                    <a:pt x="82789" y="153153"/>
                    <a:pt x="82761" y="152866"/>
                  </a:cubicBezTo>
                  <a:cubicBezTo>
                    <a:pt x="82731" y="152667"/>
                    <a:pt x="82704" y="152438"/>
                    <a:pt x="82731" y="152294"/>
                  </a:cubicBezTo>
                  <a:cubicBezTo>
                    <a:pt x="82846" y="151923"/>
                    <a:pt x="82990" y="151721"/>
                    <a:pt x="83132" y="151522"/>
                  </a:cubicBezTo>
                  <a:cubicBezTo>
                    <a:pt x="83277" y="151320"/>
                    <a:pt x="83419" y="151121"/>
                    <a:pt x="83361" y="150835"/>
                  </a:cubicBezTo>
                  <a:cubicBezTo>
                    <a:pt x="83304" y="150519"/>
                    <a:pt x="83018" y="150262"/>
                    <a:pt x="82502" y="149946"/>
                  </a:cubicBezTo>
                  <a:cubicBezTo>
                    <a:pt x="82074" y="149660"/>
                    <a:pt x="81845" y="149431"/>
                    <a:pt x="81731" y="149317"/>
                  </a:cubicBezTo>
                  <a:cubicBezTo>
                    <a:pt x="81845" y="149289"/>
                    <a:pt x="82017" y="149289"/>
                    <a:pt x="82303" y="149289"/>
                  </a:cubicBezTo>
                  <a:cubicBezTo>
                    <a:pt x="82502" y="149317"/>
                    <a:pt x="82647" y="149346"/>
                    <a:pt x="82789" y="149374"/>
                  </a:cubicBezTo>
                  <a:cubicBezTo>
                    <a:pt x="82930" y="149397"/>
                    <a:pt x="83062" y="149416"/>
                    <a:pt x="83186" y="149416"/>
                  </a:cubicBezTo>
                  <a:cubicBezTo>
                    <a:pt x="83363" y="149416"/>
                    <a:pt x="83525" y="149378"/>
                    <a:pt x="83677" y="149259"/>
                  </a:cubicBezTo>
                  <a:cubicBezTo>
                    <a:pt x="83964" y="149030"/>
                    <a:pt x="84021" y="148630"/>
                    <a:pt x="84048" y="147915"/>
                  </a:cubicBezTo>
                  <a:cubicBezTo>
                    <a:pt x="84048" y="147599"/>
                    <a:pt x="83991" y="147285"/>
                    <a:pt x="83964" y="146999"/>
                  </a:cubicBezTo>
                  <a:cubicBezTo>
                    <a:pt x="83906" y="146655"/>
                    <a:pt x="83849" y="146339"/>
                    <a:pt x="83934" y="146225"/>
                  </a:cubicBezTo>
                  <a:cubicBezTo>
                    <a:pt x="83991" y="146168"/>
                    <a:pt x="84135" y="146053"/>
                    <a:pt x="84593" y="146053"/>
                  </a:cubicBezTo>
                  <a:cubicBezTo>
                    <a:pt x="84676" y="146045"/>
                    <a:pt x="84757" y="146042"/>
                    <a:pt x="84837" y="146042"/>
                  </a:cubicBezTo>
                  <a:cubicBezTo>
                    <a:pt x="85031" y="146042"/>
                    <a:pt x="85219" y="146062"/>
                    <a:pt x="85422" y="146083"/>
                  </a:cubicBezTo>
                  <a:cubicBezTo>
                    <a:pt x="85650" y="146107"/>
                    <a:pt x="85887" y="146133"/>
                    <a:pt x="86127" y="146133"/>
                  </a:cubicBezTo>
                  <a:cubicBezTo>
                    <a:pt x="86731" y="146133"/>
                    <a:pt x="87351" y="145965"/>
                    <a:pt x="87884" y="145167"/>
                  </a:cubicBezTo>
                  <a:cubicBezTo>
                    <a:pt x="88514" y="144365"/>
                    <a:pt x="88342" y="142934"/>
                    <a:pt x="87942" y="141988"/>
                  </a:cubicBezTo>
                  <a:cubicBezTo>
                    <a:pt x="87770" y="141645"/>
                    <a:pt x="87571" y="141331"/>
                    <a:pt x="87369" y="141045"/>
                  </a:cubicBezTo>
                  <a:cubicBezTo>
                    <a:pt x="87284" y="140930"/>
                    <a:pt x="87170" y="140758"/>
                    <a:pt x="87112" y="140644"/>
                  </a:cubicBezTo>
                  <a:cubicBezTo>
                    <a:pt x="87197" y="140644"/>
                    <a:pt x="87369" y="140644"/>
                    <a:pt x="87628" y="140671"/>
                  </a:cubicBezTo>
                  <a:cubicBezTo>
                    <a:pt x="87857" y="140701"/>
                    <a:pt x="88056" y="140729"/>
                    <a:pt x="88228" y="140786"/>
                  </a:cubicBezTo>
                  <a:cubicBezTo>
                    <a:pt x="88485" y="140843"/>
                    <a:pt x="88751" y="140900"/>
                    <a:pt x="89044" y="140900"/>
                  </a:cubicBezTo>
                  <a:cubicBezTo>
                    <a:pt x="89338" y="140900"/>
                    <a:pt x="89660" y="140843"/>
                    <a:pt x="90032" y="140671"/>
                  </a:cubicBezTo>
                  <a:cubicBezTo>
                    <a:pt x="90834" y="140385"/>
                    <a:pt x="91063" y="140243"/>
                    <a:pt x="91120" y="139698"/>
                  </a:cubicBezTo>
                  <a:cubicBezTo>
                    <a:pt x="91148" y="139556"/>
                    <a:pt x="91177" y="139412"/>
                    <a:pt x="91235" y="139213"/>
                  </a:cubicBezTo>
                  <a:lnTo>
                    <a:pt x="91407" y="138697"/>
                  </a:lnTo>
                  <a:cubicBezTo>
                    <a:pt x="91464" y="138553"/>
                    <a:pt x="91491" y="138381"/>
                    <a:pt x="91548" y="138239"/>
                  </a:cubicBezTo>
                  <a:lnTo>
                    <a:pt x="91720" y="137980"/>
                  </a:lnTo>
                  <a:cubicBezTo>
                    <a:pt x="91865" y="137751"/>
                    <a:pt x="92094" y="137438"/>
                    <a:pt x="92208" y="136980"/>
                  </a:cubicBezTo>
                  <a:cubicBezTo>
                    <a:pt x="92465" y="135748"/>
                    <a:pt x="92666" y="134976"/>
                    <a:pt x="93468" y="134060"/>
                  </a:cubicBezTo>
                  <a:cubicBezTo>
                    <a:pt x="94842" y="132686"/>
                    <a:pt x="95586" y="131797"/>
                    <a:pt x="95300" y="129479"/>
                  </a:cubicBezTo>
                  <a:cubicBezTo>
                    <a:pt x="95098" y="127705"/>
                    <a:pt x="95098" y="127705"/>
                    <a:pt x="96273" y="126587"/>
                  </a:cubicBezTo>
                  <a:cubicBezTo>
                    <a:pt x="96358" y="126530"/>
                    <a:pt x="96388" y="126445"/>
                    <a:pt x="96388" y="126331"/>
                  </a:cubicBezTo>
                  <a:cubicBezTo>
                    <a:pt x="97075" y="125815"/>
                    <a:pt x="97961" y="125701"/>
                    <a:pt x="98877" y="125614"/>
                  </a:cubicBezTo>
                  <a:cubicBezTo>
                    <a:pt x="100137" y="125472"/>
                    <a:pt x="101396" y="125327"/>
                    <a:pt x="102227" y="124125"/>
                  </a:cubicBezTo>
                  <a:cubicBezTo>
                    <a:pt x="102656" y="123468"/>
                    <a:pt x="102914" y="122666"/>
                    <a:pt x="103171" y="121865"/>
                  </a:cubicBezTo>
                  <a:cubicBezTo>
                    <a:pt x="103315" y="121491"/>
                    <a:pt x="103430" y="121148"/>
                    <a:pt x="103544" y="120834"/>
                  </a:cubicBezTo>
                  <a:cubicBezTo>
                    <a:pt x="103659" y="120575"/>
                    <a:pt x="103773" y="120319"/>
                    <a:pt x="103915" y="120060"/>
                  </a:cubicBezTo>
                  <a:cubicBezTo>
                    <a:pt x="104346" y="119174"/>
                    <a:pt x="104831" y="118171"/>
                    <a:pt x="104889" y="117140"/>
                  </a:cubicBezTo>
                  <a:cubicBezTo>
                    <a:pt x="104889" y="116453"/>
                    <a:pt x="104717" y="115709"/>
                    <a:pt x="104545" y="114907"/>
                  </a:cubicBezTo>
                  <a:cubicBezTo>
                    <a:pt x="104231" y="113620"/>
                    <a:pt x="103915" y="112274"/>
                    <a:pt x="104431" y="111358"/>
                  </a:cubicBezTo>
                  <a:cubicBezTo>
                    <a:pt x="104575" y="111071"/>
                    <a:pt x="104831" y="110900"/>
                    <a:pt x="105090" y="110700"/>
                  </a:cubicBezTo>
                  <a:cubicBezTo>
                    <a:pt x="105232" y="110586"/>
                    <a:pt x="105376" y="110499"/>
                    <a:pt x="105548" y="110357"/>
                  </a:cubicBezTo>
                  <a:cubicBezTo>
                    <a:pt x="106063" y="109784"/>
                    <a:pt x="106178" y="109354"/>
                    <a:pt x="106292" y="108896"/>
                  </a:cubicBezTo>
                  <a:cubicBezTo>
                    <a:pt x="106350" y="108697"/>
                    <a:pt x="106407" y="108468"/>
                    <a:pt x="106521" y="108209"/>
                  </a:cubicBezTo>
                  <a:cubicBezTo>
                    <a:pt x="106693" y="107693"/>
                    <a:pt x="107037" y="107322"/>
                    <a:pt x="107437" y="106949"/>
                  </a:cubicBezTo>
                  <a:cubicBezTo>
                    <a:pt x="107923" y="106434"/>
                    <a:pt x="108438" y="105919"/>
                    <a:pt x="108583" y="105003"/>
                  </a:cubicBezTo>
                  <a:cubicBezTo>
                    <a:pt x="108725" y="104029"/>
                    <a:pt x="108640" y="102742"/>
                    <a:pt x="108525" y="101941"/>
                  </a:cubicBezTo>
                  <a:cubicBezTo>
                    <a:pt x="108381" y="101167"/>
                    <a:pt x="108209" y="100651"/>
                    <a:pt x="107953" y="100308"/>
                  </a:cubicBezTo>
                  <a:cubicBezTo>
                    <a:pt x="107595" y="99856"/>
                    <a:pt x="107376" y="99720"/>
                    <a:pt x="107066" y="99720"/>
                  </a:cubicBezTo>
                  <a:cubicBezTo>
                    <a:pt x="107003" y="99720"/>
                    <a:pt x="106937" y="99726"/>
                    <a:pt x="106865" y="99735"/>
                  </a:cubicBezTo>
                  <a:cubicBezTo>
                    <a:pt x="106789" y="99735"/>
                    <a:pt x="106699" y="99748"/>
                    <a:pt x="106589" y="99748"/>
                  </a:cubicBezTo>
                  <a:cubicBezTo>
                    <a:pt x="106534" y="99748"/>
                    <a:pt x="106473" y="99745"/>
                    <a:pt x="106407" y="99735"/>
                  </a:cubicBezTo>
                  <a:cubicBezTo>
                    <a:pt x="105690" y="99651"/>
                    <a:pt x="105347" y="99334"/>
                    <a:pt x="104831" y="98876"/>
                  </a:cubicBezTo>
                  <a:cubicBezTo>
                    <a:pt x="104632" y="98705"/>
                    <a:pt x="104403" y="98505"/>
                    <a:pt x="104117" y="98276"/>
                  </a:cubicBezTo>
                  <a:cubicBezTo>
                    <a:pt x="102914" y="97475"/>
                    <a:pt x="102026" y="97131"/>
                    <a:pt x="100624" y="96987"/>
                  </a:cubicBezTo>
                  <a:cubicBezTo>
                    <a:pt x="100194" y="96902"/>
                    <a:pt x="99793" y="96845"/>
                    <a:pt x="99365" y="96758"/>
                  </a:cubicBezTo>
                  <a:cubicBezTo>
                    <a:pt x="99193" y="96744"/>
                    <a:pt x="99036" y="96737"/>
                    <a:pt x="98885" y="96737"/>
                  </a:cubicBezTo>
                  <a:cubicBezTo>
                    <a:pt x="98735" y="96737"/>
                    <a:pt x="98592" y="96744"/>
                    <a:pt x="98449" y="96758"/>
                  </a:cubicBezTo>
                  <a:lnTo>
                    <a:pt x="98133" y="96758"/>
                  </a:lnTo>
                  <a:cubicBezTo>
                    <a:pt x="97590" y="96701"/>
                    <a:pt x="97533" y="96644"/>
                    <a:pt x="97418" y="96415"/>
                  </a:cubicBezTo>
                  <a:cubicBezTo>
                    <a:pt x="97331" y="96243"/>
                    <a:pt x="97217" y="96044"/>
                    <a:pt x="96988" y="95785"/>
                  </a:cubicBezTo>
                  <a:cubicBezTo>
                    <a:pt x="96415" y="95212"/>
                    <a:pt x="95384" y="94669"/>
                    <a:pt x="94697" y="94525"/>
                  </a:cubicBezTo>
                  <a:cubicBezTo>
                    <a:pt x="94562" y="94502"/>
                    <a:pt x="94438" y="94491"/>
                    <a:pt x="94325" y="94491"/>
                  </a:cubicBezTo>
                  <a:cubicBezTo>
                    <a:pt x="93891" y="94491"/>
                    <a:pt x="93614" y="94642"/>
                    <a:pt x="93410" y="94754"/>
                  </a:cubicBezTo>
                  <a:cubicBezTo>
                    <a:pt x="93323" y="94811"/>
                    <a:pt x="93266" y="94841"/>
                    <a:pt x="93181" y="94869"/>
                  </a:cubicBezTo>
                  <a:cubicBezTo>
                    <a:pt x="93152" y="94525"/>
                    <a:pt x="93067" y="94154"/>
                    <a:pt x="92865" y="93838"/>
                  </a:cubicBezTo>
                  <a:lnTo>
                    <a:pt x="92808" y="93696"/>
                  </a:lnTo>
                  <a:cubicBezTo>
                    <a:pt x="92808" y="93639"/>
                    <a:pt x="92781" y="93609"/>
                    <a:pt x="92751" y="93552"/>
                  </a:cubicBezTo>
                  <a:cubicBezTo>
                    <a:pt x="92437" y="93208"/>
                    <a:pt x="92151" y="93066"/>
                    <a:pt x="91922" y="92922"/>
                  </a:cubicBezTo>
                  <a:cubicBezTo>
                    <a:pt x="91663" y="92780"/>
                    <a:pt x="91521" y="92723"/>
                    <a:pt x="91377" y="92121"/>
                  </a:cubicBezTo>
                  <a:cubicBezTo>
                    <a:pt x="91349" y="92006"/>
                    <a:pt x="91377" y="91834"/>
                    <a:pt x="91377" y="91663"/>
                  </a:cubicBezTo>
                  <a:cubicBezTo>
                    <a:pt x="91407" y="91434"/>
                    <a:pt x="91434" y="91234"/>
                    <a:pt x="91377" y="91033"/>
                  </a:cubicBezTo>
                  <a:cubicBezTo>
                    <a:pt x="91377" y="91005"/>
                    <a:pt x="91377" y="90975"/>
                    <a:pt x="91349" y="90948"/>
                  </a:cubicBezTo>
                  <a:cubicBezTo>
                    <a:pt x="91205" y="90662"/>
                    <a:pt x="90976" y="90517"/>
                    <a:pt x="90804" y="90403"/>
                  </a:cubicBezTo>
                  <a:cubicBezTo>
                    <a:pt x="90632" y="90288"/>
                    <a:pt x="90575" y="90231"/>
                    <a:pt x="90548" y="90117"/>
                  </a:cubicBezTo>
                  <a:cubicBezTo>
                    <a:pt x="90433" y="89860"/>
                    <a:pt x="90461" y="89574"/>
                    <a:pt x="90461" y="89230"/>
                  </a:cubicBezTo>
                  <a:cubicBezTo>
                    <a:pt x="90490" y="88800"/>
                    <a:pt x="90518" y="88285"/>
                    <a:pt x="90261" y="87769"/>
                  </a:cubicBezTo>
                  <a:cubicBezTo>
                    <a:pt x="89861" y="86998"/>
                    <a:pt x="88773" y="86196"/>
                    <a:pt x="88200" y="85880"/>
                  </a:cubicBezTo>
                  <a:cubicBezTo>
                    <a:pt x="87170" y="85223"/>
                    <a:pt x="86082" y="85193"/>
                    <a:pt x="85136" y="85165"/>
                  </a:cubicBezTo>
                  <a:cubicBezTo>
                    <a:pt x="83877" y="85136"/>
                    <a:pt x="82903" y="85108"/>
                    <a:pt x="82131" y="83963"/>
                  </a:cubicBezTo>
                  <a:cubicBezTo>
                    <a:pt x="81415" y="82903"/>
                    <a:pt x="81128" y="82502"/>
                    <a:pt x="80128" y="81902"/>
                  </a:cubicBezTo>
                  <a:cubicBezTo>
                    <a:pt x="79697" y="81643"/>
                    <a:pt x="79296" y="81185"/>
                    <a:pt x="78895" y="80784"/>
                  </a:cubicBezTo>
                  <a:cubicBezTo>
                    <a:pt x="78696" y="80555"/>
                    <a:pt x="78467" y="80326"/>
                    <a:pt x="78266" y="80127"/>
                  </a:cubicBezTo>
                  <a:cubicBezTo>
                    <a:pt x="78094" y="79983"/>
                    <a:pt x="77952" y="79841"/>
                    <a:pt x="77837" y="79697"/>
                  </a:cubicBezTo>
                  <a:cubicBezTo>
                    <a:pt x="77396" y="79215"/>
                    <a:pt x="77109" y="78945"/>
                    <a:pt x="76542" y="78945"/>
                  </a:cubicBezTo>
                  <a:cubicBezTo>
                    <a:pt x="76301" y="78945"/>
                    <a:pt x="76008" y="78994"/>
                    <a:pt x="75632" y="79097"/>
                  </a:cubicBezTo>
                  <a:cubicBezTo>
                    <a:pt x="75117" y="79268"/>
                    <a:pt x="74673" y="79354"/>
                    <a:pt x="74212" y="79354"/>
                  </a:cubicBezTo>
                  <a:cubicBezTo>
                    <a:pt x="73750" y="79354"/>
                    <a:pt x="73271" y="79268"/>
                    <a:pt x="72685" y="79097"/>
                  </a:cubicBezTo>
                  <a:cubicBezTo>
                    <a:pt x="72513" y="79039"/>
                    <a:pt x="72341" y="79010"/>
                    <a:pt x="72140" y="78982"/>
                  </a:cubicBezTo>
                  <a:cubicBezTo>
                    <a:pt x="71796" y="78895"/>
                    <a:pt x="71453" y="78810"/>
                    <a:pt x="71166" y="78696"/>
                  </a:cubicBezTo>
                  <a:cubicBezTo>
                    <a:pt x="70994" y="78609"/>
                    <a:pt x="70795" y="78467"/>
                    <a:pt x="70594" y="78323"/>
                  </a:cubicBezTo>
                  <a:cubicBezTo>
                    <a:pt x="70250" y="78066"/>
                    <a:pt x="69907" y="77807"/>
                    <a:pt x="69506" y="77722"/>
                  </a:cubicBezTo>
                  <a:cubicBezTo>
                    <a:pt x="69431" y="77712"/>
                    <a:pt x="69358" y="77707"/>
                    <a:pt x="69288" y="77707"/>
                  </a:cubicBezTo>
                  <a:cubicBezTo>
                    <a:pt x="68793" y="77707"/>
                    <a:pt x="68405" y="77954"/>
                    <a:pt x="68104" y="78181"/>
                  </a:cubicBezTo>
                  <a:cubicBezTo>
                    <a:pt x="67933" y="78265"/>
                    <a:pt x="67818" y="78380"/>
                    <a:pt x="67674" y="78437"/>
                  </a:cubicBezTo>
                  <a:cubicBezTo>
                    <a:pt x="67903" y="78066"/>
                    <a:pt x="68132" y="77578"/>
                    <a:pt x="67788" y="77177"/>
                  </a:cubicBezTo>
                  <a:cubicBezTo>
                    <a:pt x="67671" y="77031"/>
                    <a:pt x="67512" y="76975"/>
                    <a:pt x="67336" y="76975"/>
                  </a:cubicBezTo>
                  <a:cubicBezTo>
                    <a:pt x="66997" y="76975"/>
                    <a:pt x="66591" y="77181"/>
                    <a:pt x="66272" y="77349"/>
                  </a:cubicBezTo>
                  <a:cubicBezTo>
                    <a:pt x="66215" y="77379"/>
                    <a:pt x="66128" y="77436"/>
                    <a:pt x="66100" y="77436"/>
                  </a:cubicBezTo>
                  <a:cubicBezTo>
                    <a:pt x="66071" y="77436"/>
                    <a:pt x="66071" y="77464"/>
                    <a:pt x="66043" y="77464"/>
                  </a:cubicBezTo>
                  <a:cubicBezTo>
                    <a:pt x="65670" y="77665"/>
                    <a:pt x="65155" y="77807"/>
                    <a:pt x="64669" y="77952"/>
                  </a:cubicBezTo>
                  <a:cubicBezTo>
                    <a:pt x="64010" y="78151"/>
                    <a:pt x="63323" y="78352"/>
                    <a:pt x="62837" y="78723"/>
                  </a:cubicBezTo>
                  <a:cubicBezTo>
                    <a:pt x="62292" y="79154"/>
                    <a:pt x="62120" y="79868"/>
                    <a:pt x="61948" y="80498"/>
                  </a:cubicBezTo>
                  <a:cubicBezTo>
                    <a:pt x="61777" y="81185"/>
                    <a:pt x="61635" y="81616"/>
                    <a:pt x="61319" y="81700"/>
                  </a:cubicBezTo>
                  <a:cubicBezTo>
                    <a:pt x="61214" y="81739"/>
                    <a:pt x="61144" y="81761"/>
                    <a:pt x="61092" y="81761"/>
                  </a:cubicBezTo>
                  <a:cubicBezTo>
                    <a:pt x="60989" y="81761"/>
                    <a:pt x="60957" y="81673"/>
                    <a:pt x="60861" y="81444"/>
                  </a:cubicBezTo>
                  <a:cubicBezTo>
                    <a:pt x="60803" y="81272"/>
                    <a:pt x="60689" y="81013"/>
                    <a:pt x="60490" y="80814"/>
                  </a:cubicBezTo>
                  <a:cubicBezTo>
                    <a:pt x="60120" y="80550"/>
                    <a:pt x="59784" y="80448"/>
                    <a:pt x="59401" y="80448"/>
                  </a:cubicBezTo>
                  <a:cubicBezTo>
                    <a:pt x="59159" y="80448"/>
                    <a:pt x="58899" y="80489"/>
                    <a:pt x="58600" y="80555"/>
                  </a:cubicBezTo>
                  <a:cubicBezTo>
                    <a:pt x="58570" y="80555"/>
                    <a:pt x="58513" y="80585"/>
                    <a:pt x="58486" y="80585"/>
                  </a:cubicBezTo>
                  <a:cubicBezTo>
                    <a:pt x="58428" y="80578"/>
                    <a:pt x="58371" y="80575"/>
                    <a:pt x="58315" y="80575"/>
                  </a:cubicBezTo>
                  <a:cubicBezTo>
                    <a:pt x="57897" y="80575"/>
                    <a:pt x="57525" y="80751"/>
                    <a:pt x="57196" y="80929"/>
                  </a:cubicBezTo>
                  <a:cubicBezTo>
                    <a:pt x="56899" y="81077"/>
                    <a:pt x="56624" y="81226"/>
                    <a:pt x="56369" y="81226"/>
                  </a:cubicBezTo>
                  <a:cubicBezTo>
                    <a:pt x="56330" y="81226"/>
                    <a:pt x="56291" y="81223"/>
                    <a:pt x="56253" y="81215"/>
                  </a:cubicBezTo>
                  <a:cubicBezTo>
                    <a:pt x="55852" y="81100"/>
                    <a:pt x="55795" y="80986"/>
                    <a:pt x="55593" y="80727"/>
                  </a:cubicBezTo>
                  <a:cubicBezTo>
                    <a:pt x="55479" y="80585"/>
                    <a:pt x="55364" y="80413"/>
                    <a:pt x="55193" y="80242"/>
                  </a:cubicBezTo>
                  <a:cubicBezTo>
                    <a:pt x="55051" y="80040"/>
                    <a:pt x="54849" y="79898"/>
                    <a:pt x="54650" y="79726"/>
                  </a:cubicBezTo>
                  <a:cubicBezTo>
                    <a:pt x="54448" y="79555"/>
                    <a:pt x="54249" y="79383"/>
                    <a:pt x="54134" y="79211"/>
                  </a:cubicBezTo>
                  <a:cubicBezTo>
                    <a:pt x="53704" y="78437"/>
                    <a:pt x="54077" y="77349"/>
                    <a:pt x="54363" y="76605"/>
                  </a:cubicBezTo>
                  <a:lnTo>
                    <a:pt x="54478" y="76319"/>
                  </a:lnTo>
                  <a:cubicBezTo>
                    <a:pt x="54879" y="75174"/>
                    <a:pt x="55135" y="74574"/>
                    <a:pt x="54620" y="73142"/>
                  </a:cubicBezTo>
                  <a:cubicBezTo>
                    <a:pt x="54563" y="72998"/>
                    <a:pt x="54535" y="72856"/>
                    <a:pt x="54505" y="72769"/>
                  </a:cubicBezTo>
                  <a:cubicBezTo>
                    <a:pt x="54391" y="72341"/>
                    <a:pt x="54276" y="72139"/>
                    <a:pt x="53619" y="71883"/>
                  </a:cubicBezTo>
                  <a:cubicBezTo>
                    <a:pt x="53287" y="71725"/>
                    <a:pt x="52894" y="71662"/>
                    <a:pt x="52522" y="71662"/>
                  </a:cubicBezTo>
                  <a:cubicBezTo>
                    <a:pt x="52220" y="71662"/>
                    <a:pt x="51931" y="71703"/>
                    <a:pt x="51700" y="71768"/>
                  </a:cubicBezTo>
                  <a:cubicBezTo>
                    <a:pt x="51501" y="71796"/>
                    <a:pt x="51272" y="71883"/>
                    <a:pt x="50986" y="71967"/>
                  </a:cubicBezTo>
                  <a:cubicBezTo>
                    <a:pt x="50528" y="72120"/>
                    <a:pt x="50082" y="72252"/>
                    <a:pt x="49751" y="72252"/>
                  </a:cubicBezTo>
                  <a:cubicBezTo>
                    <a:pt x="49522" y="72252"/>
                    <a:pt x="49350" y="72189"/>
                    <a:pt x="49268" y="72025"/>
                  </a:cubicBezTo>
                  <a:cubicBezTo>
                    <a:pt x="49039" y="71567"/>
                    <a:pt x="49811" y="70021"/>
                    <a:pt x="50269" y="69077"/>
                  </a:cubicBezTo>
                  <a:cubicBezTo>
                    <a:pt x="50555" y="68532"/>
                    <a:pt x="50784" y="68074"/>
                    <a:pt x="50871" y="67760"/>
                  </a:cubicBezTo>
                  <a:cubicBezTo>
                    <a:pt x="50928" y="67616"/>
                    <a:pt x="51013" y="67417"/>
                    <a:pt x="51128" y="67188"/>
                  </a:cubicBezTo>
                  <a:cubicBezTo>
                    <a:pt x="51558" y="66357"/>
                    <a:pt x="52016" y="65441"/>
                    <a:pt x="51673" y="64868"/>
                  </a:cubicBezTo>
                  <a:cubicBezTo>
                    <a:pt x="51558" y="64639"/>
                    <a:pt x="51329" y="64467"/>
                    <a:pt x="51013" y="64382"/>
                  </a:cubicBezTo>
                  <a:cubicBezTo>
                    <a:pt x="50807" y="64324"/>
                    <a:pt x="50557" y="64299"/>
                    <a:pt x="50292" y="64299"/>
                  </a:cubicBezTo>
                  <a:cubicBezTo>
                    <a:pt x="49527" y="64299"/>
                    <a:pt x="48635" y="64506"/>
                    <a:pt x="48295" y="64696"/>
                  </a:cubicBezTo>
                  <a:cubicBezTo>
                    <a:pt x="47436" y="65154"/>
                    <a:pt x="47292" y="65871"/>
                    <a:pt x="47177" y="66501"/>
                  </a:cubicBezTo>
                  <a:cubicBezTo>
                    <a:pt x="47120" y="66815"/>
                    <a:pt x="47063" y="67101"/>
                    <a:pt x="46921" y="67387"/>
                  </a:cubicBezTo>
                  <a:cubicBezTo>
                    <a:pt x="46604" y="68017"/>
                    <a:pt x="45604" y="68562"/>
                    <a:pt x="44772" y="68818"/>
                  </a:cubicBezTo>
                  <a:cubicBezTo>
                    <a:pt x="44629" y="68876"/>
                    <a:pt x="44436" y="68901"/>
                    <a:pt x="44215" y="68901"/>
                  </a:cubicBezTo>
                  <a:cubicBezTo>
                    <a:pt x="43552" y="68901"/>
                    <a:pt x="42640" y="68675"/>
                    <a:pt x="42081" y="68418"/>
                  </a:cubicBezTo>
                  <a:cubicBezTo>
                    <a:pt x="41424" y="68017"/>
                    <a:pt x="41367" y="67474"/>
                    <a:pt x="41280" y="66730"/>
                  </a:cubicBezTo>
                  <a:cubicBezTo>
                    <a:pt x="41223" y="66386"/>
                    <a:pt x="41195" y="66043"/>
                    <a:pt x="41081" y="65670"/>
                  </a:cubicBezTo>
                  <a:cubicBezTo>
                    <a:pt x="40966" y="65241"/>
                    <a:pt x="40822" y="64868"/>
                    <a:pt x="40680" y="64497"/>
                  </a:cubicBezTo>
                  <a:cubicBezTo>
                    <a:pt x="40364" y="63753"/>
                    <a:pt x="40107" y="63180"/>
                    <a:pt x="40336" y="62292"/>
                  </a:cubicBezTo>
                  <a:cubicBezTo>
                    <a:pt x="40451" y="61834"/>
                    <a:pt x="40680" y="61433"/>
                    <a:pt x="40909" y="60975"/>
                  </a:cubicBezTo>
                  <a:cubicBezTo>
                    <a:pt x="41195" y="60459"/>
                    <a:pt x="41509" y="59917"/>
                    <a:pt x="41623" y="59230"/>
                  </a:cubicBezTo>
                  <a:cubicBezTo>
                    <a:pt x="41681" y="59001"/>
                    <a:pt x="41710" y="58799"/>
                    <a:pt x="41710" y="58627"/>
                  </a:cubicBezTo>
                  <a:cubicBezTo>
                    <a:pt x="41852" y="57769"/>
                    <a:pt x="41910" y="57226"/>
                    <a:pt x="42627" y="56596"/>
                  </a:cubicBezTo>
                  <a:cubicBezTo>
                    <a:pt x="43314" y="55936"/>
                    <a:pt x="44200" y="55394"/>
                    <a:pt x="44974" y="54906"/>
                  </a:cubicBezTo>
                  <a:lnTo>
                    <a:pt x="45116" y="54821"/>
                  </a:lnTo>
                  <a:cubicBezTo>
                    <a:pt x="45639" y="54466"/>
                    <a:pt x="46023" y="54351"/>
                    <a:pt x="46425" y="54351"/>
                  </a:cubicBezTo>
                  <a:cubicBezTo>
                    <a:pt x="46706" y="54351"/>
                    <a:pt x="46996" y="54407"/>
                    <a:pt x="47349" y="54478"/>
                  </a:cubicBezTo>
                  <a:cubicBezTo>
                    <a:pt x="47665" y="54562"/>
                    <a:pt x="48008" y="54620"/>
                    <a:pt x="48437" y="54677"/>
                  </a:cubicBezTo>
                  <a:lnTo>
                    <a:pt x="48551" y="54677"/>
                  </a:lnTo>
                  <a:cubicBezTo>
                    <a:pt x="48824" y="54710"/>
                    <a:pt x="49138" y="54747"/>
                    <a:pt x="49462" y="54747"/>
                  </a:cubicBezTo>
                  <a:cubicBezTo>
                    <a:pt x="49989" y="54747"/>
                    <a:pt x="50542" y="54649"/>
                    <a:pt x="50986" y="54276"/>
                  </a:cubicBezTo>
                  <a:cubicBezTo>
                    <a:pt x="51215" y="54077"/>
                    <a:pt x="51299" y="53848"/>
                    <a:pt x="51386" y="53676"/>
                  </a:cubicBezTo>
                  <a:cubicBezTo>
                    <a:pt x="51444" y="53504"/>
                    <a:pt x="51471" y="53417"/>
                    <a:pt x="51673" y="53303"/>
                  </a:cubicBezTo>
                  <a:cubicBezTo>
                    <a:pt x="51881" y="53191"/>
                    <a:pt x="52638" y="53115"/>
                    <a:pt x="53359" y="53115"/>
                  </a:cubicBezTo>
                  <a:cubicBezTo>
                    <a:pt x="53924" y="53115"/>
                    <a:pt x="54468" y="53162"/>
                    <a:pt x="54707" y="53275"/>
                  </a:cubicBezTo>
                  <a:cubicBezTo>
                    <a:pt x="54906" y="53333"/>
                    <a:pt x="55078" y="53504"/>
                    <a:pt x="55222" y="53646"/>
                  </a:cubicBezTo>
                  <a:cubicBezTo>
                    <a:pt x="55422" y="53848"/>
                    <a:pt x="55651" y="54047"/>
                    <a:pt x="55967" y="54134"/>
                  </a:cubicBezTo>
                  <a:cubicBezTo>
                    <a:pt x="56096" y="54173"/>
                    <a:pt x="56208" y="54188"/>
                    <a:pt x="56305" y="54188"/>
                  </a:cubicBezTo>
                  <a:cubicBezTo>
                    <a:pt x="56422" y="54188"/>
                    <a:pt x="56517" y="54165"/>
                    <a:pt x="56596" y="54134"/>
                  </a:cubicBezTo>
                  <a:cubicBezTo>
                    <a:pt x="56647" y="54125"/>
                    <a:pt x="56685" y="54119"/>
                    <a:pt x="56719" y="54119"/>
                  </a:cubicBezTo>
                  <a:cubicBezTo>
                    <a:pt x="56799" y="54119"/>
                    <a:pt x="56855" y="54155"/>
                    <a:pt x="56997" y="54276"/>
                  </a:cubicBezTo>
                  <a:cubicBezTo>
                    <a:pt x="57398" y="54649"/>
                    <a:pt x="57398" y="55623"/>
                    <a:pt x="57398" y="56566"/>
                  </a:cubicBezTo>
                  <a:cubicBezTo>
                    <a:pt x="57398" y="58027"/>
                    <a:pt x="57368" y="59859"/>
                    <a:pt x="59058" y="59944"/>
                  </a:cubicBezTo>
                  <a:cubicBezTo>
                    <a:pt x="59117" y="59951"/>
                    <a:pt x="59175" y="59954"/>
                    <a:pt x="59232" y="59954"/>
                  </a:cubicBezTo>
                  <a:cubicBezTo>
                    <a:pt x="59675" y="59954"/>
                    <a:pt x="60064" y="59760"/>
                    <a:pt x="60318" y="59429"/>
                  </a:cubicBezTo>
                  <a:cubicBezTo>
                    <a:pt x="61463" y="58085"/>
                    <a:pt x="60574" y="54478"/>
                    <a:pt x="60460" y="54077"/>
                  </a:cubicBezTo>
                  <a:cubicBezTo>
                    <a:pt x="59716" y="51157"/>
                    <a:pt x="61319" y="49840"/>
                    <a:pt x="63952" y="48780"/>
                  </a:cubicBezTo>
                  <a:cubicBezTo>
                    <a:pt x="65269" y="48207"/>
                    <a:pt x="66471" y="47607"/>
                    <a:pt x="67273" y="46462"/>
                  </a:cubicBezTo>
                  <a:cubicBezTo>
                    <a:pt x="67960" y="45459"/>
                    <a:pt x="68047" y="44745"/>
                    <a:pt x="68132" y="43943"/>
                  </a:cubicBezTo>
                  <a:cubicBezTo>
                    <a:pt x="68162" y="43627"/>
                    <a:pt x="68219" y="43313"/>
                    <a:pt x="68276" y="42940"/>
                  </a:cubicBezTo>
                  <a:cubicBezTo>
                    <a:pt x="68384" y="42505"/>
                    <a:pt x="68443" y="42401"/>
                    <a:pt x="68616" y="42401"/>
                  </a:cubicBezTo>
                  <a:cubicBezTo>
                    <a:pt x="68670" y="42401"/>
                    <a:pt x="68736" y="42411"/>
                    <a:pt x="68819" y="42425"/>
                  </a:cubicBezTo>
                  <a:cubicBezTo>
                    <a:pt x="68898" y="42432"/>
                    <a:pt x="68988" y="42440"/>
                    <a:pt x="69087" y="42440"/>
                  </a:cubicBezTo>
                  <a:cubicBezTo>
                    <a:pt x="69383" y="42440"/>
                    <a:pt x="69757" y="42374"/>
                    <a:pt x="70165" y="42054"/>
                  </a:cubicBezTo>
                  <a:cubicBezTo>
                    <a:pt x="70823" y="41481"/>
                    <a:pt x="71368" y="40707"/>
                    <a:pt x="71883" y="39963"/>
                  </a:cubicBezTo>
                  <a:cubicBezTo>
                    <a:pt x="72112" y="39592"/>
                    <a:pt x="72369" y="39248"/>
                    <a:pt x="72598" y="38962"/>
                  </a:cubicBezTo>
                  <a:cubicBezTo>
                    <a:pt x="72627" y="38932"/>
                    <a:pt x="72627" y="38905"/>
                    <a:pt x="72655" y="38875"/>
                  </a:cubicBezTo>
                  <a:lnTo>
                    <a:pt x="72685" y="38790"/>
                  </a:lnTo>
                  <a:cubicBezTo>
                    <a:pt x="72917" y="38538"/>
                    <a:pt x="73109" y="38470"/>
                    <a:pt x="73360" y="38470"/>
                  </a:cubicBezTo>
                  <a:cubicBezTo>
                    <a:pt x="73481" y="38470"/>
                    <a:pt x="73614" y="38485"/>
                    <a:pt x="73772" y="38504"/>
                  </a:cubicBezTo>
                  <a:cubicBezTo>
                    <a:pt x="73944" y="38535"/>
                    <a:pt x="74134" y="38558"/>
                    <a:pt x="74340" y="38558"/>
                  </a:cubicBezTo>
                  <a:cubicBezTo>
                    <a:pt x="74511" y="38558"/>
                    <a:pt x="74694" y="38542"/>
                    <a:pt x="74888" y="38504"/>
                  </a:cubicBezTo>
                  <a:cubicBezTo>
                    <a:pt x="75861" y="38188"/>
                    <a:pt x="75976" y="37473"/>
                    <a:pt x="76090" y="36844"/>
                  </a:cubicBezTo>
                  <a:cubicBezTo>
                    <a:pt x="76147" y="36528"/>
                    <a:pt x="76205" y="36214"/>
                    <a:pt x="76349" y="35928"/>
                  </a:cubicBezTo>
                  <a:cubicBezTo>
                    <a:pt x="76750" y="35096"/>
                    <a:pt x="77265" y="34982"/>
                    <a:pt x="78037" y="34783"/>
                  </a:cubicBezTo>
                  <a:cubicBezTo>
                    <a:pt x="78238" y="34725"/>
                    <a:pt x="78495" y="34668"/>
                    <a:pt x="78753" y="34581"/>
                  </a:cubicBezTo>
                  <a:cubicBezTo>
                    <a:pt x="79212" y="34409"/>
                    <a:pt x="79612" y="34180"/>
                    <a:pt x="79983" y="33951"/>
                  </a:cubicBezTo>
                  <a:cubicBezTo>
                    <a:pt x="80471" y="33695"/>
                    <a:pt x="80929" y="33436"/>
                    <a:pt x="81472" y="33264"/>
                  </a:cubicBezTo>
                  <a:cubicBezTo>
                    <a:pt x="81472" y="33264"/>
                    <a:pt x="81502" y="33264"/>
                    <a:pt x="81529" y="33237"/>
                  </a:cubicBezTo>
                  <a:cubicBezTo>
                    <a:pt x="81737" y="33133"/>
                    <a:pt x="82277" y="33004"/>
                    <a:pt x="82589" y="33004"/>
                  </a:cubicBezTo>
                  <a:cubicBezTo>
                    <a:pt x="82620" y="33004"/>
                    <a:pt x="82648" y="33005"/>
                    <a:pt x="82674" y="33008"/>
                  </a:cubicBezTo>
                  <a:cubicBezTo>
                    <a:pt x="82647" y="33035"/>
                    <a:pt x="82617" y="33122"/>
                    <a:pt x="82532" y="33207"/>
                  </a:cubicBezTo>
                  <a:cubicBezTo>
                    <a:pt x="82475" y="33237"/>
                    <a:pt x="82189" y="33351"/>
                    <a:pt x="81987" y="33408"/>
                  </a:cubicBezTo>
                  <a:cubicBezTo>
                    <a:pt x="81357" y="33637"/>
                    <a:pt x="80728" y="33866"/>
                    <a:pt x="80700" y="34382"/>
                  </a:cubicBezTo>
                  <a:cubicBezTo>
                    <a:pt x="80670" y="34810"/>
                    <a:pt x="81128" y="35096"/>
                    <a:pt x="81502" y="35298"/>
                  </a:cubicBezTo>
                  <a:cubicBezTo>
                    <a:pt x="81677" y="35371"/>
                    <a:pt x="81848" y="35402"/>
                    <a:pt x="82014" y="35402"/>
                  </a:cubicBezTo>
                  <a:cubicBezTo>
                    <a:pt x="82628" y="35402"/>
                    <a:pt x="83169" y="34965"/>
                    <a:pt x="83620" y="34581"/>
                  </a:cubicBezTo>
                  <a:cubicBezTo>
                    <a:pt x="83934" y="34325"/>
                    <a:pt x="84277" y="34066"/>
                    <a:pt x="84564" y="33981"/>
                  </a:cubicBezTo>
                  <a:cubicBezTo>
                    <a:pt x="84678" y="33951"/>
                    <a:pt x="84850" y="33924"/>
                    <a:pt x="85022" y="33894"/>
                  </a:cubicBezTo>
                  <a:cubicBezTo>
                    <a:pt x="85624" y="33779"/>
                    <a:pt x="86396" y="33608"/>
                    <a:pt x="86682" y="33065"/>
                  </a:cubicBezTo>
                  <a:cubicBezTo>
                    <a:pt x="86854" y="32779"/>
                    <a:pt x="86854" y="32435"/>
                    <a:pt x="86712" y="32062"/>
                  </a:cubicBezTo>
                  <a:cubicBezTo>
                    <a:pt x="86453" y="31432"/>
                    <a:pt x="85766" y="31375"/>
                    <a:pt x="85251" y="31347"/>
                  </a:cubicBezTo>
                  <a:cubicBezTo>
                    <a:pt x="84735" y="31290"/>
                    <a:pt x="84422" y="31260"/>
                    <a:pt x="84277" y="31004"/>
                  </a:cubicBezTo>
                  <a:cubicBezTo>
                    <a:pt x="84048" y="30573"/>
                    <a:pt x="84193" y="30344"/>
                    <a:pt x="84907" y="29859"/>
                  </a:cubicBezTo>
                  <a:cubicBezTo>
                    <a:pt x="85251" y="29600"/>
                    <a:pt x="85594" y="29371"/>
                    <a:pt x="85738" y="29000"/>
                  </a:cubicBezTo>
                  <a:cubicBezTo>
                    <a:pt x="85967" y="28455"/>
                    <a:pt x="85853" y="28111"/>
                    <a:pt x="85681" y="27940"/>
                  </a:cubicBezTo>
                  <a:cubicBezTo>
                    <a:pt x="85486" y="27725"/>
                    <a:pt x="85171" y="27633"/>
                    <a:pt x="84754" y="27633"/>
                  </a:cubicBezTo>
                  <a:cubicBezTo>
                    <a:pt x="83948" y="27633"/>
                    <a:pt x="82763" y="27975"/>
                    <a:pt x="81330" y="28427"/>
                  </a:cubicBezTo>
                  <a:cubicBezTo>
                    <a:pt x="80815" y="28569"/>
                    <a:pt x="80212" y="28771"/>
                    <a:pt x="79956" y="28798"/>
                  </a:cubicBezTo>
                  <a:lnTo>
                    <a:pt x="79956" y="28741"/>
                  </a:lnTo>
                  <a:cubicBezTo>
                    <a:pt x="80041" y="28226"/>
                    <a:pt x="81215" y="27424"/>
                    <a:pt x="81673" y="27253"/>
                  </a:cubicBezTo>
                  <a:cubicBezTo>
                    <a:pt x="81957" y="27177"/>
                    <a:pt x="82254" y="27151"/>
                    <a:pt x="82563" y="27151"/>
                  </a:cubicBezTo>
                  <a:cubicBezTo>
                    <a:pt x="82721" y="27151"/>
                    <a:pt x="82883" y="27158"/>
                    <a:pt x="83047" y="27168"/>
                  </a:cubicBezTo>
                  <a:cubicBezTo>
                    <a:pt x="83205" y="27176"/>
                    <a:pt x="83365" y="27182"/>
                    <a:pt x="83528" y="27182"/>
                  </a:cubicBezTo>
                  <a:cubicBezTo>
                    <a:pt x="83897" y="27182"/>
                    <a:pt x="84280" y="27152"/>
                    <a:pt x="84678" y="27053"/>
                  </a:cubicBezTo>
                  <a:lnTo>
                    <a:pt x="84822" y="26996"/>
                  </a:lnTo>
                  <a:cubicBezTo>
                    <a:pt x="85719" y="26771"/>
                    <a:pt x="86333" y="26612"/>
                    <a:pt x="87213" y="26612"/>
                  </a:cubicBezTo>
                  <a:cubicBezTo>
                    <a:pt x="87344" y="26612"/>
                    <a:pt x="87482" y="26615"/>
                    <a:pt x="87628" y="26623"/>
                  </a:cubicBezTo>
                  <a:cubicBezTo>
                    <a:pt x="87857" y="26653"/>
                    <a:pt x="88056" y="26680"/>
                    <a:pt x="88258" y="26710"/>
                  </a:cubicBezTo>
                  <a:cubicBezTo>
                    <a:pt x="88648" y="26781"/>
                    <a:pt x="88980" y="26838"/>
                    <a:pt x="89309" y="26838"/>
                  </a:cubicBezTo>
                  <a:cubicBezTo>
                    <a:pt x="89897" y="26838"/>
                    <a:pt x="90478" y="26657"/>
                    <a:pt x="91377" y="26050"/>
                  </a:cubicBezTo>
                  <a:cubicBezTo>
                    <a:pt x="91720" y="25821"/>
                    <a:pt x="92236" y="25679"/>
                    <a:pt x="92781" y="25508"/>
                  </a:cubicBezTo>
                  <a:cubicBezTo>
                    <a:pt x="94125" y="25107"/>
                    <a:pt x="95758" y="24619"/>
                    <a:pt x="95701" y="22645"/>
                  </a:cubicBezTo>
                  <a:cubicBezTo>
                    <a:pt x="95701" y="21814"/>
                    <a:pt x="95098" y="20870"/>
                    <a:pt x="93839" y="19810"/>
                  </a:cubicBezTo>
                  <a:lnTo>
                    <a:pt x="93410" y="19466"/>
                  </a:lnTo>
                  <a:cubicBezTo>
                    <a:pt x="92723" y="18951"/>
                    <a:pt x="92609" y="18894"/>
                    <a:pt x="92609" y="17721"/>
                  </a:cubicBezTo>
                  <a:cubicBezTo>
                    <a:pt x="92609" y="17492"/>
                    <a:pt x="92636" y="17263"/>
                    <a:pt x="92636" y="17034"/>
                  </a:cubicBezTo>
                  <a:cubicBezTo>
                    <a:pt x="92694" y="16118"/>
                    <a:pt x="92751" y="15115"/>
                    <a:pt x="92064" y="14458"/>
                  </a:cubicBezTo>
                  <a:cubicBezTo>
                    <a:pt x="91668" y="14132"/>
                    <a:pt x="91282" y="14014"/>
                    <a:pt x="90913" y="14014"/>
                  </a:cubicBezTo>
                  <a:cubicBezTo>
                    <a:pt x="90374" y="14014"/>
                    <a:pt x="89872" y="14265"/>
                    <a:pt x="89430" y="14485"/>
                  </a:cubicBezTo>
                  <a:cubicBezTo>
                    <a:pt x="89059" y="14657"/>
                    <a:pt x="88716" y="14858"/>
                    <a:pt x="88372" y="14886"/>
                  </a:cubicBezTo>
                  <a:lnTo>
                    <a:pt x="88315" y="14886"/>
                  </a:lnTo>
                  <a:cubicBezTo>
                    <a:pt x="88224" y="14912"/>
                    <a:pt x="88064" y="14926"/>
                    <a:pt x="87896" y="14926"/>
                  </a:cubicBezTo>
                  <a:cubicBezTo>
                    <a:pt x="87693" y="14926"/>
                    <a:pt x="87480" y="14905"/>
                    <a:pt x="87369" y="14858"/>
                  </a:cubicBezTo>
                  <a:cubicBezTo>
                    <a:pt x="87284" y="14801"/>
                    <a:pt x="87254" y="14744"/>
                    <a:pt x="87197" y="14714"/>
                  </a:cubicBezTo>
                  <a:lnTo>
                    <a:pt x="87227" y="14687"/>
                  </a:lnTo>
                  <a:cubicBezTo>
                    <a:pt x="87399" y="14542"/>
                    <a:pt x="87655" y="14286"/>
                    <a:pt x="87685" y="13798"/>
                  </a:cubicBezTo>
                  <a:cubicBezTo>
                    <a:pt x="87685" y="13111"/>
                    <a:pt x="86682" y="11309"/>
                    <a:pt x="86196" y="10993"/>
                  </a:cubicBezTo>
                  <a:cubicBezTo>
                    <a:pt x="85879" y="10732"/>
                    <a:pt x="84143" y="10471"/>
                    <a:pt x="82741" y="10471"/>
                  </a:cubicBezTo>
                  <a:cubicBezTo>
                    <a:pt x="81989" y="10471"/>
                    <a:pt x="81333" y="10546"/>
                    <a:pt x="81044" y="10736"/>
                  </a:cubicBezTo>
                  <a:cubicBezTo>
                    <a:pt x="80212" y="11222"/>
                    <a:pt x="80185" y="12080"/>
                    <a:pt x="80155" y="12740"/>
                  </a:cubicBezTo>
                  <a:cubicBezTo>
                    <a:pt x="80128" y="13255"/>
                    <a:pt x="80098" y="13684"/>
                    <a:pt x="79784" y="13970"/>
                  </a:cubicBezTo>
                  <a:cubicBezTo>
                    <a:pt x="79670" y="14114"/>
                    <a:pt x="79383" y="14142"/>
                    <a:pt x="79097" y="14171"/>
                  </a:cubicBezTo>
                  <a:cubicBezTo>
                    <a:pt x="78666" y="14229"/>
                    <a:pt x="78181" y="14286"/>
                    <a:pt x="77922" y="14714"/>
                  </a:cubicBezTo>
                  <a:cubicBezTo>
                    <a:pt x="77723" y="15058"/>
                    <a:pt x="77723" y="15516"/>
                    <a:pt x="77922" y="16145"/>
                  </a:cubicBezTo>
                  <a:cubicBezTo>
                    <a:pt x="78009" y="16461"/>
                    <a:pt x="78181" y="16718"/>
                    <a:pt x="78323" y="17004"/>
                  </a:cubicBezTo>
                  <a:cubicBezTo>
                    <a:pt x="78666" y="17577"/>
                    <a:pt x="78868" y="17920"/>
                    <a:pt x="78353" y="18493"/>
                  </a:cubicBezTo>
                  <a:cubicBezTo>
                    <a:pt x="77750" y="19152"/>
                    <a:pt x="77036" y="19267"/>
                    <a:pt x="76262" y="19381"/>
                  </a:cubicBezTo>
                  <a:cubicBezTo>
                    <a:pt x="75231" y="19553"/>
                    <a:pt x="74029" y="19725"/>
                    <a:pt x="73658" y="21699"/>
                  </a:cubicBezTo>
                  <a:cubicBezTo>
                    <a:pt x="73658" y="21843"/>
                    <a:pt x="73628" y="21985"/>
                    <a:pt x="73628" y="22130"/>
                  </a:cubicBezTo>
                  <a:cubicBezTo>
                    <a:pt x="73514" y="22874"/>
                    <a:pt x="73372" y="23932"/>
                    <a:pt x="72799" y="24275"/>
                  </a:cubicBezTo>
                  <a:cubicBezTo>
                    <a:pt x="72702" y="24357"/>
                    <a:pt x="72551" y="24392"/>
                    <a:pt x="72376" y="24392"/>
                  </a:cubicBezTo>
                  <a:cubicBezTo>
                    <a:pt x="72241" y="24392"/>
                    <a:pt x="72090" y="24371"/>
                    <a:pt x="71940" y="24333"/>
                  </a:cubicBezTo>
                  <a:cubicBezTo>
                    <a:pt x="71510" y="24191"/>
                    <a:pt x="71139" y="23932"/>
                    <a:pt x="70994" y="23646"/>
                  </a:cubicBezTo>
                  <a:cubicBezTo>
                    <a:pt x="70651" y="22844"/>
                    <a:pt x="70994" y="22615"/>
                    <a:pt x="71540" y="22214"/>
                  </a:cubicBezTo>
                  <a:cubicBezTo>
                    <a:pt x="71940" y="21928"/>
                    <a:pt x="72369" y="21614"/>
                    <a:pt x="72456" y="21042"/>
                  </a:cubicBezTo>
                  <a:cubicBezTo>
                    <a:pt x="72540" y="20611"/>
                    <a:pt x="72483" y="20268"/>
                    <a:pt x="72254" y="20039"/>
                  </a:cubicBezTo>
                  <a:cubicBezTo>
                    <a:pt x="71970" y="19714"/>
                    <a:pt x="71527" y="19648"/>
                    <a:pt x="71058" y="19648"/>
                  </a:cubicBezTo>
                  <a:cubicBezTo>
                    <a:pt x="70867" y="19648"/>
                    <a:pt x="70671" y="19659"/>
                    <a:pt x="70479" y="19668"/>
                  </a:cubicBezTo>
                  <a:cubicBezTo>
                    <a:pt x="70351" y="19681"/>
                    <a:pt x="70215" y="19688"/>
                    <a:pt x="70094" y="19688"/>
                  </a:cubicBezTo>
                  <a:cubicBezTo>
                    <a:pt x="69972" y="19688"/>
                    <a:pt x="69864" y="19681"/>
                    <a:pt x="69792" y="19668"/>
                  </a:cubicBezTo>
                  <a:cubicBezTo>
                    <a:pt x="69048" y="19466"/>
                    <a:pt x="67846" y="18637"/>
                    <a:pt x="67273" y="18092"/>
                  </a:cubicBezTo>
                  <a:cubicBezTo>
                    <a:pt x="67159" y="17978"/>
                    <a:pt x="67074" y="17836"/>
                    <a:pt x="66987" y="17664"/>
                  </a:cubicBezTo>
                  <a:cubicBezTo>
                    <a:pt x="66815" y="17348"/>
                    <a:pt x="66586" y="16920"/>
                    <a:pt x="65871" y="16833"/>
                  </a:cubicBezTo>
                  <a:cubicBezTo>
                    <a:pt x="65555" y="16833"/>
                    <a:pt x="65299" y="17004"/>
                    <a:pt x="65040" y="17149"/>
                  </a:cubicBezTo>
                  <a:cubicBezTo>
                    <a:pt x="64784" y="17291"/>
                    <a:pt x="64582" y="17405"/>
                    <a:pt x="64410" y="17405"/>
                  </a:cubicBezTo>
                  <a:cubicBezTo>
                    <a:pt x="64440" y="17206"/>
                    <a:pt x="64497" y="17004"/>
                    <a:pt x="64555" y="16833"/>
                  </a:cubicBezTo>
                  <a:cubicBezTo>
                    <a:pt x="64697" y="16432"/>
                    <a:pt x="64811" y="16031"/>
                    <a:pt x="64612" y="15660"/>
                  </a:cubicBezTo>
                  <a:cubicBezTo>
                    <a:pt x="64468" y="15431"/>
                    <a:pt x="64268" y="15287"/>
                    <a:pt x="63982" y="15172"/>
                  </a:cubicBezTo>
                  <a:cubicBezTo>
                    <a:pt x="63982" y="15115"/>
                    <a:pt x="64010" y="15058"/>
                    <a:pt x="64067" y="15000"/>
                  </a:cubicBezTo>
                  <a:cubicBezTo>
                    <a:pt x="64124" y="14886"/>
                    <a:pt x="64124" y="14714"/>
                    <a:pt x="64039" y="14600"/>
                  </a:cubicBezTo>
                  <a:lnTo>
                    <a:pt x="64124" y="14171"/>
                  </a:lnTo>
                  <a:cubicBezTo>
                    <a:pt x="64181" y="13771"/>
                    <a:pt x="64211" y="13569"/>
                    <a:pt x="64468" y="13340"/>
                  </a:cubicBezTo>
                  <a:cubicBezTo>
                    <a:pt x="64582" y="13226"/>
                    <a:pt x="64726" y="13226"/>
                    <a:pt x="64983" y="13226"/>
                  </a:cubicBezTo>
                  <a:cubicBezTo>
                    <a:pt x="65042" y="13226"/>
                    <a:pt x="65108" y="13228"/>
                    <a:pt x="65179" y="13228"/>
                  </a:cubicBezTo>
                  <a:cubicBezTo>
                    <a:pt x="65352" y="13228"/>
                    <a:pt x="65554" y="13213"/>
                    <a:pt x="65757" y="13111"/>
                  </a:cubicBezTo>
                  <a:cubicBezTo>
                    <a:pt x="66215" y="12882"/>
                    <a:pt x="66529" y="12596"/>
                    <a:pt x="66845" y="12339"/>
                  </a:cubicBezTo>
                  <a:cubicBezTo>
                    <a:pt x="67303" y="11938"/>
                    <a:pt x="67704" y="11595"/>
                    <a:pt x="68418" y="11480"/>
                  </a:cubicBezTo>
                  <a:cubicBezTo>
                    <a:pt x="69650" y="11251"/>
                    <a:pt x="70422" y="10764"/>
                    <a:pt x="71482" y="10106"/>
                  </a:cubicBezTo>
                  <a:lnTo>
                    <a:pt x="71682" y="9962"/>
                  </a:lnTo>
                  <a:cubicBezTo>
                    <a:pt x="72227" y="9648"/>
                    <a:pt x="72769" y="9447"/>
                    <a:pt x="73342" y="9248"/>
                  </a:cubicBezTo>
                  <a:cubicBezTo>
                    <a:pt x="73800" y="9046"/>
                    <a:pt x="74315" y="8874"/>
                    <a:pt x="74830" y="8588"/>
                  </a:cubicBezTo>
                  <a:cubicBezTo>
                    <a:pt x="75231" y="8359"/>
                    <a:pt x="75605" y="7988"/>
                    <a:pt x="75948" y="7615"/>
                  </a:cubicBezTo>
                  <a:cubicBezTo>
                    <a:pt x="76319" y="7214"/>
                    <a:pt x="76720" y="6813"/>
                    <a:pt x="77093" y="6671"/>
                  </a:cubicBezTo>
                  <a:cubicBezTo>
                    <a:pt x="77227" y="6623"/>
                    <a:pt x="77371" y="6604"/>
                    <a:pt x="77522" y="6604"/>
                  </a:cubicBezTo>
                  <a:cubicBezTo>
                    <a:pt x="77822" y="6604"/>
                    <a:pt x="78152" y="6680"/>
                    <a:pt x="78495" y="6756"/>
                  </a:cubicBezTo>
                  <a:cubicBezTo>
                    <a:pt x="78857" y="6828"/>
                    <a:pt x="79219" y="6901"/>
                    <a:pt x="79589" y="6901"/>
                  </a:cubicBezTo>
                  <a:cubicBezTo>
                    <a:pt x="79803" y="6901"/>
                    <a:pt x="80021" y="6876"/>
                    <a:pt x="80242" y="6813"/>
                  </a:cubicBezTo>
                  <a:cubicBezTo>
                    <a:pt x="81071" y="6584"/>
                    <a:pt x="82990" y="5011"/>
                    <a:pt x="83448" y="4267"/>
                  </a:cubicBezTo>
                  <a:cubicBezTo>
                    <a:pt x="83677" y="3893"/>
                    <a:pt x="83934" y="3378"/>
                    <a:pt x="83648" y="2977"/>
                  </a:cubicBezTo>
                  <a:cubicBezTo>
                    <a:pt x="83472" y="2714"/>
                    <a:pt x="83162" y="2630"/>
                    <a:pt x="82799" y="2630"/>
                  </a:cubicBezTo>
                  <a:cubicBezTo>
                    <a:pt x="82450" y="2630"/>
                    <a:pt x="82051" y="2707"/>
                    <a:pt x="81673" y="2778"/>
                  </a:cubicBezTo>
                  <a:cubicBezTo>
                    <a:pt x="81559" y="2805"/>
                    <a:pt x="81415" y="2835"/>
                    <a:pt x="81300" y="2863"/>
                  </a:cubicBezTo>
                  <a:cubicBezTo>
                    <a:pt x="80270" y="3064"/>
                    <a:pt x="79899" y="3321"/>
                    <a:pt x="79296" y="3751"/>
                  </a:cubicBezTo>
                  <a:cubicBezTo>
                    <a:pt x="79154" y="3836"/>
                    <a:pt x="79010" y="3951"/>
                    <a:pt x="78811" y="4095"/>
                  </a:cubicBezTo>
                  <a:cubicBezTo>
                    <a:pt x="78437" y="4381"/>
                    <a:pt x="78238" y="4438"/>
                    <a:pt x="78181" y="4466"/>
                  </a:cubicBezTo>
                  <a:cubicBezTo>
                    <a:pt x="78151" y="4381"/>
                    <a:pt x="78094" y="4267"/>
                    <a:pt x="78094" y="4152"/>
                  </a:cubicBezTo>
                  <a:cubicBezTo>
                    <a:pt x="78009" y="3866"/>
                    <a:pt x="77922" y="3492"/>
                    <a:pt x="77693" y="3149"/>
                  </a:cubicBezTo>
                  <a:cubicBezTo>
                    <a:pt x="77437" y="2805"/>
                    <a:pt x="77150" y="2691"/>
                    <a:pt x="76949" y="2606"/>
                  </a:cubicBezTo>
                  <a:cubicBezTo>
                    <a:pt x="76720" y="2519"/>
                    <a:pt x="76635" y="2492"/>
                    <a:pt x="76578" y="2290"/>
                  </a:cubicBezTo>
                  <a:cubicBezTo>
                    <a:pt x="76578" y="2205"/>
                    <a:pt x="76635" y="2034"/>
                    <a:pt x="76692" y="1889"/>
                  </a:cubicBezTo>
                  <a:cubicBezTo>
                    <a:pt x="76807" y="1633"/>
                    <a:pt x="76949" y="1289"/>
                    <a:pt x="76864" y="946"/>
                  </a:cubicBezTo>
                  <a:cubicBezTo>
                    <a:pt x="76720" y="431"/>
                    <a:pt x="76463" y="115"/>
                    <a:pt x="76090" y="30"/>
                  </a:cubicBezTo>
                  <a:cubicBezTo>
                    <a:pt x="76018" y="10"/>
                    <a:pt x="75944" y="1"/>
                    <a:pt x="7587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7547504" y="763704"/>
              <a:ext cx="886490" cy="505546"/>
            </a:xfrm>
            <a:custGeom>
              <a:avLst/>
              <a:gdLst/>
              <a:ahLst/>
              <a:cxnLst/>
              <a:rect l="l" t="t" r="r" b="b"/>
              <a:pathLst>
                <a:path w="43826" h="24993" extrusionOk="0">
                  <a:moveTo>
                    <a:pt x="33716" y="0"/>
                  </a:moveTo>
                  <a:cubicBezTo>
                    <a:pt x="31663" y="0"/>
                    <a:pt x="29597" y="184"/>
                    <a:pt x="27625" y="184"/>
                  </a:cubicBezTo>
                  <a:cubicBezTo>
                    <a:pt x="25994" y="184"/>
                    <a:pt x="24677" y="326"/>
                    <a:pt x="23159" y="757"/>
                  </a:cubicBezTo>
                  <a:lnTo>
                    <a:pt x="23044" y="814"/>
                  </a:lnTo>
                  <a:cubicBezTo>
                    <a:pt x="21670" y="956"/>
                    <a:pt x="20440" y="1272"/>
                    <a:pt x="19066" y="1272"/>
                  </a:cubicBezTo>
                  <a:cubicBezTo>
                    <a:pt x="18329" y="1236"/>
                    <a:pt x="17662" y="1190"/>
                    <a:pt x="17020" y="1190"/>
                  </a:cubicBezTo>
                  <a:cubicBezTo>
                    <a:pt x="16116" y="1190"/>
                    <a:pt x="15263" y="1281"/>
                    <a:pt x="14342" y="1616"/>
                  </a:cubicBezTo>
                  <a:cubicBezTo>
                    <a:pt x="13169" y="1987"/>
                    <a:pt x="12081" y="1757"/>
                    <a:pt x="10907" y="1987"/>
                  </a:cubicBezTo>
                  <a:cubicBezTo>
                    <a:pt x="9533" y="2216"/>
                    <a:pt x="8788" y="3132"/>
                    <a:pt x="7673" y="3734"/>
                  </a:cubicBezTo>
                  <a:cubicBezTo>
                    <a:pt x="6384" y="4364"/>
                    <a:pt x="1" y="3505"/>
                    <a:pt x="486" y="5909"/>
                  </a:cubicBezTo>
                  <a:cubicBezTo>
                    <a:pt x="699" y="7009"/>
                    <a:pt x="1561" y="7309"/>
                    <a:pt x="2653" y="7309"/>
                  </a:cubicBezTo>
                  <a:cubicBezTo>
                    <a:pt x="3967" y="7309"/>
                    <a:pt x="5615" y="6875"/>
                    <a:pt x="6867" y="6875"/>
                  </a:cubicBezTo>
                  <a:cubicBezTo>
                    <a:pt x="7664" y="6875"/>
                    <a:pt x="8301" y="7051"/>
                    <a:pt x="8589" y="7627"/>
                  </a:cubicBezTo>
                  <a:cubicBezTo>
                    <a:pt x="8933" y="8429"/>
                    <a:pt x="8245" y="10089"/>
                    <a:pt x="8360" y="11033"/>
                  </a:cubicBezTo>
                  <a:cubicBezTo>
                    <a:pt x="8502" y="11834"/>
                    <a:pt x="8016" y="11548"/>
                    <a:pt x="8704" y="11978"/>
                  </a:cubicBezTo>
                  <a:cubicBezTo>
                    <a:pt x="8849" y="12064"/>
                    <a:pt x="9018" y="12080"/>
                    <a:pt x="9192" y="12080"/>
                  </a:cubicBezTo>
                  <a:cubicBezTo>
                    <a:pt x="9298" y="12080"/>
                    <a:pt x="9407" y="12074"/>
                    <a:pt x="9513" y="12074"/>
                  </a:cubicBezTo>
                  <a:cubicBezTo>
                    <a:pt x="9814" y="12074"/>
                    <a:pt x="10099" y="12123"/>
                    <a:pt x="10277" y="12494"/>
                  </a:cubicBezTo>
                  <a:cubicBezTo>
                    <a:pt x="10563" y="13295"/>
                    <a:pt x="9933" y="12865"/>
                    <a:pt x="9677" y="13151"/>
                  </a:cubicBezTo>
                  <a:cubicBezTo>
                    <a:pt x="9189" y="13581"/>
                    <a:pt x="9333" y="13295"/>
                    <a:pt x="8990" y="14010"/>
                  </a:cubicBezTo>
                  <a:cubicBezTo>
                    <a:pt x="8704" y="14582"/>
                    <a:pt x="9047" y="14669"/>
                    <a:pt x="8502" y="15185"/>
                  </a:cubicBezTo>
                  <a:cubicBezTo>
                    <a:pt x="8158" y="15528"/>
                    <a:pt x="7471" y="15613"/>
                    <a:pt x="7128" y="16128"/>
                  </a:cubicBezTo>
                  <a:cubicBezTo>
                    <a:pt x="5697" y="17846"/>
                    <a:pt x="6727" y="21338"/>
                    <a:pt x="7616" y="23085"/>
                  </a:cubicBezTo>
                  <a:cubicBezTo>
                    <a:pt x="8245" y="24231"/>
                    <a:pt x="8933" y="23800"/>
                    <a:pt x="10078" y="24315"/>
                  </a:cubicBezTo>
                  <a:cubicBezTo>
                    <a:pt x="10542" y="24488"/>
                    <a:pt x="10673" y="24993"/>
                    <a:pt x="11254" y="24993"/>
                  </a:cubicBezTo>
                  <a:cubicBezTo>
                    <a:pt x="11353" y="24993"/>
                    <a:pt x="11465" y="24978"/>
                    <a:pt x="11594" y="24945"/>
                  </a:cubicBezTo>
                  <a:cubicBezTo>
                    <a:pt x="12196" y="24803"/>
                    <a:pt x="12539" y="24144"/>
                    <a:pt x="12883" y="23571"/>
                  </a:cubicBezTo>
                  <a:cubicBezTo>
                    <a:pt x="13112" y="23085"/>
                    <a:pt x="13169" y="22627"/>
                    <a:pt x="13655" y="22284"/>
                  </a:cubicBezTo>
                  <a:cubicBezTo>
                    <a:pt x="14113" y="21911"/>
                    <a:pt x="14601" y="22055"/>
                    <a:pt x="15086" y="21540"/>
                  </a:cubicBezTo>
                  <a:cubicBezTo>
                    <a:pt x="15830" y="20681"/>
                    <a:pt x="15773" y="19449"/>
                    <a:pt x="16948" y="18791"/>
                  </a:cubicBezTo>
                  <a:cubicBezTo>
                    <a:pt x="17333" y="18558"/>
                    <a:pt x="17693" y="18483"/>
                    <a:pt x="18049" y="18483"/>
                  </a:cubicBezTo>
                  <a:cubicBezTo>
                    <a:pt x="18699" y="18483"/>
                    <a:pt x="19338" y="18734"/>
                    <a:pt x="20097" y="18734"/>
                  </a:cubicBezTo>
                  <a:cubicBezTo>
                    <a:pt x="21128" y="18647"/>
                    <a:pt x="21872" y="17704"/>
                    <a:pt x="22758" y="17273"/>
                  </a:cubicBezTo>
                  <a:cubicBezTo>
                    <a:pt x="23589" y="16845"/>
                    <a:pt x="24132" y="16043"/>
                    <a:pt x="24964" y="15613"/>
                  </a:cubicBezTo>
                  <a:cubicBezTo>
                    <a:pt x="25195" y="15489"/>
                    <a:pt x="25442" y="15449"/>
                    <a:pt x="25698" y="15449"/>
                  </a:cubicBezTo>
                  <a:cubicBezTo>
                    <a:pt x="26168" y="15449"/>
                    <a:pt x="26670" y="15584"/>
                    <a:pt x="27174" y="15584"/>
                  </a:cubicBezTo>
                  <a:cubicBezTo>
                    <a:pt x="27344" y="15584"/>
                    <a:pt x="27513" y="15569"/>
                    <a:pt x="27682" y="15528"/>
                  </a:cubicBezTo>
                  <a:cubicBezTo>
                    <a:pt x="28598" y="15384"/>
                    <a:pt x="29601" y="14868"/>
                    <a:pt x="30574" y="14582"/>
                  </a:cubicBezTo>
                  <a:cubicBezTo>
                    <a:pt x="31261" y="14383"/>
                    <a:pt x="31948" y="14239"/>
                    <a:pt x="32205" y="13437"/>
                  </a:cubicBezTo>
                  <a:cubicBezTo>
                    <a:pt x="31948" y="13295"/>
                    <a:pt x="30831" y="13066"/>
                    <a:pt x="30774" y="12865"/>
                  </a:cubicBezTo>
                  <a:cubicBezTo>
                    <a:pt x="30517" y="12265"/>
                    <a:pt x="31117" y="11978"/>
                    <a:pt x="31518" y="11978"/>
                  </a:cubicBezTo>
                  <a:cubicBezTo>
                    <a:pt x="32042" y="11978"/>
                    <a:pt x="32649" y="12993"/>
                    <a:pt x="33149" y="12993"/>
                  </a:cubicBezTo>
                  <a:cubicBezTo>
                    <a:pt x="33305" y="12993"/>
                    <a:pt x="33450" y="12894"/>
                    <a:pt x="33579" y="12636"/>
                  </a:cubicBezTo>
                  <a:cubicBezTo>
                    <a:pt x="34209" y="11491"/>
                    <a:pt x="31948" y="10891"/>
                    <a:pt x="32693" y="10089"/>
                  </a:cubicBezTo>
                  <a:cubicBezTo>
                    <a:pt x="33178" y="9658"/>
                    <a:pt x="34697" y="10032"/>
                    <a:pt x="35354" y="9601"/>
                  </a:cubicBezTo>
                  <a:cubicBezTo>
                    <a:pt x="35842" y="9315"/>
                    <a:pt x="36270" y="8658"/>
                    <a:pt x="36613" y="8142"/>
                  </a:cubicBezTo>
                  <a:cubicBezTo>
                    <a:pt x="36957" y="7570"/>
                    <a:pt x="36872" y="6910"/>
                    <a:pt x="37159" y="6482"/>
                  </a:cubicBezTo>
                  <a:cubicBezTo>
                    <a:pt x="37358" y="6109"/>
                    <a:pt x="38045" y="6051"/>
                    <a:pt x="38189" y="5680"/>
                  </a:cubicBezTo>
                  <a:cubicBezTo>
                    <a:pt x="38446" y="5108"/>
                    <a:pt x="37903" y="4822"/>
                    <a:pt x="38102" y="4306"/>
                  </a:cubicBezTo>
                  <a:cubicBezTo>
                    <a:pt x="38732" y="2932"/>
                    <a:pt x="43656" y="3074"/>
                    <a:pt x="43800" y="1902"/>
                  </a:cubicBezTo>
                  <a:cubicBezTo>
                    <a:pt x="43826" y="1251"/>
                    <a:pt x="43036" y="1074"/>
                    <a:pt x="42101" y="1074"/>
                  </a:cubicBezTo>
                  <a:cubicBezTo>
                    <a:pt x="40980" y="1074"/>
                    <a:pt x="39652" y="1329"/>
                    <a:pt x="39277" y="1329"/>
                  </a:cubicBezTo>
                  <a:cubicBezTo>
                    <a:pt x="37701" y="1272"/>
                    <a:pt x="36815" y="184"/>
                    <a:pt x="35239" y="40"/>
                  </a:cubicBezTo>
                  <a:cubicBezTo>
                    <a:pt x="34733" y="12"/>
                    <a:pt x="34225" y="0"/>
                    <a:pt x="3371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7548678" y="756118"/>
              <a:ext cx="892296" cy="520878"/>
            </a:xfrm>
            <a:custGeom>
              <a:avLst/>
              <a:gdLst/>
              <a:ahLst/>
              <a:cxnLst/>
              <a:rect l="l" t="t" r="r" b="b"/>
              <a:pathLst>
                <a:path w="44113" h="25751" extrusionOk="0">
                  <a:moveTo>
                    <a:pt x="33755" y="723"/>
                  </a:moveTo>
                  <a:cubicBezTo>
                    <a:pt x="34215" y="723"/>
                    <a:pt x="34672" y="733"/>
                    <a:pt x="35124" y="758"/>
                  </a:cubicBezTo>
                  <a:cubicBezTo>
                    <a:pt x="35841" y="816"/>
                    <a:pt x="36384" y="1102"/>
                    <a:pt x="36986" y="1388"/>
                  </a:cubicBezTo>
                  <a:cubicBezTo>
                    <a:pt x="37643" y="1704"/>
                    <a:pt x="38303" y="2018"/>
                    <a:pt x="39219" y="2075"/>
                  </a:cubicBezTo>
                  <a:cubicBezTo>
                    <a:pt x="39361" y="2075"/>
                    <a:pt x="39647" y="2048"/>
                    <a:pt x="39991" y="1991"/>
                  </a:cubicBezTo>
                  <a:cubicBezTo>
                    <a:pt x="40479" y="1925"/>
                    <a:pt x="41329" y="1814"/>
                    <a:pt x="42056" y="1814"/>
                  </a:cubicBezTo>
                  <a:cubicBezTo>
                    <a:pt x="42607" y="1814"/>
                    <a:pt x="43086" y="1878"/>
                    <a:pt x="43284" y="2075"/>
                  </a:cubicBezTo>
                  <a:cubicBezTo>
                    <a:pt x="43369" y="2132"/>
                    <a:pt x="43369" y="2190"/>
                    <a:pt x="43369" y="2247"/>
                  </a:cubicBezTo>
                  <a:cubicBezTo>
                    <a:pt x="43341" y="2563"/>
                    <a:pt x="41880" y="2849"/>
                    <a:pt x="41108" y="3021"/>
                  </a:cubicBezTo>
                  <a:cubicBezTo>
                    <a:pt x="39620" y="3335"/>
                    <a:pt x="38101" y="3651"/>
                    <a:pt x="37701" y="4537"/>
                  </a:cubicBezTo>
                  <a:cubicBezTo>
                    <a:pt x="37559" y="4910"/>
                    <a:pt x="37673" y="5224"/>
                    <a:pt x="37758" y="5426"/>
                  </a:cubicBezTo>
                  <a:cubicBezTo>
                    <a:pt x="37845" y="5655"/>
                    <a:pt x="37872" y="5739"/>
                    <a:pt x="37788" y="5911"/>
                  </a:cubicBezTo>
                  <a:cubicBezTo>
                    <a:pt x="37758" y="5968"/>
                    <a:pt x="37559" y="6083"/>
                    <a:pt x="37444" y="6140"/>
                  </a:cubicBezTo>
                  <a:cubicBezTo>
                    <a:pt x="37215" y="6255"/>
                    <a:pt x="36929" y="6399"/>
                    <a:pt x="36784" y="6655"/>
                  </a:cubicBezTo>
                  <a:cubicBezTo>
                    <a:pt x="36613" y="6914"/>
                    <a:pt x="36555" y="7228"/>
                    <a:pt x="36498" y="7514"/>
                  </a:cubicBezTo>
                  <a:cubicBezTo>
                    <a:pt x="36441" y="7801"/>
                    <a:pt x="36384" y="8087"/>
                    <a:pt x="36242" y="8316"/>
                  </a:cubicBezTo>
                  <a:lnTo>
                    <a:pt x="36155" y="8430"/>
                  </a:lnTo>
                  <a:cubicBezTo>
                    <a:pt x="35868" y="8888"/>
                    <a:pt x="35497" y="9433"/>
                    <a:pt x="35124" y="9662"/>
                  </a:cubicBezTo>
                  <a:cubicBezTo>
                    <a:pt x="34868" y="9834"/>
                    <a:pt x="34352" y="9834"/>
                    <a:pt x="33894" y="9862"/>
                  </a:cubicBezTo>
                  <a:cubicBezTo>
                    <a:pt x="33292" y="9891"/>
                    <a:pt x="32719" y="9891"/>
                    <a:pt x="32376" y="10235"/>
                  </a:cubicBezTo>
                  <a:cubicBezTo>
                    <a:pt x="31776" y="10865"/>
                    <a:pt x="32376" y="11465"/>
                    <a:pt x="32749" y="11838"/>
                  </a:cubicBezTo>
                  <a:cubicBezTo>
                    <a:pt x="33207" y="12296"/>
                    <a:pt x="33379" y="12525"/>
                    <a:pt x="33207" y="12839"/>
                  </a:cubicBezTo>
                  <a:cubicBezTo>
                    <a:pt x="33150" y="12983"/>
                    <a:pt x="33093" y="13011"/>
                    <a:pt x="33093" y="13011"/>
                  </a:cubicBezTo>
                  <a:cubicBezTo>
                    <a:pt x="32978" y="13011"/>
                    <a:pt x="32692" y="12754"/>
                    <a:pt x="32548" y="12610"/>
                  </a:cubicBezTo>
                  <a:cubicBezTo>
                    <a:pt x="32204" y="12296"/>
                    <a:pt x="31890" y="12010"/>
                    <a:pt x="31460" y="12010"/>
                  </a:cubicBezTo>
                  <a:cubicBezTo>
                    <a:pt x="31116" y="12010"/>
                    <a:pt x="30631" y="12152"/>
                    <a:pt x="30429" y="12525"/>
                  </a:cubicBezTo>
                  <a:cubicBezTo>
                    <a:pt x="30258" y="12754"/>
                    <a:pt x="30258" y="13068"/>
                    <a:pt x="30372" y="13354"/>
                  </a:cubicBezTo>
                  <a:cubicBezTo>
                    <a:pt x="30487" y="13640"/>
                    <a:pt x="30860" y="13785"/>
                    <a:pt x="31517" y="13984"/>
                  </a:cubicBezTo>
                  <a:cubicBezTo>
                    <a:pt x="31574" y="13984"/>
                    <a:pt x="31604" y="14014"/>
                    <a:pt x="31632" y="14014"/>
                  </a:cubicBezTo>
                  <a:cubicBezTo>
                    <a:pt x="31432" y="14300"/>
                    <a:pt x="31089" y="14414"/>
                    <a:pt x="30574" y="14556"/>
                  </a:cubicBezTo>
                  <a:lnTo>
                    <a:pt x="30402" y="14614"/>
                  </a:lnTo>
                  <a:cubicBezTo>
                    <a:pt x="30029" y="14728"/>
                    <a:pt x="29628" y="14872"/>
                    <a:pt x="29257" y="15014"/>
                  </a:cubicBezTo>
                  <a:cubicBezTo>
                    <a:pt x="28654" y="15243"/>
                    <a:pt x="28082" y="15473"/>
                    <a:pt x="27567" y="15560"/>
                  </a:cubicBezTo>
                  <a:cubicBezTo>
                    <a:pt x="27431" y="15590"/>
                    <a:pt x="27296" y="15602"/>
                    <a:pt x="27158" y="15602"/>
                  </a:cubicBezTo>
                  <a:cubicBezTo>
                    <a:pt x="26919" y="15602"/>
                    <a:pt x="26676" y="15566"/>
                    <a:pt x="26422" y="15530"/>
                  </a:cubicBezTo>
                  <a:cubicBezTo>
                    <a:pt x="26157" y="15491"/>
                    <a:pt x="25892" y="15451"/>
                    <a:pt x="25629" y="15451"/>
                  </a:cubicBezTo>
                  <a:cubicBezTo>
                    <a:pt x="25325" y="15451"/>
                    <a:pt x="25025" y="15504"/>
                    <a:pt x="24734" y="15674"/>
                  </a:cubicBezTo>
                  <a:cubicBezTo>
                    <a:pt x="24276" y="15903"/>
                    <a:pt x="23902" y="16217"/>
                    <a:pt x="23559" y="16560"/>
                  </a:cubicBezTo>
                  <a:cubicBezTo>
                    <a:pt x="23215" y="16847"/>
                    <a:pt x="22902" y="17133"/>
                    <a:pt x="22528" y="17334"/>
                  </a:cubicBezTo>
                  <a:cubicBezTo>
                    <a:pt x="22185" y="17506"/>
                    <a:pt x="21871" y="17735"/>
                    <a:pt x="21555" y="17964"/>
                  </a:cubicBezTo>
                  <a:cubicBezTo>
                    <a:pt x="21040" y="18335"/>
                    <a:pt x="20554" y="18708"/>
                    <a:pt x="20039" y="18736"/>
                  </a:cubicBezTo>
                  <a:cubicBezTo>
                    <a:pt x="19666" y="18736"/>
                    <a:pt x="19322" y="18679"/>
                    <a:pt x="19008" y="18621"/>
                  </a:cubicBezTo>
                  <a:cubicBezTo>
                    <a:pt x="18684" y="18557"/>
                    <a:pt x="18354" y="18499"/>
                    <a:pt x="18011" y="18499"/>
                  </a:cubicBezTo>
                  <a:cubicBezTo>
                    <a:pt x="17595" y="18499"/>
                    <a:pt x="17159" y="18585"/>
                    <a:pt x="16688" y="18850"/>
                  </a:cubicBezTo>
                  <a:cubicBezTo>
                    <a:pt x="15887" y="19308"/>
                    <a:pt x="15601" y="20025"/>
                    <a:pt x="15344" y="20625"/>
                  </a:cubicBezTo>
                  <a:cubicBezTo>
                    <a:pt x="15172" y="21026"/>
                    <a:pt x="15001" y="21399"/>
                    <a:pt x="14772" y="21686"/>
                  </a:cubicBezTo>
                  <a:cubicBezTo>
                    <a:pt x="14570" y="21885"/>
                    <a:pt x="14371" y="21942"/>
                    <a:pt x="14112" y="22029"/>
                  </a:cubicBezTo>
                  <a:cubicBezTo>
                    <a:pt x="13883" y="22086"/>
                    <a:pt x="13627" y="22171"/>
                    <a:pt x="13368" y="22373"/>
                  </a:cubicBezTo>
                  <a:cubicBezTo>
                    <a:pt x="12910" y="22716"/>
                    <a:pt x="12738" y="23117"/>
                    <a:pt x="12596" y="23518"/>
                  </a:cubicBezTo>
                  <a:cubicBezTo>
                    <a:pt x="12566" y="23602"/>
                    <a:pt x="12539" y="23689"/>
                    <a:pt x="12509" y="23804"/>
                  </a:cubicBezTo>
                  <a:lnTo>
                    <a:pt x="12452" y="23889"/>
                  </a:lnTo>
                  <a:cubicBezTo>
                    <a:pt x="12165" y="24377"/>
                    <a:pt x="11879" y="24892"/>
                    <a:pt x="11451" y="24977"/>
                  </a:cubicBezTo>
                  <a:cubicBezTo>
                    <a:pt x="11348" y="24999"/>
                    <a:pt x="11266" y="25010"/>
                    <a:pt x="11197" y="25010"/>
                  </a:cubicBezTo>
                  <a:cubicBezTo>
                    <a:pt x="10996" y="25010"/>
                    <a:pt x="10904" y="24918"/>
                    <a:pt x="10734" y="24748"/>
                  </a:cubicBezTo>
                  <a:cubicBezTo>
                    <a:pt x="10592" y="24606"/>
                    <a:pt x="10420" y="24434"/>
                    <a:pt x="10162" y="24347"/>
                  </a:cubicBezTo>
                  <a:cubicBezTo>
                    <a:pt x="9733" y="24148"/>
                    <a:pt x="9333" y="24090"/>
                    <a:pt x="9017" y="24033"/>
                  </a:cubicBezTo>
                  <a:cubicBezTo>
                    <a:pt x="8474" y="23919"/>
                    <a:pt x="8187" y="23889"/>
                    <a:pt x="7871" y="23289"/>
                  </a:cubicBezTo>
                  <a:cubicBezTo>
                    <a:pt x="7013" y="21571"/>
                    <a:pt x="6069" y="18278"/>
                    <a:pt x="7386" y="16705"/>
                  </a:cubicBezTo>
                  <a:cubicBezTo>
                    <a:pt x="7528" y="16476"/>
                    <a:pt x="7757" y="16361"/>
                    <a:pt x="8016" y="16247"/>
                  </a:cubicBezTo>
                  <a:cubicBezTo>
                    <a:pt x="8272" y="16132"/>
                    <a:pt x="8531" y="15988"/>
                    <a:pt x="8703" y="15816"/>
                  </a:cubicBezTo>
                  <a:cubicBezTo>
                    <a:pt x="9104" y="15445"/>
                    <a:pt x="9131" y="15216"/>
                    <a:pt x="9161" y="14930"/>
                  </a:cubicBezTo>
                  <a:cubicBezTo>
                    <a:pt x="9161" y="14815"/>
                    <a:pt x="9188" y="14728"/>
                    <a:pt x="9275" y="14529"/>
                  </a:cubicBezTo>
                  <a:cubicBezTo>
                    <a:pt x="9475" y="14098"/>
                    <a:pt x="9475" y="14098"/>
                    <a:pt x="9532" y="14041"/>
                  </a:cubicBezTo>
                  <a:cubicBezTo>
                    <a:pt x="9619" y="13984"/>
                    <a:pt x="9704" y="13927"/>
                    <a:pt x="9875" y="13785"/>
                  </a:cubicBezTo>
                  <a:cubicBezTo>
                    <a:pt x="9875" y="13755"/>
                    <a:pt x="9962" y="13755"/>
                    <a:pt x="10020" y="13755"/>
                  </a:cubicBezTo>
                  <a:cubicBezTo>
                    <a:pt x="10162" y="13755"/>
                    <a:pt x="10420" y="13727"/>
                    <a:pt x="10562" y="13498"/>
                  </a:cubicBezTo>
                  <a:cubicBezTo>
                    <a:pt x="10734" y="13269"/>
                    <a:pt x="10649" y="12983"/>
                    <a:pt x="10562" y="12724"/>
                  </a:cubicBezTo>
                  <a:cubicBezTo>
                    <a:pt x="10306" y="12152"/>
                    <a:pt x="9848" y="12095"/>
                    <a:pt x="9475" y="12095"/>
                  </a:cubicBezTo>
                  <a:lnTo>
                    <a:pt x="9303" y="12095"/>
                  </a:lnTo>
                  <a:cubicBezTo>
                    <a:pt x="9104" y="12095"/>
                    <a:pt x="8932" y="12095"/>
                    <a:pt x="8845" y="12067"/>
                  </a:cubicBezTo>
                  <a:cubicBezTo>
                    <a:pt x="8787" y="12010"/>
                    <a:pt x="8730" y="11980"/>
                    <a:pt x="8673" y="11953"/>
                  </a:cubicBezTo>
                  <a:cubicBezTo>
                    <a:pt x="8703" y="11808"/>
                    <a:pt x="8703" y="11637"/>
                    <a:pt x="8673" y="11380"/>
                  </a:cubicBezTo>
                  <a:cubicBezTo>
                    <a:pt x="8616" y="11007"/>
                    <a:pt x="8703" y="10464"/>
                    <a:pt x="8817" y="9949"/>
                  </a:cubicBezTo>
                  <a:cubicBezTo>
                    <a:pt x="8932" y="9204"/>
                    <a:pt x="9074" y="8403"/>
                    <a:pt x="8845" y="7858"/>
                  </a:cubicBezTo>
                  <a:cubicBezTo>
                    <a:pt x="8470" y="7108"/>
                    <a:pt x="7688" y="6896"/>
                    <a:pt x="6749" y="6896"/>
                  </a:cubicBezTo>
                  <a:cubicBezTo>
                    <a:pt x="6111" y="6896"/>
                    <a:pt x="5401" y="6993"/>
                    <a:pt x="4695" y="7086"/>
                  </a:cubicBezTo>
                  <a:cubicBezTo>
                    <a:pt x="3870" y="7214"/>
                    <a:pt x="3150" y="7311"/>
                    <a:pt x="2558" y="7311"/>
                  </a:cubicBezTo>
                  <a:cubicBezTo>
                    <a:pt x="1566" y="7311"/>
                    <a:pt x="934" y="7041"/>
                    <a:pt x="772" y="6197"/>
                  </a:cubicBezTo>
                  <a:cubicBezTo>
                    <a:pt x="745" y="5968"/>
                    <a:pt x="772" y="5826"/>
                    <a:pt x="887" y="5655"/>
                  </a:cubicBezTo>
                  <a:cubicBezTo>
                    <a:pt x="1432" y="4968"/>
                    <a:pt x="3577" y="4853"/>
                    <a:pt x="5123" y="4796"/>
                  </a:cubicBezTo>
                  <a:cubicBezTo>
                    <a:pt x="6326" y="4709"/>
                    <a:pt x="7299" y="4681"/>
                    <a:pt x="7787" y="4423"/>
                  </a:cubicBezTo>
                  <a:cubicBezTo>
                    <a:pt x="8187" y="4223"/>
                    <a:pt x="8531" y="3965"/>
                    <a:pt x="8875" y="3708"/>
                  </a:cubicBezTo>
                  <a:cubicBezTo>
                    <a:pt x="9504" y="3278"/>
                    <a:pt x="10077" y="2849"/>
                    <a:pt x="10906" y="2705"/>
                  </a:cubicBezTo>
                  <a:cubicBezTo>
                    <a:pt x="11394" y="2620"/>
                    <a:pt x="11852" y="2620"/>
                    <a:pt x="12337" y="2591"/>
                  </a:cubicBezTo>
                  <a:cubicBezTo>
                    <a:pt x="12997" y="2591"/>
                    <a:pt x="13654" y="2563"/>
                    <a:pt x="14398" y="2334"/>
                  </a:cubicBezTo>
                  <a:cubicBezTo>
                    <a:pt x="15288" y="2004"/>
                    <a:pt x="16126" y="1924"/>
                    <a:pt x="17035" y="1924"/>
                  </a:cubicBezTo>
                  <a:cubicBezTo>
                    <a:pt x="17471" y="1924"/>
                    <a:pt x="17924" y="1942"/>
                    <a:pt x="18406" y="1961"/>
                  </a:cubicBezTo>
                  <a:lnTo>
                    <a:pt x="19008" y="1991"/>
                  </a:lnTo>
                  <a:cubicBezTo>
                    <a:pt x="19924" y="1991"/>
                    <a:pt x="20783" y="1876"/>
                    <a:pt x="21642" y="1732"/>
                  </a:cubicBezTo>
                  <a:cubicBezTo>
                    <a:pt x="22100" y="1674"/>
                    <a:pt x="22528" y="1617"/>
                    <a:pt x="23016" y="1560"/>
                  </a:cubicBezTo>
                  <a:cubicBezTo>
                    <a:pt x="23101" y="1560"/>
                    <a:pt x="23158" y="1532"/>
                    <a:pt x="23215" y="1475"/>
                  </a:cubicBezTo>
                  <a:cubicBezTo>
                    <a:pt x="24619" y="1074"/>
                    <a:pt x="25879" y="903"/>
                    <a:pt x="27567" y="903"/>
                  </a:cubicBezTo>
                  <a:cubicBezTo>
                    <a:pt x="28540" y="903"/>
                    <a:pt x="29571" y="873"/>
                    <a:pt x="30574" y="816"/>
                  </a:cubicBezTo>
                  <a:cubicBezTo>
                    <a:pt x="31629" y="776"/>
                    <a:pt x="32700" y="723"/>
                    <a:pt x="33755" y="723"/>
                  </a:cubicBezTo>
                  <a:close/>
                  <a:moveTo>
                    <a:pt x="33550" y="1"/>
                  </a:moveTo>
                  <a:cubicBezTo>
                    <a:pt x="32540" y="1"/>
                    <a:pt x="31530" y="45"/>
                    <a:pt x="30544" y="101"/>
                  </a:cubicBezTo>
                  <a:cubicBezTo>
                    <a:pt x="29543" y="129"/>
                    <a:pt x="28540" y="186"/>
                    <a:pt x="27567" y="186"/>
                  </a:cubicBezTo>
                  <a:cubicBezTo>
                    <a:pt x="25792" y="186"/>
                    <a:pt x="24475" y="358"/>
                    <a:pt x="23016" y="788"/>
                  </a:cubicBezTo>
                  <a:cubicBezTo>
                    <a:pt x="22959" y="788"/>
                    <a:pt x="22929" y="816"/>
                    <a:pt x="22872" y="845"/>
                  </a:cubicBezTo>
                  <a:cubicBezTo>
                    <a:pt x="22414" y="903"/>
                    <a:pt x="21986" y="960"/>
                    <a:pt x="21528" y="1017"/>
                  </a:cubicBezTo>
                  <a:cubicBezTo>
                    <a:pt x="20669" y="1159"/>
                    <a:pt x="19867" y="1274"/>
                    <a:pt x="19008" y="1274"/>
                  </a:cubicBezTo>
                  <a:lnTo>
                    <a:pt x="18436" y="1246"/>
                  </a:lnTo>
                  <a:cubicBezTo>
                    <a:pt x="17956" y="1228"/>
                    <a:pt x="17496" y="1210"/>
                    <a:pt x="17046" y="1210"/>
                  </a:cubicBezTo>
                  <a:cubicBezTo>
                    <a:pt x="16073" y="1210"/>
                    <a:pt x="15148" y="1295"/>
                    <a:pt x="14169" y="1647"/>
                  </a:cubicBezTo>
                  <a:cubicBezTo>
                    <a:pt x="13540" y="1846"/>
                    <a:pt x="12940" y="1846"/>
                    <a:pt x="12310" y="1876"/>
                  </a:cubicBezTo>
                  <a:cubicBezTo>
                    <a:pt x="11822" y="1903"/>
                    <a:pt x="11307" y="1903"/>
                    <a:pt x="10791" y="1991"/>
                  </a:cubicBezTo>
                  <a:cubicBezTo>
                    <a:pt x="9791" y="2162"/>
                    <a:pt x="9131" y="2648"/>
                    <a:pt x="8444" y="3136"/>
                  </a:cubicBezTo>
                  <a:cubicBezTo>
                    <a:pt x="8130" y="3365"/>
                    <a:pt x="7814" y="3594"/>
                    <a:pt x="7471" y="3765"/>
                  </a:cubicBezTo>
                  <a:cubicBezTo>
                    <a:pt x="7100" y="3965"/>
                    <a:pt x="6069" y="3994"/>
                    <a:pt x="5096" y="4052"/>
                  </a:cubicBezTo>
                  <a:cubicBezTo>
                    <a:pt x="3206" y="4166"/>
                    <a:pt x="1058" y="4251"/>
                    <a:pt x="314" y="5224"/>
                  </a:cubicBezTo>
                  <a:cubicBezTo>
                    <a:pt x="57" y="5540"/>
                    <a:pt x="0" y="5911"/>
                    <a:pt x="85" y="6342"/>
                  </a:cubicBezTo>
                  <a:cubicBezTo>
                    <a:pt x="324" y="7696"/>
                    <a:pt x="1357" y="8044"/>
                    <a:pt x="2595" y="8044"/>
                  </a:cubicBezTo>
                  <a:cubicBezTo>
                    <a:pt x="3294" y="8044"/>
                    <a:pt x="4057" y="7934"/>
                    <a:pt x="4780" y="7830"/>
                  </a:cubicBezTo>
                  <a:cubicBezTo>
                    <a:pt x="5492" y="7721"/>
                    <a:pt x="6217" y="7611"/>
                    <a:pt x="6821" y="7611"/>
                  </a:cubicBezTo>
                  <a:cubicBezTo>
                    <a:pt x="7479" y="7611"/>
                    <a:pt x="7993" y="7741"/>
                    <a:pt x="8187" y="8144"/>
                  </a:cubicBezTo>
                  <a:cubicBezTo>
                    <a:pt x="8329" y="8488"/>
                    <a:pt x="8215" y="9204"/>
                    <a:pt x="8100" y="9804"/>
                  </a:cubicBezTo>
                  <a:cubicBezTo>
                    <a:pt x="7986" y="10407"/>
                    <a:pt x="7871" y="11007"/>
                    <a:pt x="7958" y="11465"/>
                  </a:cubicBezTo>
                  <a:cubicBezTo>
                    <a:pt x="7986" y="11724"/>
                    <a:pt x="7958" y="11808"/>
                    <a:pt x="7958" y="11866"/>
                  </a:cubicBezTo>
                  <a:cubicBezTo>
                    <a:pt x="7814" y="12266"/>
                    <a:pt x="8043" y="12411"/>
                    <a:pt x="8474" y="12667"/>
                  </a:cubicBezTo>
                  <a:cubicBezTo>
                    <a:pt x="8678" y="12790"/>
                    <a:pt x="8883" y="12825"/>
                    <a:pt x="9087" y="12825"/>
                  </a:cubicBezTo>
                  <a:cubicBezTo>
                    <a:pt x="9169" y="12825"/>
                    <a:pt x="9251" y="12819"/>
                    <a:pt x="9333" y="12811"/>
                  </a:cubicBezTo>
                  <a:cubicBezTo>
                    <a:pt x="9704" y="12811"/>
                    <a:pt x="9818" y="12811"/>
                    <a:pt x="9875" y="12983"/>
                  </a:cubicBezTo>
                  <a:cubicBezTo>
                    <a:pt x="9905" y="13011"/>
                    <a:pt x="9905" y="13011"/>
                    <a:pt x="9905" y="13040"/>
                  </a:cubicBezTo>
                  <a:cubicBezTo>
                    <a:pt x="9733" y="13040"/>
                    <a:pt x="9532" y="13098"/>
                    <a:pt x="9360" y="13240"/>
                  </a:cubicBezTo>
                  <a:cubicBezTo>
                    <a:pt x="9246" y="13354"/>
                    <a:pt x="9161" y="13411"/>
                    <a:pt x="9104" y="13469"/>
                  </a:cubicBezTo>
                  <a:cubicBezTo>
                    <a:pt x="8875" y="13640"/>
                    <a:pt x="8845" y="13698"/>
                    <a:pt x="8588" y="14243"/>
                  </a:cubicBezTo>
                  <a:cubicBezTo>
                    <a:pt x="8474" y="14529"/>
                    <a:pt x="8444" y="14728"/>
                    <a:pt x="8444" y="14872"/>
                  </a:cubicBezTo>
                  <a:cubicBezTo>
                    <a:pt x="8416" y="15014"/>
                    <a:pt x="8416" y="15072"/>
                    <a:pt x="8187" y="15301"/>
                  </a:cubicBezTo>
                  <a:cubicBezTo>
                    <a:pt x="8073" y="15415"/>
                    <a:pt x="7901" y="15502"/>
                    <a:pt x="7700" y="15587"/>
                  </a:cubicBezTo>
                  <a:cubicBezTo>
                    <a:pt x="7386" y="15731"/>
                    <a:pt x="7013" y="15931"/>
                    <a:pt x="6784" y="16247"/>
                  </a:cubicBezTo>
                  <a:cubicBezTo>
                    <a:pt x="5181" y="18221"/>
                    <a:pt x="6383" y="21942"/>
                    <a:pt x="7242" y="23602"/>
                  </a:cubicBezTo>
                  <a:cubicBezTo>
                    <a:pt x="7729" y="24519"/>
                    <a:pt x="8302" y="24633"/>
                    <a:pt x="8902" y="24748"/>
                  </a:cubicBezTo>
                  <a:cubicBezTo>
                    <a:pt x="9188" y="24805"/>
                    <a:pt x="9504" y="24862"/>
                    <a:pt x="9875" y="25006"/>
                  </a:cubicBezTo>
                  <a:cubicBezTo>
                    <a:pt x="10020" y="25064"/>
                    <a:pt x="10104" y="25148"/>
                    <a:pt x="10219" y="25263"/>
                  </a:cubicBezTo>
                  <a:cubicBezTo>
                    <a:pt x="10448" y="25464"/>
                    <a:pt x="10707" y="25751"/>
                    <a:pt x="11192" y="25751"/>
                  </a:cubicBezTo>
                  <a:cubicBezTo>
                    <a:pt x="11336" y="25751"/>
                    <a:pt x="11451" y="25721"/>
                    <a:pt x="11623" y="25693"/>
                  </a:cubicBezTo>
                  <a:cubicBezTo>
                    <a:pt x="12337" y="25522"/>
                    <a:pt x="12738" y="24835"/>
                    <a:pt x="13082" y="24262"/>
                  </a:cubicBezTo>
                  <a:lnTo>
                    <a:pt x="13139" y="24148"/>
                  </a:lnTo>
                  <a:cubicBezTo>
                    <a:pt x="13169" y="24118"/>
                    <a:pt x="13169" y="24118"/>
                    <a:pt x="13169" y="24090"/>
                  </a:cubicBezTo>
                  <a:cubicBezTo>
                    <a:pt x="13226" y="23976"/>
                    <a:pt x="13253" y="23889"/>
                    <a:pt x="13283" y="23774"/>
                  </a:cubicBezTo>
                  <a:cubicBezTo>
                    <a:pt x="13425" y="23431"/>
                    <a:pt x="13512" y="23174"/>
                    <a:pt x="13798" y="22945"/>
                  </a:cubicBezTo>
                  <a:cubicBezTo>
                    <a:pt x="13970" y="22831"/>
                    <a:pt x="14112" y="22773"/>
                    <a:pt x="14314" y="22716"/>
                  </a:cubicBezTo>
                  <a:cubicBezTo>
                    <a:pt x="14600" y="22629"/>
                    <a:pt x="14943" y="22544"/>
                    <a:pt x="15314" y="22171"/>
                  </a:cubicBezTo>
                  <a:cubicBezTo>
                    <a:pt x="15630" y="21770"/>
                    <a:pt x="15830" y="21342"/>
                    <a:pt x="16001" y="20912"/>
                  </a:cubicBezTo>
                  <a:cubicBezTo>
                    <a:pt x="16260" y="20339"/>
                    <a:pt x="16459" y="19824"/>
                    <a:pt x="17062" y="19480"/>
                  </a:cubicBezTo>
                  <a:cubicBezTo>
                    <a:pt x="17386" y="19289"/>
                    <a:pt x="17679" y="19227"/>
                    <a:pt x="17982" y="19227"/>
                  </a:cubicBezTo>
                  <a:cubicBezTo>
                    <a:pt x="18267" y="19227"/>
                    <a:pt x="18560" y="19283"/>
                    <a:pt x="18894" y="19338"/>
                  </a:cubicBezTo>
                  <a:cubicBezTo>
                    <a:pt x="19237" y="19395"/>
                    <a:pt x="19608" y="19453"/>
                    <a:pt x="20039" y="19453"/>
                  </a:cubicBezTo>
                  <a:lnTo>
                    <a:pt x="20066" y="19453"/>
                  </a:lnTo>
                  <a:cubicBezTo>
                    <a:pt x="20811" y="19395"/>
                    <a:pt x="21413" y="18965"/>
                    <a:pt x="21986" y="18537"/>
                  </a:cubicBezTo>
                  <a:cubicBezTo>
                    <a:pt x="22272" y="18335"/>
                    <a:pt x="22558" y="18106"/>
                    <a:pt x="22872" y="17964"/>
                  </a:cubicBezTo>
                  <a:cubicBezTo>
                    <a:pt x="23330" y="17735"/>
                    <a:pt x="23673" y="17392"/>
                    <a:pt x="24047" y="17076"/>
                  </a:cubicBezTo>
                  <a:cubicBezTo>
                    <a:pt x="24360" y="16789"/>
                    <a:pt x="24704" y="16503"/>
                    <a:pt x="25047" y="16304"/>
                  </a:cubicBezTo>
                  <a:cubicBezTo>
                    <a:pt x="25234" y="16218"/>
                    <a:pt x="25428" y="16189"/>
                    <a:pt x="25635" y="16189"/>
                  </a:cubicBezTo>
                  <a:cubicBezTo>
                    <a:pt x="25843" y="16189"/>
                    <a:pt x="26064" y="16218"/>
                    <a:pt x="26307" y="16247"/>
                  </a:cubicBezTo>
                  <a:cubicBezTo>
                    <a:pt x="26582" y="16283"/>
                    <a:pt x="26879" y="16331"/>
                    <a:pt x="27177" y="16331"/>
                  </a:cubicBezTo>
                  <a:cubicBezTo>
                    <a:pt x="27346" y="16331"/>
                    <a:pt x="27515" y="16315"/>
                    <a:pt x="27681" y="16274"/>
                  </a:cubicBezTo>
                  <a:cubicBezTo>
                    <a:pt x="28283" y="16160"/>
                    <a:pt x="28913" y="15931"/>
                    <a:pt x="29513" y="15702"/>
                  </a:cubicBezTo>
                  <a:cubicBezTo>
                    <a:pt x="29887" y="15560"/>
                    <a:pt x="30258" y="15415"/>
                    <a:pt x="30631" y="15301"/>
                  </a:cubicBezTo>
                  <a:lnTo>
                    <a:pt x="30803" y="15273"/>
                  </a:lnTo>
                  <a:cubicBezTo>
                    <a:pt x="31460" y="15072"/>
                    <a:pt x="32177" y="14843"/>
                    <a:pt x="32490" y="13927"/>
                  </a:cubicBezTo>
                  <a:cubicBezTo>
                    <a:pt x="32548" y="13755"/>
                    <a:pt x="32490" y="13583"/>
                    <a:pt x="32319" y="13498"/>
                  </a:cubicBezTo>
                  <a:cubicBezTo>
                    <a:pt x="32204" y="13411"/>
                    <a:pt x="32032" y="13354"/>
                    <a:pt x="31719" y="13269"/>
                  </a:cubicBezTo>
                  <a:cubicBezTo>
                    <a:pt x="31517" y="13212"/>
                    <a:pt x="31174" y="13098"/>
                    <a:pt x="31032" y="13040"/>
                  </a:cubicBezTo>
                  <a:cubicBezTo>
                    <a:pt x="31002" y="12953"/>
                    <a:pt x="31032" y="12926"/>
                    <a:pt x="31032" y="12896"/>
                  </a:cubicBezTo>
                  <a:cubicBezTo>
                    <a:pt x="31089" y="12811"/>
                    <a:pt x="31288" y="12724"/>
                    <a:pt x="31460" y="12724"/>
                  </a:cubicBezTo>
                  <a:cubicBezTo>
                    <a:pt x="31604" y="12724"/>
                    <a:pt x="31861" y="12983"/>
                    <a:pt x="32062" y="13155"/>
                  </a:cubicBezTo>
                  <a:cubicBezTo>
                    <a:pt x="32370" y="13436"/>
                    <a:pt x="32699" y="13740"/>
                    <a:pt x="33094" y="13740"/>
                  </a:cubicBezTo>
                  <a:cubicBezTo>
                    <a:pt x="33140" y="13740"/>
                    <a:pt x="33187" y="13736"/>
                    <a:pt x="33235" y="13727"/>
                  </a:cubicBezTo>
                  <a:cubicBezTo>
                    <a:pt x="33494" y="13670"/>
                    <a:pt x="33693" y="13498"/>
                    <a:pt x="33837" y="13182"/>
                  </a:cubicBezTo>
                  <a:cubicBezTo>
                    <a:pt x="34295" y="12353"/>
                    <a:pt x="33665" y="11724"/>
                    <a:pt x="33235" y="11323"/>
                  </a:cubicBezTo>
                  <a:cubicBezTo>
                    <a:pt x="32777" y="10865"/>
                    <a:pt x="32806" y="10808"/>
                    <a:pt x="32891" y="10750"/>
                  </a:cubicBezTo>
                  <a:cubicBezTo>
                    <a:pt x="33036" y="10606"/>
                    <a:pt x="33521" y="10606"/>
                    <a:pt x="33922" y="10578"/>
                  </a:cubicBezTo>
                  <a:cubicBezTo>
                    <a:pt x="34494" y="10578"/>
                    <a:pt x="35067" y="10549"/>
                    <a:pt x="35497" y="10292"/>
                  </a:cubicBezTo>
                  <a:cubicBezTo>
                    <a:pt x="36013" y="9976"/>
                    <a:pt x="36413" y="9376"/>
                    <a:pt x="36757" y="8861"/>
                  </a:cubicBezTo>
                  <a:lnTo>
                    <a:pt x="36842" y="8717"/>
                  </a:lnTo>
                  <a:cubicBezTo>
                    <a:pt x="37071" y="8346"/>
                    <a:pt x="37128" y="7972"/>
                    <a:pt x="37215" y="7659"/>
                  </a:cubicBezTo>
                  <a:cubicBezTo>
                    <a:pt x="37272" y="7400"/>
                    <a:pt x="37300" y="7201"/>
                    <a:pt x="37414" y="7029"/>
                  </a:cubicBezTo>
                  <a:cubicBezTo>
                    <a:pt x="37444" y="6942"/>
                    <a:pt x="37643" y="6857"/>
                    <a:pt x="37788" y="6800"/>
                  </a:cubicBezTo>
                  <a:cubicBezTo>
                    <a:pt x="38044" y="6655"/>
                    <a:pt x="38330" y="6514"/>
                    <a:pt x="38445" y="6197"/>
                  </a:cubicBezTo>
                  <a:cubicBezTo>
                    <a:pt x="38646" y="5769"/>
                    <a:pt x="38532" y="5426"/>
                    <a:pt x="38445" y="5167"/>
                  </a:cubicBezTo>
                  <a:cubicBezTo>
                    <a:pt x="38360" y="4995"/>
                    <a:pt x="38360" y="4910"/>
                    <a:pt x="38388" y="4823"/>
                  </a:cubicBezTo>
                  <a:cubicBezTo>
                    <a:pt x="38617" y="4281"/>
                    <a:pt x="40078" y="3994"/>
                    <a:pt x="41250" y="3736"/>
                  </a:cubicBezTo>
                  <a:cubicBezTo>
                    <a:pt x="42796" y="3422"/>
                    <a:pt x="43998" y="3163"/>
                    <a:pt x="44113" y="2304"/>
                  </a:cubicBezTo>
                  <a:cubicBezTo>
                    <a:pt x="44113" y="1991"/>
                    <a:pt x="43998" y="1732"/>
                    <a:pt x="43799" y="1532"/>
                  </a:cubicBezTo>
                  <a:cubicBezTo>
                    <a:pt x="43437" y="1201"/>
                    <a:pt x="42821" y="1091"/>
                    <a:pt x="42084" y="1091"/>
                  </a:cubicBezTo>
                  <a:cubicBezTo>
                    <a:pt x="41423" y="1091"/>
                    <a:pt x="40664" y="1179"/>
                    <a:pt x="39906" y="1274"/>
                  </a:cubicBezTo>
                  <a:cubicBezTo>
                    <a:pt x="39620" y="1303"/>
                    <a:pt x="39333" y="1331"/>
                    <a:pt x="39219" y="1331"/>
                  </a:cubicBezTo>
                  <a:cubicBezTo>
                    <a:pt x="38502" y="1303"/>
                    <a:pt x="37902" y="1017"/>
                    <a:pt x="37300" y="731"/>
                  </a:cubicBezTo>
                  <a:cubicBezTo>
                    <a:pt x="36670" y="445"/>
                    <a:pt x="36040" y="129"/>
                    <a:pt x="35181" y="44"/>
                  </a:cubicBezTo>
                  <a:cubicBezTo>
                    <a:pt x="34640" y="13"/>
                    <a:pt x="34095" y="1"/>
                    <a:pt x="3355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7197131" y="775052"/>
              <a:ext cx="544322" cy="171893"/>
            </a:xfrm>
            <a:custGeom>
              <a:avLst/>
              <a:gdLst/>
              <a:ahLst/>
              <a:cxnLst/>
              <a:rect l="l" t="t" r="r" b="b"/>
              <a:pathLst>
                <a:path w="26910" h="8498" extrusionOk="0">
                  <a:moveTo>
                    <a:pt x="25058" y="0"/>
                  </a:moveTo>
                  <a:cubicBezTo>
                    <a:pt x="24515" y="0"/>
                    <a:pt x="23947" y="109"/>
                    <a:pt x="23504" y="109"/>
                  </a:cubicBezTo>
                  <a:lnTo>
                    <a:pt x="23504" y="196"/>
                  </a:lnTo>
                  <a:cubicBezTo>
                    <a:pt x="22005" y="356"/>
                    <a:pt x="20784" y="870"/>
                    <a:pt x="19364" y="870"/>
                  </a:cubicBezTo>
                  <a:cubicBezTo>
                    <a:pt x="19021" y="870"/>
                    <a:pt x="18667" y="840"/>
                    <a:pt x="18294" y="768"/>
                  </a:cubicBezTo>
                  <a:cubicBezTo>
                    <a:pt x="17006" y="570"/>
                    <a:pt x="15786" y="262"/>
                    <a:pt x="14550" y="262"/>
                  </a:cubicBezTo>
                  <a:cubicBezTo>
                    <a:pt x="14000" y="262"/>
                    <a:pt x="13447" y="323"/>
                    <a:pt x="12883" y="482"/>
                  </a:cubicBezTo>
                  <a:cubicBezTo>
                    <a:pt x="12489" y="591"/>
                    <a:pt x="11988" y="604"/>
                    <a:pt x="11472" y="604"/>
                  </a:cubicBezTo>
                  <a:cubicBezTo>
                    <a:pt x="11307" y="604"/>
                    <a:pt x="11141" y="603"/>
                    <a:pt x="10977" y="603"/>
                  </a:cubicBezTo>
                  <a:cubicBezTo>
                    <a:pt x="10305" y="603"/>
                    <a:pt x="9660" y="625"/>
                    <a:pt x="9248" y="853"/>
                  </a:cubicBezTo>
                  <a:cubicBezTo>
                    <a:pt x="7386" y="1856"/>
                    <a:pt x="10192" y="1712"/>
                    <a:pt x="10535" y="1998"/>
                  </a:cubicBezTo>
                  <a:cubicBezTo>
                    <a:pt x="11996" y="3173"/>
                    <a:pt x="8905" y="4318"/>
                    <a:pt x="8073" y="4403"/>
                  </a:cubicBezTo>
                  <a:cubicBezTo>
                    <a:pt x="6786" y="4547"/>
                    <a:pt x="5611" y="4318"/>
                    <a:pt x="4867" y="5490"/>
                  </a:cubicBezTo>
                  <a:cubicBezTo>
                    <a:pt x="4581" y="5834"/>
                    <a:pt x="4924" y="6120"/>
                    <a:pt x="4581" y="6436"/>
                  </a:cubicBezTo>
                  <a:cubicBezTo>
                    <a:pt x="4442" y="6555"/>
                    <a:pt x="4245" y="6599"/>
                    <a:pt x="4029" y="6599"/>
                  </a:cubicBezTo>
                  <a:cubicBezTo>
                    <a:pt x="3621" y="6599"/>
                    <a:pt x="3145" y="6444"/>
                    <a:pt x="2863" y="6349"/>
                  </a:cubicBezTo>
                  <a:cubicBezTo>
                    <a:pt x="2363" y="6176"/>
                    <a:pt x="1924" y="5816"/>
                    <a:pt x="1503" y="5816"/>
                  </a:cubicBezTo>
                  <a:cubicBezTo>
                    <a:pt x="1228" y="5816"/>
                    <a:pt x="960" y="5971"/>
                    <a:pt x="688" y="6436"/>
                  </a:cubicBezTo>
                  <a:cubicBezTo>
                    <a:pt x="1" y="7666"/>
                    <a:pt x="1088" y="7810"/>
                    <a:pt x="1920" y="7952"/>
                  </a:cubicBezTo>
                  <a:cubicBezTo>
                    <a:pt x="2981" y="8118"/>
                    <a:pt x="3595" y="8498"/>
                    <a:pt x="4500" y="8498"/>
                  </a:cubicBezTo>
                  <a:cubicBezTo>
                    <a:pt x="4693" y="8498"/>
                    <a:pt x="4899" y="8480"/>
                    <a:pt x="5126" y="8440"/>
                  </a:cubicBezTo>
                  <a:cubicBezTo>
                    <a:pt x="5898" y="8296"/>
                    <a:pt x="7730" y="8440"/>
                    <a:pt x="8218" y="7666"/>
                  </a:cubicBezTo>
                  <a:cubicBezTo>
                    <a:pt x="9104" y="6349"/>
                    <a:pt x="7187" y="6723"/>
                    <a:pt x="6500" y="6578"/>
                  </a:cubicBezTo>
                  <a:cubicBezTo>
                    <a:pt x="6566" y="5790"/>
                    <a:pt x="7289" y="5607"/>
                    <a:pt x="8146" y="5607"/>
                  </a:cubicBezTo>
                  <a:cubicBezTo>
                    <a:pt x="8885" y="5607"/>
                    <a:pt x="9724" y="5743"/>
                    <a:pt x="10326" y="5743"/>
                  </a:cubicBezTo>
                  <a:cubicBezTo>
                    <a:pt x="10519" y="5743"/>
                    <a:pt x="10688" y="5729"/>
                    <a:pt x="10822" y="5692"/>
                  </a:cubicBezTo>
                  <a:cubicBezTo>
                    <a:pt x="11852" y="5406"/>
                    <a:pt x="12798" y="4547"/>
                    <a:pt x="13829" y="4116"/>
                  </a:cubicBezTo>
                  <a:cubicBezTo>
                    <a:pt x="15890" y="3230"/>
                    <a:pt x="17951" y="3230"/>
                    <a:pt x="20069" y="2800"/>
                  </a:cubicBezTo>
                  <a:cubicBezTo>
                    <a:pt x="21042" y="2571"/>
                    <a:pt x="21929" y="2085"/>
                    <a:pt x="22959" y="1856"/>
                  </a:cubicBezTo>
                  <a:cubicBezTo>
                    <a:pt x="23848" y="1655"/>
                    <a:pt x="24878" y="1856"/>
                    <a:pt x="25765" y="1483"/>
                  </a:cubicBezTo>
                  <a:cubicBezTo>
                    <a:pt x="26910" y="1055"/>
                    <a:pt x="26853" y="338"/>
                    <a:pt x="25623" y="51"/>
                  </a:cubicBezTo>
                  <a:cubicBezTo>
                    <a:pt x="25442" y="14"/>
                    <a:pt x="25252" y="0"/>
                    <a:pt x="2505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7197738" y="767669"/>
              <a:ext cx="544888" cy="186781"/>
            </a:xfrm>
            <a:custGeom>
              <a:avLst/>
              <a:gdLst/>
              <a:ahLst/>
              <a:cxnLst/>
              <a:rect l="l" t="t" r="r" b="b"/>
              <a:pathLst>
                <a:path w="26938" h="9234" extrusionOk="0">
                  <a:moveTo>
                    <a:pt x="25070" y="717"/>
                  </a:moveTo>
                  <a:cubicBezTo>
                    <a:pt x="25223" y="717"/>
                    <a:pt x="25370" y="729"/>
                    <a:pt x="25506" y="760"/>
                  </a:cubicBezTo>
                  <a:cubicBezTo>
                    <a:pt x="26078" y="904"/>
                    <a:pt x="26193" y="1076"/>
                    <a:pt x="26193" y="1103"/>
                  </a:cubicBezTo>
                  <a:cubicBezTo>
                    <a:pt x="26193" y="1133"/>
                    <a:pt x="26108" y="1332"/>
                    <a:pt x="25593" y="1534"/>
                  </a:cubicBezTo>
                  <a:cubicBezTo>
                    <a:pt x="25135" y="1706"/>
                    <a:pt x="24647" y="1733"/>
                    <a:pt x="24104" y="1733"/>
                  </a:cubicBezTo>
                  <a:cubicBezTo>
                    <a:pt x="23674" y="1763"/>
                    <a:pt x="23245" y="1763"/>
                    <a:pt x="22845" y="1878"/>
                  </a:cubicBezTo>
                  <a:cubicBezTo>
                    <a:pt x="22272" y="1992"/>
                    <a:pt x="21757" y="2191"/>
                    <a:pt x="21269" y="2363"/>
                  </a:cubicBezTo>
                  <a:cubicBezTo>
                    <a:pt x="20811" y="2535"/>
                    <a:pt x="20383" y="2707"/>
                    <a:pt x="19952" y="2821"/>
                  </a:cubicBezTo>
                  <a:cubicBezTo>
                    <a:pt x="19265" y="2965"/>
                    <a:pt x="18578" y="3050"/>
                    <a:pt x="17921" y="3137"/>
                  </a:cubicBezTo>
                  <a:cubicBezTo>
                    <a:pt x="16517" y="3336"/>
                    <a:pt x="15086" y="3538"/>
                    <a:pt x="13654" y="4138"/>
                  </a:cubicBezTo>
                  <a:cubicBezTo>
                    <a:pt x="13196" y="4339"/>
                    <a:pt x="12738" y="4626"/>
                    <a:pt x="12310" y="4882"/>
                  </a:cubicBezTo>
                  <a:cubicBezTo>
                    <a:pt x="11737" y="5226"/>
                    <a:pt x="11222" y="5569"/>
                    <a:pt x="10707" y="5713"/>
                  </a:cubicBezTo>
                  <a:cubicBezTo>
                    <a:pt x="10602" y="5744"/>
                    <a:pt x="10463" y="5756"/>
                    <a:pt x="10303" y="5756"/>
                  </a:cubicBezTo>
                  <a:cubicBezTo>
                    <a:pt x="10023" y="5756"/>
                    <a:pt x="9677" y="5720"/>
                    <a:pt x="9333" y="5684"/>
                  </a:cubicBezTo>
                  <a:cubicBezTo>
                    <a:pt x="8934" y="5650"/>
                    <a:pt x="8514" y="5612"/>
                    <a:pt x="8111" y="5612"/>
                  </a:cubicBezTo>
                  <a:cubicBezTo>
                    <a:pt x="7501" y="5612"/>
                    <a:pt x="6934" y="5700"/>
                    <a:pt x="6555" y="6027"/>
                  </a:cubicBezTo>
                  <a:cubicBezTo>
                    <a:pt x="6298" y="6229"/>
                    <a:pt x="6154" y="6543"/>
                    <a:pt x="6097" y="6916"/>
                  </a:cubicBezTo>
                  <a:cubicBezTo>
                    <a:pt x="6097" y="7088"/>
                    <a:pt x="6211" y="7259"/>
                    <a:pt x="6383" y="7287"/>
                  </a:cubicBezTo>
                  <a:cubicBezTo>
                    <a:pt x="6585" y="7317"/>
                    <a:pt x="6841" y="7344"/>
                    <a:pt x="7100" y="7344"/>
                  </a:cubicBezTo>
                  <a:cubicBezTo>
                    <a:pt x="7386" y="7344"/>
                    <a:pt x="7959" y="7374"/>
                    <a:pt x="8043" y="7459"/>
                  </a:cubicBezTo>
                  <a:cubicBezTo>
                    <a:pt x="8043" y="7459"/>
                    <a:pt x="8073" y="7546"/>
                    <a:pt x="7872" y="7832"/>
                  </a:cubicBezTo>
                  <a:cubicBezTo>
                    <a:pt x="7615" y="8260"/>
                    <a:pt x="6555" y="8317"/>
                    <a:pt x="5840" y="8375"/>
                  </a:cubicBezTo>
                  <a:cubicBezTo>
                    <a:pt x="5524" y="8404"/>
                    <a:pt x="5238" y="8432"/>
                    <a:pt x="5039" y="8462"/>
                  </a:cubicBezTo>
                  <a:cubicBezTo>
                    <a:pt x="4846" y="8490"/>
                    <a:pt x="4671" y="8503"/>
                    <a:pt x="4508" y="8503"/>
                  </a:cubicBezTo>
                  <a:cubicBezTo>
                    <a:pt x="4014" y="8503"/>
                    <a:pt x="3622" y="8389"/>
                    <a:pt x="3149" y="8260"/>
                  </a:cubicBezTo>
                  <a:cubicBezTo>
                    <a:pt x="2806" y="8146"/>
                    <a:pt x="2405" y="8031"/>
                    <a:pt x="1947" y="7946"/>
                  </a:cubicBezTo>
                  <a:lnTo>
                    <a:pt x="1860" y="7946"/>
                  </a:lnTo>
                  <a:cubicBezTo>
                    <a:pt x="1489" y="7859"/>
                    <a:pt x="916" y="7775"/>
                    <a:pt x="829" y="7546"/>
                  </a:cubicBezTo>
                  <a:cubicBezTo>
                    <a:pt x="772" y="7459"/>
                    <a:pt x="829" y="7230"/>
                    <a:pt x="974" y="6973"/>
                  </a:cubicBezTo>
                  <a:cubicBezTo>
                    <a:pt x="1145" y="6657"/>
                    <a:pt x="1287" y="6543"/>
                    <a:pt x="1489" y="6543"/>
                  </a:cubicBezTo>
                  <a:cubicBezTo>
                    <a:pt x="1661" y="6543"/>
                    <a:pt x="1860" y="6657"/>
                    <a:pt x="2119" y="6801"/>
                  </a:cubicBezTo>
                  <a:lnTo>
                    <a:pt x="2719" y="7058"/>
                  </a:lnTo>
                  <a:cubicBezTo>
                    <a:pt x="3082" y="7190"/>
                    <a:pt x="3541" y="7322"/>
                    <a:pt x="3964" y="7322"/>
                  </a:cubicBezTo>
                  <a:cubicBezTo>
                    <a:pt x="4273" y="7322"/>
                    <a:pt x="4562" y="7251"/>
                    <a:pt x="4780" y="7058"/>
                  </a:cubicBezTo>
                  <a:cubicBezTo>
                    <a:pt x="5096" y="6801"/>
                    <a:pt x="5096" y="6485"/>
                    <a:pt x="5066" y="6314"/>
                  </a:cubicBezTo>
                  <a:cubicBezTo>
                    <a:pt x="5066" y="6172"/>
                    <a:pt x="5066" y="6142"/>
                    <a:pt x="5123" y="6057"/>
                  </a:cubicBezTo>
                  <a:cubicBezTo>
                    <a:pt x="5639" y="5283"/>
                    <a:pt x="6326" y="5226"/>
                    <a:pt x="7299" y="5168"/>
                  </a:cubicBezTo>
                  <a:cubicBezTo>
                    <a:pt x="7558" y="5168"/>
                    <a:pt x="7814" y="5141"/>
                    <a:pt x="8073" y="5111"/>
                  </a:cubicBezTo>
                  <a:cubicBezTo>
                    <a:pt x="8760" y="5054"/>
                    <a:pt x="10906" y="4339"/>
                    <a:pt x="11222" y="3279"/>
                  </a:cubicBezTo>
                  <a:cubicBezTo>
                    <a:pt x="11279" y="3050"/>
                    <a:pt x="11337" y="2565"/>
                    <a:pt x="10764" y="2107"/>
                  </a:cubicBezTo>
                  <a:cubicBezTo>
                    <a:pt x="10563" y="1935"/>
                    <a:pt x="10276" y="1905"/>
                    <a:pt x="9791" y="1820"/>
                  </a:cubicBezTo>
                  <a:cubicBezTo>
                    <a:pt x="9589" y="1791"/>
                    <a:pt x="9303" y="1763"/>
                    <a:pt x="9104" y="1706"/>
                  </a:cubicBezTo>
                  <a:cubicBezTo>
                    <a:pt x="9161" y="1649"/>
                    <a:pt x="9246" y="1591"/>
                    <a:pt x="9390" y="1534"/>
                  </a:cubicBezTo>
                  <a:cubicBezTo>
                    <a:pt x="9761" y="1332"/>
                    <a:pt x="10478" y="1332"/>
                    <a:pt x="11165" y="1332"/>
                  </a:cubicBezTo>
                  <a:cubicBezTo>
                    <a:pt x="11795" y="1332"/>
                    <a:pt x="12424" y="1332"/>
                    <a:pt x="12940" y="1190"/>
                  </a:cubicBezTo>
                  <a:cubicBezTo>
                    <a:pt x="13480" y="1050"/>
                    <a:pt x="14008" y="994"/>
                    <a:pt x="14534" y="994"/>
                  </a:cubicBezTo>
                  <a:cubicBezTo>
                    <a:pt x="15399" y="994"/>
                    <a:pt x="16256" y="1144"/>
                    <a:pt x="17147" y="1305"/>
                  </a:cubicBezTo>
                  <a:cubicBezTo>
                    <a:pt x="17490" y="1390"/>
                    <a:pt x="17864" y="1447"/>
                    <a:pt x="18207" y="1504"/>
                  </a:cubicBezTo>
                  <a:cubicBezTo>
                    <a:pt x="18585" y="1577"/>
                    <a:pt x="18947" y="1607"/>
                    <a:pt x="19296" y="1607"/>
                  </a:cubicBezTo>
                  <a:cubicBezTo>
                    <a:pt x="20190" y="1607"/>
                    <a:pt x="21002" y="1412"/>
                    <a:pt x="21784" y="1248"/>
                  </a:cubicBezTo>
                  <a:cubicBezTo>
                    <a:pt x="22329" y="1103"/>
                    <a:pt x="22902" y="989"/>
                    <a:pt x="23502" y="904"/>
                  </a:cubicBezTo>
                  <a:cubicBezTo>
                    <a:pt x="23589" y="904"/>
                    <a:pt x="23646" y="874"/>
                    <a:pt x="23703" y="847"/>
                  </a:cubicBezTo>
                  <a:cubicBezTo>
                    <a:pt x="23875" y="817"/>
                    <a:pt x="24047" y="817"/>
                    <a:pt x="24246" y="790"/>
                  </a:cubicBezTo>
                  <a:cubicBezTo>
                    <a:pt x="24520" y="753"/>
                    <a:pt x="24804" y="717"/>
                    <a:pt x="25070" y="717"/>
                  </a:cubicBezTo>
                  <a:close/>
                  <a:moveTo>
                    <a:pt x="25100" y="1"/>
                  </a:moveTo>
                  <a:cubicBezTo>
                    <a:pt x="24772" y="1"/>
                    <a:pt x="24450" y="37"/>
                    <a:pt x="24161" y="73"/>
                  </a:cubicBezTo>
                  <a:cubicBezTo>
                    <a:pt x="23903" y="103"/>
                    <a:pt x="23674" y="130"/>
                    <a:pt x="23474" y="130"/>
                  </a:cubicBezTo>
                  <a:cubicBezTo>
                    <a:pt x="23360" y="130"/>
                    <a:pt x="23273" y="160"/>
                    <a:pt x="23216" y="217"/>
                  </a:cubicBezTo>
                  <a:cubicBezTo>
                    <a:pt x="22643" y="302"/>
                    <a:pt x="22128" y="416"/>
                    <a:pt x="21642" y="531"/>
                  </a:cubicBezTo>
                  <a:cubicBezTo>
                    <a:pt x="20869" y="715"/>
                    <a:pt x="20124" y="884"/>
                    <a:pt x="19327" y="884"/>
                  </a:cubicBezTo>
                  <a:cubicBezTo>
                    <a:pt x="19002" y="884"/>
                    <a:pt x="18669" y="856"/>
                    <a:pt x="18322" y="790"/>
                  </a:cubicBezTo>
                  <a:cubicBezTo>
                    <a:pt x="17978" y="732"/>
                    <a:pt x="17634" y="675"/>
                    <a:pt x="17291" y="588"/>
                  </a:cubicBezTo>
                  <a:cubicBezTo>
                    <a:pt x="16361" y="431"/>
                    <a:pt x="15464" y="273"/>
                    <a:pt x="14540" y="273"/>
                  </a:cubicBezTo>
                  <a:cubicBezTo>
                    <a:pt x="13955" y="273"/>
                    <a:pt x="13360" y="337"/>
                    <a:pt x="12738" y="503"/>
                  </a:cubicBezTo>
                  <a:cubicBezTo>
                    <a:pt x="12337" y="618"/>
                    <a:pt x="11737" y="618"/>
                    <a:pt x="11165" y="618"/>
                  </a:cubicBezTo>
                  <a:cubicBezTo>
                    <a:pt x="10334" y="618"/>
                    <a:pt x="9589" y="618"/>
                    <a:pt x="9046" y="904"/>
                  </a:cubicBezTo>
                  <a:cubicBezTo>
                    <a:pt x="8588" y="1133"/>
                    <a:pt x="8158" y="1447"/>
                    <a:pt x="8245" y="1848"/>
                  </a:cubicBezTo>
                  <a:cubicBezTo>
                    <a:pt x="8330" y="2336"/>
                    <a:pt x="8959" y="2420"/>
                    <a:pt x="9676" y="2535"/>
                  </a:cubicBezTo>
                  <a:cubicBezTo>
                    <a:pt x="9905" y="2565"/>
                    <a:pt x="10219" y="2622"/>
                    <a:pt x="10276" y="2649"/>
                  </a:cubicBezTo>
                  <a:cubicBezTo>
                    <a:pt x="10592" y="2878"/>
                    <a:pt x="10535" y="3023"/>
                    <a:pt x="10505" y="3080"/>
                  </a:cubicBezTo>
                  <a:cubicBezTo>
                    <a:pt x="10334" y="3680"/>
                    <a:pt x="8616" y="4339"/>
                    <a:pt x="8016" y="4397"/>
                  </a:cubicBezTo>
                  <a:cubicBezTo>
                    <a:pt x="7757" y="4424"/>
                    <a:pt x="7501" y="4454"/>
                    <a:pt x="7242" y="4454"/>
                  </a:cubicBezTo>
                  <a:cubicBezTo>
                    <a:pt x="6269" y="4511"/>
                    <a:pt x="5238" y="4568"/>
                    <a:pt x="4551" y="5626"/>
                  </a:cubicBezTo>
                  <a:cubicBezTo>
                    <a:pt x="4322" y="5913"/>
                    <a:pt x="4352" y="6172"/>
                    <a:pt x="4352" y="6343"/>
                  </a:cubicBezTo>
                  <a:cubicBezTo>
                    <a:pt x="4352" y="6485"/>
                    <a:pt x="4352" y="6485"/>
                    <a:pt x="4322" y="6515"/>
                  </a:cubicBezTo>
                  <a:cubicBezTo>
                    <a:pt x="4281" y="6556"/>
                    <a:pt x="4193" y="6604"/>
                    <a:pt x="4001" y="6604"/>
                  </a:cubicBezTo>
                  <a:cubicBezTo>
                    <a:pt x="3794" y="6604"/>
                    <a:pt x="3467" y="6549"/>
                    <a:pt x="2948" y="6371"/>
                  </a:cubicBezTo>
                  <a:cubicBezTo>
                    <a:pt x="2806" y="6314"/>
                    <a:pt x="2634" y="6229"/>
                    <a:pt x="2462" y="6142"/>
                  </a:cubicBezTo>
                  <a:cubicBezTo>
                    <a:pt x="2179" y="6000"/>
                    <a:pt x="1826" y="5824"/>
                    <a:pt x="1458" y="5824"/>
                  </a:cubicBezTo>
                  <a:cubicBezTo>
                    <a:pt x="1082" y="5824"/>
                    <a:pt x="691" y="6007"/>
                    <a:pt x="344" y="6600"/>
                  </a:cubicBezTo>
                  <a:cubicBezTo>
                    <a:pt x="58" y="7115"/>
                    <a:pt x="0" y="7516"/>
                    <a:pt x="172" y="7859"/>
                  </a:cubicBezTo>
                  <a:cubicBezTo>
                    <a:pt x="429" y="8432"/>
                    <a:pt x="1145" y="8546"/>
                    <a:pt x="1746" y="8661"/>
                  </a:cubicBezTo>
                  <a:lnTo>
                    <a:pt x="1833" y="8661"/>
                  </a:lnTo>
                  <a:cubicBezTo>
                    <a:pt x="2261" y="8748"/>
                    <a:pt x="2604" y="8833"/>
                    <a:pt x="2948" y="8947"/>
                  </a:cubicBezTo>
                  <a:cubicBezTo>
                    <a:pt x="3436" y="9091"/>
                    <a:pt x="3894" y="9233"/>
                    <a:pt x="4494" y="9233"/>
                  </a:cubicBezTo>
                  <a:cubicBezTo>
                    <a:pt x="4695" y="9233"/>
                    <a:pt x="4924" y="9206"/>
                    <a:pt x="5181" y="9176"/>
                  </a:cubicBezTo>
                  <a:cubicBezTo>
                    <a:pt x="5352" y="9149"/>
                    <a:pt x="5611" y="9119"/>
                    <a:pt x="5898" y="9091"/>
                  </a:cubicBezTo>
                  <a:cubicBezTo>
                    <a:pt x="6841" y="9034"/>
                    <a:pt x="8043" y="8947"/>
                    <a:pt x="8474" y="8233"/>
                  </a:cubicBezTo>
                  <a:cubicBezTo>
                    <a:pt x="8588" y="8061"/>
                    <a:pt x="8932" y="7573"/>
                    <a:pt x="8703" y="7145"/>
                  </a:cubicBezTo>
                  <a:cubicBezTo>
                    <a:pt x="8444" y="6657"/>
                    <a:pt x="7757" y="6630"/>
                    <a:pt x="7127" y="6630"/>
                  </a:cubicBezTo>
                  <a:cubicBezTo>
                    <a:pt x="7070" y="6630"/>
                    <a:pt x="7013" y="6630"/>
                    <a:pt x="6985" y="6600"/>
                  </a:cubicBezTo>
                  <a:cubicBezTo>
                    <a:pt x="6985" y="6600"/>
                    <a:pt x="7013" y="6600"/>
                    <a:pt x="7013" y="6572"/>
                  </a:cubicBezTo>
                  <a:cubicBezTo>
                    <a:pt x="7228" y="6403"/>
                    <a:pt x="7625" y="6349"/>
                    <a:pt x="8075" y="6349"/>
                  </a:cubicBezTo>
                  <a:cubicBezTo>
                    <a:pt x="8463" y="6349"/>
                    <a:pt x="8891" y="6389"/>
                    <a:pt x="9275" y="6428"/>
                  </a:cubicBezTo>
                  <a:cubicBezTo>
                    <a:pt x="9606" y="6457"/>
                    <a:pt x="9916" y="6479"/>
                    <a:pt x="10189" y="6479"/>
                  </a:cubicBezTo>
                  <a:cubicBezTo>
                    <a:pt x="10459" y="6479"/>
                    <a:pt x="10693" y="6457"/>
                    <a:pt x="10879" y="6401"/>
                  </a:cubicBezTo>
                  <a:cubicBezTo>
                    <a:pt x="11508" y="6229"/>
                    <a:pt x="12108" y="5855"/>
                    <a:pt x="12681" y="5512"/>
                  </a:cubicBezTo>
                  <a:cubicBezTo>
                    <a:pt x="13111" y="5255"/>
                    <a:pt x="13540" y="4969"/>
                    <a:pt x="13940" y="4797"/>
                  </a:cubicBezTo>
                  <a:cubicBezTo>
                    <a:pt x="15287" y="4252"/>
                    <a:pt x="16604" y="4053"/>
                    <a:pt x="18005" y="3852"/>
                  </a:cubicBezTo>
                  <a:cubicBezTo>
                    <a:pt x="18693" y="3767"/>
                    <a:pt x="19409" y="3680"/>
                    <a:pt x="20124" y="3508"/>
                  </a:cubicBezTo>
                  <a:cubicBezTo>
                    <a:pt x="20612" y="3423"/>
                    <a:pt x="21070" y="3222"/>
                    <a:pt x="21528" y="3050"/>
                  </a:cubicBezTo>
                  <a:cubicBezTo>
                    <a:pt x="22013" y="2878"/>
                    <a:pt x="22501" y="2679"/>
                    <a:pt x="23016" y="2565"/>
                  </a:cubicBezTo>
                  <a:cubicBezTo>
                    <a:pt x="23360" y="2478"/>
                    <a:pt x="23731" y="2478"/>
                    <a:pt x="24132" y="2478"/>
                  </a:cubicBezTo>
                  <a:cubicBezTo>
                    <a:pt x="24704" y="2450"/>
                    <a:pt x="25306" y="2420"/>
                    <a:pt x="25849" y="2191"/>
                  </a:cubicBezTo>
                  <a:cubicBezTo>
                    <a:pt x="26823" y="1848"/>
                    <a:pt x="26937" y="1332"/>
                    <a:pt x="26910" y="1076"/>
                  </a:cubicBezTo>
                  <a:cubicBezTo>
                    <a:pt x="26910" y="790"/>
                    <a:pt x="26708" y="302"/>
                    <a:pt x="25677" y="45"/>
                  </a:cubicBezTo>
                  <a:cubicBezTo>
                    <a:pt x="25487" y="13"/>
                    <a:pt x="25292" y="1"/>
                    <a:pt x="2510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7152566" y="960252"/>
              <a:ext cx="379872" cy="269471"/>
            </a:xfrm>
            <a:custGeom>
              <a:avLst/>
              <a:gdLst/>
              <a:ahLst/>
              <a:cxnLst/>
              <a:rect l="l" t="t" r="r" b="b"/>
              <a:pathLst>
                <a:path w="18780" h="13322" extrusionOk="0">
                  <a:moveTo>
                    <a:pt x="2986" y="1"/>
                  </a:moveTo>
                  <a:cubicBezTo>
                    <a:pt x="2474" y="1"/>
                    <a:pt x="2065" y="366"/>
                    <a:pt x="1718" y="687"/>
                  </a:cubicBezTo>
                  <a:cubicBezTo>
                    <a:pt x="1088" y="1117"/>
                    <a:pt x="1" y="2061"/>
                    <a:pt x="1" y="2920"/>
                  </a:cubicBezTo>
                  <a:cubicBezTo>
                    <a:pt x="28" y="3690"/>
                    <a:pt x="518" y="3905"/>
                    <a:pt x="1127" y="3905"/>
                  </a:cubicBezTo>
                  <a:cubicBezTo>
                    <a:pt x="1787" y="3905"/>
                    <a:pt x="2586" y="3653"/>
                    <a:pt x="3092" y="3579"/>
                  </a:cubicBezTo>
                  <a:cubicBezTo>
                    <a:pt x="3765" y="3476"/>
                    <a:pt x="4584" y="3360"/>
                    <a:pt x="5401" y="3360"/>
                  </a:cubicBezTo>
                  <a:cubicBezTo>
                    <a:pt x="6391" y="3360"/>
                    <a:pt x="7379" y="3530"/>
                    <a:pt x="8101" y="4094"/>
                  </a:cubicBezTo>
                  <a:cubicBezTo>
                    <a:pt x="8845" y="4667"/>
                    <a:pt x="9791" y="5526"/>
                    <a:pt x="9532" y="6614"/>
                  </a:cubicBezTo>
                  <a:cubicBezTo>
                    <a:pt x="9390" y="7129"/>
                    <a:pt x="8444" y="8874"/>
                    <a:pt x="8016" y="9075"/>
                  </a:cubicBezTo>
                  <a:cubicBezTo>
                    <a:pt x="7810" y="9173"/>
                    <a:pt x="7584" y="9210"/>
                    <a:pt x="7345" y="9210"/>
                  </a:cubicBezTo>
                  <a:cubicBezTo>
                    <a:pt x="6593" y="9210"/>
                    <a:pt x="5717" y="8842"/>
                    <a:pt x="4975" y="8842"/>
                  </a:cubicBezTo>
                  <a:cubicBezTo>
                    <a:pt x="4708" y="8842"/>
                    <a:pt x="4458" y="8889"/>
                    <a:pt x="4237" y="9018"/>
                  </a:cubicBezTo>
                  <a:cubicBezTo>
                    <a:pt x="2749" y="9877"/>
                    <a:pt x="5153" y="10248"/>
                    <a:pt x="5840" y="10248"/>
                  </a:cubicBezTo>
                  <a:cubicBezTo>
                    <a:pt x="7414" y="10305"/>
                    <a:pt x="7872" y="10534"/>
                    <a:pt x="8646" y="11908"/>
                  </a:cubicBezTo>
                  <a:cubicBezTo>
                    <a:pt x="8989" y="12625"/>
                    <a:pt x="8845" y="12911"/>
                    <a:pt x="9791" y="13198"/>
                  </a:cubicBezTo>
                  <a:cubicBezTo>
                    <a:pt x="9963" y="13249"/>
                    <a:pt x="10331" y="13321"/>
                    <a:pt x="10641" y="13321"/>
                  </a:cubicBezTo>
                  <a:cubicBezTo>
                    <a:pt x="10847" y="13321"/>
                    <a:pt x="11027" y="13289"/>
                    <a:pt x="11108" y="13198"/>
                  </a:cubicBezTo>
                  <a:cubicBezTo>
                    <a:pt x="11786" y="12623"/>
                    <a:pt x="10203" y="11002"/>
                    <a:pt x="11374" y="11002"/>
                  </a:cubicBezTo>
                  <a:cubicBezTo>
                    <a:pt x="11487" y="11002"/>
                    <a:pt x="11626" y="11017"/>
                    <a:pt x="11795" y="11050"/>
                  </a:cubicBezTo>
                  <a:cubicBezTo>
                    <a:pt x="12406" y="11092"/>
                    <a:pt x="12895" y="11820"/>
                    <a:pt x="13499" y="11820"/>
                  </a:cubicBezTo>
                  <a:cubicBezTo>
                    <a:pt x="13714" y="11820"/>
                    <a:pt x="13944" y="11728"/>
                    <a:pt x="14199" y="11480"/>
                  </a:cubicBezTo>
                  <a:cubicBezTo>
                    <a:pt x="15631" y="10163"/>
                    <a:pt x="13025" y="9446"/>
                    <a:pt x="13226" y="8359"/>
                  </a:cubicBezTo>
                  <a:cubicBezTo>
                    <a:pt x="13327" y="7874"/>
                    <a:pt x="13638" y="7703"/>
                    <a:pt x="14015" y="7703"/>
                  </a:cubicBezTo>
                  <a:cubicBezTo>
                    <a:pt x="14708" y="7703"/>
                    <a:pt x="15628" y="8281"/>
                    <a:pt x="15887" y="8560"/>
                  </a:cubicBezTo>
                  <a:cubicBezTo>
                    <a:pt x="16294" y="8948"/>
                    <a:pt x="16438" y="9288"/>
                    <a:pt x="16766" y="9288"/>
                  </a:cubicBezTo>
                  <a:cubicBezTo>
                    <a:pt x="16946" y="9288"/>
                    <a:pt x="17182" y="9185"/>
                    <a:pt x="17548" y="8931"/>
                  </a:cubicBezTo>
                  <a:cubicBezTo>
                    <a:pt x="18093" y="8560"/>
                    <a:pt x="18780" y="7557"/>
                    <a:pt x="18635" y="6756"/>
                  </a:cubicBezTo>
                  <a:cubicBezTo>
                    <a:pt x="18379" y="5668"/>
                    <a:pt x="17463" y="5897"/>
                    <a:pt x="16719" y="5668"/>
                  </a:cubicBezTo>
                  <a:cubicBezTo>
                    <a:pt x="14257" y="5095"/>
                    <a:pt x="17147" y="3636"/>
                    <a:pt x="15429" y="2205"/>
                  </a:cubicBezTo>
                  <a:cubicBezTo>
                    <a:pt x="15030" y="1888"/>
                    <a:pt x="13326" y="1370"/>
                    <a:pt x="12317" y="1370"/>
                  </a:cubicBezTo>
                  <a:cubicBezTo>
                    <a:pt x="11956" y="1370"/>
                    <a:pt x="11684" y="1437"/>
                    <a:pt x="11593" y="1603"/>
                  </a:cubicBezTo>
                  <a:lnTo>
                    <a:pt x="11508" y="1603"/>
                  </a:lnTo>
                  <a:cubicBezTo>
                    <a:pt x="11012" y="1603"/>
                    <a:pt x="10389" y="1705"/>
                    <a:pt x="9825" y="1705"/>
                  </a:cubicBezTo>
                  <a:cubicBezTo>
                    <a:pt x="9543" y="1705"/>
                    <a:pt x="9276" y="1679"/>
                    <a:pt x="9047" y="1603"/>
                  </a:cubicBezTo>
                  <a:cubicBezTo>
                    <a:pt x="8444" y="1461"/>
                    <a:pt x="8215" y="973"/>
                    <a:pt x="7757" y="687"/>
                  </a:cubicBezTo>
                  <a:cubicBezTo>
                    <a:pt x="7381" y="455"/>
                    <a:pt x="7060" y="355"/>
                    <a:pt x="6752" y="355"/>
                  </a:cubicBezTo>
                  <a:cubicBezTo>
                    <a:pt x="6264" y="355"/>
                    <a:pt x="5807" y="605"/>
                    <a:pt x="5211" y="973"/>
                  </a:cubicBezTo>
                  <a:cubicBezTo>
                    <a:pt x="4936" y="1166"/>
                    <a:pt x="4371" y="1778"/>
                    <a:pt x="3972" y="1778"/>
                  </a:cubicBezTo>
                  <a:cubicBezTo>
                    <a:pt x="3955" y="1778"/>
                    <a:pt x="3938" y="1777"/>
                    <a:pt x="3921" y="1775"/>
                  </a:cubicBezTo>
                  <a:cubicBezTo>
                    <a:pt x="3149" y="1546"/>
                    <a:pt x="3921" y="1175"/>
                    <a:pt x="3837" y="744"/>
                  </a:cubicBezTo>
                  <a:cubicBezTo>
                    <a:pt x="3635" y="171"/>
                    <a:pt x="3979" y="171"/>
                    <a:pt x="3234" y="29"/>
                  </a:cubicBezTo>
                  <a:cubicBezTo>
                    <a:pt x="3149" y="10"/>
                    <a:pt x="3066" y="1"/>
                    <a:pt x="2986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7145021" y="952606"/>
              <a:ext cx="395529" cy="284439"/>
            </a:xfrm>
            <a:custGeom>
              <a:avLst/>
              <a:gdLst/>
              <a:ahLst/>
              <a:cxnLst/>
              <a:rect l="l" t="t" r="r" b="b"/>
              <a:pathLst>
                <a:path w="19554" h="14062" extrusionOk="0">
                  <a:moveTo>
                    <a:pt x="3368" y="734"/>
                  </a:moveTo>
                  <a:cubicBezTo>
                    <a:pt x="3418" y="734"/>
                    <a:pt x="3470" y="740"/>
                    <a:pt x="3522" y="751"/>
                  </a:cubicBezTo>
                  <a:cubicBezTo>
                    <a:pt x="3637" y="778"/>
                    <a:pt x="3722" y="808"/>
                    <a:pt x="3779" y="808"/>
                  </a:cubicBezTo>
                  <a:cubicBezTo>
                    <a:pt x="3779" y="893"/>
                    <a:pt x="3809" y="1037"/>
                    <a:pt x="3866" y="1209"/>
                  </a:cubicBezTo>
                  <a:cubicBezTo>
                    <a:pt x="3836" y="1236"/>
                    <a:pt x="3779" y="1351"/>
                    <a:pt x="3751" y="1408"/>
                  </a:cubicBezTo>
                  <a:cubicBezTo>
                    <a:pt x="3664" y="1580"/>
                    <a:pt x="3522" y="1809"/>
                    <a:pt x="3607" y="2068"/>
                  </a:cubicBezTo>
                  <a:cubicBezTo>
                    <a:pt x="3722" y="2324"/>
                    <a:pt x="3980" y="2439"/>
                    <a:pt x="4210" y="2496"/>
                  </a:cubicBezTo>
                  <a:cubicBezTo>
                    <a:pt x="4253" y="2503"/>
                    <a:pt x="4296" y="2507"/>
                    <a:pt x="4339" y="2507"/>
                  </a:cubicBezTo>
                  <a:cubicBezTo>
                    <a:pt x="4811" y="2507"/>
                    <a:pt x="5274" y="2096"/>
                    <a:pt x="5641" y="1782"/>
                  </a:cubicBezTo>
                  <a:cubicBezTo>
                    <a:pt x="5698" y="1724"/>
                    <a:pt x="5755" y="1667"/>
                    <a:pt x="5783" y="1667"/>
                  </a:cubicBezTo>
                  <a:cubicBezTo>
                    <a:pt x="6362" y="1298"/>
                    <a:pt x="6747" y="1091"/>
                    <a:pt x="7137" y="1091"/>
                  </a:cubicBezTo>
                  <a:cubicBezTo>
                    <a:pt x="7383" y="1091"/>
                    <a:pt x="7631" y="1174"/>
                    <a:pt x="7931" y="1351"/>
                  </a:cubicBezTo>
                  <a:cubicBezTo>
                    <a:pt x="8073" y="1466"/>
                    <a:pt x="8217" y="1580"/>
                    <a:pt x="8332" y="1724"/>
                  </a:cubicBezTo>
                  <a:cubicBezTo>
                    <a:pt x="8588" y="1953"/>
                    <a:pt x="8847" y="2240"/>
                    <a:pt x="9305" y="2354"/>
                  </a:cubicBezTo>
                  <a:cubicBezTo>
                    <a:pt x="9597" y="2431"/>
                    <a:pt x="9923" y="2458"/>
                    <a:pt x="10256" y="2458"/>
                  </a:cubicBezTo>
                  <a:cubicBezTo>
                    <a:pt x="10541" y="2458"/>
                    <a:pt x="10830" y="2438"/>
                    <a:pt x="11107" y="2411"/>
                  </a:cubicBezTo>
                  <a:cubicBezTo>
                    <a:pt x="11394" y="2382"/>
                    <a:pt x="11652" y="2354"/>
                    <a:pt x="11852" y="2354"/>
                  </a:cubicBezTo>
                  <a:cubicBezTo>
                    <a:pt x="11888" y="2366"/>
                    <a:pt x="11925" y="2372"/>
                    <a:pt x="11960" y="2372"/>
                  </a:cubicBezTo>
                  <a:cubicBezTo>
                    <a:pt x="12091" y="2372"/>
                    <a:pt x="12207" y="2294"/>
                    <a:pt x="12252" y="2182"/>
                  </a:cubicBezTo>
                  <a:cubicBezTo>
                    <a:pt x="12315" y="2137"/>
                    <a:pt x="12460" y="2116"/>
                    <a:pt x="12656" y="2116"/>
                  </a:cubicBezTo>
                  <a:cubicBezTo>
                    <a:pt x="13444" y="2116"/>
                    <a:pt x="15069" y="2451"/>
                    <a:pt x="15573" y="2840"/>
                  </a:cubicBezTo>
                  <a:cubicBezTo>
                    <a:pt x="16175" y="3385"/>
                    <a:pt x="16031" y="3843"/>
                    <a:pt x="15859" y="4443"/>
                  </a:cubicBezTo>
                  <a:cubicBezTo>
                    <a:pt x="15717" y="4843"/>
                    <a:pt x="15573" y="5274"/>
                    <a:pt x="15802" y="5702"/>
                  </a:cubicBezTo>
                  <a:cubicBezTo>
                    <a:pt x="16004" y="6018"/>
                    <a:pt x="16375" y="6247"/>
                    <a:pt x="17005" y="6389"/>
                  </a:cubicBezTo>
                  <a:cubicBezTo>
                    <a:pt x="17206" y="6476"/>
                    <a:pt x="17405" y="6504"/>
                    <a:pt x="17607" y="6534"/>
                  </a:cubicBezTo>
                  <a:cubicBezTo>
                    <a:pt x="18237" y="6618"/>
                    <a:pt x="18523" y="6676"/>
                    <a:pt x="18665" y="7191"/>
                  </a:cubicBezTo>
                  <a:cubicBezTo>
                    <a:pt x="18752" y="7821"/>
                    <a:pt x="18179" y="8709"/>
                    <a:pt x="17721" y="9023"/>
                  </a:cubicBezTo>
                  <a:cubicBezTo>
                    <a:pt x="17443" y="9213"/>
                    <a:pt x="17300" y="9307"/>
                    <a:pt x="17188" y="9307"/>
                  </a:cubicBezTo>
                  <a:cubicBezTo>
                    <a:pt x="17081" y="9307"/>
                    <a:pt x="17003" y="9221"/>
                    <a:pt x="16863" y="9053"/>
                  </a:cubicBezTo>
                  <a:cubicBezTo>
                    <a:pt x="16776" y="8938"/>
                    <a:pt x="16661" y="8824"/>
                    <a:pt x="16546" y="8709"/>
                  </a:cubicBezTo>
                  <a:cubicBezTo>
                    <a:pt x="16248" y="8384"/>
                    <a:pt x="15212" y="7715"/>
                    <a:pt x="14365" y="7715"/>
                  </a:cubicBezTo>
                  <a:cubicBezTo>
                    <a:pt x="14238" y="7715"/>
                    <a:pt x="14115" y="7730"/>
                    <a:pt x="14000" y="7763"/>
                  </a:cubicBezTo>
                  <a:cubicBezTo>
                    <a:pt x="13599" y="7878"/>
                    <a:pt x="13340" y="8194"/>
                    <a:pt x="13256" y="8679"/>
                  </a:cubicBezTo>
                  <a:cubicBezTo>
                    <a:pt x="13111" y="9309"/>
                    <a:pt x="13599" y="9767"/>
                    <a:pt x="14027" y="10198"/>
                  </a:cubicBezTo>
                  <a:cubicBezTo>
                    <a:pt x="14343" y="10512"/>
                    <a:pt x="14630" y="10828"/>
                    <a:pt x="14630" y="11084"/>
                  </a:cubicBezTo>
                  <a:cubicBezTo>
                    <a:pt x="14630" y="11228"/>
                    <a:pt x="14515" y="11400"/>
                    <a:pt x="14314" y="11599"/>
                  </a:cubicBezTo>
                  <a:cubicBezTo>
                    <a:pt x="14140" y="11761"/>
                    <a:pt x="13999" y="11831"/>
                    <a:pt x="13856" y="11831"/>
                  </a:cubicBezTo>
                  <a:cubicBezTo>
                    <a:pt x="13667" y="11831"/>
                    <a:pt x="13474" y="11710"/>
                    <a:pt x="13198" y="11515"/>
                  </a:cubicBezTo>
                  <a:cubicBezTo>
                    <a:pt x="12912" y="11313"/>
                    <a:pt x="12569" y="11084"/>
                    <a:pt x="12225" y="11057"/>
                  </a:cubicBezTo>
                  <a:cubicBezTo>
                    <a:pt x="12082" y="11023"/>
                    <a:pt x="11922" y="10999"/>
                    <a:pt x="11764" y="10999"/>
                  </a:cubicBezTo>
                  <a:cubicBezTo>
                    <a:pt x="11509" y="10999"/>
                    <a:pt x="11256" y="11062"/>
                    <a:pt x="11080" y="11256"/>
                  </a:cubicBezTo>
                  <a:cubicBezTo>
                    <a:pt x="10821" y="11572"/>
                    <a:pt x="10965" y="12030"/>
                    <a:pt x="11107" y="12488"/>
                  </a:cubicBezTo>
                  <a:cubicBezTo>
                    <a:pt x="11222" y="12774"/>
                    <a:pt x="11366" y="13202"/>
                    <a:pt x="11252" y="13317"/>
                  </a:cubicBezTo>
                  <a:cubicBezTo>
                    <a:pt x="11213" y="13336"/>
                    <a:pt x="11129" y="13346"/>
                    <a:pt x="11022" y="13346"/>
                  </a:cubicBezTo>
                  <a:cubicBezTo>
                    <a:pt x="10810" y="13346"/>
                    <a:pt x="10506" y="13308"/>
                    <a:pt x="10278" y="13232"/>
                  </a:cubicBezTo>
                  <a:cubicBezTo>
                    <a:pt x="9706" y="13060"/>
                    <a:pt x="9676" y="12973"/>
                    <a:pt x="9534" y="12573"/>
                  </a:cubicBezTo>
                  <a:cubicBezTo>
                    <a:pt x="9477" y="12458"/>
                    <a:pt x="9420" y="12316"/>
                    <a:pt x="9333" y="12115"/>
                  </a:cubicBezTo>
                  <a:cubicBezTo>
                    <a:pt x="8504" y="10599"/>
                    <a:pt x="7874" y="10340"/>
                    <a:pt x="6213" y="10255"/>
                  </a:cubicBezTo>
                  <a:cubicBezTo>
                    <a:pt x="5668" y="10255"/>
                    <a:pt x="4782" y="10083"/>
                    <a:pt x="4523" y="9912"/>
                  </a:cubicBezTo>
                  <a:cubicBezTo>
                    <a:pt x="4581" y="9854"/>
                    <a:pt x="4638" y="9797"/>
                    <a:pt x="4810" y="9710"/>
                  </a:cubicBezTo>
                  <a:cubicBezTo>
                    <a:pt x="4961" y="9623"/>
                    <a:pt x="5142" y="9590"/>
                    <a:pt x="5343" y="9590"/>
                  </a:cubicBezTo>
                  <a:cubicBezTo>
                    <a:pt x="5671" y="9590"/>
                    <a:pt x="6051" y="9679"/>
                    <a:pt x="6442" y="9767"/>
                  </a:cubicBezTo>
                  <a:cubicBezTo>
                    <a:pt x="6861" y="9852"/>
                    <a:pt x="7289" y="9945"/>
                    <a:pt x="7704" y="9945"/>
                  </a:cubicBezTo>
                  <a:cubicBezTo>
                    <a:pt x="7999" y="9945"/>
                    <a:pt x="8287" y="9898"/>
                    <a:pt x="8561" y="9767"/>
                  </a:cubicBezTo>
                  <a:cubicBezTo>
                    <a:pt x="9133" y="9481"/>
                    <a:pt x="10134" y="7564"/>
                    <a:pt x="10249" y="7076"/>
                  </a:cubicBezTo>
                  <a:cubicBezTo>
                    <a:pt x="10622" y="5645"/>
                    <a:pt x="9218" y="4587"/>
                    <a:pt x="8675" y="4186"/>
                  </a:cubicBezTo>
                  <a:cubicBezTo>
                    <a:pt x="7886" y="3555"/>
                    <a:pt x="6801" y="3376"/>
                    <a:pt x="5747" y="3376"/>
                  </a:cubicBezTo>
                  <a:cubicBezTo>
                    <a:pt x="4888" y="3376"/>
                    <a:pt x="4050" y="3494"/>
                    <a:pt x="3408" y="3584"/>
                  </a:cubicBezTo>
                  <a:cubicBezTo>
                    <a:pt x="3236" y="3614"/>
                    <a:pt x="3035" y="3671"/>
                    <a:pt x="2806" y="3728"/>
                  </a:cubicBezTo>
                  <a:cubicBezTo>
                    <a:pt x="2412" y="3817"/>
                    <a:pt x="1917" y="3917"/>
                    <a:pt x="1518" y="3917"/>
                  </a:cubicBezTo>
                  <a:cubicBezTo>
                    <a:pt x="1279" y="3917"/>
                    <a:pt x="1075" y="3881"/>
                    <a:pt x="946" y="3785"/>
                  </a:cubicBezTo>
                  <a:cubicBezTo>
                    <a:pt x="889" y="3756"/>
                    <a:pt x="745" y="3641"/>
                    <a:pt x="745" y="3298"/>
                  </a:cubicBezTo>
                  <a:cubicBezTo>
                    <a:pt x="745" y="2668"/>
                    <a:pt x="1576" y="1866"/>
                    <a:pt x="2290" y="1351"/>
                  </a:cubicBezTo>
                  <a:cubicBezTo>
                    <a:pt x="2320" y="1351"/>
                    <a:pt x="2348" y="1324"/>
                    <a:pt x="2348" y="1294"/>
                  </a:cubicBezTo>
                  <a:cubicBezTo>
                    <a:pt x="2745" y="972"/>
                    <a:pt x="3036" y="734"/>
                    <a:pt x="3368" y="734"/>
                  </a:cubicBezTo>
                  <a:close/>
                  <a:moveTo>
                    <a:pt x="3379" y="0"/>
                  </a:moveTo>
                  <a:cubicBezTo>
                    <a:pt x="2739" y="0"/>
                    <a:pt x="2262" y="429"/>
                    <a:pt x="1890" y="751"/>
                  </a:cubicBezTo>
                  <a:cubicBezTo>
                    <a:pt x="1317" y="1152"/>
                    <a:pt x="0" y="2182"/>
                    <a:pt x="0" y="3327"/>
                  </a:cubicBezTo>
                  <a:cubicBezTo>
                    <a:pt x="30" y="3785"/>
                    <a:pt x="202" y="4129"/>
                    <a:pt x="488" y="4358"/>
                  </a:cubicBezTo>
                  <a:cubicBezTo>
                    <a:pt x="766" y="4572"/>
                    <a:pt x="1122" y="4647"/>
                    <a:pt x="1501" y="4647"/>
                  </a:cubicBezTo>
                  <a:cubicBezTo>
                    <a:pt x="1982" y="4647"/>
                    <a:pt x="2502" y="4527"/>
                    <a:pt x="2950" y="4415"/>
                  </a:cubicBezTo>
                  <a:cubicBezTo>
                    <a:pt x="3179" y="4385"/>
                    <a:pt x="3351" y="4328"/>
                    <a:pt x="3522" y="4301"/>
                  </a:cubicBezTo>
                  <a:cubicBezTo>
                    <a:pt x="4137" y="4221"/>
                    <a:pt x="4939" y="4109"/>
                    <a:pt x="5745" y="4109"/>
                  </a:cubicBezTo>
                  <a:cubicBezTo>
                    <a:pt x="6665" y="4109"/>
                    <a:pt x="7589" y="4254"/>
                    <a:pt x="8245" y="4759"/>
                  </a:cubicBezTo>
                  <a:cubicBezTo>
                    <a:pt x="8962" y="5301"/>
                    <a:pt x="9763" y="6046"/>
                    <a:pt x="9562" y="6905"/>
                  </a:cubicBezTo>
                  <a:cubicBezTo>
                    <a:pt x="9420" y="7392"/>
                    <a:pt x="8504" y="8966"/>
                    <a:pt x="8245" y="9137"/>
                  </a:cubicBezTo>
                  <a:cubicBezTo>
                    <a:pt x="8093" y="9209"/>
                    <a:pt x="7919" y="9237"/>
                    <a:pt x="7731" y="9237"/>
                  </a:cubicBezTo>
                  <a:cubicBezTo>
                    <a:pt x="7389" y="9237"/>
                    <a:pt x="7001" y="9144"/>
                    <a:pt x="6614" y="9053"/>
                  </a:cubicBezTo>
                  <a:cubicBezTo>
                    <a:pt x="6195" y="8956"/>
                    <a:pt x="5767" y="8859"/>
                    <a:pt x="5356" y="8859"/>
                  </a:cubicBezTo>
                  <a:cubicBezTo>
                    <a:pt x="5036" y="8859"/>
                    <a:pt x="4726" y="8918"/>
                    <a:pt x="4439" y="9080"/>
                  </a:cubicBezTo>
                  <a:cubicBezTo>
                    <a:pt x="3923" y="9366"/>
                    <a:pt x="3694" y="9710"/>
                    <a:pt x="3779" y="10053"/>
                  </a:cubicBezTo>
                  <a:cubicBezTo>
                    <a:pt x="4038" y="10912"/>
                    <a:pt x="6156" y="10970"/>
                    <a:pt x="6184" y="10970"/>
                  </a:cubicBezTo>
                  <a:cubicBezTo>
                    <a:pt x="7615" y="11057"/>
                    <a:pt x="7988" y="11171"/>
                    <a:pt x="8675" y="12431"/>
                  </a:cubicBezTo>
                  <a:cubicBezTo>
                    <a:pt x="8760" y="12602"/>
                    <a:pt x="8790" y="12717"/>
                    <a:pt x="8847" y="12831"/>
                  </a:cubicBezTo>
                  <a:cubicBezTo>
                    <a:pt x="9046" y="13347"/>
                    <a:pt x="9191" y="13660"/>
                    <a:pt x="10077" y="13947"/>
                  </a:cubicBezTo>
                  <a:cubicBezTo>
                    <a:pt x="10191" y="13976"/>
                    <a:pt x="10622" y="14061"/>
                    <a:pt x="11023" y="14061"/>
                  </a:cubicBezTo>
                  <a:cubicBezTo>
                    <a:pt x="11309" y="14061"/>
                    <a:pt x="11565" y="14034"/>
                    <a:pt x="11710" y="13862"/>
                  </a:cubicBezTo>
                  <a:cubicBezTo>
                    <a:pt x="12225" y="13431"/>
                    <a:pt x="11996" y="12744"/>
                    <a:pt x="11794" y="12229"/>
                  </a:cubicBezTo>
                  <a:cubicBezTo>
                    <a:pt x="11767" y="12087"/>
                    <a:pt x="11680" y="11858"/>
                    <a:pt x="11652" y="11744"/>
                  </a:cubicBezTo>
                  <a:cubicBezTo>
                    <a:pt x="11676" y="11731"/>
                    <a:pt x="11715" y="11724"/>
                    <a:pt x="11773" y="11724"/>
                  </a:cubicBezTo>
                  <a:cubicBezTo>
                    <a:pt x="11854" y="11724"/>
                    <a:pt x="11972" y="11738"/>
                    <a:pt x="12138" y="11771"/>
                  </a:cubicBezTo>
                  <a:cubicBezTo>
                    <a:pt x="12340" y="11801"/>
                    <a:pt x="12539" y="11943"/>
                    <a:pt x="12768" y="12115"/>
                  </a:cubicBezTo>
                  <a:cubicBezTo>
                    <a:pt x="13059" y="12303"/>
                    <a:pt x="13430" y="12552"/>
                    <a:pt x="13859" y="12552"/>
                  </a:cubicBezTo>
                  <a:cubicBezTo>
                    <a:pt x="14150" y="12552"/>
                    <a:pt x="14466" y="12438"/>
                    <a:pt x="14801" y="12115"/>
                  </a:cubicBezTo>
                  <a:cubicBezTo>
                    <a:pt x="15172" y="11801"/>
                    <a:pt x="15344" y="11457"/>
                    <a:pt x="15374" y="11084"/>
                  </a:cubicBezTo>
                  <a:cubicBezTo>
                    <a:pt x="15374" y="10512"/>
                    <a:pt x="14943" y="10083"/>
                    <a:pt x="14543" y="9682"/>
                  </a:cubicBezTo>
                  <a:cubicBezTo>
                    <a:pt x="14229" y="9366"/>
                    <a:pt x="13913" y="9053"/>
                    <a:pt x="13943" y="8794"/>
                  </a:cubicBezTo>
                  <a:cubicBezTo>
                    <a:pt x="14000" y="8565"/>
                    <a:pt x="14114" y="8480"/>
                    <a:pt x="14199" y="8450"/>
                  </a:cubicBezTo>
                  <a:cubicBezTo>
                    <a:pt x="14252" y="8436"/>
                    <a:pt x="14311" y="8429"/>
                    <a:pt x="14373" y="8429"/>
                  </a:cubicBezTo>
                  <a:cubicBezTo>
                    <a:pt x="14919" y="8429"/>
                    <a:pt x="15774" y="8941"/>
                    <a:pt x="16031" y="9224"/>
                  </a:cubicBezTo>
                  <a:cubicBezTo>
                    <a:pt x="16146" y="9339"/>
                    <a:pt x="16233" y="9424"/>
                    <a:pt x="16317" y="9538"/>
                  </a:cubicBezTo>
                  <a:cubicBezTo>
                    <a:pt x="16585" y="9852"/>
                    <a:pt x="16825" y="10037"/>
                    <a:pt x="17139" y="10037"/>
                  </a:cubicBezTo>
                  <a:cubicBezTo>
                    <a:pt x="17399" y="10037"/>
                    <a:pt x="17708" y="9910"/>
                    <a:pt x="18122" y="9625"/>
                  </a:cubicBezTo>
                  <a:cubicBezTo>
                    <a:pt x="18752" y="9195"/>
                    <a:pt x="19553" y="8050"/>
                    <a:pt x="19352" y="7049"/>
                  </a:cubicBezTo>
                  <a:cubicBezTo>
                    <a:pt x="19095" y="5989"/>
                    <a:pt x="18294" y="5874"/>
                    <a:pt x="17721" y="5789"/>
                  </a:cubicBezTo>
                  <a:cubicBezTo>
                    <a:pt x="17520" y="5789"/>
                    <a:pt x="17348" y="5760"/>
                    <a:pt x="17176" y="5702"/>
                  </a:cubicBezTo>
                  <a:cubicBezTo>
                    <a:pt x="16634" y="5560"/>
                    <a:pt x="16489" y="5416"/>
                    <a:pt x="16432" y="5331"/>
                  </a:cubicBezTo>
                  <a:cubicBezTo>
                    <a:pt x="16347" y="5217"/>
                    <a:pt x="16432" y="4930"/>
                    <a:pt x="16546" y="4672"/>
                  </a:cubicBezTo>
                  <a:cubicBezTo>
                    <a:pt x="16718" y="4042"/>
                    <a:pt x="17034" y="3156"/>
                    <a:pt x="16031" y="2297"/>
                  </a:cubicBezTo>
                  <a:cubicBezTo>
                    <a:pt x="15542" y="1906"/>
                    <a:pt x="13843" y="1389"/>
                    <a:pt x="12734" y="1389"/>
                  </a:cubicBezTo>
                  <a:cubicBezTo>
                    <a:pt x="12544" y="1389"/>
                    <a:pt x="12371" y="1405"/>
                    <a:pt x="12225" y="1438"/>
                  </a:cubicBezTo>
                  <a:cubicBezTo>
                    <a:pt x="12053" y="1466"/>
                    <a:pt x="11909" y="1523"/>
                    <a:pt x="11794" y="1637"/>
                  </a:cubicBezTo>
                  <a:cubicBezTo>
                    <a:pt x="11565" y="1637"/>
                    <a:pt x="11309" y="1667"/>
                    <a:pt x="11050" y="1667"/>
                  </a:cubicBezTo>
                  <a:cubicBezTo>
                    <a:pt x="10761" y="1698"/>
                    <a:pt x="10463" y="1728"/>
                    <a:pt x="10183" y="1728"/>
                  </a:cubicBezTo>
                  <a:cubicBezTo>
                    <a:pt x="9937" y="1728"/>
                    <a:pt x="9705" y="1705"/>
                    <a:pt x="9504" y="1637"/>
                  </a:cubicBezTo>
                  <a:cubicBezTo>
                    <a:pt x="9218" y="1580"/>
                    <a:pt x="9076" y="1408"/>
                    <a:pt x="8847" y="1209"/>
                  </a:cubicBezTo>
                  <a:cubicBezTo>
                    <a:pt x="8703" y="1037"/>
                    <a:pt x="8531" y="865"/>
                    <a:pt x="8302" y="751"/>
                  </a:cubicBezTo>
                  <a:cubicBezTo>
                    <a:pt x="7879" y="491"/>
                    <a:pt x="7502" y="382"/>
                    <a:pt x="7140" y="382"/>
                  </a:cubicBezTo>
                  <a:cubicBezTo>
                    <a:pt x="6546" y="382"/>
                    <a:pt x="5995" y="674"/>
                    <a:pt x="5355" y="1065"/>
                  </a:cubicBezTo>
                  <a:cubicBezTo>
                    <a:pt x="5297" y="1095"/>
                    <a:pt x="5240" y="1179"/>
                    <a:pt x="5153" y="1236"/>
                  </a:cubicBezTo>
                  <a:cubicBezTo>
                    <a:pt x="4751" y="1587"/>
                    <a:pt x="4498" y="1784"/>
                    <a:pt x="4399" y="1784"/>
                  </a:cubicBezTo>
                  <a:cubicBezTo>
                    <a:pt x="4392" y="1784"/>
                    <a:pt x="4386" y="1783"/>
                    <a:pt x="4381" y="1782"/>
                  </a:cubicBezTo>
                  <a:cubicBezTo>
                    <a:pt x="4466" y="1610"/>
                    <a:pt x="4610" y="1351"/>
                    <a:pt x="4581" y="1065"/>
                  </a:cubicBezTo>
                  <a:cubicBezTo>
                    <a:pt x="4581" y="1037"/>
                    <a:pt x="4553" y="1037"/>
                    <a:pt x="4553" y="1007"/>
                  </a:cubicBezTo>
                  <a:cubicBezTo>
                    <a:pt x="4496" y="865"/>
                    <a:pt x="4496" y="778"/>
                    <a:pt x="4496" y="694"/>
                  </a:cubicBezTo>
                  <a:cubicBezTo>
                    <a:pt x="4439" y="206"/>
                    <a:pt x="4122" y="121"/>
                    <a:pt x="3694" y="34"/>
                  </a:cubicBezTo>
                  <a:cubicBezTo>
                    <a:pt x="3585" y="11"/>
                    <a:pt x="3480" y="0"/>
                    <a:pt x="33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7225291" y="804850"/>
              <a:ext cx="153952" cy="47939"/>
            </a:xfrm>
            <a:custGeom>
              <a:avLst/>
              <a:gdLst/>
              <a:ahLst/>
              <a:cxnLst/>
              <a:rect l="l" t="t" r="r" b="b"/>
              <a:pathLst>
                <a:path w="7611" h="2370" extrusionOk="0">
                  <a:moveTo>
                    <a:pt x="5247" y="0"/>
                  </a:moveTo>
                  <a:cubicBezTo>
                    <a:pt x="5132" y="0"/>
                    <a:pt x="5034" y="30"/>
                    <a:pt x="4964" y="97"/>
                  </a:cubicBezTo>
                  <a:lnTo>
                    <a:pt x="4907" y="97"/>
                  </a:lnTo>
                  <a:cubicBezTo>
                    <a:pt x="4219" y="239"/>
                    <a:pt x="3876" y="669"/>
                    <a:pt x="3333" y="898"/>
                  </a:cubicBezTo>
                  <a:cubicBezTo>
                    <a:pt x="3189" y="957"/>
                    <a:pt x="3016" y="974"/>
                    <a:pt x="2834" y="974"/>
                  </a:cubicBezTo>
                  <a:cubicBezTo>
                    <a:pt x="2599" y="974"/>
                    <a:pt x="2350" y="946"/>
                    <a:pt x="2132" y="946"/>
                  </a:cubicBezTo>
                  <a:cubicBezTo>
                    <a:pt x="1947" y="946"/>
                    <a:pt x="1784" y="966"/>
                    <a:pt x="1673" y="1040"/>
                  </a:cubicBezTo>
                  <a:cubicBezTo>
                    <a:pt x="1" y="1961"/>
                    <a:pt x="2039" y="2370"/>
                    <a:pt x="3174" y="2370"/>
                  </a:cubicBezTo>
                  <a:cubicBezTo>
                    <a:pt x="3381" y="2370"/>
                    <a:pt x="3558" y="2356"/>
                    <a:pt x="3677" y="2330"/>
                  </a:cubicBezTo>
                  <a:cubicBezTo>
                    <a:pt x="3758" y="2322"/>
                    <a:pt x="3880" y="2319"/>
                    <a:pt x="4030" y="2319"/>
                  </a:cubicBezTo>
                  <a:cubicBezTo>
                    <a:pt x="4294" y="2319"/>
                    <a:pt x="4645" y="2327"/>
                    <a:pt x="5020" y="2327"/>
                  </a:cubicBezTo>
                  <a:cubicBezTo>
                    <a:pt x="5996" y="2327"/>
                    <a:pt x="7133" y="2275"/>
                    <a:pt x="7311" y="1899"/>
                  </a:cubicBezTo>
                  <a:cubicBezTo>
                    <a:pt x="7610" y="1351"/>
                    <a:pt x="6022" y="0"/>
                    <a:pt x="524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7237125" y="797284"/>
              <a:ext cx="148247" cy="62806"/>
            </a:xfrm>
            <a:custGeom>
              <a:avLst/>
              <a:gdLst/>
              <a:ahLst/>
              <a:cxnLst/>
              <a:rect l="l" t="t" r="r" b="b"/>
              <a:pathLst>
                <a:path w="7329" h="3105" extrusionOk="0">
                  <a:moveTo>
                    <a:pt x="4701" y="743"/>
                  </a:moveTo>
                  <a:cubicBezTo>
                    <a:pt x="4852" y="743"/>
                    <a:pt x="5205" y="878"/>
                    <a:pt x="5638" y="1215"/>
                  </a:cubicBezTo>
                  <a:cubicBezTo>
                    <a:pt x="6183" y="1616"/>
                    <a:pt x="6412" y="2017"/>
                    <a:pt x="6412" y="2101"/>
                  </a:cubicBezTo>
                  <a:cubicBezTo>
                    <a:pt x="6154" y="2330"/>
                    <a:pt x="4551" y="2330"/>
                    <a:pt x="3951" y="2330"/>
                  </a:cubicBezTo>
                  <a:cubicBezTo>
                    <a:pt x="3550" y="2330"/>
                    <a:pt x="3234" y="2330"/>
                    <a:pt x="3034" y="2360"/>
                  </a:cubicBezTo>
                  <a:cubicBezTo>
                    <a:pt x="2926" y="2383"/>
                    <a:pt x="2785" y="2393"/>
                    <a:pt x="2628" y="2393"/>
                  </a:cubicBezTo>
                  <a:cubicBezTo>
                    <a:pt x="1996" y="2393"/>
                    <a:pt x="1088" y="2227"/>
                    <a:pt x="859" y="2044"/>
                  </a:cubicBezTo>
                  <a:cubicBezTo>
                    <a:pt x="886" y="1987"/>
                    <a:pt x="1001" y="1872"/>
                    <a:pt x="1287" y="1730"/>
                  </a:cubicBezTo>
                  <a:cubicBezTo>
                    <a:pt x="1331" y="1701"/>
                    <a:pt x="1428" y="1694"/>
                    <a:pt x="1534" y="1694"/>
                  </a:cubicBezTo>
                  <a:cubicBezTo>
                    <a:pt x="1636" y="1694"/>
                    <a:pt x="1748" y="1701"/>
                    <a:pt x="1832" y="1701"/>
                  </a:cubicBezTo>
                  <a:cubicBezTo>
                    <a:pt x="1972" y="1713"/>
                    <a:pt x="2122" y="1725"/>
                    <a:pt x="2272" y="1725"/>
                  </a:cubicBezTo>
                  <a:cubicBezTo>
                    <a:pt x="2489" y="1725"/>
                    <a:pt x="2705" y="1700"/>
                    <a:pt x="2890" y="1616"/>
                  </a:cubicBezTo>
                  <a:cubicBezTo>
                    <a:pt x="3149" y="1501"/>
                    <a:pt x="3348" y="1357"/>
                    <a:pt x="3550" y="1243"/>
                  </a:cubicBezTo>
                  <a:cubicBezTo>
                    <a:pt x="3806" y="1071"/>
                    <a:pt x="4035" y="899"/>
                    <a:pt x="4351" y="842"/>
                  </a:cubicBezTo>
                  <a:cubicBezTo>
                    <a:pt x="4436" y="842"/>
                    <a:pt x="4551" y="814"/>
                    <a:pt x="4638" y="757"/>
                  </a:cubicBezTo>
                  <a:cubicBezTo>
                    <a:pt x="4651" y="748"/>
                    <a:pt x="4672" y="743"/>
                    <a:pt x="4701" y="743"/>
                  </a:cubicBezTo>
                  <a:close/>
                  <a:moveTo>
                    <a:pt x="4657" y="0"/>
                  </a:moveTo>
                  <a:cubicBezTo>
                    <a:pt x="4519" y="0"/>
                    <a:pt x="4385" y="29"/>
                    <a:pt x="4264" y="97"/>
                  </a:cubicBezTo>
                  <a:cubicBezTo>
                    <a:pt x="4264" y="97"/>
                    <a:pt x="4264" y="127"/>
                    <a:pt x="4237" y="127"/>
                  </a:cubicBezTo>
                  <a:cubicBezTo>
                    <a:pt x="3779" y="212"/>
                    <a:pt x="3435" y="441"/>
                    <a:pt x="3149" y="643"/>
                  </a:cubicBezTo>
                  <a:cubicBezTo>
                    <a:pt x="2977" y="757"/>
                    <a:pt x="2805" y="842"/>
                    <a:pt x="2604" y="929"/>
                  </a:cubicBezTo>
                  <a:cubicBezTo>
                    <a:pt x="2500" y="980"/>
                    <a:pt x="2353" y="990"/>
                    <a:pt x="2197" y="990"/>
                  </a:cubicBezTo>
                  <a:cubicBezTo>
                    <a:pt x="2096" y="990"/>
                    <a:pt x="1990" y="986"/>
                    <a:pt x="1889" y="986"/>
                  </a:cubicBezTo>
                  <a:cubicBezTo>
                    <a:pt x="1749" y="975"/>
                    <a:pt x="1612" y="964"/>
                    <a:pt x="1483" y="964"/>
                  </a:cubicBezTo>
                  <a:cubicBezTo>
                    <a:pt x="1269" y="964"/>
                    <a:pt x="1076" y="994"/>
                    <a:pt x="916" y="1101"/>
                  </a:cubicBezTo>
                  <a:cubicBezTo>
                    <a:pt x="257" y="1472"/>
                    <a:pt x="0" y="1845"/>
                    <a:pt x="142" y="2246"/>
                  </a:cubicBezTo>
                  <a:cubicBezTo>
                    <a:pt x="371" y="2933"/>
                    <a:pt x="1860" y="3104"/>
                    <a:pt x="2661" y="3104"/>
                  </a:cubicBezTo>
                  <a:cubicBezTo>
                    <a:pt x="2890" y="3104"/>
                    <a:pt x="3034" y="3104"/>
                    <a:pt x="3119" y="3075"/>
                  </a:cubicBezTo>
                  <a:cubicBezTo>
                    <a:pt x="3167" y="3065"/>
                    <a:pt x="3238" y="3062"/>
                    <a:pt x="3323" y="3062"/>
                  </a:cubicBezTo>
                  <a:cubicBezTo>
                    <a:pt x="3492" y="3062"/>
                    <a:pt x="3722" y="3075"/>
                    <a:pt x="3951" y="3075"/>
                  </a:cubicBezTo>
                  <a:cubicBezTo>
                    <a:pt x="5581" y="3075"/>
                    <a:pt x="6756" y="3017"/>
                    <a:pt x="7042" y="2445"/>
                  </a:cubicBezTo>
                  <a:cubicBezTo>
                    <a:pt x="7328" y="1872"/>
                    <a:pt x="6726" y="1128"/>
                    <a:pt x="6069" y="613"/>
                  </a:cubicBezTo>
                  <a:cubicBezTo>
                    <a:pt x="5840" y="453"/>
                    <a:pt x="5209" y="0"/>
                    <a:pt x="4657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9"/>
            <p:cNvSpPr/>
            <p:nvPr/>
          </p:nvSpPr>
          <p:spPr>
            <a:xfrm>
              <a:off x="7070273" y="1135763"/>
              <a:ext cx="87059" cy="59651"/>
            </a:xfrm>
            <a:custGeom>
              <a:avLst/>
              <a:gdLst/>
              <a:ahLst/>
              <a:cxnLst/>
              <a:rect l="l" t="t" r="r" b="b"/>
              <a:pathLst>
                <a:path w="4304" h="2949" extrusionOk="0">
                  <a:moveTo>
                    <a:pt x="2512" y="1"/>
                  </a:moveTo>
                  <a:cubicBezTo>
                    <a:pt x="2384" y="1"/>
                    <a:pt x="2262" y="35"/>
                    <a:pt x="2149" y="113"/>
                  </a:cubicBezTo>
                  <a:lnTo>
                    <a:pt x="2092" y="198"/>
                  </a:lnTo>
                  <a:cubicBezTo>
                    <a:pt x="1320" y="198"/>
                    <a:pt x="1405" y="628"/>
                    <a:pt x="1062" y="972"/>
                  </a:cubicBezTo>
                  <a:cubicBezTo>
                    <a:pt x="977" y="1114"/>
                    <a:pt x="175" y="2060"/>
                    <a:pt x="175" y="2145"/>
                  </a:cubicBezTo>
                  <a:cubicBezTo>
                    <a:pt x="0" y="2762"/>
                    <a:pt x="171" y="2949"/>
                    <a:pt x="476" y="2949"/>
                  </a:cubicBezTo>
                  <a:cubicBezTo>
                    <a:pt x="920" y="2949"/>
                    <a:pt x="1650" y="2552"/>
                    <a:pt x="2007" y="2518"/>
                  </a:cubicBezTo>
                  <a:cubicBezTo>
                    <a:pt x="2041" y="2514"/>
                    <a:pt x="2076" y="2512"/>
                    <a:pt x="2112" y="2512"/>
                  </a:cubicBezTo>
                  <a:cubicBezTo>
                    <a:pt x="2528" y="2512"/>
                    <a:pt x="3126" y="2739"/>
                    <a:pt x="3580" y="2739"/>
                  </a:cubicBezTo>
                  <a:cubicBezTo>
                    <a:pt x="4005" y="2739"/>
                    <a:pt x="4304" y="2541"/>
                    <a:pt x="4211" y="1774"/>
                  </a:cubicBezTo>
                  <a:cubicBezTo>
                    <a:pt x="4090" y="1093"/>
                    <a:pt x="3225" y="1"/>
                    <a:pt x="251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9"/>
            <p:cNvSpPr/>
            <p:nvPr/>
          </p:nvSpPr>
          <p:spPr>
            <a:xfrm>
              <a:off x="7062788" y="1128521"/>
              <a:ext cx="101380" cy="74397"/>
            </a:xfrm>
            <a:custGeom>
              <a:avLst/>
              <a:gdLst/>
              <a:ahLst/>
              <a:cxnLst/>
              <a:rect l="l" t="t" r="r" b="b"/>
              <a:pathLst>
                <a:path w="5012" h="3678" extrusionOk="0">
                  <a:moveTo>
                    <a:pt x="2867" y="728"/>
                  </a:moveTo>
                  <a:cubicBezTo>
                    <a:pt x="2921" y="728"/>
                    <a:pt x="2992" y="743"/>
                    <a:pt x="3092" y="785"/>
                  </a:cubicBezTo>
                  <a:cubicBezTo>
                    <a:pt x="3607" y="986"/>
                    <a:pt x="4152" y="1758"/>
                    <a:pt x="4210" y="2189"/>
                  </a:cubicBezTo>
                  <a:cubicBezTo>
                    <a:pt x="4267" y="2503"/>
                    <a:pt x="4210" y="2647"/>
                    <a:pt x="4180" y="2704"/>
                  </a:cubicBezTo>
                  <a:cubicBezTo>
                    <a:pt x="4137" y="2739"/>
                    <a:pt x="4066" y="2752"/>
                    <a:pt x="3978" y="2752"/>
                  </a:cubicBezTo>
                  <a:cubicBezTo>
                    <a:pt x="3775" y="2752"/>
                    <a:pt x="3485" y="2678"/>
                    <a:pt x="3264" y="2617"/>
                  </a:cubicBezTo>
                  <a:cubicBezTo>
                    <a:pt x="2966" y="2567"/>
                    <a:pt x="2711" y="2497"/>
                    <a:pt x="2462" y="2497"/>
                  </a:cubicBezTo>
                  <a:cubicBezTo>
                    <a:pt x="2424" y="2497"/>
                    <a:pt x="2386" y="2499"/>
                    <a:pt x="2348" y="2503"/>
                  </a:cubicBezTo>
                  <a:cubicBezTo>
                    <a:pt x="2148" y="2532"/>
                    <a:pt x="1890" y="2617"/>
                    <a:pt x="1633" y="2732"/>
                  </a:cubicBezTo>
                  <a:cubicBezTo>
                    <a:pt x="1432" y="2789"/>
                    <a:pt x="1003" y="2961"/>
                    <a:pt x="832" y="2961"/>
                  </a:cubicBezTo>
                  <a:cubicBezTo>
                    <a:pt x="832" y="2903"/>
                    <a:pt x="832" y="2819"/>
                    <a:pt x="889" y="2647"/>
                  </a:cubicBezTo>
                  <a:cubicBezTo>
                    <a:pt x="946" y="2532"/>
                    <a:pt x="1145" y="2303"/>
                    <a:pt x="1260" y="2132"/>
                  </a:cubicBezTo>
                  <a:cubicBezTo>
                    <a:pt x="1546" y="1816"/>
                    <a:pt x="1661" y="1644"/>
                    <a:pt x="1718" y="1559"/>
                  </a:cubicBezTo>
                  <a:cubicBezTo>
                    <a:pt x="1832" y="1415"/>
                    <a:pt x="1919" y="1300"/>
                    <a:pt x="1977" y="1186"/>
                  </a:cubicBezTo>
                  <a:cubicBezTo>
                    <a:pt x="2091" y="957"/>
                    <a:pt x="2148" y="899"/>
                    <a:pt x="2462" y="899"/>
                  </a:cubicBezTo>
                  <a:cubicBezTo>
                    <a:pt x="2577" y="899"/>
                    <a:pt x="2691" y="842"/>
                    <a:pt x="2748" y="757"/>
                  </a:cubicBezTo>
                  <a:cubicBezTo>
                    <a:pt x="2777" y="743"/>
                    <a:pt x="2813" y="728"/>
                    <a:pt x="2867" y="728"/>
                  </a:cubicBezTo>
                  <a:close/>
                  <a:moveTo>
                    <a:pt x="2892" y="0"/>
                  </a:moveTo>
                  <a:cubicBezTo>
                    <a:pt x="2690" y="0"/>
                    <a:pt x="2496" y="57"/>
                    <a:pt x="2320" y="185"/>
                  </a:cubicBezTo>
                  <a:lnTo>
                    <a:pt x="2290" y="185"/>
                  </a:lnTo>
                  <a:cubicBezTo>
                    <a:pt x="1690" y="242"/>
                    <a:pt x="1489" y="586"/>
                    <a:pt x="1347" y="842"/>
                  </a:cubicBezTo>
                  <a:lnTo>
                    <a:pt x="1175" y="1101"/>
                  </a:lnTo>
                  <a:cubicBezTo>
                    <a:pt x="1145" y="1101"/>
                    <a:pt x="1118" y="1158"/>
                    <a:pt x="1118" y="1186"/>
                  </a:cubicBezTo>
                  <a:cubicBezTo>
                    <a:pt x="1061" y="1243"/>
                    <a:pt x="859" y="1502"/>
                    <a:pt x="717" y="1674"/>
                  </a:cubicBezTo>
                  <a:cubicBezTo>
                    <a:pt x="287" y="2189"/>
                    <a:pt x="202" y="2303"/>
                    <a:pt x="172" y="2445"/>
                  </a:cubicBezTo>
                  <a:cubicBezTo>
                    <a:pt x="115" y="2647"/>
                    <a:pt x="0" y="3190"/>
                    <a:pt x="344" y="3506"/>
                  </a:cubicBezTo>
                  <a:cubicBezTo>
                    <a:pt x="488" y="3620"/>
                    <a:pt x="660" y="3677"/>
                    <a:pt x="832" y="3677"/>
                  </a:cubicBezTo>
                  <a:cubicBezTo>
                    <a:pt x="1175" y="3677"/>
                    <a:pt x="1546" y="3533"/>
                    <a:pt x="1890" y="3391"/>
                  </a:cubicBezTo>
                  <a:cubicBezTo>
                    <a:pt x="2091" y="3334"/>
                    <a:pt x="2320" y="3247"/>
                    <a:pt x="2435" y="3219"/>
                  </a:cubicBezTo>
                  <a:cubicBezTo>
                    <a:pt x="2577" y="3219"/>
                    <a:pt x="2835" y="3277"/>
                    <a:pt x="3092" y="3334"/>
                  </a:cubicBezTo>
                  <a:cubicBezTo>
                    <a:pt x="3380" y="3394"/>
                    <a:pt x="3684" y="3463"/>
                    <a:pt x="3966" y="3463"/>
                  </a:cubicBezTo>
                  <a:cubicBezTo>
                    <a:pt x="4216" y="3463"/>
                    <a:pt x="4449" y="3409"/>
                    <a:pt x="4638" y="3247"/>
                  </a:cubicBezTo>
                  <a:cubicBezTo>
                    <a:pt x="4924" y="2990"/>
                    <a:pt x="5011" y="2617"/>
                    <a:pt x="4924" y="2074"/>
                  </a:cubicBezTo>
                  <a:cubicBezTo>
                    <a:pt x="4810" y="1415"/>
                    <a:pt x="4122" y="441"/>
                    <a:pt x="3378" y="98"/>
                  </a:cubicBezTo>
                  <a:cubicBezTo>
                    <a:pt x="3215" y="35"/>
                    <a:pt x="3051" y="0"/>
                    <a:pt x="289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6790319" y="893455"/>
              <a:ext cx="226730" cy="49659"/>
            </a:xfrm>
            <a:custGeom>
              <a:avLst/>
              <a:gdLst/>
              <a:ahLst/>
              <a:cxnLst/>
              <a:rect l="l" t="t" r="r" b="b"/>
              <a:pathLst>
                <a:path w="11209" h="2455" extrusionOk="0">
                  <a:moveTo>
                    <a:pt x="4480" y="0"/>
                  </a:moveTo>
                  <a:cubicBezTo>
                    <a:pt x="2751" y="0"/>
                    <a:pt x="0" y="1492"/>
                    <a:pt x="1877" y="2157"/>
                  </a:cubicBezTo>
                  <a:cubicBezTo>
                    <a:pt x="2127" y="2242"/>
                    <a:pt x="2396" y="2274"/>
                    <a:pt x="2678" y="2274"/>
                  </a:cubicBezTo>
                  <a:cubicBezTo>
                    <a:pt x="3433" y="2274"/>
                    <a:pt x="4277" y="2050"/>
                    <a:pt x="5069" y="2050"/>
                  </a:cubicBezTo>
                  <a:cubicBezTo>
                    <a:pt x="5268" y="2050"/>
                    <a:pt x="5465" y="2064"/>
                    <a:pt x="5655" y="2099"/>
                  </a:cubicBezTo>
                  <a:cubicBezTo>
                    <a:pt x="6328" y="2252"/>
                    <a:pt x="6772" y="2454"/>
                    <a:pt x="7359" y="2454"/>
                  </a:cubicBezTo>
                  <a:cubicBezTo>
                    <a:pt x="7545" y="2454"/>
                    <a:pt x="7746" y="2434"/>
                    <a:pt x="7973" y="2386"/>
                  </a:cubicBezTo>
                  <a:cubicBezTo>
                    <a:pt x="8374" y="2301"/>
                    <a:pt x="10178" y="2157"/>
                    <a:pt x="10435" y="1870"/>
                  </a:cubicBezTo>
                  <a:cubicBezTo>
                    <a:pt x="11209" y="1069"/>
                    <a:pt x="9949" y="641"/>
                    <a:pt x="9347" y="641"/>
                  </a:cubicBezTo>
                  <a:lnTo>
                    <a:pt x="9491" y="641"/>
                  </a:lnTo>
                  <a:cubicBezTo>
                    <a:pt x="9311" y="594"/>
                    <a:pt x="9152" y="574"/>
                    <a:pt x="9010" y="574"/>
                  </a:cubicBezTo>
                  <a:cubicBezTo>
                    <a:pt x="8274" y="574"/>
                    <a:pt x="7974" y="1115"/>
                    <a:pt x="7229" y="1355"/>
                  </a:cubicBezTo>
                  <a:cubicBezTo>
                    <a:pt x="7030" y="1411"/>
                    <a:pt x="6865" y="1436"/>
                    <a:pt x="6727" y="1436"/>
                  </a:cubicBezTo>
                  <a:cubicBezTo>
                    <a:pt x="5951" y="1436"/>
                    <a:pt x="6001" y="647"/>
                    <a:pt x="5369" y="210"/>
                  </a:cubicBezTo>
                  <a:cubicBezTo>
                    <a:pt x="5149" y="63"/>
                    <a:pt x="4836" y="0"/>
                    <a:pt x="4480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6807413" y="885909"/>
              <a:ext cx="207878" cy="64526"/>
            </a:xfrm>
            <a:custGeom>
              <a:avLst/>
              <a:gdLst/>
              <a:ahLst/>
              <a:cxnLst/>
              <a:rect l="l" t="t" r="r" b="b"/>
              <a:pathLst>
                <a:path w="10277" h="3190" extrusionOk="0">
                  <a:moveTo>
                    <a:pt x="3665" y="735"/>
                  </a:moveTo>
                  <a:cubicBezTo>
                    <a:pt x="3941" y="735"/>
                    <a:pt x="4172" y="778"/>
                    <a:pt x="4322" y="869"/>
                  </a:cubicBezTo>
                  <a:cubicBezTo>
                    <a:pt x="4524" y="1014"/>
                    <a:pt x="4639" y="1213"/>
                    <a:pt x="4753" y="1414"/>
                  </a:cubicBezTo>
                  <a:cubicBezTo>
                    <a:pt x="4958" y="1734"/>
                    <a:pt x="5218" y="2163"/>
                    <a:pt x="5896" y="2163"/>
                  </a:cubicBezTo>
                  <a:cubicBezTo>
                    <a:pt x="6068" y="2163"/>
                    <a:pt x="6267" y="2136"/>
                    <a:pt x="6498" y="2072"/>
                  </a:cubicBezTo>
                  <a:cubicBezTo>
                    <a:pt x="6842" y="1957"/>
                    <a:pt x="7100" y="1785"/>
                    <a:pt x="7357" y="1643"/>
                  </a:cubicBezTo>
                  <a:cubicBezTo>
                    <a:pt x="7631" y="1469"/>
                    <a:pt x="7840" y="1316"/>
                    <a:pt x="8152" y="1316"/>
                  </a:cubicBezTo>
                  <a:cubicBezTo>
                    <a:pt x="8199" y="1316"/>
                    <a:pt x="8250" y="1320"/>
                    <a:pt x="8303" y="1327"/>
                  </a:cubicBezTo>
                  <a:cubicBezTo>
                    <a:pt x="8360" y="1357"/>
                    <a:pt x="8417" y="1385"/>
                    <a:pt x="8502" y="1385"/>
                  </a:cubicBezTo>
                  <a:cubicBezTo>
                    <a:pt x="8875" y="1385"/>
                    <a:pt x="9391" y="1586"/>
                    <a:pt x="9475" y="1758"/>
                  </a:cubicBezTo>
                  <a:cubicBezTo>
                    <a:pt x="9475" y="1815"/>
                    <a:pt x="9418" y="1900"/>
                    <a:pt x="9333" y="1987"/>
                  </a:cubicBezTo>
                  <a:cubicBezTo>
                    <a:pt x="9132" y="2129"/>
                    <a:pt x="7987" y="2273"/>
                    <a:pt x="7529" y="2330"/>
                  </a:cubicBezTo>
                  <a:cubicBezTo>
                    <a:pt x="7329" y="2358"/>
                    <a:pt x="7158" y="2388"/>
                    <a:pt x="7043" y="2415"/>
                  </a:cubicBezTo>
                  <a:cubicBezTo>
                    <a:pt x="6843" y="2461"/>
                    <a:pt x="6668" y="2481"/>
                    <a:pt x="6505" y="2481"/>
                  </a:cubicBezTo>
                  <a:cubicBezTo>
                    <a:pt x="6156" y="2481"/>
                    <a:pt x="5858" y="2390"/>
                    <a:pt x="5468" y="2273"/>
                  </a:cubicBezTo>
                  <a:cubicBezTo>
                    <a:pt x="5296" y="2216"/>
                    <a:pt x="5097" y="2159"/>
                    <a:pt x="4868" y="2101"/>
                  </a:cubicBezTo>
                  <a:cubicBezTo>
                    <a:pt x="4666" y="2072"/>
                    <a:pt x="4437" y="2044"/>
                    <a:pt x="4238" y="2044"/>
                  </a:cubicBezTo>
                  <a:cubicBezTo>
                    <a:pt x="3807" y="2044"/>
                    <a:pt x="3379" y="2129"/>
                    <a:pt x="2948" y="2186"/>
                  </a:cubicBezTo>
                  <a:cubicBezTo>
                    <a:pt x="2570" y="2236"/>
                    <a:pt x="2200" y="2286"/>
                    <a:pt x="1856" y="2286"/>
                  </a:cubicBezTo>
                  <a:cubicBezTo>
                    <a:pt x="1603" y="2286"/>
                    <a:pt x="1364" y="2259"/>
                    <a:pt x="1146" y="2186"/>
                  </a:cubicBezTo>
                  <a:cubicBezTo>
                    <a:pt x="830" y="2072"/>
                    <a:pt x="773" y="1987"/>
                    <a:pt x="773" y="1957"/>
                  </a:cubicBezTo>
                  <a:cubicBezTo>
                    <a:pt x="773" y="1930"/>
                    <a:pt x="860" y="1701"/>
                    <a:pt x="1345" y="1414"/>
                  </a:cubicBezTo>
                  <a:cubicBezTo>
                    <a:pt x="2056" y="988"/>
                    <a:pt x="2994" y="735"/>
                    <a:pt x="3665" y="735"/>
                  </a:cubicBezTo>
                  <a:close/>
                  <a:moveTo>
                    <a:pt x="3651" y="1"/>
                  </a:moveTo>
                  <a:cubicBezTo>
                    <a:pt x="2748" y="1"/>
                    <a:pt x="1660" y="372"/>
                    <a:pt x="974" y="785"/>
                  </a:cubicBezTo>
                  <a:cubicBezTo>
                    <a:pt x="315" y="1185"/>
                    <a:pt x="1" y="1614"/>
                    <a:pt x="28" y="2044"/>
                  </a:cubicBezTo>
                  <a:cubicBezTo>
                    <a:pt x="86" y="2415"/>
                    <a:pt x="372" y="2701"/>
                    <a:pt x="917" y="2873"/>
                  </a:cubicBezTo>
                  <a:cubicBezTo>
                    <a:pt x="1204" y="2973"/>
                    <a:pt x="1508" y="3008"/>
                    <a:pt x="1822" y="3008"/>
                  </a:cubicBezTo>
                  <a:cubicBezTo>
                    <a:pt x="2225" y="3008"/>
                    <a:pt x="2644" y="2951"/>
                    <a:pt x="3063" y="2903"/>
                  </a:cubicBezTo>
                  <a:cubicBezTo>
                    <a:pt x="3468" y="2841"/>
                    <a:pt x="3874" y="2781"/>
                    <a:pt x="4259" y="2781"/>
                  </a:cubicBezTo>
                  <a:cubicBezTo>
                    <a:pt x="4417" y="2781"/>
                    <a:pt x="4573" y="2791"/>
                    <a:pt x="4723" y="2816"/>
                  </a:cubicBezTo>
                  <a:cubicBezTo>
                    <a:pt x="4925" y="2873"/>
                    <a:pt x="5097" y="2930"/>
                    <a:pt x="5268" y="2960"/>
                  </a:cubicBezTo>
                  <a:cubicBezTo>
                    <a:pt x="5669" y="3075"/>
                    <a:pt x="6040" y="3189"/>
                    <a:pt x="6498" y="3189"/>
                  </a:cubicBezTo>
                  <a:cubicBezTo>
                    <a:pt x="6700" y="3189"/>
                    <a:pt x="6929" y="3159"/>
                    <a:pt x="7185" y="3102"/>
                  </a:cubicBezTo>
                  <a:cubicBezTo>
                    <a:pt x="7272" y="3102"/>
                    <a:pt x="7444" y="3075"/>
                    <a:pt x="7643" y="3045"/>
                  </a:cubicBezTo>
                  <a:cubicBezTo>
                    <a:pt x="8933" y="2903"/>
                    <a:pt x="9590" y="2759"/>
                    <a:pt x="9849" y="2502"/>
                  </a:cubicBezTo>
                  <a:cubicBezTo>
                    <a:pt x="10277" y="2044"/>
                    <a:pt x="10220" y="1643"/>
                    <a:pt x="10135" y="1472"/>
                  </a:cubicBezTo>
                  <a:cubicBezTo>
                    <a:pt x="9906" y="956"/>
                    <a:pt x="9219" y="727"/>
                    <a:pt x="8761" y="670"/>
                  </a:cubicBezTo>
                  <a:lnTo>
                    <a:pt x="8731" y="670"/>
                  </a:lnTo>
                  <a:cubicBezTo>
                    <a:pt x="8523" y="615"/>
                    <a:pt x="8338" y="591"/>
                    <a:pt x="8169" y="591"/>
                  </a:cubicBezTo>
                  <a:cubicBezTo>
                    <a:pt x="7641" y="591"/>
                    <a:pt x="7283" y="824"/>
                    <a:pt x="6956" y="1041"/>
                  </a:cubicBezTo>
                  <a:cubicBezTo>
                    <a:pt x="6727" y="1185"/>
                    <a:pt x="6528" y="1300"/>
                    <a:pt x="6269" y="1385"/>
                  </a:cubicBezTo>
                  <a:cubicBezTo>
                    <a:pt x="6106" y="1433"/>
                    <a:pt x="5983" y="1457"/>
                    <a:pt x="5884" y="1457"/>
                  </a:cubicBezTo>
                  <a:cubicBezTo>
                    <a:pt x="5637" y="1457"/>
                    <a:pt x="5547" y="1308"/>
                    <a:pt x="5383" y="1041"/>
                  </a:cubicBezTo>
                  <a:cubicBezTo>
                    <a:pt x="5239" y="785"/>
                    <a:pt x="5067" y="498"/>
                    <a:pt x="4723" y="269"/>
                  </a:cubicBezTo>
                  <a:cubicBezTo>
                    <a:pt x="4444" y="79"/>
                    <a:pt x="4067" y="1"/>
                    <a:pt x="3651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9"/>
            <p:cNvSpPr/>
            <p:nvPr/>
          </p:nvSpPr>
          <p:spPr>
            <a:xfrm>
              <a:off x="7041932" y="890198"/>
              <a:ext cx="82852" cy="41385"/>
            </a:xfrm>
            <a:custGeom>
              <a:avLst/>
              <a:gdLst/>
              <a:ahLst/>
              <a:cxnLst/>
              <a:rect l="l" t="t" r="r" b="b"/>
              <a:pathLst>
                <a:path w="4096" h="2046" extrusionOk="0">
                  <a:moveTo>
                    <a:pt x="4041" y="864"/>
                  </a:moveTo>
                  <a:cubicBezTo>
                    <a:pt x="4040" y="871"/>
                    <a:pt x="4039" y="879"/>
                    <a:pt x="4038" y="886"/>
                  </a:cubicBezTo>
                  <a:cubicBezTo>
                    <a:pt x="4041" y="875"/>
                    <a:pt x="4042" y="868"/>
                    <a:pt x="4041" y="864"/>
                  </a:cubicBezTo>
                  <a:close/>
                  <a:moveTo>
                    <a:pt x="3408" y="0"/>
                  </a:moveTo>
                  <a:lnTo>
                    <a:pt x="3695" y="142"/>
                  </a:lnTo>
                  <a:cubicBezTo>
                    <a:pt x="2520" y="142"/>
                    <a:pt x="2520" y="229"/>
                    <a:pt x="1634" y="802"/>
                  </a:cubicBezTo>
                  <a:cubicBezTo>
                    <a:pt x="889" y="1230"/>
                    <a:pt x="1" y="1459"/>
                    <a:pt x="1233" y="1974"/>
                  </a:cubicBezTo>
                  <a:cubicBezTo>
                    <a:pt x="1389" y="2023"/>
                    <a:pt x="1653" y="2046"/>
                    <a:pt x="1950" y="2046"/>
                  </a:cubicBezTo>
                  <a:cubicBezTo>
                    <a:pt x="2504" y="2046"/>
                    <a:pt x="3173" y="1968"/>
                    <a:pt x="3469" y="1843"/>
                  </a:cubicBezTo>
                  <a:lnTo>
                    <a:pt x="3469" y="1843"/>
                  </a:lnTo>
                  <a:cubicBezTo>
                    <a:pt x="3469" y="1843"/>
                    <a:pt x="3470" y="1843"/>
                    <a:pt x="3470" y="1843"/>
                  </a:cubicBezTo>
                  <a:cubicBezTo>
                    <a:pt x="3475" y="1843"/>
                    <a:pt x="3483" y="1839"/>
                    <a:pt x="3493" y="1832"/>
                  </a:cubicBezTo>
                  <a:lnTo>
                    <a:pt x="3493" y="1832"/>
                  </a:lnTo>
                  <a:cubicBezTo>
                    <a:pt x="3485" y="1836"/>
                    <a:pt x="3477" y="1839"/>
                    <a:pt x="3469" y="1843"/>
                  </a:cubicBezTo>
                  <a:lnTo>
                    <a:pt x="3469" y="1843"/>
                  </a:lnTo>
                  <a:cubicBezTo>
                    <a:pt x="3387" y="1835"/>
                    <a:pt x="3977" y="859"/>
                    <a:pt x="4036" y="859"/>
                  </a:cubicBezTo>
                  <a:cubicBezTo>
                    <a:pt x="4039" y="859"/>
                    <a:pt x="4040" y="861"/>
                    <a:pt x="4041" y="864"/>
                  </a:cubicBezTo>
                  <a:lnTo>
                    <a:pt x="4041" y="864"/>
                  </a:lnTo>
                  <a:cubicBezTo>
                    <a:pt x="4095" y="360"/>
                    <a:pt x="4085" y="0"/>
                    <a:pt x="340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9"/>
            <p:cNvSpPr/>
            <p:nvPr/>
          </p:nvSpPr>
          <p:spPr>
            <a:xfrm>
              <a:off x="7046564" y="883239"/>
              <a:ext cx="86331" cy="55605"/>
            </a:xfrm>
            <a:custGeom>
              <a:avLst/>
              <a:gdLst/>
              <a:ahLst/>
              <a:cxnLst/>
              <a:rect l="l" t="t" r="r" b="b"/>
              <a:pathLst>
                <a:path w="4268" h="2749" extrusionOk="0">
                  <a:moveTo>
                    <a:pt x="3466" y="859"/>
                  </a:moveTo>
                  <a:lnTo>
                    <a:pt x="3466" y="1031"/>
                  </a:lnTo>
                  <a:cubicBezTo>
                    <a:pt x="3466" y="1059"/>
                    <a:pt x="3436" y="1059"/>
                    <a:pt x="3436" y="1059"/>
                  </a:cubicBezTo>
                  <a:cubicBezTo>
                    <a:pt x="3150" y="1432"/>
                    <a:pt x="3008" y="1718"/>
                    <a:pt x="2921" y="1890"/>
                  </a:cubicBezTo>
                  <a:cubicBezTo>
                    <a:pt x="2634" y="1979"/>
                    <a:pt x="2137" y="2023"/>
                    <a:pt x="1726" y="2023"/>
                  </a:cubicBezTo>
                  <a:cubicBezTo>
                    <a:pt x="1479" y="2023"/>
                    <a:pt x="1264" y="2007"/>
                    <a:pt x="1146" y="1975"/>
                  </a:cubicBezTo>
                  <a:cubicBezTo>
                    <a:pt x="1004" y="1917"/>
                    <a:pt x="917" y="1890"/>
                    <a:pt x="859" y="1860"/>
                  </a:cubicBezTo>
                  <a:cubicBezTo>
                    <a:pt x="974" y="1803"/>
                    <a:pt x="1089" y="1718"/>
                    <a:pt x="1176" y="1688"/>
                  </a:cubicBezTo>
                  <a:cubicBezTo>
                    <a:pt x="1318" y="1604"/>
                    <a:pt x="1462" y="1546"/>
                    <a:pt x="1604" y="1459"/>
                  </a:cubicBezTo>
                  <a:lnTo>
                    <a:pt x="1805" y="1317"/>
                  </a:lnTo>
                  <a:cubicBezTo>
                    <a:pt x="2492" y="887"/>
                    <a:pt x="2520" y="859"/>
                    <a:pt x="3466" y="859"/>
                  </a:cubicBezTo>
                  <a:close/>
                  <a:moveTo>
                    <a:pt x="3179" y="0"/>
                  </a:moveTo>
                  <a:cubicBezTo>
                    <a:pt x="3065" y="0"/>
                    <a:pt x="2950" y="58"/>
                    <a:pt x="2893" y="142"/>
                  </a:cubicBezTo>
                  <a:cubicBezTo>
                    <a:pt x="2234" y="172"/>
                    <a:pt x="2005" y="314"/>
                    <a:pt x="1405" y="715"/>
                  </a:cubicBezTo>
                  <a:lnTo>
                    <a:pt x="1233" y="830"/>
                  </a:lnTo>
                  <a:cubicBezTo>
                    <a:pt x="1089" y="917"/>
                    <a:pt x="974" y="974"/>
                    <a:pt x="859" y="1031"/>
                  </a:cubicBezTo>
                  <a:cubicBezTo>
                    <a:pt x="401" y="1260"/>
                    <a:pt x="1" y="1459"/>
                    <a:pt x="30" y="1860"/>
                  </a:cubicBezTo>
                  <a:cubicBezTo>
                    <a:pt x="30" y="2261"/>
                    <a:pt x="431" y="2462"/>
                    <a:pt x="889" y="2662"/>
                  </a:cubicBezTo>
                  <a:cubicBezTo>
                    <a:pt x="1089" y="2719"/>
                    <a:pt x="1405" y="2749"/>
                    <a:pt x="1776" y="2749"/>
                  </a:cubicBezTo>
                  <a:cubicBezTo>
                    <a:pt x="2378" y="2749"/>
                    <a:pt x="3092" y="2662"/>
                    <a:pt x="3436" y="2490"/>
                  </a:cubicBezTo>
                  <a:lnTo>
                    <a:pt x="3466" y="2462"/>
                  </a:lnTo>
                  <a:cubicBezTo>
                    <a:pt x="3580" y="2375"/>
                    <a:pt x="3637" y="2261"/>
                    <a:pt x="3608" y="2146"/>
                  </a:cubicBezTo>
                  <a:cubicBezTo>
                    <a:pt x="3722" y="1975"/>
                    <a:pt x="3894" y="1661"/>
                    <a:pt x="4008" y="1517"/>
                  </a:cubicBezTo>
                  <a:cubicBezTo>
                    <a:pt x="4066" y="1489"/>
                    <a:pt x="4123" y="1402"/>
                    <a:pt x="4153" y="1317"/>
                  </a:cubicBezTo>
                  <a:lnTo>
                    <a:pt x="4153" y="1260"/>
                  </a:lnTo>
                  <a:cubicBezTo>
                    <a:pt x="4210" y="1001"/>
                    <a:pt x="4267" y="573"/>
                    <a:pt x="4008" y="287"/>
                  </a:cubicBezTo>
                  <a:cubicBezTo>
                    <a:pt x="3837" y="85"/>
                    <a:pt x="3550" y="0"/>
                    <a:pt x="31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9"/>
            <p:cNvSpPr/>
            <p:nvPr/>
          </p:nvSpPr>
          <p:spPr>
            <a:xfrm>
              <a:off x="6969571" y="948438"/>
              <a:ext cx="102493" cy="65092"/>
            </a:xfrm>
            <a:custGeom>
              <a:avLst/>
              <a:gdLst/>
              <a:ahLst/>
              <a:cxnLst/>
              <a:rect l="l" t="t" r="r" b="b"/>
              <a:pathLst>
                <a:path w="5067" h="3218" extrusionOk="0">
                  <a:moveTo>
                    <a:pt x="3405" y="1"/>
                  </a:moveTo>
                  <a:cubicBezTo>
                    <a:pt x="2536" y="1"/>
                    <a:pt x="2229" y="724"/>
                    <a:pt x="1375" y="1129"/>
                  </a:cubicBezTo>
                  <a:cubicBezTo>
                    <a:pt x="1236" y="1180"/>
                    <a:pt x="1100" y="1190"/>
                    <a:pt x="973" y="1190"/>
                  </a:cubicBezTo>
                  <a:cubicBezTo>
                    <a:pt x="890" y="1190"/>
                    <a:pt x="810" y="1185"/>
                    <a:pt x="735" y="1185"/>
                  </a:cubicBezTo>
                  <a:cubicBezTo>
                    <a:pt x="471" y="1185"/>
                    <a:pt x="259" y="1237"/>
                    <a:pt x="142" y="1701"/>
                  </a:cubicBezTo>
                  <a:cubicBezTo>
                    <a:pt x="0" y="2359"/>
                    <a:pt x="543" y="2503"/>
                    <a:pt x="974" y="2789"/>
                  </a:cubicBezTo>
                  <a:cubicBezTo>
                    <a:pt x="1373" y="3096"/>
                    <a:pt x="1643" y="3218"/>
                    <a:pt x="1864" y="3218"/>
                  </a:cubicBezTo>
                  <a:cubicBezTo>
                    <a:pt x="2324" y="3218"/>
                    <a:pt x="2576" y="2689"/>
                    <a:pt x="3349" y="2187"/>
                  </a:cubicBezTo>
                  <a:cubicBezTo>
                    <a:pt x="3779" y="1988"/>
                    <a:pt x="4265" y="2130"/>
                    <a:pt x="4608" y="1759"/>
                  </a:cubicBezTo>
                  <a:cubicBezTo>
                    <a:pt x="5009" y="1328"/>
                    <a:pt x="5066" y="526"/>
                    <a:pt x="4466" y="327"/>
                  </a:cubicBezTo>
                  <a:lnTo>
                    <a:pt x="4265" y="183"/>
                  </a:lnTo>
                  <a:cubicBezTo>
                    <a:pt x="3921" y="54"/>
                    <a:pt x="3642" y="1"/>
                    <a:pt x="3405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9"/>
            <p:cNvSpPr/>
            <p:nvPr/>
          </p:nvSpPr>
          <p:spPr>
            <a:xfrm>
              <a:off x="6962026" y="940974"/>
              <a:ext cx="115823" cy="79494"/>
            </a:xfrm>
            <a:custGeom>
              <a:avLst/>
              <a:gdLst/>
              <a:ahLst/>
              <a:cxnLst/>
              <a:rect l="l" t="t" r="r" b="b"/>
              <a:pathLst>
                <a:path w="5726" h="3930" extrusionOk="0">
                  <a:moveTo>
                    <a:pt x="3816" y="727"/>
                  </a:moveTo>
                  <a:cubicBezTo>
                    <a:pt x="4001" y="727"/>
                    <a:pt x="4219" y="770"/>
                    <a:pt x="4496" y="868"/>
                  </a:cubicBezTo>
                  <a:lnTo>
                    <a:pt x="4523" y="895"/>
                  </a:lnTo>
                  <a:cubicBezTo>
                    <a:pt x="4580" y="953"/>
                    <a:pt x="4638" y="1010"/>
                    <a:pt x="4725" y="1040"/>
                  </a:cubicBezTo>
                  <a:cubicBezTo>
                    <a:pt x="4809" y="1067"/>
                    <a:pt x="4896" y="1124"/>
                    <a:pt x="4924" y="1239"/>
                  </a:cubicBezTo>
                  <a:cubicBezTo>
                    <a:pt x="4954" y="1440"/>
                    <a:pt x="4867" y="1697"/>
                    <a:pt x="4695" y="1899"/>
                  </a:cubicBezTo>
                  <a:cubicBezTo>
                    <a:pt x="4580" y="2013"/>
                    <a:pt x="4466" y="2041"/>
                    <a:pt x="4209" y="2070"/>
                  </a:cubicBezTo>
                  <a:cubicBezTo>
                    <a:pt x="4008" y="2098"/>
                    <a:pt x="3779" y="2128"/>
                    <a:pt x="3550" y="2270"/>
                  </a:cubicBezTo>
                  <a:cubicBezTo>
                    <a:pt x="3179" y="2471"/>
                    <a:pt x="2950" y="2700"/>
                    <a:pt x="2748" y="2899"/>
                  </a:cubicBezTo>
                  <a:cubicBezTo>
                    <a:pt x="2506" y="3100"/>
                    <a:pt x="2370" y="3214"/>
                    <a:pt x="2212" y="3214"/>
                  </a:cubicBezTo>
                  <a:cubicBezTo>
                    <a:pt x="2055" y="3214"/>
                    <a:pt x="1876" y="3100"/>
                    <a:pt x="1546" y="2842"/>
                  </a:cubicBezTo>
                  <a:cubicBezTo>
                    <a:pt x="1461" y="2785"/>
                    <a:pt x="1374" y="2728"/>
                    <a:pt x="1260" y="2670"/>
                  </a:cubicBezTo>
                  <a:cubicBezTo>
                    <a:pt x="889" y="2441"/>
                    <a:pt x="831" y="2384"/>
                    <a:pt x="859" y="2155"/>
                  </a:cubicBezTo>
                  <a:cubicBezTo>
                    <a:pt x="916" y="1926"/>
                    <a:pt x="916" y="1926"/>
                    <a:pt x="1118" y="1926"/>
                  </a:cubicBezTo>
                  <a:lnTo>
                    <a:pt x="1203" y="1926"/>
                  </a:lnTo>
                  <a:cubicBezTo>
                    <a:pt x="1404" y="1926"/>
                    <a:pt x="1633" y="1926"/>
                    <a:pt x="1890" y="1811"/>
                  </a:cubicBezTo>
                  <a:cubicBezTo>
                    <a:pt x="2290" y="1640"/>
                    <a:pt x="2577" y="1411"/>
                    <a:pt x="2806" y="1211"/>
                  </a:cubicBezTo>
                  <a:cubicBezTo>
                    <a:pt x="3160" y="936"/>
                    <a:pt x="3407" y="727"/>
                    <a:pt x="3816" y="727"/>
                  </a:cubicBezTo>
                  <a:close/>
                  <a:moveTo>
                    <a:pt x="3759" y="1"/>
                  </a:moveTo>
                  <a:cubicBezTo>
                    <a:pt x="3120" y="1"/>
                    <a:pt x="2727" y="320"/>
                    <a:pt x="2348" y="639"/>
                  </a:cubicBezTo>
                  <a:cubicBezTo>
                    <a:pt x="2119" y="811"/>
                    <a:pt x="1890" y="1010"/>
                    <a:pt x="1603" y="1154"/>
                  </a:cubicBezTo>
                  <a:cubicBezTo>
                    <a:pt x="1489" y="1182"/>
                    <a:pt x="1374" y="1182"/>
                    <a:pt x="1232" y="1182"/>
                  </a:cubicBezTo>
                  <a:cubicBezTo>
                    <a:pt x="889" y="1182"/>
                    <a:pt x="373" y="1182"/>
                    <a:pt x="144" y="1983"/>
                  </a:cubicBezTo>
                  <a:cubicBezTo>
                    <a:pt x="0" y="2757"/>
                    <a:pt x="545" y="3101"/>
                    <a:pt x="889" y="3300"/>
                  </a:cubicBezTo>
                  <a:cubicBezTo>
                    <a:pt x="973" y="3357"/>
                    <a:pt x="1061" y="3387"/>
                    <a:pt x="1118" y="3444"/>
                  </a:cubicBezTo>
                  <a:cubicBezTo>
                    <a:pt x="1576" y="3788"/>
                    <a:pt x="1947" y="3930"/>
                    <a:pt x="2233" y="3930"/>
                  </a:cubicBezTo>
                  <a:cubicBezTo>
                    <a:pt x="2606" y="3930"/>
                    <a:pt x="2893" y="3731"/>
                    <a:pt x="3206" y="3415"/>
                  </a:cubicBezTo>
                  <a:cubicBezTo>
                    <a:pt x="3408" y="3273"/>
                    <a:pt x="3637" y="3071"/>
                    <a:pt x="3893" y="2899"/>
                  </a:cubicBezTo>
                  <a:cubicBezTo>
                    <a:pt x="4008" y="2842"/>
                    <a:pt x="4152" y="2815"/>
                    <a:pt x="4324" y="2785"/>
                  </a:cubicBezTo>
                  <a:cubicBezTo>
                    <a:pt x="4610" y="2728"/>
                    <a:pt x="4954" y="2700"/>
                    <a:pt x="5240" y="2384"/>
                  </a:cubicBezTo>
                  <a:cubicBezTo>
                    <a:pt x="5584" y="2013"/>
                    <a:pt x="5726" y="1525"/>
                    <a:pt x="5611" y="1067"/>
                  </a:cubicBezTo>
                  <a:cubicBezTo>
                    <a:pt x="5526" y="724"/>
                    <a:pt x="5297" y="467"/>
                    <a:pt x="4954" y="353"/>
                  </a:cubicBezTo>
                  <a:lnTo>
                    <a:pt x="4924" y="323"/>
                  </a:lnTo>
                  <a:cubicBezTo>
                    <a:pt x="4896" y="266"/>
                    <a:pt x="4839" y="238"/>
                    <a:pt x="4752" y="208"/>
                  </a:cubicBezTo>
                  <a:cubicBezTo>
                    <a:pt x="4362" y="61"/>
                    <a:pt x="4037" y="1"/>
                    <a:pt x="375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9"/>
            <p:cNvSpPr/>
            <p:nvPr/>
          </p:nvSpPr>
          <p:spPr>
            <a:xfrm>
              <a:off x="7091736" y="837440"/>
              <a:ext cx="71828" cy="35863"/>
            </a:xfrm>
            <a:custGeom>
              <a:avLst/>
              <a:gdLst/>
              <a:ahLst/>
              <a:cxnLst/>
              <a:rect l="l" t="t" r="r" b="b"/>
              <a:pathLst>
                <a:path w="3551" h="1773" extrusionOk="0">
                  <a:moveTo>
                    <a:pt x="964" y="0"/>
                  </a:moveTo>
                  <a:cubicBezTo>
                    <a:pt x="760" y="0"/>
                    <a:pt x="603" y="23"/>
                    <a:pt x="546" y="89"/>
                  </a:cubicBezTo>
                  <a:cubicBezTo>
                    <a:pt x="1" y="517"/>
                    <a:pt x="889" y="1520"/>
                    <a:pt x="1290" y="1662"/>
                  </a:cubicBezTo>
                  <a:cubicBezTo>
                    <a:pt x="1431" y="1738"/>
                    <a:pt x="1637" y="1773"/>
                    <a:pt x="1861" y="1773"/>
                  </a:cubicBezTo>
                  <a:cubicBezTo>
                    <a:pt x="2319" y="1773"/>
                    <a:pt x="2853" y="1626"/>
                    <a:pt x="3065" y="1376"/>
                  </a:cubicBezTo>
                  <a:cubicBezTo>
                    <a:pt x="3550" y="890"/>
                    <a:pt x="3550" y="89"/>
                    <a:pt x="2749" y="89"/>
                  </a:cubicBezTo>
                  <a:lnTo>
                    <a:pt x="2520" y="146"/>
                  </a:lnTo>
                  <a:cubicBezTo>
                    <a:pt x="2274" y="146"/>
                    <a:pt x="1474" y="0"/>
                    <a:pt x="964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9"/>
            <p:cNvSpPr/>
            <p:nvPr/>
          </p:nvSpPr>
          <p:spPr>
            <a:xfrm>
              <a:off x="7091190" y="830016"/>
              <a:ext cx="78766" cy="50913"/>
            </a:xfrm>
            <a:custGeom>
              <a:avLst/>
              <a:gdLst/>
              <a:ahLst/>
              <a:cxnLst/>
              <a:rect l="l" t="t" r="r" b="b"/>
              <a:pathLst>
                <a:path w="3894" h="2517" extrusionOk="0">
                  <a:moveTo>
                    <a:pt x="983" y="723"/>
                  </a:moveTo>
                  <a:cubicBezTo>
                    <a:pt x="1275" y="723"/>
                    <a:pt x="1734" y="783"/>
                    <a:pt x="1974" y="827"/>
                  </a:cubicBezTo>
                  <a:cubicBezTo>
                    <a:pt x="2191" y="856"/>
                    <a:pt x="2357" y="878"/>
                    <a:pt x="2486" y="878"/>
                  </a:cubicBezTo>
                  <a:cubicBezTo>
                    <a:pt x="2613" y="878"/>
                    <a:pt x="2705" y="856"/>
                    <a:pt x="2776" y="799"/>
                  </a:cubicBezTo>
                  <a:cubicBezTo>
                    <a:pt x="2890" y="799"/>
                    <a:pt x="3005" y="827"/>
                    <a:pt x="3062" y="914"/>
                  </a:cubicBezTo>
                  <a:cubicBezTo>
                    <a:pt x="3092" y="1028"/>
                    <a:pt x="3035" y="1285"/>
                    <a:pt x="2833" y="1514"/>
                  </a:cubicBezTo>
                  <a:cubicBezTo>
                    <a:pt x="2673" y="1674"/>
                    <a:pt x="2207" y="1778"/>
                    <a:pt x="1852" y="1778"/>
                  </a:cubicBezTo>
                  <a:cubicBezTo>
                    <a:pt x="1699" y="1778"/>
                    <a:pt x="1566" y="1758"/>
                    <a:pt x="1489" y="1715"/>
                  </a:cubicBezTo>
                  <a:cubicBezTo>
                    <a:pt x="1489" y="1715"/>
                    <a:pt x="1459" y="1715"/>
                    <a:pt x="1459" y="1686"/>
                  </a:cubicBezTo>
                  <a:cubicBezTo>
                    <a:pt x="1260" y="1628"/>
                    <a:pt x="829" y="1200"/>
                    <a:pt x="772" y="857"/>
                  </a:cubicBezTo>
                  <a:cubicBezTo>
                    <a:pt x="744" y="770"/>
                    <a:pt x="772" y="742"/>
                    <a:pt x="772" y="742"/>
                  </a:cubicBezTo>
                  <a:cubicBezTo>
                    <a:pt x="819" y="729"/>
                    <a:pt x="893" y="723"/>
                    <a:pt x="983" y="723"/>
                  </a:cubicBezTo>
                  <a:close/>
                  <a:moveTo>
                    <a:pt x="954" y="1"/>
                  </a:moveTo>
                  <a:cubicBezTo>
                    <a:pt x="652" y="1"/>
                    <a:pt x="448" y="50"/>
                    <a:pt x="314" y="170"/>
                  </a:cubicBezTo>
                  <a:cubicBezTo>
                    <a:pt x="85" y="369"/>
                    <a:pt x="0" y="655"/>
                    <a:pt x="57" y="971"/>
                  </a:cubicBezTo>
                  <a:cubicBezTo>
                    <a:pt x="142" y="1571"/>
                    <a:pt x="772" y="2201"/>
                    <a:pt x="1173" y="2373"/>
                  </a:cubicBezTo>
                  <a:cubicBezTo>
                    <a:pt x="1374" y="2460"/>
                    <a:pt x="1603" y="2517"/>
                    <a:pt x="1860" y="2517"/>
                  </a:cubicBezTo>
                  <a:cubicBezTo>
                    <a:pt x="2432" y="2517"/>
                    <a:pt x="3062" y="2315"/>
                    <a:pt x="3378" y="2002"/>
                  </a:cubicBezTo>
                  <a:cubicBezTo>
                    <a:pt x="3749" y="1601"/>
                    <a:pt x="3893" y="1056"/>
                    <a:pt x="3722" y="628"/>
                  </a:cubicBezTo>
                  <a:cubicBezTo>
                    <a:pt x="3577" y="284"/>
                    <a:pt x="3234" y="83"/>
                    <a:pt x="2776" y="83"/>
                  </a:cubicBezTo>
                  <a:cubicBezTo>
                    <a:pt x="2691" y="83"/>
                    <a:pt x="2604" y="112"/>
                    <a:pt x="2547" y="170"/>
                  </a:cubicBezTo>
                  <a:cubicBezTo>
                    <a:pt x="2462" y="140"/>
                    <a:pt x="2260" y="140"/>
                    <a:pt x="2061" y="112"/>
                  </a:cubicBezTo>
                  <a:cubicBezTo>
                    <a:pt x="1594" y="43"/>
                    <a:pt x="1233" y="1"/>
                    <a:pt x="95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9"/>
            <p:cNvSpPr/>
            <p:nvPr/>
          </p:nvSpPr>
          <p:spPr>
            <a:xfrm>
              <a:off x="7072053" y="949248"/>
              <a:ext cx="100207" cy="45350"/>
            </a:xfrm>
            <a:custGeom>
              <a:avLst/>
              <a:gdLst/>
              <a:ahLst/>
              <a:cxnLst/>
              <a:rect l="l" t="t" r="r" b="b"/>
              <a:pathLst>
                <a:path w="4954" h="2242" extrusionOk="0">
                  <a:moveTo>
                    <a:pt x="3923" y="1"/>
                  </a:moveTo>
                  <a:cubicBezTo>
                    <a:pt x="3923" y="1"/>
                    <a:pt x="3923" y="1"/>
                    <a:pt x="3923" y="1"/>
                  </a:cubicBezTo>
                  <a:lnTo>
                    <a:pt x="3923" y="1"/>
                  </a:lnTo>
                  <a:cubicBezTo>
                    <a:pt x="3961" y="1"/>
                    <a:pt x="3999" y="1"/>
                    <a:pt x="4038" y="1"/>
                  </a:cubicBezTo>
                  <a:close/>
                  <a:moveTo>
                    <a:pt x="3923" y="1"/>
                  </a:moveTo>
                  <a:cubicBezTo>
                    <a:pt x="2736" y="2"/>
                    <a:pt x="2522" y="24"/>
                    <a:pt x="1661" y="773"/>
                  </a:cubicBezTo>
                  <a:cubicBezTo>
                    <a:pt x="1232" y="1089"/>
                    <a:pt x="0" y="1803"/>
                    <a:pt x="1175" y="2234"/>
                  </a:cubicBezTo>
                  <a:cubicBezTo>
                    <a:pt x="1187" y="2239"/>
                    <a:pt x="1206" y="2241"/>
                    <a:pt x="1230" y="2241"/>
                  </a:cubicBezTo>
                  <a:cubicBezTo>
                    <a:pt x="1616" y="2241"/>
                    <a:pt x="3453" y="1653"/>
                    <a:pt x="3722" y="1517"/>
                  </a:cubicBezTo>
                  <a:cubicBezTo>
                    <a:pt x="4267" y="1231"/>
                    <a:pt x="4954" y="200"/>
                    <a:pt x="392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7077293" y="941702"/>
              <a:ext cx="93815" cy="60237"/>
            </a:xfrm>
            <a:custGeom>
              <a:avLst/>
              <a:gdLst/>
              <a:ahLst/>
              <a:cxnLst/>
              <a:rect l="l" t="t" r="r" b="b"/>
              <a:pathLst>
                <a:path w="4638" h="2978" extrusionOk="0">
                  <a:moveTo>
                    <a:pt x="3607" y="717"/>
                  </a:moveTo>
                  <a:cubicBezTo>
                    <a:pt x="3692" y="745"/>
                    <a:pt x="3806" y="775"/>
                    <a:pt x="3836" y="832"/>
                  </a:cubicBezTo>
                  <a:cubicBezTo>
                    <a:pt x="3836" y="1004"/>
                    <a:pt x="3577" y="1404"/>
                    <a:pt x="3291" y="1546"/>
                  </a:cubicBezTo>
                  <a:cubicBezTo>
                    <a:pt x="3062" y="1691"/>
                    <a:pt x="1344" y="2206"/>
                    <a:pt x="1001" y="2234"/>
                  </a:cubicBezTo>
                  <a:cubicBezTo>
                    <a:pt x="859" y="2176"/>
                    <a:pt x="802" y="2149"/>
                    <a:pt x="802" y="2149"/>
                  </a:cubicBezTo>
                  <a:cubicBezTo>
                    <a:pt x="829" y="2034"/>
                    <a:pt x="1058" y="1833"/>
                    <a:pt x="1489" y="1546"/>
                  </a:cubicBezTo>
                  <a:lnTo>
                    <a:pt x="1631" y="1432"/>
                  </a:lnTo>
                  <a:cubicBezTo>
                    <a:pt x="2375" y="745"/>
                    <a:pt x="2519" y="717"/>
                    <a:pt x="3607" y="717"/>
                  </a:cubicBezTo>
                  <a:close/>
                  <a:moveTo>
                    <a:pt x="3635" y="1"/>
                  </a:moveTo>
                  <a:cubicBezTo>
                    <a:pt x="2375" y="1"/>
                    <a:pt x="2089" y="58"/>
                    <a:pt x="1173" y="859"/>
                  </a:cubicBezTo>
                  <a:lnTo>
                    <a:pt x="1058" y="946"/>
                  </a:lnTo>
                  <a:cubicBezTo>
                    <a:pt x="630" y="1233"/>
                    <a:pt x="0" y="1661"/>
                    <a:pt x="57" y="2234"/>
                  </a:cubicBezTo>
                  <a:cubicBezTo>
                    <a:pt x="115" y="2550"/>
                    <a:pt x="344" y="2779"/>
                    <a:pt x="802" y="2950"/>
                  </a:cubicBezTo>
                  <a:cubicBezTo>
                    <a:pt x="829" y="2950"/>
                    <a:pt x="886" y="2978"/>
                    <a:pt x="944" y="2978"/>
                  </a:cubicBezTo>
                  <a:cubicBezTo>
                    <a:pt x="1603" y="2978"/>
                    <a:pt x="3550" y="2234"/>
                    <a:pt x="3607" y="2206"/>
                  </a:cubicBezTo>
                  <a:cubicBezTo>
                    <a:pt x="4065" y="1977"/>
                    <a:pt x="4638" y="1347"/>
                    <a:pt x="4551" y="745"/>
                  </a:cubicBezTo>
                  <a:cubicBezTo>
                    <a:pt x="4523" y="573"/>
                    <a:pt x="4409" y="287"/>
                    <a:pt x="4065" y="115"/>
                  </a:cubicBezTo>
                  <a:cubicBezTo>
                    <a:pt x="3951" y="1"/>
                    <a:pt x="3806" y="1"/>
                    <a:pt x="366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9"/>
            <p:cNvSpPr/>
            <p:nvPr/>
          </p:nvSpPr>
          <p:spPr>
            <a:xfrm>
              <a:off x="7340416" y="951493"/>
              <a:ext cx="50124" cy="27388"/>
            </a:xfrm>
            <a:custGeom>
              <a:avLst/>
              <a:gdLst/>
              <a:ahLst/>
              <a:cxnLst/>
              <a:rect l="l" t="t" r="r" b="b"/>
              <a:pathLst>
                <a:path w="2478" h="1354" extrusionOk="0">
                  <a:moveTo>
                    <a:pt x="1559" y="1"/>
                  </a:moveTo>
                  <a:cubicBezTo>
                    <a:pt x="1473" y="1"/>
                    <a:pt x="1379" y="10"/>
                    <a:pt x="1277" y="32"/>
                  </a:cubicBezTo>
                  <a:lnTo>
                    <a:pt x="1077" y="89"/>
                  </a:lnTo>
                  <a:cubicBezTo>
                    <a:pt x="1" y="408"/>
                    <a:pt x="450" y="1353"/>
                    <a:pt x="1212" y="1353"/>
                  </a:cubicBezTo>
                  <a:cubicBezTo>
                    <a:pt x="1341" y="1353"/>
                    <a:pt x="1479" y="1326"/>
                    <a:pt x="1620" y="1264"/>
                  </a:cubicBezTo>
                  <a:cubicBezTo>
                    <a:pt x="2477" y="926"/>
                    <a:pt x="2392" y="1"/>
                    <a:pt x="1559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9"/>
            <p:cNvSpPr/>
            <p:nvPr/>
          </p:nvSpPr>
          <p:spPr>
            <a:xfrm>
              <a:off x="7340760" y="943948"/>
              <a:ext cx="53886" cy="42397"/>
            </a:xfrm>
            <a:custGeom>
              <a:avLst/>
              <a:gdLst/>
              <a:ahLst/>
              <a:cxnLst/>
              <a:rect l="l" t="t" r="r" b="b"/>
              <a:pathLst>
                <a:path w="2664" h="2096" extrusionOk="0">
                  <a:moveTo>
                    <a:pt x="1507" y="730"/>
                  </a:moveTo>
                  <a:cubicBezTo>
                    <a:pt x="1703" y="730"/>
                    <a:pt x="1811" y="797"/>
                    <a:pt x="1832" y="863"/>
                  </a:cubicBezTo>
                  <a:cubicBezTo>
                    <a:pt x="1862" y="977"/>
                    <a:pt x="1747" y="1179"/>
                    <a:pt x="1431" y="1293"/>
                  </a:cubicBezTo>
                  <a:cubicBezTo>
                    <a:pt x="1339" y="1339"/>
                    <a:pt x="1256" y="1356"/>
                    <a:pt x="1183" y="1356"/>
                  </a:cubicBezTo>
                  <a:cubicBezTo>
                    <a:pt x="1031" y="1356"/>
                    <a:pt x="927" y="1284"/>
                    <a:pt x="889" y="1264"/>
                  </a:cubicBezTo>
                  <a:cubicBezTo>
                    <a:pt x="831" y="1206"/>
                    <a:pt x="774" y="1122"/>
                    <a:pt x="802" y="1064"/>
                  </a:cubicBezTo>
                  <a:cubicBezTo>
                    <a:pt x="802" y="977"/>
                    <a:pt x="916" y="893"/>
                    <a:pt x="1145" y="806"/>
                  </a:cubicBezTo>
                  <a:cubicBezTo>
                    <a:pt x="1202" y="806"/>
                    <a:pt x="1232" y="778"/>
                    <a:pt x="1260" y="748"/>
                  </a:cubicBezTo>
                  <a:lnTo>
                    <a:pt x="1317" y="748"/>
                  </a:lnTo>
                  <a:cubicBezTo>
                    <a:pt x="1388" y="736"/>
                    <a:pt x="1451" y="730"/>
                    <a:pt x="1507" y="730"/>
                  </a:cubicBezTo>
                  <a:close/>
                  <a:moveTo>
                    <a:pt x="1518" y="0"/>
                  </a:moveTo>
                  <a:cubicBezTo>
                    <a:pt x="1411" y="0"/>
                    <a:pt x="1297" y="11"/>
                    <a:pt x="1175" y="34"/>
                  </a:cubicBezTo>
                  <a:cubicBezTo>
                    <a:pt x="1118" y="61"/>
                    <a:pt x="1088" y="61"/>
                    <a:pt x="1031" y="91"/>
                  </a:cubicBezTo>
                  <a:cubicBezTo>
                    <a:pt x="1003" y="91"/>
                    <a:pt x="973" y="119"/>
                    <a:pt x="946" y="119"/>
                  </a:cubicBezTo>
                  <a:cubicBezTo>
                    <a:pt x="286" y="320"/>
                    <a:pt x="115" y="691"/>
                    <a:pt x="87" y="920"/>
                  </a:cubicBezTo>
                  <a:cubicBezTo>
                    <a:pt x="0" y="1236"/>
                    <a:pt x="144" y="1607"/>
                    <a:pt x="458" y="1836"/>
                  </a:cubicBezTo>
                  <a:cubicBezTo>
                    <a:pt x="660" y="2008"/>
                    <a:pt x="916" y="2095"/>
                    <a:pt x="1202" y="2095"/>
                  </a:cubicBezTo>
                  <a:cubicBezTo>
                    <a:pt x="1374" y="2095"/>
                    <a:pt x="1546" y="2038"/>
                    <a:pt x="1718" y="1951"/>
                  </a:cubicBezTo>
                  <a:cubicBezTo>
                    <a:pt x="2434" y="1694"/>
                    <a:pt x="2664" y="1122"/>
                    <a:pt x="2549" y="664"/>
                  </a:cubicBezTo>
                  <a:cubicBezTo>
                    <a:pt x="2428" y="301"/>
                    <a:pt x="2084" y="0"/>
                    <a:pt x="151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7178460" y="849658"/>
              <a:ext cx="56050" cy="27449"/>
            </a:xfrm>
            <a:custGeom>
              <a:avLst/>
              <a:gdLst/>
              <a:ahLst/>
              <a:cxnLst/>
              <a:rect l="l" t="t" r="r" b="b"/>
              <a:pathLst>
                <a:path w="2771" h="1357" extrusionOk="0">
                  <a:moveTo>
                    <a:pt x="1737" y="1"/>
                  </a:moveTo>
                  <a:cubicBezTo>
                    <a:pt x="1626" y="1"/>
                    <a:pt x="1507" y="18"/>
                    <a:pt x="1382" y="57"/>
                  </a:cubicBezTo>
                  <a:lnTo>
                    <a:pt x="1267" y="115"/>
                  </a:lnTo>
                  <a:cubicBezTo>
                    <a:pt x="1" y="185"/>
                    <a:pt x="611" y="1356"/>
                    <a:pt x="1447" y="1356"/>
                  </a:cubicBezTo>
                  <a:cubicBezTo>
                    <a:pt x="1611" y="1356"/>
                    <a:pt x="1785" y="1311"/>
                    <a:pt x="1954" y="1202"/>
                  </a:cubicBezTo>
                  <a:cubicBezTo>
                    <a:pt x="2771" y="708"/>
                    <a:pt x="2433" y="1"/>
                    <a:pt x="173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7180361" y="842295"/>
              <a:ext cx="56172" cy="42114"/>
            </a:xfrm>
            <a:custGeom>
              <a:avLst/>
              <a:gdLst/>
              <a:ahLst/>
              <a:cxnLst/>
              <a:rect l="l" t="t" r="r" b="b"/>
              <a:pathLst>
                <a:path w="2777" h="2082" extrusionOk="0">
                  <a:moveTo>
                    <a:pt x="1642" y="730"/>
                  </a:moveTo>
                  <a:cubicBezTo>
                    <a:pt x="1818" y="730"/>
                    <a:pt x="1926" y="797"/>
                    <a:pt x="1947" y="879"/>
                  </a:cubicBezTo>
                  <a:cubicBezTo>
                    <a:pt x="2004" y="964"/>
                    <a:pt x="1890" y="1136"/>
                    <a:pt x="1661" y="1280"/>
                  </a:cubicBezTo>
                  <a:cubicBezTo>
                    <a:pt x="1551" y="1349"/>
                    <a:pt x="1445" y="1374"/>
                    <a:pt x="1349" y="1374"/>
                  </a:cubicBezTo>
                  <a:cubicBezTo>
                    <a:pt x="1170" y="1374"/>
                    <a:pt x="1029" y="1288"/>
                    <a:pt x="974" y="1250"/>
                  </a:cubicBezTo>
                  <a:cubicBezTo>
                    <a:pt x="830" y="1136"/>
                    <a:pt x="802" y="994"/>
                    <a:pt x="802" y="964"/>
                  </a:cubicBezTo>
                  <a:cubicBezTo>
                    <a:pt x="802" y="937"/>
                    <a:pt x="887" y="879"/>
                    <a:pt x="1173" y="850"/>
                  </a:cubicBezTo>
                  <a:cubicBezTo>
                    <a:pt x="1260" y="850"/>
                    <a:pt x="1345" y="822"/>
                    <a:pt x="1402" y="765"/>
                  </a:cubicBezTo>
                  <a:cubicBezTo>
                    <a:pt x="1492" y="740"/>
                    <a:pt x="1572" y="730"/>
                    <a:pt x="1642" y="730"/>
                  </a:cubicBezTo>
                  <a:close/>
                  <a:moveTo>
                    <a:pt x="1659" y="0"/>
                  </a:moveTo>
                  <a:cubicBezTo>
                    <a:pt x="1517" y="0"/>
                    <a:pt x="1364" y="24"/>
                    <a:pt x="1203" y="78"/>
                  </a:cubicBezTo>
                  <a:cubicBezTo>
                    <a:pt x="1146" y="78"/>
                    <a:pt x="1116" y="105"/>
                    <a:pt x="1088" y="135"/>
                  </a:cubicBezTo>
                  <a:cubicBezTo>
                    <a:pt x="401" y="192"/>
                    <a:pt x="172" y="536"/>
                    <a:pt x="115" y="735"/>
                  </a:cubicBezTo>
                  <a:cubicBezTo>
                    <a:pt x="1" y="1108"/>
                    <a:pt x="172" y="1537"/>
                    <a:pt x="543" y="1823"/>
                  </a:cubicBezTo>
                  <a:cubicBezTo>
                    <a:pt x="745" y="1967"/>
                    <a:pt x="1031" y="2082"/>
                    <a:pt x="1345" y="2082"/>
                  </a:cubicBezTo>
                  <a:cubicBezTo>
                    <a:pt x="1574" y="2082"/>
                    <a:pt x="1803" y="2024"/>
                    <a:pt x="2032" y="1880"/>
                  </a:cubicBezTo>
                  <a:cubicBezTo>
                    <a:pt x="2719" y="1479"/>
                    <a:pt x="2776" y="907"/>
                    <a:pt x="2634" y="563"/>
                  </a:cubicBezTo>
                  <a:cubicBezTo>
                    <a:pt x="2480" y="256"/>
                    <a:pt x="2125" y="0"/>
                    <a:pt x="165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7166626" y="886759"/>
              <a:ext cx="29896" cy="24010"/>
            </a:xfrm>
            <a:custGeom>
              <a:avLst/>
              <a:gdLst/>
              <a:ahLst/>
              <a:cxnLst/>
              <a:rect l="l" t="t" r="r" b="b"/>
              <a:pathLst>
                <a:path w="1478" h="1187" extrusionOk="0">
                  <a:moveTo>
                    <a:pt x="532" y="1"/>
                  </a:moveTo>
                  <a:cubicBezTo>
                    <a:pt x="445" y="1"/>
                    <a:pt x="354" y="16"/>
                    <a:pt x="262" y="52"/>
                  </a:cubicBezTo>
                  <a:lnTo>
                    <a:pt x="262" y="52"/>
                  </a:lnTo>
                  <a:cubicBezTo>
                    <a:pt x="268" y="43"/>
                    <a:pt x="273" y="34"/>
                    <a:pt x="279" y="26"/>
                  </a:cubicBezTo>
                  <a:lnTo>
                    <a:pt x="279" y="26"/>
                  </a:lnTo>
                  <a:lnTo>
                    <a:pt x="135" y="113"/>
                  </a:lnTo>
                  <a:cubicBezTo>
                    <a:pt x="177" y="88"/>
                    <a:pt x="220" y="68"/>
                    <a:pt x="262" y="52"/>
                  </a:cubicBezTo>
                  <a:lnTo>
                    <a:pt x="262" y="52"/>
                  </a:lnTo>
                  <a:cubicBezTo>
                    <a:pt x="1" y="475"/>
                    <a:pt x="32" y="1186"/>
                    <a:pt x="457" y="1186"/>
                  </a:cubicBezTo>
                  <a:cubicBezTo>
                    <a:pt x="556" y="1186"/>
                    <a:pt x="677" y="1147"/>
                    <a:pt x="822" y="1056"/>
                  </a:cubicBezTo>
                  <a:cubicBezTo>
                    <a:pt x="1477" y="682"/>
                    <a:pt x="1099" y="1"/>
                    <a:pt x="53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7160071" y="879355"/>
              <a:ext cx="37684" cy="38655"/>
            </a:xfrm>
            <a:custGeom>
              <a:avLst/>
              <a:gdLst/>
              <a:ahLst/>
              <a:cxnLst/>
              <a:rect l="l" t="t" r="r" b="b"/>
              <a:pathLst>
                <a:path w="1863" h="1911" extrusionOk="0">
                  <a:moveTo>
                    <a:pt x="899" y="724"/>
                  </a:moveTo>
                  <a:cubicBezTo>
                    <a:pt x="950" y="724"/>
                    <a:pt x="990" y="744"/>
                    <a:pt x="1031" y="765"/>
                  </a:cubicBezTo>
                  <a:cubicBezTo>
                    <a:pt x="1088" y="822"/>
                    <a:pt x="1146" y="880"/>
                    <a:pt x="1146" y="937"/>
                  </a:cubicBezTo>
                  <a:cubicBezTo>
                    <a:pt x="1146" y="964"/>
                    <a:pt x="1061" y="1051"/>
                    <a:pt x="946" y="1109"/>
                  </a:cubicBezTo>
                  <a:cubicBezTo>
                    <a:pt x="859" y="1166"/>
                    <a:pt x="832" y="1166"/>
                    <a:pt x="802" y="1193"/>
                  </a:cubicBezTo>
                  <a:cubicBezTo>
                    <a:pt x="775" y="1109"/>
                    <a:pt x="745" y="907"/>
                    <a:pt x="832" y="735"/>
                  </a:cubicBezTo>
                  <a:cubicBezTo>
                    <a:pt x="856" y="727"/>
                    <a:pt x="879" y="724"/>
                    <a:pt x="899" y="724"/>
                  </a:cubicBezTo>
                  <a:close/>
                  <a:moveTo>
                    <a:pt x="881" y="0"/>
                  </a:moveTo>
                  <a:cubicBezTo>
                    <a:pt x="775" y="0"/>
                    <a:pt x="670" y="16"/>
                    <a:pt x="573" y="48"/>
                  </a:cubicBezTo>
                  <a:cubicBezTo>
                    <a:pt x="488" y="48"/>
                    <a:pt x="431" y="78"/>
                    <a:pt x="374" y="105"/>
                  </a:cubicBezTo>
                  <a:cubicBezTo>
                    <a:pt x="344" y="105"/>
                    <a:pt x="317" y="135"/>
                    <a:pt x="287" y="163"/>
                  </a:cubicBezTo>
                  <a:cubicBezTo>
                    <a:pt x="115" y="250"/>
                    <a:pt x="58" y="422"/>
                    <a:pt x="115" y="593"/>
                  </a:cubicBezTo>
                  <a:cubicBezTo>
                    <a:pt x="1" y="994"/>
                    <a:pt x="30" y="1452"/>
                    <a:pt x="287" y="1709"/>
                  </a:cubicBezTo>
                  <a:cubicBezTo>
                    <a:pt x="374" y="1796"/>
                    <a:pt x="516" y="1910"/>
                    <a:pt x="775" y="1910"/>
                  </a:cubicBezTo>
                  <a:cubicBezTo>
                    <a:pt x="917" y="1910"/>
                    <a:pt x="1118" y="1880"/>
                    <a:pt x="1317" y="1738"/>
                  </a:cubicBezTo>
                  <a:cubicBezTo>
                    <a:pt x="1661" y="1567"/>
                    <a:pt x="1862" y="1251"/>
                    <a:pt x="1862" y="937"/>
                  </a:cubicBezTo>
                  <a:cubicBezTo>
                    <a:pt x="1862" y="621"/>
                    <a:pt x="1691" y="307"/>
                    <a:pt x="1404" y="135"/>
                  </a:cubicBezTo>
                  <a:cubicBezTo>
                    <a:pt x="1243" y="45"/>
                    <a:pt x="1059" y="0"/>
                    <a:pt x="8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7130799" y="913543"/>
              <a:ext cx="33659" cy="21623"/>
            </a:xfrm>
            <a:custGeom>
              <a:avLst/>
              <a:gdLst/>
              <a:ahLst/>
              <a:cxnLst/>
              <a:rect l="l" t="t" r="r" b="b"/>
              <a:pathLst>
                <a:path w="1664" h="1069" extrusionOk="0">
                  <a:moveTo>
                    <a:pt x="957" y="0"/>
                  </a:moveTo>
                  <a:cubicBezTo>
                    <a:pt x="912" y="0"/>
                    <a:pt x="866" y="6"/>
                    <a:pt x="818" y="19"/>
                  </a:cubicBezTo>
                  <a:lnTo>
                    <a:pt x="589" y="163"/>
                  </a:lnTo>
                  <a:cubicBezTo>
                    <a:pt x="0" y="615"/>
                    <a:pt x="432" y="1068"/>
                    <a:pt x="879" y="1068"/>
                  </a:cubicBezTo>
                  <a:cubicBezTo>
                    <a:pt x="997" y="1068"/>
                    <a:pt x="1117" y="1036"/>
                    <a:pt x="1219" y="964"/>
                  </a:cubicBezTo>
                  <a:cubicBezTo>
                    <a:pt x="1663" y="624"/>
                    <a:pt x="1417" y="0"/>
                    <a:pt x="95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7128250" y="906260"/>
              <a:ext cx="41102" cy="36066"/>
            </a:xfrm>
            <a:custGeom>
              <a:avLst/>
              <a:gdLst/>
              <a:ahLst/>
              <a:cxnLst/>
              <a:rect l="l" t="t" r="r" b="b"/>
              <a:pathLst>
                <a:path w="2032" h="1783" extrusionOk="0">
                  <a:moveTo>
                    <a:pt x="1073" y="712"/>
                  </a:moveTo>
                  <a:cubicBezTo>
                    <a:pt x="1116" y="712"/>
                    <a:pt x="1159" y="744"/>
                    <a:pt x="1203" y="809"/>
                  </a:cubicBezTo>
                  <a:cubicBezTo>
                    <a:pt x="1203" y="837"/>
                    <a:pt x="1230" y="951"/>
                    <a:pt x="1116" y="1038"/>
                  </a:cubicBezTo>
                  <a:cubicBezTo>
                    <a:pt x="1087" y="1052"/>
                    <a:pt x="1051" y="1059"/>
                    <a:pt x="1016" y="1059"/>
                  </a:cubicBezTo>
                  <a:cubicBezTo>
                    <a:pt x="980" y="1059"/>
                    <a:pt x="945" y="1052"/>
                    <a:pt x="916" y="1038"/>
                  </a:cubicBezTo>
                  <a:cubicBezTo>
                    <a:pt x="829" y="1038"/>
                    <a:pt x="802" y="981"/>
                    <a:pt x="802" y="981"/>
                  </a:cubicBezTo>
                  <a:cubicBezTo>
                    <a:pt x="802" y="981"/>
                    <a:pt x="802" y="924"/>
                    <a:pt x="944" y="809"/>
                  </a:cubicBezTo>
                  <a:lnTo>
                    <a:pt x="1031" y="722"/>
                  </a:lnTo>
                  <a:cubicBezTo>
                    <a:pt x="1045" y="715"/>
                    <a:pt x="1059" y="712"/>
                    <a:pt x="1073" y="712"/>
                  </a:cubicBezTo>
                  <a:close/>
                  <a:moveTo>
                    <a:pt x="1088" y="0"/>
                  </a:moveTo>
                  <a:cubicBezTo>
                    <a:pt x="1004" y="0"/>
                    <a:pt x="917" y="12"/>
                    <a:pt x="829" y="35"/>
                  </a:cubicBezTo>
                  <a:cubicBezTo>
                    <a:pt x="744" y="35"/>
                    <a:pt x="687" y="92"/>
                    <a:pt x="630" y="179"/>
                  </a:cubicBezTo>
                  <a:cubicBezTo>
                    <a:pt x="600" y="179"/>
                    <a:pt x="543" y="207"/>
                    <a:pt x="515" y="237"/>
                  </a:cubicBezTo>
                  <a:cubicBezTo>
                    <a:pt x="0" y="637"/>
                    <a:pt x="0" y="1123"/>
                    <a:pt x="229" y="1439"/>
                  </a:cubicBezTo>
                  <a:cubicBezTo>
                    <a:pt x="401" y="1638"/>
                    <a:pt x="687" y="1782"/>
                    <a:pt x="1001" y="1782"/>
                  </a:cubicBezTo>
                  <a:cubicBezTo>
                    <a:pt x="1203" y="1782"/>
                    <a:pt x="1402" y="1725"/>
                    <a:pt x="1574" y="1611"/>
                  </a:cubicBezTo>
                  <a:cubicBezTo>
                    <a:pt x="1917" y="1324"/>
                    <a:pt x="2032" y="866"/>
                    <a:pt x="1832" y="493"/>
                  </a:cubicBezTo>
                  <a:cubicBezTo>
                    <a:pt x="1696" y="174"/>
                    <a:pt x="1414" y="0"/>
                    <a:pt x="108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6941007" y="856294"/>
              <a:ext cx="74336" cy="26033"/>
            </a:xfrm>
            <a:custGeom>
              <a:avLst/>
              <a:gdLst/>
              <a:ahLst/>
              <a:cxnLst/>
              <a:rect l="l" t="t" r="r" b="b"/>
              <a:pathLst>
                <a:path w="3675" h="1287" extrusionOk="0">
                  <a:moveTo>
                    <a:pt x="1903" y="1"/>
                  </a:moveTo>
                  <a:cubicBezTo>
                    <a:pt x="793" y="1"/>
                    <a:pt x="0" y="847"/>
                    <a:pt x="1412" y="1245"/>
                  </a:cubicBezTo>
                  <a:cubicBezTo>
                    <a:pt x="1515" y="1274"/>
                    <a:pt x="1621" y="1287"/>
                    <a:pt x="1727" y="1287"/>
                  </a:cubicBezTo>
                  <a:cubicBezTo>
                    <a:pt x="2689" y="1287"/>
                    <a:pt x="3675" y="230"/>
                    <a:pt x="2386" y="100"/>
                  </a:cubicBezTo>
                  <a:lnTo>
                    <a:pt x="2157" y="16"/>
                  </a:lnTo>
                  <a:cubicBezTo>
                    <a:pt x="2071" y="6"/>
                    <a:pt x="1986" y="1"/>
                    <a:pt x="190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6946409" y="848829"/>
              <a:ext cx="63717" cy="40779"/>
            </a:xfrm>
            <a:custGeom>
              <a:avLst/>
              <a:gdLst/>
              <a:ahLst/>
              <a:cxnLst/>
              <a:rect l="l" t="t" r="r" b="b"/>
              <a:pathLst>
                <a:path w="3150" h="2016" extrusionOk="0">
                  <a:moveTo>
                    <a:pt x="1612" y="739"/>
                  </a:moveTo>
                  <a:cubicBezTo>
                    <a:pt x="1691" y="739"/>
                    <a:pt x="1773" y="744"/>
                    <a:pt x="1860" y="756"/>
                  </a:cubicBezTo>
                  <a:lnTo>
                    <a:pt x="1890" y="756"/>
                  </a:lnTo>
                  <a:cubicBezTo>
                    <a:pt x="1947" y="785"/>
                    <a:pt x="2004" y="813"/>
                    <a:pt x="2062" y="813"/>
                  </a:cubicBezTo>
                  <a:cubicBezTo>
                    <a:pt x="2233" y="843"/>
                    <a:pt x="2318" y="870"/>
                    <a:pt x="2348" y="870"/>
                  </a:cubicBezTo>
                  <a:cubicBezTo>
                    <a:pt x="2318" y="927"/>
                    <a:pt x="2233" y="1014"/>
                    <a:pt x="2089" y="1099"/>
                  </a:cubicBezTo>
                  <a:cubicBezTo>
                    <a:pt x="1915" y="1209"/>
                    <a:pt x="1692" y="1301"/>
                    <a:pt x="1470" y="1301"/>
                  </a:cubicBezTo>
                  <a:cubicBezTo>
                    <a:pt x="1399" y="1301"/>
                    <a:pt x="1329" y="1292"/>
                    <a:pt x="1260" y="1271"/>
                  </a:cubicBezTo>
                  <a:cubicBezTo>
                    <a:pt x="859" y="1156"/>
                    <a:pt x="772" y="1042"/>
                    <a:pt x="772" y="1042"/>
                  </a:cubicBezTo>
                  <a:cubicBezTo>
                    <a:pt x="798" y="943"/>
                    <a:pt x="1120" y="739"/>
                    <a:pt x="1612" y="739"/>
                  </a:cubicBezTo>
                  <a:close/>
                  <a:moveTo>
                    <a:pt x="1702" y="0"/>
                  </a:moveTo>
                  <a:cubicBezTo>
                    <a:pt x="883" y="0"/>
                    <a:pt x="162" y="379"/>
                    <a:pt x="58" y="900"/>
                  </a:cubicBezTo>
                  <a:cubicBezTo>
                    <a:pt x="0" y="1129"/>
                    <a:pt x="0" y="1672"/>
                    <a:pt x="1058" y="1958"/>
                  </a:cubicBezTo>
                  <a:cubicBezTo>
                    <a:pt x="1173" y="2015"/>
                    <a:pt x="1317" y="2015"/>
                    <a:pt x="1459" y="2015"/>
                  </a:cubicBezTo>
                  <a:cubicBezTo>
                    <a:pt x="2004" y="2015"/>
                    <a:pt x="2547" y="1759"/>
                    <a:pt x="2833" y="1443"/>
                  </a:cubicBezTo>
                  <a:cubicBezTo>
                    <a:pt x="3062" y="1186"/>
                    <a:pt x="3149" y="870"/>
                    <a:pt x="3062" y="614"/>
                  </a:cubicBezTo>
                  <a:cubicBezTo>
                    <a:pt x="2948" y="327"/>
                    <a:pt x="2634" y="156"/>
                    <a:pt x="2146" y="98"/>
                  </a:cubicBezTo>
                  <a:lnTo>
                    <a:pt x="2119" y="98"/>
                  </a:lnTo>
                  <a:lnTo>
                    <a:pt x="1947" y="11"/>
                  </a:lnTo>
                  <a:cubicBezTo>
                    <a:pt x="1865" y="4"/>
                    <a:pt x="1783" y="0"/>
                    <a:pt x="170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7030360" y="887265"/>
              <a:ext cx="28420" cy="19014"/>
            </a:xfrm>
            <a:custGeom>
              <a:avLst/>
              <a:gdLst/>
              <a:ahLst/>
              <a:cxnLst/>
              <a:rect l="l" t="t" r="r" b="b"/>
              <a:pathLst>
                <a:path w="1405" h="940" extrusionOk="0">
                  <a:moveTo>
                    <a:pt x="573" y="1"/>
                  </a:moveTo>
                  <a:lnTo>
                    <a:pt x="344" y="145"/>
                  </a:lnTo>
                  <a:cubicBezTo>
                    <a:pt x="144" y="374"/>
                    <a:pt x="0" y="516"/>
                    <a:pt x="0" y="889"/>
                  </a:cubicBezTo>
                  <a:cubicBezTo>
                    <a:pt x="83" y="924"/>
                    <a:pt x="168" y="939"/>
                    <a:pt x="252" y="939"/>
                  </a:cubicBezTo>
                  <a:cubicBezTo>
                    <a:pt x="862" y="939"/>
                    <a:pt x="1404" y="128"/>
                    <a:pt x="57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7023402" y="880185"/>
              <a:ext cx="35358" cy="33193"/>
            </a:xfrm>
            <a:custGeom>
              <a:avLst/>
              <a:gdLst/>
              <a:ahLst/>
              <a:cxnLst/>
              <a:rect l="l" t="t" r="r" b="b"/>
              <a:pathLst>
                <a:path w="1748" h="1641" extrusionOk="0">
                  <a:moveTo>
                    <a:pt x="903" y="0"/>
                  </a:moveTo>
                  <a:cubicBezTo>
                    <a:pt x="785" y="0"/>
                    <a:pt x="674" y="56"/>
                    <a:pt x="603" y="151"/>
                  </a:cubicBezTo>
                  <a:cubicBezTo>
                    <a:pt x="546" y="179"/>
                    <a:pt x="488" y="209"/>
                    <a:pt x="431" y="266"/>
                  </a:cubicBezTo>
                  <a:cubicBezTo>
                    <a:pt x="230" y="495"/>
                    <a:pt x="1" y="724"/>
                    <a:pt x="1" y="1239"/>
                  </a:cubicBezTo>
                  <a:cubicBezTo>
                    <a:pt x="1" y="1381"/>
                    <a:pt x="88" y="1496"/>
                    <a:pt x="230" y="1553"/>
                  </a:cubicBezTo>
                  <a:cubicBezTo>
                    <a:pt x="344" y="1610"/>
                    <a:pt x="488" y="1640"/>
                    <a:pt x="603" y="1640"/>
                  </a:cubicBezTo>
                  <a:cubicBezTo>
                    <a:pt x="889" y="1640"/>
                    <a:pt x="1175" y="1526"/>
                    <a:pt x="1375" y="1324"/>
                  </a:cubicBezTo>
                  <a:cubicBezTo>
                    <a:pt x="1661" y="1095"/>
                    <a:pt x="1748" y="781"/>
                    <a:pt x="1691" y="522"/>
                  </a:cubicBezTo>
                  <a:cubicBezTo>
                    <a:pt x="1633" y="351"/>
                    <a:pt x="1462" y="64"/>
                    <a:pt x="974" y="7"/>
                  </a:cubicBezTo>
                  <a:cubicBezTo>
                    <a:pt x="950" y="3"/>
                    <a:pt x="927" y="0"/>
                    <a:pt x="9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6750548" y="878890"/>
              <a:ext cx="75995" cy="24698"/>
            </a:xfrm>
            <a:custGeom>
              <a:avLst/>
              <a:gdLst/>
              <a:ahLst/>
              <a:cxnLst/>
              <a:rect l="l" t="t" r="r" b="b"/>
              <a:pathLst>
                <a:path w="3757" h="1221" extrusionOk="0">
                  <a:moveTo>
                    <a:pt x="3156" y="0"/>
                  </a:moveTo>
                  <a:cubicBezTo>
                    <a:pt x="3057" y="0"/>
                    <a:pt x="2942" y="22"/>
                    <a:pt x="2812" y="71"/>
                  </a:cubicBezTo>
                  <a:lnTo>
                    <a:pt x="2755" y="128"/>
                  </a:lnTo>
                  <a:cubicBezTo>
                    <a:pt x="2722" y="127"/>
                    <a:pt x="2688" y="127"/>
                    <a:pt x="2655" y="127"/>
                  </a:cubicBezTo>
                  <a:cubicBezTo>
                    <a:pt x="1280" y="127"/>
                    <a:pt x="0" y="1221"/>
                    <a:pt x="1673" y="1221"/>
                  </a:cubicBezTo>
                  <a:cubicBezTo>
                    <a:pt x="1733" y="1221"/>
                    <a:pt x="1798" y="1219"/>
                    <a:pt x="1866" y="1216"/>
                  </a:cubicBezTo>
                  <a:cubicBezTo>
                    <a:pt x="2210" y="1216"/>
                    <a:pt x="3011" y="1216"/>
                    <a:pt x="3297" y="987"/>
                  </a:cubicBezTo>
                  <a:cubicBezTo>
                    <a:pt x="3757" y="626"/>
                    <a:pt x="3686" y="0"/>
                    <a:pt x="315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6760501" y="871486"/>
              <a:ext cx="72414" cy="39565"/>
            </a:xfrm>
            <a:custGeom>
              <a:avLst/>
              <a:gdLst/>
              <a:ahLst/>
              <a:cxnLst/>
              <a:rect l="l" t="t" r="r" b="b"/>
              <a:pathLst>
                <a:path w="3580" h="1956" extrusionOk="0">
                  <a:moveTo>
                    <a:pt x="2678" y="731"/>
                  </a:moveTo>
                  <a:cubicBezTo>
                    <a:pt x="2713" y="731"/>
                    <a:pt x="2734" y="738"/>
                    <a:pt x="2748" y="753"/>
                  </a:cubicBezTo>
                  <a:cubicBezTo>
                    <a:pt x="2778" y="811"/>
                    <a:pt x="2748" y="952"/>
                    <a:pt x="2576" y="1097"/>
                  </a:cubicBezTo>
                  <a:cubicBezTo>
                    <a:pt x="2519" y="1124"/>
                    <a:pt x="2290" y="1211"/>
                    <a:pt x="1347" y="1211"/>
                  </a:cubicBezTo>
                  <a:cubicBezTo>
                    <a:pt x="1279" y="1220"/>
                    <a:pt x="1219" y="1223"/>
                    <a:pt x="1164" y="1223"/>
                  </a:cubicBezTo>
                  <a:cubicBezTo>
                    <a:pt x="1054" y="1223"/>
                    <a:pt x="965" y="1211"/>
                    <a:pt x="889" y="1211"/>
                  </a:cubicBezTo>
                  <a:cubicBezTo>
                    <a:pt x="1128" y="1051"/>
                    <a:pt x="1593" y="865"/>
                    <a:pt x="2119" y="865"/>
                  </a:cubicBezTo>
                  <a:cubicBezTo>
                    <a:pt x="2157" y="865"/>
                    <a:pt x="2195" y="866"/>
                    <a:pt x="2233" y="868"/>
                  </a:cubicBezTo>
                  <a:cubicBezTo>
                    <a:pt x="2347" y="868"/>
                    <a:pt x="2462" y="811"/>
                    <a:pt x="2519" y="753"/>
                  </a:cubicBezTo>
                  <a:cubicBezTo>
                    <a:pt x="2591" y="738"/>
                    <a:pt x="2642" y="731"/>
                    <a:pt x="2678" y="731"/>
                  </a:cubicBezTo>
                  <a:close/>
                  <a:moveTo>
                    <a:pt x="2665" y="1"/>
                  </a:moveTo>
                  <a:cubicBezTo>
                    <a:pt x="2528" y="1"/>
                    <a:pt x="2375" y="29"/>
                    <a:pt x="2205" y="94"/>
                  </a:cubicBezTo>
                  <a:cubicBezTo>
                    <a:pt x="2176" y="94"/>
                    <a:pt x="2148" y="123"/>
                    <a:pt x="2118" y="123"/>
                  </a:cubicBezTo>
                  <a:cubicBezTo>
                    <a:pt x="1289" y="151"/>
                    <a:pt x="401" y="494"/>
                    <a:pt x="115" y="952"/>
                  </a:cubicBezTo>
                  <a:cubicBezTo>
                    <a:pt x="0" y="1154"/>
                    <a:pt x="0" y="1383"/>
                    <a:pt x="87" y="1555"/>
                  </a:cubicBezTo>
                  <a:cubicBezTo>
                    <a:pt x="259" y="1811"/>
                    <a:pt x="602" y="1956"/>
                    <a:pt x="1202" y="1956"/>
                  </a:cubicBezTo>
                  <a:lnTo>
                    <a:pt x="1374" y="1956"/>
                  </a:lnTo>
                  <a:cubicBezTo>
                    <a:pt x="2034" y="1956"/>
                    <a:pt x="2691" y="1898"/>
                    <a:pt x="3035" y="1640"/>
                  </a:cubicBezTo>
                  <a:cubicBezTo>
                    <a:pt x="3435" y="1326"/>
                    <a:pt x="3580" y="781"/>
                    <a:pt x="3378" y="410"/>
                  </a:cubicBezTo>
                  <a:cubicBezTo>
                    <a:pt x="3255" y="183"/>
                    <a:pt x="3013" y="1"/>
                    <a:pt x="266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6663804" y="964521"/>
              <a:ext cx="283751" cy="108177"/>
            </a:xfrm>
            <a:custGeom>
              <a:avLst/>
              <a:gdLst/>
              <a:ahLst/>
              <a:cxnLst/>
              <a:rect l="l" t="t" r="r" b="b"/>
              <a:pathLst>
                <a:path w="14028" h="5348" extrusionOk="0">
                  <a:moveTo>
                    <a:pt x="5662" y="1"/>
                  </a:moveTo>
                  <a:cubicBezTo>
                    <a:pt x="4902" y="1"/>
                    <a:pt x="4434" y="700"/>
                    <a:pt x="3750" y="964"/>
                  </a:cubicBezTo>
                  <a:cubicBezTo>
                    <a:pt x="3525" y="1045"/>
                    <a:pt x="3279" y="1061"/>
                    <a:pt x="3027" y="1061"/>
                  </a:cubicBezTo>
                  <a:cubicBezTo>
                    <a:pt x="2860" y="1061"/>
                    <a:pt x="2691" y="1054"/>
                    <a:pt x="2523" y="1054"/>
                  </a:cubicBezTo>
                  <a:cubicBezTo>
                    <a:pt x="2232" y="1054"/>
                    <a:pt x="1946" y="1076"/>
                    <a:pt x="1688" y="1193"/>
                  </a:cubicBezTo>
                  <a:cubicBezTo>
                    <a:pt x="859" y="1564"/>
                    <a:pt x="802" y="1907"/>
                    <a:pt x="1546" y="2651"/>
                  </a:cubicBezTo>
                  <a:cubicBezTo>
                    <a:pt x="2176" y="3139"/>
                    <a:pt x="3207" y="2853"/>
                    <a:pt x="3951" y="3654"/>
                  </a:cubicBezTo>
                  <a:cubicBezTo>
                    <a:pt x="3899" y="3684"/>
                    <a:pt x="3777" y="3695"/>
                    <a:pt x="3608" y="3695"/>
                  </a:cubicBezTo>
                  <a:cubicBezTo>
                    <a:pt x="3156" y="3695"/>
                    <a:pt x="2372" y="3617"/>
                    <a:pt x="1709" y="3617"/>
                  </a:cubicBezTo>
                  <a:cubicBezTo>
                    <a:pt x="720" y="3617"/>
                    <a:pt x="1" y="3791"/>
                    <a:pt x="1059" y="4655"/>
                  </a:cubicBezTo>
                  <a:cubicBezTo>
                    <a:pt x="1542" y="5042"/>
                    <a:pt x="2823" y="5347"/>
                    <a:pt x="3623" y="5347"/>
                  </a:cubicBezTo>
                  <a:cubicBezTo>
                    <a:pt x="3770" y="5347"/>
                    <a:pt x="3901" y="5337"/>
                    <a:pt x="4008" y="5315"/>
                  </a:cubicBezTo>
                  <a:cubicBezTo>
                    <a:pt x="5112" y="4963"/>
                    <a:pt x="5532" y="3928"/>
                    <a:pt x="6796" y="3928"/>
                  </a:cubicBezTo>
                  <a:cubicBezTo>
                    <a:pt x="6875" y="3928"/>
                    <a:pt x="6957" y="3932"/>
                    <a:pt x="7043" y="3941"/>
                  </a:cubicBezTo>
                  <a:cubicBezTo>
                    <a:pt x="8073" y="4083"/>
                    <a:pt x="8760" y="4884"/>
                    <a:pt x="9761" y="4884"/>
                  </a:cubicBezTo>
                  <a:cubicBezTo>
                    <a:pt x="10334" y="4884"/>
                    <a:pt x="12509" y="4513"/>
                    <a:pt x="12711" y="4312"/>
                  </a:cubicBezTo>
                  <a:cubicBezTo>
                    <a:pt x="13826" y="3281"/>
                    <a:pt x="12310" y="3082"/>
                    <a:pt x="12253" y="2422"/>
                  </a:cubicBezTo>
                  <a:cubicBezTo>
                    <a:pt x="12166" y="1564"/>
                    <a:pt x="14028" y="1335"/>
                    <a:pt x="12997" y="247"/>
                  </a:cubicBezTo>
                  <a:lnTo>
                    <a:pt x="12796" y="247"/>
                  </a:lnTo>
                  <a:cubicBezTo>
                    <a:pt x="12523" y="153"/>
                    <a:pt x="12309" y="111"/>
                    <a:pt x="12124" y="111"/>
                  </a:cubicBezTo>
                  <a:cubicBezTo>
                    <a:pt x="11744" y="111"/>
                    <a:pt x="11482" y="284"/>
                    <a:pt x="11078" y="533"/>
                  </a:cubicBezTo>
                  <a:cubicBezTo>
                    <a:pt x="10504" y="922"/>
                    <a:pt x="10468" y="1051"/>
                    <a:pt x="10294" y="1051"/>
                  </a:cubicBezTo>
                  <a:cubicBezTo>
                    <a:pt x="10173" y="1051"/>
                    <a:pt x="9986" y="988"/>
                    <a:pt x="9505" y="906"/>
                  </a:cubicBezTo>
                  <a:cubicBezTo>
                    <a:pt x="9161" y="834"/>
                    <a:pt x="8818" y="834"/>
                    <a:pt x="8467" y="834"/>
                  </a:cubicBezTo>
                  <a:cubicBezTo>
                    <a:pt x="8116" y="834"/>
                    <a:pt x="7758" y="834"/>
                    <a:pt x="7386" y="762"/>
                  </a:cubicBezTo>
                  <a:cubicBezTo>
                    <a:pt x="6841" y="620"/>
                    <a:pt x="6413" y="162"/>
                    <a:pt x="5868" y="18"/>
                  </a:cubicBezTo>
                  <a:cubicBezTo>
                    <a:pt x="5797" y="6"/>
                    <a:pt x="5728" y="1"/>
                    <a:pt x="566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6664371" y="957461"/>
              <a:ext cx="276247" cy="122680"/>
            </a:xfrm>
            <a:custGeom>
              <a:avLst/>
              <a:gdLst/>
              <a:ahLst/>
              <a:cxnLst/>
              <a:rect l="l" t="t" r="r" b="b"/>
              <a:pathLst>
                <a:path w="13657" h="6065" extrusionOk="0">
                  <a:moveTo>
                    <a:pt x="5615" y="729"/>
                  </a:moveTo>
                  <a:cubicBezTo>
                    <a:pt x="5661" y="729"/>
                    <a:pt x="5707" y="733"/>
                    <a:pt x="5755" y="740"/>
                  </a:cubicBezTo>
                  <a:cubicBezTo>
                    <a:pt x="5984" y="797"/>
                    <a:pt x="6183" y="912"/>
                    <a:pt x="6412" y="1054"/>
                  </a:cubicBezTo>
                  <a:cubicBezTo>
                    <a:pt x="6671" y="1198"/>
                    <a:pt x="6928" y="1370"/>
                    <a:pt x="7271" y="1455"/>
                  </a:cubicBezTo>
                  <a:cubicBezTo>
                    <a:pt x="7672" y="1527"/>
                    <a:pt x="8044" y="1527"/>
                    <a:pt x="8399" y="1527"/>
                  </a:cubicBezTo>
                  <a:cubicBezTo>
                    <a:pt x="8753" y="1527"/>
                    <a:pt x="9090" y="1527"/>
                    <a:pt x="9419" y="1599"/>
                  </a:cubicBezTo>
                  <a:cubicBezTo>
                    <a:pt x="9619" y="1656"/>
                    <a:pt x="9763" y="1684"/>
                    <a:pt x="9877" y="1713"/>
                  </a:cubicBezTo>
                  <a:cubicBezTo>
                    <a:pt x="10039" y="1743"/>
                    <a:pt x="10158" y="1762"/>
                    <a:pt x="10259" y="1762"/>
                  </a:cubicBezTo>
                  <a:cubicBezTo>
                    <a:pt x="10445" y="1762"/>
                    <a:pt x="10571" y="1697"/>
                    <a:pt x="10793" y="1512"/>
                  </a:cubicBezTo>
                  <a:cubicBezTo>
                    <a:pt x="10908" y="1455"/>
                    <a:pt x="11022" y="1340"/>
                    <a:pt x="11222" y="1198"/>
                  </a:cubicBezTo>
                  <a:lnTo>
                    <a:pt x="11336" y="1141"/>
                  </a:lnTo>
                  <a:cubicBezTo>
                    <a:pt x="11666" y="939"/>
                    <a:pt x="11855" y="819"/>
                    <a:pt x="12113" y="819"/>
                  </a:cubicBezTo>
                  <a:cubicBezTo>
                    <a:pt x="12259" y="819"/>
                    <a:pt x="12426" y="857"/>
                    <a:pt x="12653" y="939"/>
                  </a:cubicBezTo>
                  <a:cubicBezTo>
                    <a:pt x="12683" y="969"/>
                    <a:pt x="12740" y="969"/>
                    <a:pt x="12797" y="969"/>
                  </a:cubicBezTo>
                  <a:cubicBezTo>
                    <a:pt x="12882" y="1054"/>
                    <a:pt x="12912" y="1141"/>
                    <a:pt x="12912" y="1198"/>
                  </a:cubicBezTo>
                  <a:cubicBezTo>
                    <a:pt x="12912" y="1340"/>
                    <a:pt x="12710" y="1512"/>
                    <a:pt x="12539" y="1656"/>
                  </a:cubicBezTo>
                  <a:cubicBezTo>
                    <a:pt x="12195" y="1913"/>
                    <a:pt x="11824" y="2256"/>
                    <a:pt x="11852" y="2801"/>
                  </a:cubicBezTo>
                  <a:cubicBezTo>
                    <a:pt x="11881" y="3172"/>
                    <a:pt x="12195" y="3431"/>
                    <a:pt x="12424" y="3630"/>
                  </a:cubicBezTo>
                  <a:cubicBezTo>
                    <a:pt x="12568" y="3745"/>
                    <a:pt x="12740" y="3889"/>
                    <a:pt x="12740" y="4003"/>
                  </a:cubicBezTo>
                  <a:cubicBezTo>
                    <a:pt x="12740" y="4061"/>
                    <a:pt x="12653" y="4203"/>
                    <a:pt x="12454" y="4374"/>
                  </a:cubicBezTo>
                  <a:cubicBezTo>
                    <a:pt x="12195" y="4546"/>
                    <a:pt x="10248" y="4862"/>
                    <a:pt x="9733" y="4862"/>
                  </a:cubicBezTo>
                  <a:cubicBezTo>
                    <a:pt x="9275" y="4862"/>
                    <a:pt x="8874" y="4661"/>
                    <a:pt x="8446" y="4432"/>
                  </a:cubicBezTo>
                  <a:cubicBezTo>
                    <a:pt x="8016" y="4232"/>
                    <a:pt x="7587" y="4003"/>
                    <a:pt x="7042" y="3916"/>
                  </a:cubicBezTo>
                  <a:cubicBezTo>
                    <a:pt x="6961" y="3909"/>
                    <a:pt x="6882" y="3906"/>
                    <a:pt x="6805" y="3906"/>
                  </a:cubicBezTo>
                  <a:cubicBezTo>
                    <a:pt x="5944" y="3906"/>
                    <a:pt x="5395" y="4325"/>
                    <a:pt x="4896" y="4718"/>
                  </a:cubicBezTo>
                  <a:cubicBezTo>
                    <a:pt x="4580" y="4947"/>
                    <a:pt x="4294" y="5206"/>
                    <a:pt x="3923" y="5320"/>
                  </a:cubicBezTo>
                  <a:cubicBezTo>
                    <a:pt x="3842" y="5336"/>
                    <a:pt x="3744" y="5343"/>
                    <a:pt x="3632" y="5343"/>
                  </a:cubicBezTo>
                  <a:cubicBezTo>
                    <a:pt x="2912" y="5343"/>
                    <a:pt x="1656" y="5045"/>
                    <a:pt x="1260" y="4748"/>
                  </a:cubicBezTo>
                  <a:cubicBezTo>
                    <a:pt x="1060" y="4576"/>
                    <a:pt x="973" y="4461"/>
                    <a:pt x="916" y="4404"/>
                  </a:cubicBezTo>
                  <a:cubicBezTo>
                    <a:pt x="1072" y="4352"/>
                    <a:pt x="1370" y="4336"/>
                    <a:pt x="1697" y="4336"/>
                  </a:cubicBezTo>
                  <a:cubicBezTo>
                    <a:pt x="2090" y="4336"/>
                    <a:pt x="2524" y="4359"/>
                    <a:pt x="2805" y="4374"/>
                  </a:cubicBezTo>
                  <a:cubicBezTo>
                    <a:pt x="3176" y="4388"/>
                    <a:pt x="3432" y="4401"/>
                    <a:pt x="3620" y="4401"/>
                  </a:cubicBezTo>
                  <a:cubicBezTo>
                    <a:pt x="3854" y="4401"/>
                    <a:pt x="3983" y="4381"/>
                    <a:pt x="4095" y="4317"/>
                  </a:cubicBezTo>
                  <a:cubicBezTo>
                    <a:pt x="4180" y="4260"/>
                    <a:pt x="4267" y="4175"/>
                    <a:pt x="4267" y="4061"/>
                  </a:cubicBezTo>
                  <a:cubicBezTo>
                    <a:pt x="4294" y="3946"/>
                    <a:pt x="4267" y="3832"/>
                    <a:pt x="4180" y="3745"/>
                  </a:cubicBezTo>
                  <a:cubicBezTo>
                    <a:pt x="3694" y="3229"/>
                    <a:pt x="3064" y="3087"/>
                    <a:pt x="2576" y="3000"/>
                  </a:cubicBezTo>
                  <a:cubicBezTo>
                    <a:pt x="2233" y="2916"/>
                    <a:pt x="1947" y="2858"/>
                    <a:pt x="1775" y="2714"/>
                  </a:cubicBezTo>
                  <a:cubicBezTo>
                    <a:pt x="1347" y="2313"/>
                    <a:pt x="1374" y="2171"/>
                    <a:pt x="1374" y="2171"/>
                  </a:cubicBezTo>
                  <a:cubicBezTo>
                    <a:pt x="1374" y="2171"/>
                    <a:pt x="1374" y="2057"/>
                    <a:pt x="1805" y="1855"/>
                  </a:cubicBezTo>
                  <a:cubicBezTo>
                    <a:pt x="1973" y="1780"/>
                    <a:pt x="2180" y="1767"/>
                    <a:pt x="2399" y="1767"/>
                  </a:cubicBezTo>
                  <a:cubicBezTo>
                    <a:pt x="2513" y="1767"/>
                    <a:pt x="2631" y="1771"/>
                    <a:pt x="2748" y="1771"/>
                  </a:cubicBezTo>
                  <a:cubicBezTo>
                    <a:pt x="2852" y="1771"/>
                    <a:pt x="2956" y="1773"/>
                    <a:pt x="3060" y="1773"/>
                  </a:cubicBezTo>
                  <a:cubicBezTo>
                    <a:pt x="3326" y="1773"/>
                    <a:pt x="3588" y="1758"/>
                    <a:pt x="3836" y="1656"/>
                  </a:cubicBezTo>
                  <a:cubicBezTo>
                    <a:pt x="4180" y="1542"/>
                    <a:pt x="4438" y="1340"/>
                    <a:pt x="4667" y="1168"/>
                  </a:cubicBezTo>
                  <a:cubicBezTo>
                    <a:pt x="5041" y="895"/>
                    <a:pt x="5306" y="729"/>
                    <a:pt x="5615" y="729"/>
                  </a:cubicBezTo>
                  <a:close/>
                  <a:moveTo>
                    <a:pt x="5620" y="1"/>
                  </a:moveTo>
                  <a:cubicBezTo>
                    <a:pt x="5052" y="1"/>
                    <a:pt x="4633" y="295"/>
                    <a:pt x="4237" y="568"/>
                  </a:cubicBezTo>
                  <a:cubicBezTo>
                    <a:pt x="4038" y="740"/>
                    <a:pt x="3809" y="882"/>
                    <a:pt x="3607" y="969"/>
                  </a:cubicBezTo>
                  <a:cubicBezTo>
                    <a:pt x="3378" y="1054"/>
                    <a:pt x="3092" y="1054"/>
                    <a:pt x="2778" y="1054"/>
                  </a:cubicBezTo>
                  <a:cubicBezTo>
                    <a:pt x="2663" y="1046"/>
                    <a:pt x="2544" y="1040"/>
                    <a:pt x="2423" y="1040"/>
                  </a:cubicBezTo>
                  <a:cubicBezTo>
                    <a:pt x="2120" y="1040"/>
                    <a:pt x="1805" y="1075"/>
                    <a:pt x="1518" y="1198"/>
                  </a:cubicBezTo>
                  <a:cubicBezTo>
                    <a:pt x="1145" y="1370"/>
                    <a:pt x="717" y="1599"/>
                    <a:pt x="660" y="2027"/>
                  </a:cubicBezTo>
                  <a:cubicBezTo>
                    <a:pt x="573" y="2485"/>
                    <a:pt x="916" y="2916"/>
                    <a:pt x="1289" y="3259"/>
                  </a:cubicBezTo>
                  <a:cubicBezTo>
                    <a:pt x="1518" y="3431"/>
                    <a:pt x="1747" y="3545"/>
                    <a:pt x="1976" y="3603"/>
                  </a:cubicBezTo>
                  <a:cubicBezTo>
                    <a:pt x="1863" y="3599"/>
                    <a:pt x="1754" y="3597"/>
                    <a:pt x="1651" y="3597"/>
                  </a:cubicBezTo>
                  <a:cubicBezTo>
                    <a:pt x="843" y="3597"/>
                    <a:pt x="354" y="3712"/>
                    <a:pt x="202" y="4118"/>
                  </a:cubicBezTo>
                  <a:cubicBezTo>
                    <a:pt x="0" y="4576"/>
                    <a:pt x="431" y="4977"/>
                    <a:pt x="831" y="5290"/>
                  </a:cubicBezTo>
                  <a:cubicBezTo>
                    <a:pt x="1347" y="5721"/>
                    <a:pt x="2691" y="6065"/>
                    <a:pt x="3607" y="6065"/>
                  </a:cubicBezTo>
                  <a:cubicBezTo>
                    <a:pt x="3779" y="6065"/>
                    <a:pt x="3951" y="6035"/>
                    <a:pt x="4095" y="6007"/>
                  </a:cubicBezTo>
                  <a:cubicBezTo>
                    <a:pt x="4638" y="5863"/>
                    <a:pt x="5011" y="5549"/>
                    <a:pt x="5354" y="5263"/>
                  </a:cubicBezTo>
                  <a:cubicBezTo>
                    <a:pt x="5786" y="4931"/>
                    <a:pt x="6150" y="4647"/>
                    <a:pt x="6729" y="4647"/>
                  </a:cubicBezTo>
                  <a:cubicBezTo>
                    <a:pt x="6801" y="4647"/>
                    <a:pt x="6877" y="4651"/>
                    <a:pt x="6957" y="4661"/>
                  </a:cubicBezTo>
                  <a:cubicBezTo>
                    <a:pt x="7358" y="4718"/>
                    <a:pt x="7729" y="4890"/>
                    <a:pt x="8103" y="5091"/>
                  </a:cubicBezTo>
                  <a:cubicBezTo>
                    <a:pt x="8588" y="5348"/>
                    <a:pt x="9103" y="5607"/>
                    <a:pt x="9733" y="5607"/>
                  </a:cubicBezTo>
                  <a:cubicBezTo>
                    <a:pt x="10134" y="5607"/>
                    <a:pt x="12596" y="5290"/>
                    <a:pt x="12939" y="4919"/>
                  </a:cubicBezTo>
                  <a:cubicBezTo>
                    <a:pt x="13283" y="4603"/>
                    <a:pt x="13455" y="4290"/>
                    <a:pt x="13455" y="3974"/>
                  </a:cubicBezTo>
                  <a:cubicBezTo>
                    <a:pt x="13455" y="3573"/>
                    <a:pt x="13141" y="3287"/>
                    <a:pt x="12882" y="3087"/>
                  </a:cubicBezTo>
                  <a:cubicBezTo>
                    <a:pt x="12740" y="2973"/>
                    <a:pt x="12596" y="2829"/>
                    <a:pt x="12568" y="2744"/>
                  </a:cubicBezTo>
                  <a:cubicBezTo>
                    <a:pt x="12568" y="2572"/>
                    <a:pt x="12740" y="2428"/>
                    <a:pt x="12997" y="2199"/>
                  </a:cubicBezTo>
                  <a:cubicBezTo>
                    <a:pt x="13283" y="1970"/>
                    <a:pt x="13626" y="1684"/>
                    <a:pt x="13626" y="1255"/>
                  </a:cubicBezTo>
                  <a:cubicBezTo>
                    <a:pt x="13656" y="939"/>
                    <a:pt x="13512" y="653"/>
                    <a:pt x="13226" y="339"/>
                  </a:cubicBezTo>
                  <a:cubicBezTo>
                    <a:pt x="13164" y="276"/>
                    <a:pt x="13072" y="229"/>
                    <a:pt x="12973" y="229"/>
                  </a:cubicBezTo>
                  <a:cubicBezTo>
                    <a:pt x="12934" y="229"/>
                    <a:pt x="12894" y="236"/>
                    <a:pt x="12855" y="252"/>
                  </a:cubicBezTo>
                  <a:cubicBezTo>
                    <a:pt x="12550" y="148"/>
                    <a:pt x="12302" y="104"/>
                    <a:pt x="12086" y="104"/>
                  </a:cubicBezTo>
                  <a:cubicBezTo>
                    <a:pt x="11653" y="104"/>
                    <a:pt x="11347" y="282"/>
                    <a:pt x="10965" y="511"/>
                  </a:cubicBezTo>
                  <a:lnTo>
                    <a:pt x="10851" y="596"/>
                  </a:lnTo>
                  <a:cubicBezTo>
                    <a:pt x="10592" y="740"/>
                    <a:pt x="10450" y="882"/>
                    <a:pt x="10335" y="969"/>
                  </a:cubicBezTo>
                  <a:cubicBezTo>
                    <a:pt x="10278" y="996"/>
                    <a:pt x="10248" y="1026"/>
                    <a:pt x="10278" y="1026"/>
                  </a:cubicBezTo>
                  <a:cubicBezTo>
                    <a:pt x="10248" y="1026"/>
                    <a:pt x="10134" y="1026"/>
                    <a:pt x="10049" y="996"/>
                  </a:cubicBezTo>
                  <a:cubicBezTo>
                    <a:pt x="9905" y="969"/>
                    <a:pt x="9763" y="939"/>
                    <a:pt x="9561" y="882"/>
                  </a:cubicBezTo>
                  <a:cubicBezTo>
                    <a:pt x="9175" y="811"/>
                    <a:pt x="8811" y="811"/>
                    <a:pt x="8460" y="811"/>
                  </a:cubicBezTo>
                  <a:cubicBezTo>
                    <a:pt x="8109" y="811"/>
                    <a:pt x="7773" y="811"/>
                    <a:pt x="7443" y="740"/>
                  </a:cubicBezTo>
                  <a:cubicBezTo>
                    <a:pt x="7214" y="683"/>
                    <a:pt x="7015" y="568"/>
                    <a:pt x="6786" y="424"/>
                  </a:cubicBezTo>
                  <a:cubicBezTo>
                    <a:pt x="6527" y="282"/>
                    <a:pt x="6270" y="110"/>
                    <a:pt x="5897" y="23"/>
                  </a:cubicBezTo>
                  <a:cubicBezTo>
                    <a:pt x="5801" y="8"/>
                    <a:pt x="5709" y="1"/>
                    <a:pt x="562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6940623" y="1040664"/>
              <a:ext cx="61957" cy="30220"/>
            </a:xfrm>
            <a:custGeom>
              <a:avLst/>
              <a:gdLst/>
              <a:ahLst/>
              <a:cxnLst/>
              <a:rect l="l" t="t" r="r" b="b"/>
              <a:pathLst>
                <a:path w="3063" h="1494" extrusionOk="0">
                  <a:moveTo>
                    <a:pt x="1941" y="1"/>
                  </a:moveTo>
                  <a:cubicBezTo>
                    <a:pt x="1849" y="1"/>
                    <a:pt x="1746" y="11"/>
                    <a:pt x="1631" y="32"/>
                  </a:cubicBezTo>
                  <a:lnTo>
                    <a:pt x="1431" y="32"/>
                  </a:lnTo>
                  <a:cubicBezTo>
                    <a:pt x="257" y="177"/>
                    <a:pt x="0" y="1494"/>
                    <a:pt x="1374" y="1494"/>
                  </a:cubicBezTo>
                  <a:cubicBezTo>
                    <a:pt x="2511" y="1494"/>
                    <a:pt x="3063" y="1"/>
                    <a:pt x="1941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6941776" y="1033463"/>
              <a:ext cx="59085" cy="44379"/>
            </a:xfrm>
            <a:custGeom>
              <a:avLst/>
              <a:gdLst/>
              <a:ahLst/>
              <a:cxnLst/>
              <a:rect l="l" t="t" r="r" b="b"/>
              <a:pathLst>
                <a:path w="2921" h="2194" extrusionOk="0">
                  <a:moveTo>
                    <a:pt x="1898" y="707"/>
                  </a:moveTo>
                  <a:cubicBezTo>
                    <a:pt x="2037" y="707"/>
                    <a:pt x="2098" y="741"/>
                    <a:pt x="2119" y="762"/>
                  </a:cubicBezTo>
                  <a:cubicBezTo>
                    <a:pt x="2146" y="789"/>
                    <a:pt x="2146" y="876"/>
                    <a:pt x="2089" y="1018"/>
                  </a:cubicBezTo>
                  <a:cubicBezTo>
                    <a:pt x="1974" y="1247"/>
                    <a:pt x="1688" y="1476"/>
                    <a:pt x="1317" y="1476"/>
                  </a:cubicBezTo>
                  <a:cubicBezTo>
                    <a:pt x="974" y="1476"/>
                    <a:pt x="772" y="1392"/>
                    <a:pt x="745" y="1247"/>
                  </a:cubicBezTo>
                  <a:cubicBezTo>
                    <a:pt x="745" y="1075"/>
                    <a:pt x="974" y="819"/>
                    <a:pt x="1432" y="762"/>
                  </a:cubicBezTo>
                  <a:cubicBezTo>
                    <a:pt x="1432" y="732"/>
                    <a:pt x="1459" y="732"/>
                    <a:pt x="1489" y="732"/>
                  </a:cubicBezTo>
                  <a:cubicBezTo>
                    <a:pt x="1518" y="747"/>
                    <a:pt x="1546" y="754"/>
                    <a:pt x="1575" y="754"/>
                  </a:cubicBezTo>
                  <a:cubicBezTo>
                    <a:pt x="1603" y="754"/>
                    <a:pt x="1632" y="747"/>
                    <a:pt x="1661" y="732"/>
                  </a:cubicBezTo>
                  <a:cubicBezTo>
                    <a:pt x="1758" y="714"/>
                    <a:pt x="1836" y="707"/>
                    <a:pt x="1898" y="707"/>
                  </a:cubicBezTo>
                  <a:close/>
                  <a:moveTo>
                    <a:pt x="1916" y="1"/>
                  </a:moveTo>
                  <a:cubicBezTo>
                    <a:pt x="1798" y="1"/>
                    <a:pt x="1665" y="14"/>
                    <a:pt x="1516" y="45"/>
                  </a:cubicBezTo>
                  <a:lnTo>
                    <a:pt x="1489" y="45"/>
                  </a:lnTo>
                  <a:cubicBezTo>
                    <a:pt x="1432" y="17"/>
                    <a:pt x="1374" y="17"/>
                    <a:pt x="1345" y="17"/>
                  </a:cubicBezTo>
                  <a:cubicBezTo>
                    <a:pt x="486" y="132"/>
                    <a:pt x="0" y="762"/>
                    <a:pt x="28" y="1304"/>
                  </a:cubicBezTo>
                  <a:cubicBezTo>
                    <a:pt x="58" y="1705"/>
                    <a:pt x="401" y="2193"/>
                    <a:pt x="1317" y="2193"/>
                  </a:cubicBezTo>
                  <a:cubicBezTo>
                    <a:pt x="2062" y="2193"/>
                    <a:pt x="2547" y="1735"/>
                    <a:pt x="2749" y="1334"/>
                  </a:cubicBezTo>
                  <a:cubicBezTo>
                    <a:pt x="2920" y="991"/>
                    <a:pt x="2891" y="590"/>
                    <a:pt x="2691" y="331"/>
                  </a:cubicBezTo>
                  <a:cubicBezTo>
                    <a:pt x="2578" y="175"/>
                    <a:pt x="2343" y="1"/>
                    <a:pt x="1916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6574694" y="928856"/>
              <a:ext cx="221693" cy="69158"/>
            </a:xfrm>
            <a:custGeom>
              <a:avLst/>
              <a:gdLst/>
              <a:ahLst/>
              <a:cxnLst/>
              <a:rect l="l" t="t" r="r" b="b"/>
              <a:pathLst>
                <a:path w="10960" h="3419" extrusionOk="0">
                  <a:moveTo>
                    <a:pt x="6484" y="1"/>
                  </a:moveTo>
                  <a:cubicBezTo>
                    <a:pt x="5826" y="1"/>
                    <a:pt x="5470" y="172"/>
                    <a:pt x="4719" y="693"/>
                  </a:cubicBezTo>
                  <a:cubicBezTo>
                    <a:pt x="3631" y="1437"/>
                    <a:pt x="2315" y="1009"/>
                    <a:pt x="1284" y="1723"/>
                  </a:cubicBezTo>
                  <a:cubicBezTo>
                    <a:pt x="0" y="2572"/>
                    <a:pt x="743" y="3419"/>
                    <a:pt x="1902" y="3419"/>
                  </a:cubicBezTo>
                  <a:cubicBezTo>
                    <a:pt x="2035" y="3419"/>
                    <a:pt x="2173" y="3407"/>
                    <a:pt x="2315" y="3384"/>
                  </a:cubicBezTo>
                  <a:cubicBezTo>
                    <a:pt x="3203" y="3242"/>
                    <a:pt x="4119" y="2582"/>
                    <a:pt x="5006" y="2440"/>
                  </a:cubicBezTo>
                  <a:cubicBezTo>
                    <a:pt x="6380" y="2239"/>
                    <a:pt x="7525" y="1925"/>
                    <a:pt x="8842" y="1581"/>
                  </a:cubicBezTo>
                  <a:cubicBezTo>
                    <a:pt x="9586" y="1352"/>
                    <a:pt x="10960" y="1295"/>
                    <a:pt x="9730" y="407"/>
                  </a:cubicBezTo>
                  <a:cubicBezTo>
                    <a:pt x="9471" y="257"/>
                    <a:pt x="9201" y="223"/>
                    <a:pt x="8930" y="223"/>
                  </a:cubicBezTo>
                  <a:cubicBezTo>
                    <a:pt x="8695" y="223"/>
                    <a:pt x="8461" y="249"/>
                    <a:pt x="8232" y="249"/>
                  </a:cubicBezTo>
                  <a:cubicBezTo>
                    <a:pt x="7966" y="249"/>
                    <a:pt x="7708" y="214"/>
                    <a:pt x="7467" y="63"/>
                  </a:cubicBezTo>
                  <a:lnTo>
                    <a:pt x="7383" y="63"/>
                  </a:lnTo>
                  <a:cubicBezTo>
                    <a:pt x="7017" y="25"/>
                    <a:pt x="6730" y="1"/>
                    <a:pt x="6484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6576939" y="921452"/>
              <a:ext cx="213117" cy="83964"/>
            </a:xfrm>
            <a:custGeom>
              <a:avLst/>
              <a:gdLst/>
              <a:ahLst/>
              <a:cxnLst/>
              <a:rect l="l" t="t" r="r" b="b"/>
              <a:pathLst>
                <a:path w="10536" h="4151" extrusionOk="0">
                  <a:moveTo>
                    <a:pt x="6383" y="715"/>
                  </a:moveTo>
                  <a:cubicBezTo>
                    <a:pt x="6612" y="715"/>
                    <a:pt x="6898" y="745"/>
                    <a:pt x="7242" y="773"/>
                  </a:cubicBezTo>
                  <a:cubicBezTo>
                    <a:pt x="7589" y="957"/>
                    <a:pt x="7935" y="975"/>
                    <a:pt x="8252" y="975"/>
                  </a:cubicBezTo>
                  <a:cubicBezTo>
                    <a:pt x="8327" y="975"/>
                    <a:pt x="8402" y="974"/>
                    <a:pt x="8474" y="974"/>
                  </a:cubicBezTo>
                  <a:cubicBezTo>
                    <a:pt x="8614" y="963"/>
                    <a:pt x="8746" y="952"/>
                    <a:pt x="8870" y="952"/>
                  </a:cubicBezTo>
                  <a:cubicBezTo>
                    <a:pt x="9075" y="952"/>
                    <a:pt x="9258" y="982"/>
                    <a:pt x="9418" y="1089"/>
                  </a:cubicBezTo>
                  <a:cubicBezTo>
                    <a:pt x="9562" y="1173"/>
                    <a:pt x="9647" y="1260"/>
                    <a:pt x="9704" y="1318"/>
                  </a:cubicBezTo>
                  <a:cubicBezTo>
                    <a:pt x="9532" y="1375"/>
                    <a:pt x="9246" y="1432"/>
                    <a:pt x="9074" y="1489"/>
                  </a:cubicBezTo>
                  <a:cubicBezTo>
                    <a:pt x="8902" y="1517"/>
                    <a:pt x="8760" y="1547"/>
                    <a:pt x="8616" y="1604"/>
                  </a:cubicBezTo>
                  <a:cubicBezTo>
                    <a:pt x="7329" y="1947"/>
                    <a:pt x="6184" y="2234"/>
                    <a:pt x="4837" y="2463"/>
                  </a:cubicBezTo>
                  <a:cubicBezTo>
                    <a:pt x="4352" y="2520"/>
                    <a:pt x="3864" y="2749"/>
                    <a:pt x="3406" y="2948"/>
                  </a:cubicBezTo>
                  <a:cubicBezTo>
                    <a:pt x="2978" y="3150"/>
                    <a:pt x="2547" y="3322"/>
                    <a:pt x="2146" y="3406"/>
                  </a:cubicBezTo>
                  <a:cubicBezTo>
                    <a:pt x="2043" y="3419"/>
                    <a:pt x="1945" y="3425"/>
                    <a:pt x="1852" y="3425"/>
                  </a:cubicBezTo>
                  <a:cubicBezTo>
                    <a:pt x="1323" y="3425"/>
                    <a:pt x="961" y="3234"/>
                    <a:pt x="887" y="3063"/>
                  </a:cubicBezTo>
                  <a:cubicBezTo>
                    <a:pt x="830" y="2891"/>
                    <a:pt x="1001" y="2635"/>
                    <a:pt x="1402" y="2376"/>
                  </a:cubicBezTo>
                  <a:cubicBezTo>
                    <a:pt x="1833" y="2062"/>
                    <a:pt x="2375" y="2005"/>
                    <a:pt x="2920" y="1947"/>
                  </a:cubicBezTo>
                  <a:cubicBezTo>
                    <a:pt x="3550" y="1860"/>
                    <a:pt x="4208" y="1776"/>
                    <a:pt x="4810" y="1375"/>
                  </a:cubicBezTo>
                  <a:cubicBezTo>
                    <a:pt x="5524" y="887"/>
                    <a:pt x="5811" y="715"/>
                    <a:pt x="6383" y="715"/>
                  </a:cubicBezTo>
                  <a:close/>
                  <a:moveTo>
                    <a:pt x="6412" y="0"/>
                  </a:moveTo>
                  <a:cubicBezTo>
                    <a:pt x="5647" y="0"/>
                    <a:pt x="5245" y="194"/>
                    <a:pt x="4409" y="773"/>
                  </a:cubicBezTo>
                  <a:cubicBezTo>
                    <a:pt x="3951" y="1089"/>
                    <a:pt x="3406" y="1146"/>
                    <a:pt x="2833" y="1231"/>
                  </a:cubicBezTo>
                  <a:cubicBezTo>
                    <a:pt x="2204" y="1288"/>
                    <a:pt x="1574" y="1375"/>
                    <a:pt x="974" y="1776"/>
                  </a:cubicBezTo>
                  <a:cubicBezTo>
                    <a:pt x="1" y="2433"/>
                    <a:pt x="115" y="3063"/>
                    <a:pt x="200" y="3322"/>
                  </a:cubicBezTo>
                  <a:cubicBezTo>
                    <a:pt x="401" y="3837"/>
                    <a:pt x="1059" y="4151"/>
                    <a:pt x="1803" y="4151"/>
                  </a:cubicBezTo>
                  <a:cubicBezTo>
                    <a:pt x="1975" y="4151"/>
                    <a:pt x="2119" y="4123"/>
                    <a:pt x="2261" y="4123"/>
                  </a:cubicBezTo>
                  <a:cubicBezTo>
                    <a:pt x="2776" y="4036"/>
                    <a:pt x="3234" y="3807"/>
                    <a:pt x="3692" y="3608"/>
                  </a:cubicBezTo>
                  <a:cubicBezTo>
                    <a:pt x="4123" y="3406"/>
                    <a:pt x="4551" y="3235"/>
                    <a:pt x="4952" y="3177"/>
                  </a:cubicBezTo>
                  <a:cubicBezTo>
                    <a:pt x="6326" y="2948"/>
                    <a:pt x="7501" y="2662"/>
                    <a:pt x="8818" y="2291"/>
                  </a:cubicBezTo>
                  <a:cubicBezTo>
                    <a:pt x="8960" y="2261"/>
                    <a:pt x="9074" y="2234"/>
                    <a:pt x="9218" y="2204"/>
                  </a:cubicBezTo>
                  <a:cubicBezTo>
                    <a:pt x="9791" y="2062"/>
                    <a:pt x="10363" y="1947"/>
                    <a:pt x="10448" y="1460"/>
                  </a:cubicBezTo>
                  <a:cubicBezTo>
                    <a:pt x="10535" y="1059"/>
                    <a:pt x="10162" y="715"/>
                    <a:pt x="9791" y="459"/>
                  </a:cubicBezTo>
                  <a:cubicBezTo>
                    <a:pt x="9419" y="249"/>
                    <a:pt x="9026" y="229"/>
                    <a:pt x="8678" y="229"/>
                  </a:cubicBezTo>
                  <a:cubicBezTo>
                    <a:pt x="8597" y="229"/>
                    <a:pt x="8519" y="230"/>
                    <a:pt x="8444" y="230"/>
                  </a:cubicBezTo>
                  <a:cubicBezTo>
                    <a:pt x="8339" y="238"/>
                    <a:pt x="8237" y="244"/>
                    <a:pt x="8139" y="244"/>
                  </a:cubicBezTo>
                  <a:cubicBezTo>
                    <a:pt x="7917" y="244"/>
                    <a:pt x="7717" y="214"/>
                    <a:pt x="7558" y="115"/>
                  </a:cubicBezTo>
                  <a:cubicBezTo>
                    <a:pt x="7471" y="58"/>
                    <a:pt x="7386" y="58"/>
                    <a:pt x="7329" y="58"/>
                  </a:cubicBezTo>
                  <a:cubicBezTo>
                    <a:pt x="6963" y="22"/>
                    <a:pt x="6667" y="0"/>
                    <a:pt x="641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6641188" y="2259020"/>
              <a:ext cx="229602" cy="96060"/>
            </a:xfrm>
            <a:custGeom>
              <a:avLst/>
              <a:gdLst/>
              <a:ahLst/>
              <a:cxnLst/>
              <a:rect l="l" t="t" r="r" b="b"/>
              <a:pathLst>
                <a:path w="11351" h="4749" extrusionOk="0">
                  <a:moveTo>
                    <a:pt x="3419" y="0"/>
                  </a:moveTo>
                  <a:cubicBezTo>
                    <a:pt x="2765" y="0"/>
                    <a:pt x="2097" y="69"/>
                    <a:pt x="1577" y="237"/>
                  </a:cubicBezTo>
                  <a:cubicBezTo>
                    <a:pt x="489" y="608"/>
                    <a:pt x="1" y="1467"/>
                    <a:pt x="1519" y="1554"/>
                  </a:cubicBezTo>
                  <a:cubicBezTo>
                    <a:pt x="1731" y="1564"/>
                    <a:pt x="1920" y="1566"/>
                    <a:pt x="2092" y="1566"/>
                  </a:cubicBezTo>
                  <a:cubicBezTo>
                    <a:pt x="2271" y="1566"/>
                    <a:pt x="2432" y="1563"/>
                    <a:pt x="2586" y="1563"/>
                  </a:cubicBezTo>
                  <a:cubicBezTo>
                    <a:pt x="3179" y="1563"/>
                    <a:pt x="3650" y="1602"/>
                    <a:pt x="4524" y="1982"/>
                  </a:cubicBezTo>
                  <a:cubicBezTo>
                    <a:pt x="6013" y="2555"/>
                    <a:pt x="6443" y="2555"/>
                    <a:pt x="7272" y="3872"/>
                  </a:cubicBezTo>
                  <a:cubicBezTo>
                    <a:pt x="7657" y="4434"/>
                    <a:pt x="7907" y="4546"/>
                    <a:pt x="8244" y="4546"/>
                  </a:cubicBezTo>
                  <a:cubicBezTo>
                    <a:pt x="8468" y="4546"/>
                    <a:pt x="8730" y="4496"/>
                    <a:pt x="9096" y="4496"/>
                  </a:cubicBezTo>
                  <a:cubicBezTo>
                    <a:pt x="9162" y="4496"/>
                    <a:pt x="9232" y="4498"/>
                    <a:pt x="9306" y="4502"/>
                  </a:cubicBezTo>
                  <a:cubicBezTo>
                    <a:pt x="9543" y="4502"/>
                    <a:pt x="10240" y="4748"/>
                    <a:pt x="10720" y="4748"/>
                  </a:cubicBezTo>
                  <a:cubicBezTo>
                    <a:pt x="11105" y="4748"/>
                    <a:pt x="11351" y="4589"/>
                    <a:pt x="11108" y="4016"/>
                  </a:cubicBezTo>
                  <a:cubicBezTo>
                    <a:pt x="11108" y="3872"/>
                    <a:pt x="10879" y="3730"/>
                    <a:pt x="10822" y="3643"/>
                  </a:cubicBezTo>
                  <a:cubicBezTo>
                    <a:pt x="9047" y="2127"/>
                    <a:pt x="7043" y="466"/>
                    <a:pt x="4726" y="93"/>
                  </a:cubicBezTo>
                  <a:cubicBezTo>
                    <a:pt x="4335" y="34"/>
                    <a:pt x="3880" y="0"/>
                    <a:pt x="3419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6643514" y="2251637"/>
              <a:ext cx="233405" cy="111191"/>
            </a:xfrm>
            <a:custGeom>
              <a:avLst/>
              <a:gdLst/>
              <a:ahLst/>
              <a:cxnLst/>
              <a:rect l="l" t="t" r="r" b="b"/>
              <a:pathLst>
                <a:path w="11539" h="5497" extrusionOk="0">
                  <a:moveTo>
                    <a:pt x="3294" y="717"/>
                  </a:moveTo>
                  <a:cubicBezTo>
                    <a:pt x="3722" y="717"/>
                    <a:pt x="4152" y="744"/>
                    <a:pt x="4553" y="802"/>
                  </a:cubicBezTo>
                  <a:cubicBezTo>
                    <a:pt x="6843" y="1175"/>
                    <a:pt x="8847" y="2893"/>
                    <a:pt x="10450" y="4267"/>
                  </a:cubicBezTo>
                  <a:cubicBezTo>
                    <a:pt x="10478" y="4294"/>
                    <a:pt x="10508" y="4294"/>
                    <a:pt x="10535" y="4324"/>
                  </a:cubicBezTo>
                  <a:cubicBezTo>
                    <a:pt x="10535" y="4351"/>
                    <a:pt x="10592" y="4409"/>
                    <a:pt x="10622" y="4438"/>
                  </a:cubicBezTo>
                  <a:cubicBezTo>
                    <a:pt x="10622" y="4466"/>
                    <a:pt x="10650" y="4496"/>
                    <a:pt x="10650" y="4523"/>
                  </a:cubicBezTo>
                  <a:cubicBezTo>
                    <a:pt x="10707" y="4638"/>
                    <a:pt x="10707" y="4695"/>
                    <a:pt x="10707" y="4752"/>
                  </a:cubicBezTo>
                  <a:lnTo>
                    <a:pt x="10592" y="4752"/>
                  </a:lnTo>
                  <a:cubicBezTo>
                    <a:pt x="10363" y="4752"/>
                    <a:pt x="10020" y="4667"/>
                    <a:pt x="9734" y="4610"/>
                  </a:cubicBezTo>
                  <a:cubicBezTo>
                    <a:pt x="9505" y="4553"/>
                    <a:pt x="9333" y="4523"/>
                    <a:pt x="9218" y="4523"/>
                  </a:cubicBezTo>
                  <a:cubicBezTo>
                    <a:pt x="9114" y="4514"/>
                    <a:pt x="9015" y="4511"/>
                    <a:pt x="8922" y="4511"/>
                  </a:cubicBezTo>
                  <a:cubicBezTo>
                    <a:pt x="8735" y="4511"/>
                    <a:pt x="8569" y="4523"/>
                    <a:pt x="8417" y="4523"/>
                  </a:cubicBezTo>
                  <a:cubicBezTo>
                    <a:pt x="8332" y="4553"/>
                    <a:pt x="8217" y="4553"/>
                    <a:pt x="8130" y="4553"/>
                  </a:cubicBezTo>
                  <a:cubicBezTo>
                    <a:pt x="7959" y="4553"/>
                    <a:pt x="7787" y="4553"/>
                    <a:pt x="7443" y="4038"/>
                  </a:cubicBezTo>
                  <a:cubicBezTo>
                    <a:pt x="6672" y="2806"/>
                    <a:pt x="6184" y="2606"/>
                    <a:pt x="5069" y="2205"/>
                  </a:cubicBezTo>
                  <a:cubicBezTo>
                    <a:pt x="4924" y="2148"/>
                    <a:pt x="4725" y="2091"/>
                    <a:pt x="4553" y="2004"/>
                  </a:cubicBezTo>
                  <a:cubicBezTo>
                    <a:pt x="3607" y="1603"/>
                    <a:pt x="3092" y="1576"/>
                    <a:pt x="2435" y="1576"/>
                  </a:cubicBezTo>
                  <a:lnTo>
                    <a:pt x="2119" y="1576"/>
                  </a:lnTo>
                  <a:cubicBezTo>
                    <a:pt x="1920" y="1576"/>
                    <a:pt x="1691" y="1546"/>
                    <a:pt x="1404" y="1546"/>
                  </a:cubicBezTo>
                  <a:cubicBezTo>
                    <a:pt x="1031" y="1518"/>
                    <a:pt x="859" y="1461"/>
                    <a:pt x="802" y="1431"/>
                  </a:cubicBezTo>
                  <a:cubicBezTo>
                    <a:pt x="859" y="1317"/>
                    <a:pt x="1088" y="1118"/>
                    <a:pt x="1576" y="946"/>
                  </a:cubicBezTo>
                  <a:cubicBezTo>
                    <a:pt x="2004" y="802"/>
                    <a:pt x="2607" y="717"/>
                    <a:pt x="3294" y="717"/>
                  </a:cubicBezTo>
                  <a:close/>
                  <a:moveTo>
                    <a:pt x="3294" y="0"/>
                  </a:moveTo>
                  <a:cubicBezTo>
                    <a:pt x="2778" y="0"/>
                    <a:pt x="2004" y="57"/>
                    <a:pt x="1347" y="259"/>
                  </a:cubicBezTo>
                  <a:cubicBezTo>
                    <a:pt x="516" y="545"/>
                    <a:pt x="0" y="1060"/>
                    <a:pt x="87" y="1546"/>
                  </a:cubicBezTo>
                  <a:cubicBezTo>
                    <a:pt x="115" y="1832"/>
                    <a:pt x="374" y="2233"/>
                    <a:pt x="1375" y="2263"/>
                  </a:cubicBezTo>
                  <a:cubicBezTo>
                    <a:pt x="1661" y="2290"/>
                    <a:pt x="1890" y="2290"/>
                    <a:pt x="2119" y="2290"/>
                  </a:cubicBezTo>
                  <a:lnTo>
                    <a:pt x="2435" y="2290"/>
                  </a:lnTo>
                  <a:cubicBezTo>
                    <a:pt x="3035" y="2290"/>
                    <a:pt x="3436" y="2320"/>
                    <a:pt x="4267" y="2691"/>
                  </a:cubicBezTo>
                  <a:cubicBezTo>
                    <a:pt x="4466" y="2748"/>
                    <a:pt x="4668" y="2835"/>
                    <a:pt x="4840" y="2893"/>
                  </a:cubicBezTo>
                  <a:cubicBezTo>
                    <a:pt x="5870" y="3293"/>
                    <a:pt x="6184" y="3408"/>
                    <a:pt x="6843" y="4438"/>
                  </a:cubicBezTo>
                  <a:cubicBezTo>
                    <a:pt x="7272" y="5038"/>
                    <a:pt x="7615" y="5267"/>
                    <a:pt x="8130" y="5267"/>
                  </a:cubicBezTo>
                  <a:lnTo>
                    <a:pt x="8474" y="5267"/>
                  </a:lnTo>
                  <a:cubicBezTo>
                    <a:pt x="8618" y="5240"/>
                    <a:pt x="8760" y="5240"/>
                    <a:pt x="8932" y="5240"/>
                  </a:cubicBezTo>
                  <a:lnTo>
                    <a:pt x="9191" y="5240"/>
                  </a:lnTo>
                  <a:cubicBezTo>
                    <a:pt x="9248" y="5240"/>
                    <a:pt x="9447" y="5297"/>
                    <a:pt x="9592" y="5325"/>
                  </a:cubicBezTo>
                  <a:cubicBezTo>
                    <a:pt x="9878" y="5382"/>
                    <a:pt x="10279" y="5496"/>
                    <a:pt x="10592" y="5496"/>
                  </a:cubicBezTo>
                  <a:cubicBezTo>
                    <a:pt x="10936" y="5496"/>
                    <a:pt x="11195" y="5382"/>
                    <a:pt x="11337" y="5153"/>
                  </a:cubicBezTo>
                  <a:cubicBezTo>
                    <a:pt x="11538" y="4839"/>
                    <a:pt x="11424" y="4466"/>
                    <a:pt x="11337" y="4294"/>
                  </a:cubicBezTo>
                  <a:cubicBezTo>
                    <a:pt x="11309" y="4038"/>
                    <a:pt x="11108" y="3893"/>
                    <a:pt x="10993" y="3779"/>
                  </a:cubicBezTo>
                  <a:lnTo>
                    <a:pt x="10936" y="3751"/>
                  </a:lnTo>
                  <a:cubicBezTo>
                    <a:pt x="9248" y="2290"/>
                    <a:pt x="7157" y="488"/>
                    <a:pt x="4668" y="87"/>
                  </a:cubicBezTo>
                  <a:cubicBezTo>
                    <a:pt x="4237" y="30"/>
                    <a:pt x="3779" y="0"/>
                    <a:pt x="3294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6856610" y="2351105"/>
              <a:ext cx="143635" cy="53097"/>
            </a:xfrm>
            <a:custGeom>
              <a:avLst/>
              <a:gdLst/>
              <a:ahLst/>
              <a:cxnLst/>
              <a:rect l="l" t="t" r="r" b="b"/>
              <a:pathLst>
                <a:path w="7101" h="2625" extrusionOk="0">
                  <a:moveTo>
                    <a:pt x="2525" y="0"/>
                  </a:moveTo>
                  <a:cubicBezTo>
                    <a:pt x="2306" y="0"/>
                    <a:pt x="2103" y="45"/>
                    <a:pt x="1948" y="179"/>
                  </a:cubicBezTo>
                  <a:cubicBezTo>
                    <a:pt x="1691" y="465"/>
                    <a:pt x="1890" y="895"/>
                    <a:pt x="1691" y="1182"/>
                  </a:cubicBezTo>
                  <a:cubicBezTo>
                    <a:pt x="1405" y="1495"/>
                    <a:pt x="1004" y="1411"/>
                    <a:pt x="803" y="1640"/>
                  </a:cubicBezTo>
                  <a:cubicBezTo>
                    <a:pt x="1" y="2479"/>
                    <a:pt x="1060" y="2625"/>
                    <a:pt x="2141" y="2625"/>
                  </a:cubicBezTo>
                  <a:cubicBezTo>
                    <a:pt x="2717" y="2625"/>
                    <a:pt x="3300" y="2583"/>
                    <a:pt x="3608" y="2583"/>
                  </a:cubicBezTo>
                  <a:cubicBezTo>
                    <a:pt x="4295" y="2583"/>
                    <a:pt x="7101" y="2270"/>
                    <a:pt x="6615" y="980"/>
                  </a:cubicBezTo>
                  <a:cubicBezTo>
                    <a:pt x="6272" y="37"/>
                    <a:pt x="4210" y="552"/>
                    <a:pt x="3608" y="179"/>
                  </a:cubicBezTo>
                  <a:lnTo>
                    <a:pt x="3665" y="179"/>
                  </a:lnTo>
                  <a:cubicBezTo>
                    <a:pt x="3355" y="142"/>
                    <a:pt x="2914" y="0"/>
                    <a:pt x="2525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6857784" y="2343862"/>
              <a:ext cx="142462" cy="67621"/>
            </a:xfrm>
            <a:custGeom>
              <a:avLst/>
              <a:gdLst/>
              <a:ahLst/>
              <a:cxnLst/>
              <a:rect l="l" t="t" r="r" b="b"/>
              <a:pathLst>
                <a:path w="7043" h="3343" extrusionOk="0">
                  <a:moveTo>
                    <a:pt x="2488" y="732"/>
                  </a:moveTo>
                  <a:cubicBezTo>
                    <a:pt x="2716" y="732"/>
                    <a:pt x="2998" y="788"/>
                    <a:pt x="3207" y="823"/>
                  </a:cubicBezTo>
                  <a:cubicBezTo>
                    <a:pt x="3264" y="853"/>
                    <a:pt x="3321" y="853"/>
                    <a:pt x="3378" y="880"/>
                  </a:cubicBezTo>
                  <a:cubicBezTo>
                    <a:pt x="3694" y="1024"/>
                    <a:pt x="4152" y="1052"/>
                    <a:pt x="4668" y="1052"/>
                  </a:cubicBezTo>
                  <a:cubicBezTo>
                    <a:pt x="5297" y="1082"/>
                    <a:pt x="6099" y="1109"/>
                    <a:pt x="6214" y="1453"/>
                  </a:cubicBezTo>
                  <a:cubicBezTo>
                    <a:pt x="6271" y="1624"/>
                    <a:pt x="6241" y="1739"/>
                    <a:pt x="6184" y="1796"/>
                  </a:cubicBezTo>
                  <a:cubicBezTo>
                    <a:pt x="5840" y="2311"/>
                    <a:pt x="4294" y="2570"/>
                    <a:pt x="3550" y="2570"/>
                  </a:cubicBezTo>
                  <a:lnTo>
                    <a:pt x="2978" y="2570"/>
                  </a:lnTo>
                  <a:cubicBezTo>
                    <a:pt x="2780" y="2582"/>
                    <a:pt x="2408" y="2599"/>
                    <a:pt x="2025" y="2599"/>
                  </a:cubicBezTo>
                  <a:cubicBezTo>
                    <a:pt x="1519" y="2599"/>
                    <a:pt x="995" y="2569"/>
                    <a:pt x="832" y="2456"/>
                  </a:cubicBezTo>
                  <a:cubicBezTo>
                    <a:pt x="832" y="2426"/>
                    <a:pt x="889" y="2341"/>
                    <a:pt x="1003" y="2227"/>
                  </a:cubicBezTo>
                  <a:cubicBezTo>
                    <a:pt x="1031" y="2197"/>
                    <a:pt x="1145" y="2169"/>
                    <a:pt x="1232" y="2169"/>
                  </a:cubicBezTo>
                  <a:cubicBezTo>
                    <a:pt x="1404" y="2112"/>
                    <a:pt x="1661" y="2025"/>
                    <a:pt x="1890" y="1796"/>
                  </a:cubicBezTo>
                  <a:lnTo>
                    <a:pt x="1919" y="1769"/>
                  </a:lnTo>
                  <a:cubicBezTo>
                    <a:pt x="2091" y="1540"/>
                    <a:pt x="2091" y="1311"/>
                    <a:pt x="2091" y="1109"/>
                  </a:cubicBezTo>
                  <a:cubicBezTo>
                    <a:pt x="2091" y="937"/>
                    <a:pt x="2119" y="853"/>
                    <a:pt x="2149" y="823"/>
                  </a:cubicBezTo>
                  <a:cubicBezTo>
                    <a:pt x="2216" y="756"/>
                    <a:pt x="2340" y="732"/>
                    <a:pt x="2488" y="732"/>
                  </a:cubicBezTo>
                  <a:close/>
                  <a:moveTo>
                    <a:pt x="2481" y="0"/>
                  </a:moveTo>
                  <a:cubicBezTo>
                    <a:pt x="2177" y="0"/>
                    <a:pt x="1876" y="65"/>
                    <a:pt x="1633" y="280"/>
                  </a:cubicBezTo>
                  <a:cubicBezTo>
                    <a:pt x="1404" y="537"/>
                    <a:pt x="1374" y="853"/>
                    <a:pt x="1374" y="1082"/>
                  </a:cubicBezTo>
                  <a:cubicBezTo>
                    <a:pt x="1374" y="1166"/>
                    <a:pt x="1374" y="1281"/>
                    <a:pt x="1347" y="1338"/>
                  </a:cubicBezTo>
                  <a:cubicBezTo>
                    <a:pt x="1260" y="1395"/>
                    <a:pt x="1175" y="1425"/>
                    <a:pt x="1031" y="1453"/>
                  </a:cubicBezTo>
                  <a:cubicBezTo>
                    <a:pt x="859" y="1510"/>
                    <a:pt x="630" y="1567"/>
                    <a:pt x="458" y="1739"/>
                  </a:cubicBezTo>
                  <a:cubicBezTo>
                    <a:pt x="115" y="2112"/>
                    <a:pt x="0" y="2456"/>
                    <a:pt x="145" y="2770"/>
                  </a:cubicBezTo>
                  <a:cubicBezTo>
                    <a:pt x="344" y="3228"/>
                    <a:pt x="1061" y="3342"/>
                    <a:pt x="2004" y="3342"/>
                  </a:cubicBezTo>
                  <a:cubicBezTo>
                    <a:pt x="2320" y="3342"/>
                    <a:pt x="2664" y="3315"/>
                    <a:pt x="3035" y="3315"/>
                  </a:cubicBezTo>
                  <a:cubicBezTo>
                    <a:pt x="3236" y="3315"/>
                    <a:pt x="3408" y="3285"/>
                    <a:pt x="3550" y="3285"/>
                  </a:cubicBezTo>
                  <a:cubicBezTo>
                    <a:pt x="3580" y="3285"/>
                    <a:pt x="6069" y="3257"/>
                    <a:pt x="6786" y="2227"/>
                  </a:cubicBezTo>
                  <a:cubicBezTo>
                    <a:pt x="6985" y="1911"/>
                    <a:pt x="7043" y="1567"/>
                    <a:pt x="6901" y="1224"/>
                  </a:cubicBezTo>
                  <a:cubicBezTo>
                    <a:pt x="6614" y="395"/>
                    <a:pt x="5554" y="365"/>
                    <a:pt x="4695" y="337"/>
                  </a:cubicBezTo>
                  <a:cubicBezTo>
                    <a:pt x="4409" y="337"/>
                    <a:pt x="4065" y="308"/>
                    <a:pt x="3866" y="280"/>
                  </a:cubicBezTo>
                  <a:cubicBezTo>
                    <a:pt x="3809" y="223"/>
                    <a:pt x="3752" y="193"/>
                    <a:pt x="3665" y="193"/>
                  </a:cubicBezTo>
                  <a:cubicBezTo>
                    <a:pt x="3580" y="166"/>
                    <a:pt x="3465" y="136"/>
                    <a:pt x="3351" y="108"/>
                  </a:cubicBezTo>
                  <a:cubicBezTo>
                    <a:pt x="3093" y="65"/>
                    <a:pt x="2785" y="0"/>
                    <a:pt x="24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7346202" y="1505738"/>
              <a:ext cx="161335" cy="116146"/>
            </a:xfrm>
            <a:custGeom>
              <a:avLst/>
              <a:gdLst/>
              <a:ahLst/>
              <a:cxnLst/>
              <a:rect l="l" t="t" r="r" b="b"/>
              <a:pathLst>
                <a:path w="7976" h="5742" extrusionOk="0">
                  <a:moveTo>
                    <a:pt x="5085" y="1"/>
                  </a:moveTo>
                  <a:cubicBezTo>
                    <a:pt x="4341" y="317"/>
                    <a:pt x="4140" y="1089"/>
                    <a:pt x="3654" y="1691"/>
                  </a:cubicBezTo>
                  <a:cubicBezTo>
                    <a:pt x="3052" y="2406"/>
                    <a:pt x="2078" y="2836"/>
                    <a:pt x="1334" y="3409"/>
                  </a:cubicBezTo>
                  <a:cubicBezTo>
                    <a:pt x="1" y="4523"/>
                    <a:pt x="717" y="4743"/>
                    <a:pt x="1852" y="4743"/>
                  </a:cubicBezTo>
                  <a:cubicBezTo>
                    <a:pt x="2595" y="4743"/>
                    <a:pt x="3517" y="4649"/>
                    <a:pt x="4162" y="4649"/>
                  </a:cubicBezTo>
                  <a:cubicBezTo>
                    <a:pt x="4455" y="4649"/>
                    <a:pt x="4691" y="4669"/>
                    <a:pt x="4827" y="4726"/>
                  </a:cubicBezTo>
                  <a:cubicBezTo>
                    <a:pt x="5517" y="4938"/>
                    <a:pt x="5813" y="5742"/>
                    <a:pt x="6493" y="5742"/>
                  </a:cubicBezTo>
                  <a:cubicBezTo>
                    <a:pt x="6545" y="5742"/>
                    <a:pt x="6601" y="5737"/>
                    <a:pt x="6659" y="5726"/>
                  </a:cubicBezTo>
                  <a:cubicBezTo>
                    <a:pt x="7976" y="5440"/>
                    <a:pt x="7147" y="4868"/>
                    <a:pt x="7002" y="4295"/>
                  </a:cubicBezTo>
                  <a:cubicBezTo>
                    <a:pt x="6888" y="3780"/>
                    <a:pt x="6746" y="4009"/>
                    <a:pt x="6803" y="3409"/>
                  </a:cubicBezTo>
                  <a:cubicBezTo>
                    <a:pt x="6803" y="3065"/>
                    <a:pt x="7433" y="2921"/>
                    <a:pt x="7289" y="2406"/>
                  </a:cubicBezTo>
                  <a:cubicBezTo>
                    <a:pt x="7210" y="1942"/>
                    <a:pt x="7010" y="1787"/>
                    <a:pt x="6763" y="1787"/>
                  </a:cubicBezTo>
                  <a:cubicBezTo>
                    <a:pt x="6386" y="1787"/>
                    <a:pt x="5900" y="2148"/>
                    <a:pt x="5571" y="2321"/>
                  </a:cubicBezTo>
                  <a:cubicBezTo>
                    <a:pt x="5028" y="1691"/>
                    <a:pt x="6746" y="317"/>
                    <a:pt x="537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7347699" y="1498577"/>
              <a:ext cx="157532" cy="130589"/>
            </a:xfrm>
            <a:custGeom>
              <a:avLst/>
              <a:gdLst/>
              <a:ahLst/>
              <a:cxnLst/>
              <a:rect l="l" t="t" r="r" b="b"/>
              <a:pathLst>
                <a:path w="7788" h="6456" extrusionOk="0">
                  <a:moveTo>
                    <a:pt x="5153" y="699"/>
                  </a:moveTo>
                  <a:cubicBezTo>
                    <a:pt x="5183" y="699"/>
                    <a:pt x="5211" y="728"/>
                    <a:pt x="5211" y="728"/>
                  </a:cubicBezTo>
                  <a:cubicBezTo>
                    <a:pt x="5440" y="756"/>
                    <a:pt x="5469" y="843"/>
                    <a:pt x="5469" y="843"/>
                  </a:cubicBezTo>
                  <a:cubicBezTo>
                    <a:pt x="5527" y="928"/>
                    <a:pt x="5355" y="1271"/>
                    <a:pt x="5298" y="1443"/>
                  </a:cubicBezTo>
                  <a:cubicBezTo>
                    <a:pt x="5096" y="1901"/>
                    <a:pt x="4840" y="2473"/>
                    <a:pt x="5211" y="2931"/>
                  </a:cubicBezTo>
                  <a:cubicBezTo>
                    <a:pt x="5287" y="3008"/>
                    <a:pt x="5403" y="3047"/>
                    <a:pt x="5514" y="3047"/>
                  </a:cubicBezTo>
                  <a:cubicBezTo>
                    <a:pt x="5568" y="3047"/>
                    <a:pt x="5622" y="3037"/>
                    <a:pt x="5669" y="3018"/>
                  </a:cubicBezTo>
                  <a:cubicBezTo>
                    <a:pt x="5756" y="2961"/>
                    <a:pt x="5840" y="2904"/>
                    <a:pt x="5955" y="2847"/>
                  </a:cubicBezTo>
                  <a:cubicBezTo>
                    <a:pt x="6131" y="2747"/>
                    <a:pt x="6503" y="2515"/>
                    <a:pt x="6671" y="2515"/>
                  </a:cubicBezTo>
                  <a:cubicBezTo>
                    <a:pt x="6695" y="2515"/>
                    <a:pt x="6715" y="2520"/>
                    <a:pt x="6729" y="2531"/>
                  </a:cubicBezTo>
                  <a:cubicBezTo>
                    <a:pt x="6757" y="2531"/>
                    <a:pt x="6814" y="2618"/>
                    <a:pt x="6871" y="2847"/>
                  </a:cubicBezTo>
                  <a:cubicBezTo>
                    <a:pt x="6871" y="2931"/>
                    <a:pt x="6871" y="2961"/>
                    <a:pt x="6699" y="3133"/>
                  </a:cubicBezTo>
                  <a:cubicBezTo>
                    <a:pt x="6557" y="3275"/>
                    <a:pt x="6386" y="3476"/>
                    <a:pt x="6386" y="3733"/>
                  </a:cubicBezTo>
                  <a:cubicBezTo>
                    <a:pt x="6328" y="4134"/>
                    <a:pt x="6356" y="4278"/>
                    <a:pt x="6470" y="4477"/>
                  </a:cubicBezTo>
                  <a:cubicBezTo>
                    <a:pt x="6527" y="4534"/>
                    <a:pt x="6557" y="4592"/>
                    <a:pt x="6585" y="4736"/>
                  </a:cubicBezTo>
                  <a:cubicBezTo>
                    <a:pt x="6642" y="4935"/>
                    <a:pt x="6729" y="5107"/>
                    <a:pt x="6814" y="5251"/>
                  </a:cubicBezTo>
                  <a:cubicBezTo>
                    <a:pt x="6871" y="5366"/>
                    <a:pt x="6958" y="5538"/>
                    <a:pt x="6958" y="5565"/>
                  </a:cubicBezTo>
                  <a:cubicBezTo>
                    <a:pt x="6958" y="5565"/>
                    <a:pt x="6901" y="5652"/>
                    <a:pt x="6527" y="5737"/>
                  </a:cubicBezTo>
                  <a:cubicBezTo>
                    <a:pt x="6491" y="5744"/>
                    <a:pt x="6455" y="5748"/>
                    <a:pt x="6422" y="5748"/>
                  </a:cubicBezTo>
                  <a:cubicBezTo>
                    <a:pt x="6195" y="5748"/>
                    <a:pt x="6032" y="5585"/>
                    <a:pt x="5783" y="5336"/>
                  </a:cubicBezTo>
                  <a:cubicBezTo>
                    <a:pt x="5527" y="5107"/>
                    <a:pt x="5240" y="4851"/>
                    <a:pt x="4897" y="4736"/>
                  </a:cubicBezTo>
                  <a:cubicBezTo>
                    <a:pt x="4695" y="4679"/>
                    <a:pt x="4466" y="4649"/>
                    <a:pt x="4123" y="4649"/>
                  </a:cubicBezTo>
                  <a:cubicBezTo>
                    <a:pt x="3809" y="4649"/>
                    <a:pt x="3436" y="4649"/>
                    <a:pt x="3008" y="4679"/>
                  </a:cubicBezTo>
                  <a:cubicBezTo>
                    <a:pt x="2672" y="4709"/>
                    <a:pt x="2190" y="4740"/>
                    <a:pt x="1765" y="4740"/>
                  </a:cubicBezTo>
                  <a:cubicBezTo>
                    <a:pt x="1393" y="4740"/>
                    <a:pt x="1064" y="4716"/>
                    <a:pt x="917" y="4649"/>
                  </a:cubicBezTo>
                  <a:cubicBezTo>
                    <a:pt x="946" y="4564"/>
                    <a:pt x="1088" y="4392"/>
                    <a:pt x="1462" y="4049"/>
                  </a:cubicBezTo>
                  <a:cubicBezTo>
                    <a:pt x="1718" y="3877"/>
                    <a:pt x="2004" y="3676"/>
                    <a:pt x="2291" y="3504"/>
                  </a:cubicBezTo>
                  <a:cubicBezTo>
                    <a:pt x="2863" y="3133"/>
                    <a:pt x="3436" y="2789"/>
                    <a:pt x="3866" y="2274"/>
                  </a:cubicBezTo>
                  <a:cubicBezTo>
                    <a:pt x="4038" y="2045"/>
                    <a:pt x="4180" y="1844"/>
                    <a:pt x="4295" y="1615"/>
                  </a:cubicBezTo>
                  <a:cubicBezTo>
                    <a:pt x="4553" y="1214"/>
                    <a:pt x="4753" y="870"/>
                    <a:pt x="5153" y="699"/>
                  </a:cubicBezTo>
                  <a:close/>
                  <a:moveTo>
                    <a:pt x="5309" y="0"/>
                  </a:moveTo>
                  <a:cubicBezTo>
                    <a:pt x="5250" y="0"/>
                    <a:pt x="5194" y="20"/>
                    <a:pt x="5153" y="41"/>
                  </a:cubicBezTo>
                  <a:cubicBezTo>
                    <a:pt x="5105" y="24"/>
                    <a:pt x="5055" y="8"/>
                    <a:pt x="5006" y="8"/>
                  </a:cubicBezTo>
                  <a:cubicBezTo>
                    <a:pt x="4970" y="8"/>
                    <a:pt x="4933" y="17"/>
                    <a:pt x="4897" y="41"/>
                  </a:cubicBezTo>
                  <a:cubicBezTo>
                    <a:pt x="4267" y="270"/>
                    <a:pt x="3951" y="786"/>
                    <a:pt x="3665" y="1244"/>
                  </a:cubicBezTo>
                  <a:cubicBezTo>
                    <a:pt x="3550" y="1443"/>
                    <a:pt x="3436" y="1644"/>
                    <a:pt x="3294" y="1786"/>
                  </a:cubicBezTo>
                  <a:cubicBezTo>
                    <a:pt x="2950" y="2217"/>
                    <a:pt x="2435" y="2560"/>
                    <a:pt x="1920" y="2874"/>
                  </a:cubicBezTo>
                  <a:cubicBezTo>
                    <a:pt x="1604" y="3076"/>
                    <a:pt x="1317" y="3275"/>
                    <a:pt x="1031" y="3504"/>
                  </a:cubicBezTo>
                  <a:cubicBezTo>
                    <a:pt x="546" y="3905"/>
                    <a:pt x="1" y="4420"/>
                    <a:pt x="202" y="4935"/>
                  </a:cubicBezTo>
                  <a:cubicBezTo>
                    <a:pt x="382" y="5357"/>
                    <a:pt x="913" y="5469"/>
                    <a:pt x="1766" y="5469"/>
                  </a:cubicBezTo>
                  <a:cubicBezTo>
                    <a:pt x="2131" y="5469"/>
                    <a:pt x="2555" y="5448"/>
                    <a:pt x="3035" y="5423"/>
                  </a:cubicBezTo>
                  <a:cubicBezTo>
                    <a:pt x="3366" y="5392"/>
                    <a:pt x="3749" y="5368"/>
                    <a:pt x="4064" y="5368"/>
                  </a:cubicBezTo>
                  <a:cubicBezTo>
                    <a:pt x="4322" y="5368"/>
                    <a:pt x="4535" y="5384"/>
                    <a:pt x="4638" y="5423"/>
                  </a:cubicBezTo>
                  <a:cubicBezTo>
                    <a:pt x="4867" y="5480"/>
                    <a:pt x="5069" y="5680"/>
                    <a:pt x="5268" y="5881"/>
                  </a:cubicBezTo>
                  <a:cubicBezTo>
                    <a:pt x="5543" y="6128"/>
                    <a:pt x="5872" y="6455"/>
                    <a:pt x="6382" y="6455"/>
                  </a:cubicBezTo>
                  <a:cubicBezTo>
                    <a:pt x="6402" y="6455"/>
                    <a:pt x="6422" y="6455"/>
                    <a:pt x="6443" y="6454"/>
                  </a:cubicBezTo>
                  <a:lnTo>
                    <a:pt x="6672" y="6454"/>
                  </a:lnTo>
                  <a:cubicBezTo>
                    <a:pt x="7015" y="6367"/>
                    <a:pt x="7473" y="6225"/>
                    <a:pt x="7615" y="5881"/>
                  </a:cubicBezTo>
                  <a:cubicBezTo>
                    <a:pt x="7787" y="5508"/>
                    <a:pt x="7615" y="5194"/>
                    <a:pt x="7444" y="4908"/>
                  </a:cubicBezTo>
                  <a:cubicBezTo>
                    <a:pt x="7386" y="4793"/>
                    <a:pt x="7329" y="4649"/>
                    <a:pt x="7302" y="4534"/>
                  </a:cubicBezTo>
                  <a:cubicBezTo>
                    <a:pt x="7215" y="4305"/>
                    <a:pt x="7157" y="4191"/>
                    <a:pt x="7073" y="4076"/>
                  </a:cubicBezTo>
                  <a:cubicBezTo>
                    <a:pt x="7073" y="4049"/>
                    <a:pt x="7073" y="4019"/>
                    <a:pt x="7100" y="3790"/>
                  </a:cubicBezTo>
                  <a:cubicBezTo>
                    <a:pt x="7100" y="3763"/>
                    <a:pt x="7187" y="3676"/>
                    <a:pt x="7215" y="3648"/>
                  </a:cubicBezTo>
                  <a:cubicBezTo>
                    <a:pt x="7416" y="3447"/>
                    <a:pt x="7702" y="3160"/>
                    <a:pt x="7588" y="2702"/>
                  </a:cubicBezTo>
                  <a:cubicBezTo>
                    <a:pt x="7501" y="2274"/>
                    <a:pt x="7329" y="1988"/>
                    <a:pt x="7043" y="1844"/>
                  </a:cubicBezTo>
                  <a:cubicBezTo>
                    <a:pt x="6936" y="1798"/>
                    <a:pt x="6826" y="1779"/>
                    <a:pt x="6714" y="1779"/>
                  </a:cubicBezTo>
                  <a:cubicBezTo>
                    <a:pt x="6405" y="1779"/>
                    <a:pt x="6085" y="1926"/>
                    <a:pt x="5813" y="2073"/>
                  </a:cubicBezTo>
                  <a:cubicBezTo>
                    <a:pt x="5840" y="1958"/>
                    <a:pt x="5898" y="1844"/>
                    <a:pt x="5955" y="1729"/>
                  </a:cubicBezTo>
                  <a:cubicBezTo>
                    <a:pt x="6127" y="1328"/>
                    <a:pt x="6328" y="900"/>
                    <a:pt x="6127" y="499"/>
                  </a:cubicBezTo>
                  <a:cubicBezTo>
                    <a:pt x="5985" y="240"/>
                    <a:pt x="5726" y="98"/>
                    <a:pt x="5382" y="11"/>
                  </a:cubicBezTo>
                  <a:cubicBezTo>
                    <a:pt x="5358" y="3"/>
                    <a:pt x="5333" y="0"/>
                    <a:pt x="530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6688221" y="1563008"/>
              <a:ext cx="241375" cy="204925"/>
            </a:xfrm>
            <a:custGeom>
              <a:avLst/>
              <a:gdLst/>
              <a:ahLst/>
              <a:cxnLst/>
              <a:rect l="l" t="t" r="r" b="b"/>
              <a:pathLst>
                <a:path w="11933" h="10131" extrusionOk="0">
                  <a:moveTo>
                    <a:pt x="6503" y="0"/>
                  </a:moveTo>
                  <a:cubicBezTo>
                    <a:pt x="5954" y="0"/>
                    <a:pt x="5368" y="281"/>
                    <a:pt x="4805" y="578"/>
                  </a:cubicBezTo>
                  <a:cubicBezTo>
                    <a:pt x="3775" y="1178"/>
                    <a:pt x="2744" y="1093"/>
                    <a:pt x="1713" y="1608"/>
                  </a:cubicBezTo>
                  <a:cubicBezTo>
                    <a:pt x="661" y="2197"/>
                    <a:pt x="0" y="3017"/>
                    <a:pt x="1253" y="3017"/>
                  </a:cubicBezTo>
                  <a:cubicBezTo>
                    <a:pt x="1399" y="3017"/>
                    <a:pt x="1571" y="3006"/>
                    <a:pt x="1771" y="2982"/>
                  </a:cubicBezTo>
                  <a:cubicBezTo>
                    <a:pt x="2720" y="2865"/>
                    <a:pt x="3614" y="2375"/>
                    <a:pt x="4544" y="2375"/>
                  </a:cubicBezTo>
                  <a:cubicBezTo>
                    <a:pt x="4762" y="2375"/>
                    <a:pt x="4983" y="2402"/>
                    <a:pt x="5206" y="2467"/>
                  </a:cubicBezTo>
                  <a:cubicBezTo>
                    <a:pt x="6866" y="2895"/>
                    <a:pt x="5836" y="3555"/>
                    <a:pt x="4805" y="3926"/>
                  </a:cubicBezTo>
                  <a:cubicBezTo>
                    <a:pt x="3573" y="4356"/>
                    <a:pt x="3630" y="4727"/>
                    <a:pt x="3030" y="5872"/>
                  </a:cubicBezTo>
                  <a:cubicBezTo>
                    <a:pt x="2687" y="6589"/>
                    <a:pt x="1313" y="7677"/>
                    <a:pt x="1713" y="8621"/>
                  </a:cubicBezTo>
                  <a:cubicBezTo>
                    <a:pt x="1882" y="9049"/>
                    <a:pt x="2072" y="9214"/>
                    <a:pt x="2269" y="9214"/>
                  </a:cubicBezTo>
                  <a:cubicBezTo>
                    <a:pt x="2809" y="9214"/>
                    <a:pt x="3394" y="7974"/>
                    <a:pt x="3688" y="7533"/>
                  </a:cubicBezTo>
                  <a:cubicBezTo>
                    <a:pt x="4175" y="6761"/>
                    <a:pt x="5492" y="4929"/>
                    <a:pt x="6436" y="4727"/>
                  </a:cubicBezTo>
                  <a:cubicBezTo>
                    <a:pt x="6522" y="4709"/>
                    <a:pt x="6604" y="4700"/>
                    <a:pt x="6681" y="4700"/>
                  </a:cubicBezTo>
                  <a:cubicBezTo>
                    <a:pt x="7783" y="4700"/>
                    <a:pt x="7976" y="6507"/>
                    <a:pt x="7466" y="7391"/>
                  </a:cubicBezTo>
                  <a:cubicBezTo>
                    <a:pt x="7210" y="8048"/>
                    <a:pt x="6378" y="8048"/>
                    <a:pt x="6237" y="8765"/>
                  </a:cubicBezTo>
                  <a:cubicBezTo>
                    <a:pt x="6092" y="9566"/>
                    <a:pt x="6637" y="9937"/>
                    <a:pt x="7324" y="10082"/>
                  </a:cubicBezTo>
                  <a:cubicBezTo>
                    <a:pt x="7472" y="10115"/>
                    <a:pt x="7643" y="10130"/>
                    <a:pt x="7830" y="10130"/>
                  </a:cubicBezTo>
                  <a:cubicBezTo>
                    <a:pt x="8951" y="10130"/>
                    <a:pt x="10636" y="9565"/>
                    <a:pt x="11103" y="8708"/>
                  </a:cubicBezTo>
                  <a:lnTo>
                    <a:pt x="11046" y="8708"/>
                  </a:lnTo>
                  <a:cubicBezTo>
                    <a:pt x="11825" y="8075"/>
                    <a:pt x="11646" y="7884"/>
                    <a:pt x="11143" y="7884"/>
                  </a:cubicBezTo>
                  <a:cubicBezTo>
                    <a:pt x="10372" y="7884"/>
                    <a:pt x="8840" y="8334"/>
                    <a:pt x="8840" y="8334"/>
                  </a:cubicBezTo>
                  <a:cubicBezTo>
                    <a:pt x="7753" y="7849"/>
                    <a:pt x="10015" y="5815"/>
                    <a:pt x="10416" y="5586"/>
                  </a:cubicBezTo>
                  <a:cubicBezTo>
                    <a:pt x="11046" y="5300"/>
                    <a:pt x="11932" y="5586"/>
                    <a:pt x="11646" y="4269"/>
                  </a:cubicBezTo>
                  <a:cubicBezTo>
                    <a:pt x="11447" y="3353"/>
                    <a:pt x="10902" y="3555"/>
                    <a:pt x="10072" y="3498"/>
                  </a:cubicBezTo>
                  <a:cubicBezTo>
                    <a:pt x="9470" y="3411"/>
                    <a:pt x="8554" y="3411"/>
                    <a:pt x="8211" y="2696"/>
                  </a:cubicBezTo>
                  <a:cubicBezTo>
                    <a:pt x="7897" y="2124"/>
                    <a:pt x="8497" y="1521"/>
                    <a:pt x="8011" y="1036"/>
                  </a:cubicBezTo>
                  <a:lnTo>
                    <a:pt x="7897" y="949"/>
                  </a:lnTo>
                  <a:cubicBezTo>
                    <a:pt x="7496" y="245"/>
                    <a:pt x="7015" y="0"/>
                    <a:pt x="650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6688686" y="1555765"/>
              <a:ext cx="244368" cy="219286"/>
            </a:xfrm>
            <a:custGeom>
              <a:avLst/>
              <a:gdLst/>
              <a:ahLst/>
              <a:cxnLst/>
              <a:rect l="l" t="t" r="r" b="b"/>
              <a:pathLst>
                <a:path w="12081" h="10841" extrusionOk="0">
                  <a:moveTo>
                    <a:pt x="6490" y="735"/>
                  </a:moveTo>
                  <a:cubicBezTo>
                    <a:pt x="6911" y="735"/>
                    <a:pt x="7239" y="955"/>
                    <a:pt x="7530" y="1478"/>
                  </a:cubicBezTo>
                  <a:cubicBezTo>
                    <a:pt x="7588" y="1565"/>
                    <a:pt x="7672" y="1623"/>
                    <a:pt x="7759" y="1650"/>
                  </a:cubicBezTo>
                  <a:cubicBezTo>
                    <a:pt x="7844" y="1765"/>
                    <a:pt x="7844" y="1879"/>
                    <a:pt x="7787" y="2166"/>
                  </a:cubicBezTo>
                  <a:cubicBezTo>
                    <a:pt x="7730" y="2452"/>
                    <a:pt x="7672" y="2853"/>
                    <a:pt x="7874" y="3196"/>
                  </a:cubicBezTo>
                  <a:cubicBezTo>
                    <a:pt x="8275" y="4027"/>
                    <a:pt x="9191" y="4112"/>
                    <a:pt x="9791" y="4169"/>
                  </a:cubicBezTo>
                  <a:lnTo>
                    <a:pt x="10020" y="4199"/>
                  </a:lnTo>
                  <a:cubicBezTo>
                    <a:pt x="10191" y="4227"/>
                    <a:pt x="10363" y="4227"/>
                    <a:pt x="10508" y="4227"/>
                  </a:cubicBezTo>
                  <a:cubicBezTo>
                    <a:pt x="11050" y="4227"/>
                    <a:pt x="11165" y="4227"/>
                    <a:pt x="11279" y="4714"/>
                  </a:cubicBezTo>
                  <a:cubicBezTo>
                    <a:pt x="11366" y="5115"/>
                    <a:pt x="11309" y="5230"/>
                    <a:pt x="11279" y="5287"/>
                  </a:cubicBezTo>
                  <a:cubicBezTo>
                    <a:pt x="11222" y="5372"/>
                    <a:pt x="11023" y="5401"/>
                    <a:pt x="10821" y="5459"/>
                  </a:cubicBezTo>
                  <a:cubicBezTo>
                    <a:pt x="10650" y="5486"/>
                    <a:pt x="10450" y="5516"/>
                    <a:pt x="10221" y="5630"/>
                  </a:cubicBezTo>
                  <a:cubicBezTo>
                    <a:pt x="9878" y="5802"/>
                    <a:pt x="8130" y="7291"/>
                    <a:pt x="8160" y="8292"/>
                  </a:cubicBezTo>
                  <a:cubicBezTo>
                    <a:pt x="8160" y="8608"/>
                    <a:pt x="8359" y="8894"/>
                    <a:pt x="8675" y="9036"/>
                  </a:cubicBezTo>
                  <a:cubicBezTo>
                    <a:pt x="8704" y="9051"/>
                    <a:pt x="8747" y="9058"/>
                    <a:pt x="8793" y="9058"/>
                  </a:cubicBezTo>
                  <a:cubicBezTo>
                    <a:pt x="8840" y="9058"/>
                    <a:pt x="8890" y="9051"/>
                    <a:pt x="8932" y="9036"/>
                  </a:cubicBezTo>
                  <a:cubicBezTo>
                    <a:pt x="9706" y="8807"/>
                    <a:pt x="10535" y="8635"/>
                    <a:pt x="10993" y="8608"/>
                  </a:cubicBezTo>
                  <a:lnTo>
                    <a:pt x="10993" y="8608"/>
                  </a:lnTo>
                  <a:cubicBezTo>
                    <a:pt x="10936" y="8665"/>
                    <a:pt x="10879" y="8722"/>
                    <a:pt x="10794" y="8779"/>
                  </a:cubicBezTo>
                  <a:cubicBezTo>
                    <a:pt x="10707" y="8837"/>
                    <a:pt x="10650" y="8951"/>
                    <a:pt x="10650" y="9066"/>
                  </a:cubicBezTo>
                  <a:cubicBezTo>
                    <a:pt x="10135" y="9704"/>
                    <a:pt x="8712" y="10132"/>
                    <a:pt x="7794" y="10132"/>
                  </a:cubicBezTo>
                  <a:cubicBezTo>
                    <a:pt x="7642" y="10132"/>
                    <a:pt x="7504" y="10121"/>
                    <a:pt x="7386" y="10096"/>
                  </a:cubicBezTo>
                  <a:cubicBezTo>
                    <a:pt x="6557" y="9895"/>
                    <a:pt x="6527" y="9524"/>
                    <a:pt x="6585" y="9208"/>
                  </a:cubicBezTo>
                  <a:cubicBezTo>
                    <a:pt x="6614" y="8979"/>
                    <a:pt x="6756" y="8864"/>
                    <a:pt x="7043" y="8692"/>
                  </a:cubicBezTo>
                  <a:cubicBezTo>
                    <a:pt x="7301" y="8521"/>
                    <a:pt x="7615" y="8292"/>
                    <a:pt x="7759" y="7948"/>
                  </a:cubicBezTo>
                  <a:cubicBezTo>
                    <a:pt x="8217" y="7176"/>
                    <a:pt x="8188" y="5887"/>
                    <a:pt x="7672" y="5230"/>
                  </a:cubicBezTo>
                  <a:cubicBezTo>
                    <a:pt x="7416" y="4856"/>
                    <a:pt x="7072" y="4685"/>
                    <a:pt x="6672" y="4685"/>
                  </a:cubicBezTo>
                  <a:cubicBezTo>
                    <a:pt x="6557" y="4685"/>
                    <a:pt x="6443" y="4685"/>
                    <a:pt x="6328" y="4714"/>
                  </a:cubicBezTo>
                  <a:cubicBezTo>
                    <a:pt x="5011" y="5028"/>
                    <a:pt x="3436" y="7605"/>
                    <a:pt x="3378" y="7692"/>
                  </a:cubicBezTo>
                  <a:cubicBezTo>
                    <a:pt x="3321" y="7806"/>
                    <a:pt x="3236" y="7948"/>
                    <a:pt x="3122" y="8092"/>
                  </a:cubicBezTo>
                  <a:cubicBezTo>
                    <a:pt x="2950" y="8379"/>
                    <a:pt x="2462" y="9208"/>
                    <a:pt x="2233" y="9208"/>
                  </a:cubicBezTo>
                  <a:cubicBezTo>
                    <a:pt x="2233" y="9208"/>
                    <a:pt x="2149" y="9180"/>
                    <a:pt x="2034" y="8837"/>
                  </a:cubicBezTo>
                  <a:cubicBezTo>
                    <a:pt x="1832" y="8379"/>
                    <a:pt x="2320" y="7776"/>
                    <a:pt x="2749" y="7204"/>
                  </a:cubicBezTo>
                  <a:cubicBezTo>
                    <a:pt x="2978" y="6918"/>
                    <a:pt x="3207" y="6661"/>
                    <a:pt x="3321" y="6402"/>
                  </a:cubicBezTo>
                  <a:cubicBezTo>
                    <a:pt x="3436" y="6173"/>
                    <a:pt x="3523" y="5974"/>
                    <a:pt x="3607" y="5802"/>
                  </a:cubicBezTo>
                  <a:cubicBezTo>
                    <a:pt x="3951" y="5115"/>
                    <a:pt x="4038" y="4914"/>
                    <a:pt x="4897" y="4627"/>
                  </a:cubicBezTo>
                  <a:cubicBezTo>
                    <a:pt x="5927" y="4256"/>
                    <a:pt x="6443" y="3826"/>
                    <a:pt x="6413" y="3368"/>
                  </a:cubicBezTo>
                  <a:cubicBezTo>
                    <a:pt x="6385" y="2825"/>
                    <a:pt x="5755" y="2596"/>
                    <a:pt x="5297" y="2482"/>
                  </a:cubicBezTo>
                  <a:cubicBezTo>
                    <a:pt x="5027" y="2400"/>
                    <a:pt x="4762" y="2367"/>
                    <a:pt x="4502" y="2367"/>
                  </a:cubicBezTo>
                  <a:cubicBezTo>
                    <a:pt x="3937" y="2367"/>
                    <a:pt x="3393" y="2524"/>
                    <a:pt x="2863" y="2681"/>
                  </a:cubicBezTo>
                  <a:cubicBezTo>
                    <a:pt x="2462" y="2825"/>
                    <a:pt x="2091" y="2940"/>
                    <a:pt x="1718" y="2967"/>
                  </a:cubicBezTo>
                  <a:cubicBezTo>
                    <a:pt x="1499" y="2996"/>
                    <a:pt x="1340" y="3003"/>
                    <a:pt x="1221" y="3003"/>
                  </a:cubicBezTo>
                  <a:cubicBezTo>
                    <a:pt x="1107" y="3003"/>
                    <a:pt x="1030" y="2997"/>
                    <a:pt x="974" y="2997"/>
                  </a:cubicBezTo>
                  <a:cubicBezTo>
                    <a:pt x="1061" y="2825"/>
                    <a:pt x="1347" y="2566"/>
                    <a:pt x="1862" y="2280"/>
                  </a:cubicBezTo>
                  <a:cubicBezTo>
                    <a:pt x="2290" y="2051"/>
                    <a:pt x="2749" y="1966"/>
                    <a:pt x="3236" y="1852"/>
                  </a:cubicBezTo>
                  <a:cubicBezTo>
                    <a:pt x="3779" y="1737"/>
                    <a:pt x="4352" y="1593"/>
                    <a:pt x="4954" y="1279"/>
                  </a:cubicBezTo>
                  <a:cubicBezTo>
                    <a:pt x="5587" y="941"/>
                    <a:pt x="6082" y="735"/>
                    <a:pt x="6490" y="735"/>
                  </a:cubicBezTo>
                  <a:close/>
                  <a:moveTo>
                    <a:pt x="6472" y="0"/>
                  </a:moveTo>
                  <a:cubicBezTo>
                    <a:pt x="5769" y="0"/>
                    <a:pt x="5079" y="370"/>
                    <a:pt x="4610" y="620"/>
                  </a:cubicBezTo>
                  <a:cubicBezTo>
                    <a:pt x="4095" y="906"/>
                    <a:pt x="3607" y="1020"/>
                    <a:pt x="3065" y="1135"/>
                  </a:cubicBezTo>
                  <a:cubicBezTo>
                    <a:pt x="2577" y="1249"/>
                    <a:pt x="2061" y="1364"/>
                    <a:pt x="1519" y="1650"/>
                  </a:cubicBezTo>
                  <a:cubicBezTo>
                    <a:pt x="1061" y="1909"/>
                    <a:pt x="0" y="2566"/>
                    <a:pt x="229" y="3226"/>
                  </a:cubicBezTo>
                  <a:cubicBezTo>
                    <a:pt x="349" y="3623"/>
                    <a:pt x="772" y="3731"/>
                    <a:pt x="1221" y="3731"/>
                  </a:cubicBezTo>
                  <a:cubicBezTo>
                    <a:pt x="1418" y="3731"/>
                    <a:pt x="1621" y="3710"/>
                    <a:pt x="1805" y="3684"/>
                  </a:cubicBezTo>
                  <a:cubicBezTo>
                    <a:pt x="2233" y="3654"/>
                    <a:pt x="2664" y="3512"/>
                    <a:pt x="3065" y="3398"/>
                  </a:cubicBezTo>
                  <a:cubicBezTo>
                    <a:pt x="3573" y="3235"/>
                    <a:pt x="4053" y="3086"/>
                    <a:pt x="4524" y="3086"/>
                  </a:cubicBezTo>
                  <a:cubicBezTo>
                    <a:pt x="4716" y="3086"/>
                    <a:pt x="4906" y="3110"/>
                    <a:pt x="5096" y="3169"/>
                  </a:cubicBezTo>
                  <a:cubicBezTo>
                    <a:pt x="5439" y="3283"/>
                    <a:pt x="5611" y="3368"/>
                    <a:pt x="5668" y="3398"/>
                  </a:cubicBezTo>
                  <a:cubicBezTo>
                    <a:pt x="5554" y="3512"/>
                    <a:pt x="5268" y="3711"/>
                    <a:pt x="4668" y="3940"/>
                  </a:cubicBezTo>
                  <a:cubicBezTo>
                    <a:pt x="3550" y="4314"/>
                    <a:pt x="3351" y="4685"/>
                    <a:pt x="2950" y="5486"/>
                  </a:cubicBezTo>
                  <a:cubicBezTo>
                    <a:pt x="2893" y="5658"/>
                    <a:pt x="2778" y="5859"/>
                    <a:pt x="2664" y="6088"/>
                  </a:cubicBezTo>
                  <a:cubicBezTo>
                    <a:pt x="2577" y="6260"/>
                    <a:pt x="2378" y="6517"/>
                    <a:pt x="2176" y="6776"/>
                  </a:cubicBezTo>
                  <a:cubicBezTo>
                    <a:pt x="1661" y="7433"/>
                    <a:pt x="1003" y="8292"/>
                    <a:pt x="1347" y="9123"/>
                  </a:cubicBezTo>
                  <a:cubicBezTo>
                    <a:pt x="1546" y="9638"/>
                    <a:pt x="1832" y="9895"/>
                    <a:pt x="2176" y="9924"/>
                  </a:cubicBezTo>
                  <a:cubicBezTo>
                    <a:pt x="2206" y="9928"/>
                    <a:pt x="2237" y="9930"/>
                    <a:pt x="2266" y="9930"/>
                  </a:cubicBezTo>
                  <a:cubicBezTo>
                    <a:pt x="2883" y="9930"/>
                    <a:pt x="3369" y="9119"/>
                    <a:pt x="3752" y="8463"/>
                  </a:cubicBezTo>
                  <a:cubicBezTo>
                    <a:pt x="3836" y="8321"/>
                    <a:pt x="3923" y="8207"/>
                    <a:pt x="3981" y="8092"/>
                  </a:cubicBezTo>
                  <a:cubicBezTo>
                    <a:pt x="4610" y="7089"/>
                    <a:pt x="5783" y="5601"/>
                    <a:pt x="6500" y="5429"/>
                  </a:cubicBezTo>
                  <a:cubicBezTo>
                    <a:pt x="6560" y="5415"/>
                    <a:pt x="6618" y="5408"/>
                    <a:pt x="6672" y="5408"/>
                  </a:cubicBezTo>
                  <a:cubicBezTo>
                    <a:pt x="6848" y="5408"/>
                    <a:pt x="6991" y="5483"/>
                    <a:pt x="7100" y="5658"/>
                  </a:cubicBezTo>
                  <a:cubicBezTo>
                    <a:pt x="7416" y="6088"/>
                    <a:pt x="7443" y="7062"/>
                    <a:pt x="7130" y="7605"/>
                  </a:cubicBezTo>
                  <a:cubicBezTo>
                    <a:pt x="7043" y="7806"/>
                    <a:pt x="6843" y="7948"/>
                    <a:pt x="6642" y="8063"/>
                  </a:cubicBezTo>
                  <a:cubicBezTo>
                    <a:pt x="6328" y="8264"/>
                    <a:pt x="5955" y="8521"/>
                    <a:pt x="5870" y="9066"/>
                  </a:cubicBezTo>
                  <a:cubicBezTo>
                    <a:pt x="5698" y="9952"/>
                    <a:pt x="6214" y="10582"/>
                    <a:pt x="7244" y="10783"/>
                  </a:cubicBezTo>
                  <a:cubicBezTo>
                    <a:pt x="7416" y="10841"/>
                    <a:pt x="7588" y="10841"/>
                    <a:pt x="7817" y="10841"/>
                  </a:cubicBezTo>
                  <a:cubicBezTo>
                    <a:pt x="9046" y="10841"/>
                    <a:pt x="10851" y="10238"/>
                    <a:pt x="11394" y="9237"/>
                  </a:cubicBezTo>
                  <a:lnTo>
                    <a:pt x="11424" y="9208"/>
                  </a:lnTo>
                  <a:cubicBezTo>
                    <a:pt x="11710" y="8951"/>
                    <a:pt x="12053" y="8578"/>
                    <a:pt x="11852" y="8207"/>
                  </a:cubicBezTo>
                  <a:cubicBezTo>
                    <a:pt x="11802" y="8089"/>
                    <a:pt x="11692" y="7882"/>
                    <a:pt x="11078" y="7882"/>
                  </a:cubicBezTo>
                  <a:cubicBezTo>
                    <a:pt x="10645" y="7882"/>
                    <a:pt x="9962" y="7984"/>
                    <a:pt x="8875" y="8292"/>
                  </a:cubicBezTo>
                  <a:lnTo>
                    <a:pt x="8875" y="8264"/>
                  </a:lnTo>
                  <a:cubicBezTo>
                    <a:pt x="8875" y="7749"/>
                    <a:pt x="10221" y="6459"/>
                    <a:pt x="10535" y="6288"/>
                  </a:cubicBezTo>
                  <a:cubicBezTo>
                    <a:pt x="10679" y="6230"/>
                    <a:pt x="10821" y="6203"/>
                    <a:pt x="10966" y="6146"/>
                  </a:cubicBezTo>
                  <a:cubicBezTo>
                    <a:pt x="11279" y="6088"/>
                    <a:pt x="11653" y="6031"/>
                    <a:pt x="11882" y="5688"/>
                  </a:cubicBezTo>
                  <a:cubicBezTo>
                    <a:pt x="12053" y="5401"/>
                    <a:pt x="12081" y="5058"/>
                    <a:pt x="11996" y="4570"/>
                  </a:cubicBezTo>
                  <a:cubicBezTo>
                    <a:pt x="11767" y="3540"/>
                    <a:pt x="11108" y="3512"/>
                    <a:pt x="10508" y="3512"/>
                  </a:cubicBezTo>
                  <a:cubicBezTo>
                    <a:pt x="10393" y="3512"/>
                    <a:pt x="10249" y="3512"/>
                    <a:pt x="10107" y="3482"/>
                  </a:cubicBezTo>
                  <a:lnTo>
                    <a:pt x="9878" y="3455"/>
                  </a:lnTo>
                  <a:cubicBezTo>
                    <a:pt x="9218" y="3398"/>
                    <a:pt x="8733" y="3311"/>
                    <a:pt x="8504" y="2853"/>
                  </a:cubicBezTo>
                  <a:cubicBezTo>
                    <a:pt x="8417" y="2711"/>
                    <a:pt x="8446" y="2566"/>
                    <a:pt x="8504" y="2310"/>
                  </a:cubicBezTo>
                  <a:cubicBezTo>
                    <a:pt x="8561" y="1966"/>
                    <a:pt x="8646" y="1536"/>
                    <a:pt x="8275" y="1135"/>
                  </a:cubicBezTo>
                  <a:cubicBezTo>
                    <a:pt x="8217" y="1078"/>
                    <a:pt x="8160" y="1050"/>
                    <a:pt x="8130" y="1050"/>
                  </a:cubicBezTo>
                  <a:cubicBezTo>
                    <a:pt x="7650" y="256"/>
                    <a:pt x="7057" y="0"/>
                    <a:pt x="647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9"/>
            <p:cNvSpPr/>
            <p:nvPr/>
          </p:nvSpPr>
          <p:spPr>
            <a:xfrm>
              <a:off x="6028501" y="1042465"/>
              <a:ext cx="248454" cy="389743"/>
            </a:xfrm>
            <a:custGeom>
              <a:avLst/>
              <a:gdLst/>
              <a:ahLst/>
              <a:cxnLst/>
              <a:rect l="l" t="t" r="r" b="b"/>
              <a:pathLst>
                <a:path w="12283" h="19268" extrusionOk="0">
                  <a:moveTo>
                    <a:pt x="11939" y="1"/>
                  </a:moveTo>
                  <a:cubicBezTo>
                    <a:pt x="10852" y="1118"/>
                    <a:pt x="9619" y="2149"/>
                    <a:pt x="8447" y="3150"/>
                  </a:cubicBezTo>
                  <a:cubicBezTo>
                    <a:pt x="7474" y="3981"/>
                    <a:pt x="6470" y="4840"/>
                    <a:pt x="5527" y="5699"/>
                  </a:cubicBezTo>
                  <a:cubicBezTo>
                    <a:pt x="4783" y="6443"/>
                    <a:pt x="3951" y="7015"/>
                    <a:pt x="3093" y="7615"/>
                  </a:cubicBezTo>
                  <a:cubicBezTo>
                    <a:pt x="2836" y="7760"/>
                    <a:pt x="2607" y="7931"/>
                    <a:pt x="2378" y="8103"/>
                  </a:cubicBezTo>
                  <a:cubicBezTo>
                    <a:pt x="2206" y="8245"/>
                    <a:pt x="2005" y="8360"/>
                    <a:pt x="1833" y="8474"/>
                  </a:cubicBezTo>
                  <a:cubicBezTo>
                    <a:pt x="1318" y="8818"/>
                    <a:pt x="775" y="9191"/>
                    <a:pt x="489" y="9706"/>
                  </a:cubicBezTo>
                  <a:cubicBezTo>
                    <a:pt x="31" y="10393"/>
                    <a:pt x="1" y="10478"/>
                    <a:pt x="58" y="10650"/>
                  </a:cubicBezTo>
                  <a:cubicBezTo>
                    <a:pt x="145" y="10794"/>
                    <a:pt x="287" y="10822"/>
                    <a:pt x="344" y="10822"/>
                  </a:cubicBezTo>
                  <a:cubicBezTo>
                    <a:pt x="431" y="10822"/>
                    <a:pt x="546" y="10851"/>
                    <a:pt x="631" y="11108"/>
                  </a:cubicBezTo>
                  <a:cubicBezTo>
                    <a:pt x="1061" y="12111"/>
                    <a:pt x="1260" y="12425"/>
                    <a:pt x="1547" y="12512"/>
                  </a:cubicBezTo>
                  <a:cubicBezTo>
                    <a:pt x="1594" y="12529"/>
                    <a:pt x="1642" y="12537"/>
                    <a:pt x="1690" y="12537"/>
                  </a:cubicBezTo>
                  <a:cubicBezTo>
                    <a:pt x="1871" y="12537"/>
                    <a:pt x="2052" y="12424"/>
                    <a:pt x="2234" y="12310"/>
                  </a:cubicBezTo>
                  <a:cubicBezTo>
                    <a:pt x="2493" y="12138"/>
                    <a:pt x="2806" y="11939"/>
                    <a:pt x="3294" y="11825"/>
                  </a:cubicBezTo>
                  <a:cubicBezTo>
                    <a:pt x="3494" y="11787"/>
                    <a:pt x="3667" y="11765"/>
                    <a:pt x="3807" y="11765"/>
                  </a:cubicBezTo>
                  <a:cubicBezTo>
                    <a:pt x="3988" y="11765"/>
                    <a:pt x="4116" y="11801"/>
                    <a:pt x="4180" y="11882"/>
                  </a:cubicBezTo>
                  <a:cubicBezTo>
                    <a:pt x="4439" y="12196"/>
                    <a:pt x="4066" y="13141"/>
                    <a:pt x="3837" y="13714"/>
                  </a:cubicBezTo>
                  <a:cubicBezTo>
                    <a:pt x="3780" y="13856"/>
                    <a:pt x="3695" y="13970"/>
                    <a:pt x="3638" y="14085"/>
                  </a:cubicBezTo>
                  <a:cubicBezTo>
                    <a:pt x="3436" y="14429"/>
                    <a:pt x="3264" y="14715"/>
                    <a:pt x="3264" y="15402"/>
                  </a:cubicBezTo>
                  <a:cubicBezTo>
                    <a:pt x="3322" y="15688"/>
                    <a:pt x="3523" y="15974"/>
                    <a:pt x="3722" y="16233"/>
                  </a:cubicBezTo>
                  <a:cubicBezTo>
                    <a:pt x="3924" y="16519"/>
                    <a:pt x="4123" y="16776"/>
                    <a:pt x="4096" y="17062"/>
                  </a:cubicBezTo>
                  <a:cubicBezTo>
                    <a:pt x="4038" y="17550"/>
                    <a:pt x="2092" y="18695"/>
                    <a:pt x="1547" y="18780"/>
                  </a:cubicBezTo>
                  <a:lnTo>
                    <a:pt x="1634" y="19268"/>
                  </a:lnTo>
                  <a:cubicBezTo>
                    <a:pt x="2234" y="19153"/>
                    <a:pt x="4467" y="17951"/>
                    <a:pt x="4581" y="17119"/>
                  </a:cubicBezTo>
                  <a:cubicBezTo>
                    <a:pt x="4638" y="16634"/>
                    <a:pt x="4352" y="16261"/>
                    <a:pt x="4096" y="15917"/>
                  </a:cubicBezTo>
                  <a:cubicBezTo>
                    <a:pt x="3951" y="15718"/>
                    <a:pt x="3780" y="15516"/>
                    <a:pt x="3752" y="15345"/>
                  </a:cubicBezTo>
                  <a:cubicBezTo>
                    <a:pt x="3752" y="14859"/>
                    <a:pt x="3867" y="14658"/>
                    <a:pt x="4066" y="14344"/>
                  </a:cubicBezTo>
                  <a:cubicBezTo>
                    <a:pt x="4123" y="14199"/>
                    <a:pt x="4210" y="14085"/>
                    <a:pt x="4295" y="13886"/>
                  </a:cubicBezTo>
                  <a:cubicBezTo>
                    <a:pt x="4611" y="13084"/>
                    <a:pt x="4982" y="12111"/>
                    <a:pt x="4554" y="11566"/>
                  </a:cubicBezTo>
                  <a:cubicBezTo>
                    <a:pt x="4377" y="11371"/>
                    <a:pt x="4122" y="11269"/>
                    <a:pt x="3761" y="11269"/>
                  </a:cubicBezTo>
                  <a:cubicBezTo>
                    <a:pt x="3591" y="11269"/>
                    <a:pt x="3399" y="11292"/>
                    <a:pt x="3180" y="11337"/>
                  </a:cubicBezTo>
                  <a:cubicBezTo>
                    <a:pt x="2607" y="11481"/>
                    <a:pt x="2234" y="11738"/>
                    <a:pt x="1977" y="11882"/>
                  </a:cubicBezTo>
                  <a:cubicBezTo>
                    <a:pt x="1863" y="11967"/>
                    <a:pt x="1718" y="12054"/>
                    <a:pt x="1691" y="12054"/>
                  </a:cubicBezTo>
                  <a:cubicBezTo>
                    <a:pt x="1576" y="12024"/>
                    <a:pt x="1375" y="11653"/>
                    <a:pt x="1089" y="10909"/>
                  </a:cubicBezTo>
                  <a:cubicBezTo>
                    <a:pt x="947" y="10593"/>
                    <a:pt x="775" y="10451"/>
                    <a:pt x="631" y="10393"/>
                  </a:cubicBezTo>
                  <a:cubicBezTo>
                    <a:pt x="688" y="10279"/>
                    <a:pt x="775" y="10135"/>
                    <a:pt x="889" y="9963"/>
                  </a:cubicBezTo>
                  <a:cubicBezTo>
                    <a:pt x="1146" y="9534"/>
                    <a:pt x="1604" y="9218"/>
                    <a:pt x="2092" y="8875"/>
                  </a:cubicBezTo>
                  <a:cubicBezTo>
                    <a:pt x="2291" y="8760"/>
                    <a:pt x="2493" y="8618"/>
                    <a:pt x="2664" y="8504"/>
                  </a:cubicBezTo>
                  <a:cubicBezTo>
                    <a:pt x="2893" y="8332"/>
                    <a:pt x="3122" y="8160"/>
                    <a:pt x="3351" y="8016"/>
                  </a:cubicBezTo>
                  <a:cubicBezTo>
                    <a:pt x="4210" y="7444"/>
                    <a:pt x="5069" y="6844"/>
                    <a:pt x="5870" y="6070"/>
                  </a:cubicBezTo>
                  <a:cubicBezTo>
                    <a:pt x="6787" y="5183"/>
                    <a:pt x="7787" y="4324"/>
                    <a:pt x="8761" y="3493"/>
                  </a:cubicBezTo>
                  <a:cubicBezTo>
                    <a:pt x="9963" y="2492"/>
                    <a:pt x="11165" y="1462"/>
                    <a:pt x="12283" y="344"/>
                  </a:cubicBezTo>
                  <a:lnTo>
                    <a:pt x="1193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9"/>
            <p:cNvSpPr/>
            <p:nvPr/>
          </p:nvSpPr>
          <p:spPr>
            <a:xfrm>
              <a:off x="6099162" y="1544923"/>
              <a:ext cx="647988" cy="37279"/>
            </a:xfrm>
            <a:custGeom>
              <a:avLst/>
              <a:gdLst/>
              <a:ahLst/>
              <a:cxnLst/>
              <a:rect l="l" t="t" r="r" b="b"/>
              <a:pathLst>
                <a:path w="32035" h="1843" extrusionOk="0">
                  <a:moveTo>
                    <a:pt x="25773" y="0"/>
                  </a:moveTo>
                  <a:cubicBezTo>
                    <a:pt x="25137" y="0"/>
                    <a:pt x="24479" y="34"/>
                    <a:pt x="23875" y="68"/>
                  </a:cubicBezTo>
                  <a:cubicBezTo>
                    <a:pt x="23390" y="98"/>
                    <a:pt x="22931" y="125"/>
                    <a:pt x="22588" y="125"/>
                  </a:cubicBezTo>
                  <a:cubicBezTo>
                    <a:pt x="20012" y="155"/>
                    <a:pt x="17378" y="327"/>
                    <a:pt x="14829" y="498"/>
                  </a:cubicBezTo>
                  <a:cubicBezTo>
                    <a:pt x="11943" y="683"/>
                    <a:pt x="9006" y="879"/>
                    <a:pt x="6090" y="879"/>
                  </a:cubicBezTo>
                  <a:cubicBezTo>
                    <a:pt x="4062" y="879"/>
                    <a:pt x="2043" y="784"/>
                    <a:pt x="58" y="526"/>
                  </a:cubicBezTo>
                  <a:lnTo>
                    <a:pt x="0" y="984"/>
                  </a:lnTo>
                  <a:cubicBezTo>
                    <a:pt x="2039" y="1260"/>
                    <a:pt x="4118" y="1360"/>
                    <a:pt x="6205" y="1360"/>
                  </a:cubicBezTo>
                  <a:cubicBezTo>
                    <a:pt x="9101" y="1360"/>
                    <a:pt x="12014" y="1168"/>
                    <a:pt x="14859" y="984"/>
                  </a:cubicBezTo>
                  <a:cubicBezTo>
                    <a:pt x="17405" y="812"/>
                    <a:pt x="20039" y="640"/>
                    <a:pt x="22588" y="613"/>
                  </a:cubicBezTo>
                  <a:cubicBezTo>
                    <a:pt x="22959" y="613"/>
                    <a:pt x="23417" y="583"/>
                    <a:pt x="23905" y="556"/>
                  </a:cubicBezTo>
                  <a:cubicBezTo>
                    <a:pt x="24481" y="519"/>
                    <a:pt x="25149" y="483"/>
                    <a:pt x="25795" y="483"/>
                  </a:cubicBezTo>
                  <a:cubicBezTo>
                    <a:pt x="26688" y="483"/>
                    <a:pt x="27540" y="552"/>
                    <a:pt x="28055" y="785"/>
                  </a:cubicBezTo>
                  <a:cubicBezTo>
                    <a:pt x="28084" y="812"/>
                    <a:pt x="28142" y="927"/>
                    <a:pt x="28142" y="1014"/>
                  </a:cubicBezTo>
                  <a:cubicBezTo>
                    <a:pt x="28226" y="1270"/>
                    <a:pt x="28341" y="1671"/>
                    <a:pt x="28714" y="1758"/>
                  </a:cubicBezTo>
                  <a:cubicBezTo>
                    <a:pt x="28841" y="1815"/>
                    <a:pt x="28959" y="1836"/>
                    <a:pt x="29068" y="1836"/>
                  </a:cubicBezTo>
                  <a:cubicBezTo>
                    <a:pt x="29228" y="1836"/>
                    <a:pt x="29367" y="1792"/>
                    <a:pt x="29486" y="1758"/>
                  </a:cubicBezTo>
                  <a:cubicBezTo>
                    <a:pt x="29600" y="1701"/>
                    <a:pt x="29715" y="1671"/>
                    <a:pt x="29802" y="1671"/>
                  </a:cubicBezTo>
                  <a:cubicBezTo>
                    <a:pt x="30116" y="1671"/>
                    <a:pt x="30374" y="1586"/>
                    <a:pt x="30603" y="1499"/>
                  </a:cubicBezTo>
                  <a:cubicBezTo>
                    <a:pt x="30791" y="1429"/>
                    <a:pt x="30935" y="1373"/>
                    <a:pt x="31064" y="1373"/>
                  </a:cubicBezTo>
                  <a:cubicBezTo>
                    <a:pt x="31249" y="1373"/>
                    <a:pt x="31402" y="1489"/>
                    <a:pt x="31604" y="1843"/>
                  </a:cubicBezTo>
                  <a:lnTo>
                    <a:pt x="32035" y="1614"/>
                  </a:lnTo>
                  <a:cubicBezTo>
                    <a:pt x="31717" y="1047"/>
                    <a:pt x="31391" y="888"/>
                    <a:pt x="31077" y="888"/>
                  </a:cubicBezTo>
                  <a:cubicBezTo>
                    <a:pt x="30852" y="888"/>
                    <a:pt x="30634" y="969"/>
                    <a:pt x="30432" y="1041"/>
                  </a:cubicBezTo>
                  <a:cubicBezTo>
                    <a:pt x="30230" y="1098"/>
                    <a:pt x="30031" y="1185"/>
                    <a:pt x="29802" y="1185"/>
                  </a:cubicBezTo>
                  <a:cubicBezTo>
                    <a:pt x="29630" y="1185"/>
                    <a:pt x="29486" y="1243"/>
                    <a:pt x="29344" y="1300"/>
                  </a:cubicBezTo>
                  <a:cubicBezTo>
                    <a:pt x="29220" y="1335"/>
                    <a:pt x="29140" y="1359"/>
                    <a:pt x="29064" y="1359"/>
                  </a:cubicBezTo>
                  <a:cubicBezTo>
                    <a:pt x="29016" y="1359"/>
                    <a:pt x="28969" y="1350"/>
                    <a:pt x="28913" y="1327"/>
                  </a:cubicBezTo>
                  <a:lnTo>
                    <a:pt x="28856" y="1300"/>
                  </a:lnTo>
                  <a:cubicBezTo>
                    <a:pt x="28742" y="1270"/>
                    <a:pt x="28684" y="1128"/>
                    <a:pt x="28627" y="899"/>
                  </a:cubicBezTo>
                  <a:cubicBezTo>
                    <a:pt x="28542" y="670"/>
                    <a:pt x="28485" y="411"/>
                    <a:pt x="28256" y="354"/>
                  </a:cubicBezTo>
                  <a:cubicBezTo>
                    <a:pt x="27652" y="78"/>
                    <a:pt x="26737" y="0"/>
                    <a:pt x="2577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9"/>
            <p:cNvSpPr/>
            <p:nvPr/>
          </p:nvSpPr>
          <p:spPr>
            <a:xfrm>
              <a:off x="6917460" y="1603851"/>
              <a:ext cx="258831" cy="120252"/>
            </a:xfrm>
            <a:custGeom>
              <a:avLst/>
              <a:gdLst/>
              <a:ahLst/>
              <a:cxnLst/>
              <a:rect l="l" t="t" r="r" b="b"/>
              <a:pathLst>
                <a:path w="12796" h="5945" extrusionOk="0">
                  <a:moveTo>
                    <a:pt x="11553" y="0"/>
                  </a:moveTo>
                  <a:cubicBezTo>
                    <a:pt x="11499" y="0"/>
                    <a:pt x="11446" y="6"/>
                    <a:pt x="11394" y="18"/>
                  </a:cubicBezTo>
                  <a:cubicBezTo>
                    <a:pt x="10993" y="105"/>
                    <a:pt x="10764" y="505"/>
                    <a:pt x="10562" y="819"/>
                  </a:cubicBezTo>
                  <a:cubicBezTo>
                    <a:pt x="10477" y="991"/>
                    <a:pt x="10390" y="1135"/>
                    <a:pt x="10276" y="1250"/>
                  </a:cubicBezTo>
                  <a:cubicBezTo>
                    <a:pt x="9247" y="2279"/>
                    <a:pt x="8569" y="2755"/>
                    <a:pt x="7549" y="2755"/>
                  </a:cubicBezTo>
                  <a:cubicBezTo>
                    <a:pt x="7237" y="2755"/>
                    <a:pt x="6893" y="2711"/>
                    <a:pt x="6497" y="2624"/>
                  </a:cubicBezTo>
                  <a:lnTo>
                    <a:pt x="6268" y="2594"/>
                  </a:lnTo>
                  <a:cubicBezTo>
                    <a:pt x="5925" y="2520"/>
                    <a:pt x="5614" y="2452"/>
                    <a:pt x="5311" y="2452"/>
                  </a:cubicBezTo>
                  <a:cubicBezTo>
                    <a:pt x="4907" y="2452"/>
                    <a:pt x="4518" y="2574"/>
                    <a:pt x="4093" y="2967"/>
                  </a:cubicBezTo>
                  <a:cubicBezTo>
                    <a:pt x="3749" y="3253"/>
                    <a:pt x="3607" y="3567"/>
                    <a:pt x="3463" y="3826"/>
                  </a:cubicBezTo>
                  <a:cubicBezTo>
                    <a:pt x="3321" y="4140"/>
                    <a:pt x="3206" y="4369"/>
                    <a:pt x="2748" y="4456"/>
                  </a:cubicBezTo>
                  <a:cubicBezTo>
                    <a:pt x="2567" y="4490"/>
                    <a:pt x="2407" y="4504"/>
                    <a:pt x="2264" y="4504"/>
                  </a:cubicBezTo>
                  <a:cubicBezTo>
                    <a:pt x="1931" y="4504"/>
                    <a:pt x="1689" y="4430"/>
                    <a:pt x="1489" y="4369"/>
                  </a:cubicBezTo>
                  <a:cubicBezTo>
                    <a:pt x="1324" y="4318"/>
                    <a:pt x="1185" y="4289"/>
                    <a:pt x="1062" y="4289"/>
                  </a:cubicBezTo>
                  <a:cubicBezTo>
                    <a:pt x="629" y="4289"/>
                    <a:pt x="402" y="4657"/>
                    <a:pt x="0" y="5773"/>
                  </a:cubicBezTo>
                  <a:lnTo>
                    <a:pt x="458" y="5944"/>
                  </a:lnTo>
                  <a:cubicBezTo>
                    <a:pt x="804" y="4993"/>
                    <a:pt x="921" y="4776"/>
                    <a:pt x="1118" y="4776"/>
                  </a:cubicBezTo>
                  <a:cubicBezTo>
                    <a:pt x="1182" y="4776"/>
                    <a:pt x="1254" y="4799"/>
                    <a:pt x="1344" y="4827"/>
                  </a:cubicBezTo>
                  <a:cubicBezTo>
                    <a:pt x="1576" y="4891"/>
                    <a:pt x="1885" y="4984"/>
                    <a:pt x="2315" y="4984"/>
                  </a:cubicBezTo>
                  <a:cubicBezTo>
                    <a:pt x="2471" y="4984"/>
                    <a:pt x="2643" y="4972"/>
                    <a:pt x="2833" y="4941"/>
                  </a:cubicBezTo>
                  <a:cubicBezTo>
                    <a:pt x="3550" y="4799"/>
                    <a:pt x="3749" y="4399"/>
                    <a:pt x="3921" y="4025"/>
                  </a:cubicBezTo>
                  <a:cubicBezTo>
                    <a:pt x="4035" y="3796"/>
                    <a:pt x="4150" y="3540"/>
                    <a:pt x="4409" y="3338"/>
                  </a:cubicBezTo>
                  <a:cubicBezTo>
                    <a:pt x="4738" y="3026"/>
                    <a:pt x="5019" y="2922"/>
                    <a:pt x="5346" y="2922"/>
                  </a:cubicBezTo>
                  <a:cubicBezTo>
                    <a:pt x="5588" y="2922"/>
                    <a:pt x="5854" y="2979"/>
                    <a:pt x="6183" y="3052"/>
                  </a:cubicBezTo>
                  <a:lnTo>
                    <a:pt x="6383" y="3109"/>
                  </a:lnTo>
                  <a:cubicBezTo>
                    <a:pt x="6804" y="3197"/>
                    <a:pt x="7177" y="3241"/>
                    <a:pt x="7518" y="3241"/>
                  </a:cubicBezTo>
                  <a:cubicBezTo>
                    <a:pt x="8729" y="3241"/>
                    <a:pt x="9532" y="2687"/>
                    <a:pt x="10649" y="1593"/>
                  </a:cubicBezTo>
                  <a:cubicBezTo>
                    <a:pt x="10764" y="1449"/>
                    <a:pt x="10878" y="1250"/>
                    <a:pt x="10993" y="1078"/>
                  </a:cubicBezTo>
                  <a:cubicBezTo>
                    <a:pt x="11135" y="819"/>
                    <a:pt x="11306" y="533"/>
                    <a:pt x="11478" y="505"/>
                  </a:cubicBezTo>
                  <a:cubicBezTo>
                    <a:pt x="11504" y="500"/>
                    <a:pt x="11529" y="498"/>
                    <a:pt x="11555" y="498"/>
                  </a:cubicBezTo>
                  <a:cubicBezTo>
                    <a:pt x="11674" y="498"/>
                    <a:pt x="11800" y="553"/>
                    <a:pt x="11966" y="647"/>
                  </a:cubicBezTo>
                  <a:cubicBezTo>
                    <a:pt x="12252" y="849"/>
                    <a:pt x="12280" y="1479"/>
                    <a:pt x="12280" y="2051"/>
                  </a:cubicBezTo>
                  <a:cubicBezTo>
                    <a:pt x="12280" y="2280"/>
                    <a:pt x="12310" y="2509"/>
                    <a:pt x="12310" y="2708"/>
                  </a:cubicBezTo>
                  <a:lnTo>
                    <a:pt x="12795" y="2651"/>
                  </a:lnTo>
                  <a:cubicBezTo>
                    <a:pt x="12768" y="2479"/>
                    <a:pt x="12768" y="2250"/>
                    <a:pt x="12768" y="2021"/>
                  </a:cubicBezTo>
                  <a:cubicBezTo>
                    <a:pt x="12768" y="1364"/>
                    <a:pt x="12738" y="620"/>
                    <a:pt x="12252" y="247"/>
                  </a:cubicBezTo>
                  <a:cubicBezTo>
                    <a:pt x="12000" y="88"/>
                    <a:pt x="11767" y="0"/>
                    <a:pt x="1155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7144454" y="1573527"/>
              <a:ext cx="18549" cy="37643"/>
            </a:xfrm>
            <a:custGeom>
              <a:avLst/>
              <a:gdLst/>
              <a:ahLst/>
              <a:cxnLst/>
              <a:rect l="l" t="t" r="r" b="b"/>
              <a:pathLst>
                <a:path w="917" h="1861" extrusionOk="0">
                  <a:moveTo>
                    <a:pt x="688" y="0"/>
                  </a:moveTo>
                  <a:cubicBezTo>
                    <a:pt x="1" y="344"/>
                    <a:pt x="1" y="1146"/>
                    <a:pt x="1" y="1860"/>
                  </a:cubicBezTo>
                  <a:lnTo>
                    <a:pt x="486" y="1860"/>
                  </a:lnTo>
                  <a:cubicBezTo>
                    <a:pt x="486" y="1230"/>
                    <a:pt x="486" y="658"/>
                    <a:pt x="917" y="429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9"/>
            <p:cNvSpPr/>
            <p:nvPr/>
          </p:nvSpPr>
          <p:spPr>
            <a:xfrm>
              <a:off x="5988568" y="1983880"/>
              <a:ext cx="385678" cy="200576"/>
            </a:xfrm>
            <a:custGeom>
              <a:avLst/>
              <a:gdLst/>
              <a:ahLst/>
              <a:cxnLst/>
              <a:rect l="l" t="t" r="r" b="b"/>
              <a:pathLst>
                <a:path w="19067" h="9916" extrusionOk="0">
                  <a:moveTo>
                    <a:pt x="1647" y="1"/>
                  </a:moveTo>
                  <a:cubicBezTo>
                    <a:pt x="1585" y="1"/>
                    <a:pt x="1522" y="4"/>
                    <a:pt x="1460" y="11"/>
                  </a:cubicBezTo>
                  <a:cubicBezTo>
                    <a:pt x="917" y="68"/>
                    <a:pt x="429" y="384"/>
                    <a:pt x="1" y="927"/>
                  </a:cubicBezTo>
                  <a:lnTo>
                    <a:pt x="372" y="1243"/>
                  </a:lnTo>
                  <a:cubicBezTo>
                    <a:pt x="745" y="785"/>
                    <a:pt x="1089" y="556"/>
                    <a:pt x="1517" y="498"/>
                  </a:cubicBezTo>
                  <a:cubicBezTo>
                    <a:pt x="1560" y="494"/>
                    <a:pt x="1604" y="492"/>
                    <a:pt x="1647" y="492"/>
                  </a:cubicBezTo>
                  <a:cubicBezTo>
                    <a:pt x="2476" y="492"/>
                    <a:pt x="3426" y="1252"/>
                    <a:pt x="4322" y="1987"/>
                  </a:cubicBezTo>
                  <a:cubicBezTo>
                    <a:pt x="5124" y="2644"/>
                    <a:pt x="5868" y="3274"/>
                    <a:pt x="6642" y="3446"/>
                  </a:cubicBezTo>
                  <a:cubicBezTo>
                    <a:pt x="6751" y="3470"/>
                    <a:pt x="6860" y="3481"/>
                    <a:pt x="6971" y="3481"/>
                  </a:cubicBezTo>
                  <a:cubicBezTo>
                    <a:pt x="7646" y="3481"/>
                    <a:pt x="8354" y="3064"/>
                    <a:pt x="9017" y="2644"/>
                  </a:cubicBezTo>
                  <a:cubicBezTo>
                    <a:pt x="9633" y="2265"/>
                    <a:pt x="10229" y="1907"/>
                    <a:pt x="10757" y="1907"/>
                  </a:cubicBezTo>
                  <a:cubicBezTo>
                    <a:pt x="10867" y="1907"/>
                    <a:pt x="10974" y="1923"/>
                    <a:pt x="11078" y="1957"/>
                  </a:cubicBezTo>
                  <a:cubicBezTo>
                    <a:pt x="11509" y="2101"/>
                    <a:pt x="11880" y="2530"/>
                    <a:pt x="12223" y="3304"/>
                  </a:cubicBezTo>
                  <a:cubicBezTo>
                    <a:pt x="12368" y="3618"/>
                    <a:pt x="12338" y="4018"/>
                    <a:pt x="12338" y="4449"/>
                  </a:cubicBezTo>
                  <a:cubicBezTo>
                    <a:pt x="12310" y="5221"/>
                    <a:pt x="12280" y="6224"/>
                    <a:pt x="13483" y="6453"/>
                  </a:cubicBezTo>
                  <a:cubicBezTo>
                    <a:pt x="13572" y="6472"/>
                    <a:pt x="13656" y="6482"/>
                    <a:pt x="13736" y="6482"/>
                  </a:cubicBezTo>
                  <a:cubicBezTo>
                    <a:pt x="14354" y="6482"/>
                    <a:pt x="14721" y="5936"/>
                    <a:pt x="15001" y="5479"/>
                  </a:cubicBezTo>
                  <a:cubicBezTo>
                    <a:pt x="15316" y="4994"/>
                    <a:pt x="15528" y="4673"/>
                    <a:pt x="15899" y="4673"/>
                  </a:cubicBezTo>
                  <a:cubicBezTo>
                    <a:pt x="15966" y="4673"/>
                    <a:pt x="16038" y="4684"/>
                    <a:pt x="16116" y="4705"/>
                  </a:cubicBezTo>
                  <a:cubicBezTo>
                    <a:pt x="16891" y="4934"/>
                    <a:pt x="16918" y="5651"/>
                    <a:pt x="16948" y="6766"/>
                  </a:cubicBezTo>
                  <a:cubicBezTo>
                    <a:pt x="16948" y="8026"/>
                    <a:pt x="16948" y="9572"/>
                    <a:pt x="18979" y="9915"/>
                  </a:cubicBezTo>
                  <a:lnTo>
                    <a:pt x="19066" y="9457"/>
                  </a:lnTo>
                  <a:cubicBezTo>
                    <a:pt x="17433" y="9171"/>
                    <a:pt x="17433" y="7999"/>
                    <a:pt x="17433" y="6766"/>
                  </a:cubicBezTo>
                  <a:cubicBezTo>
                    <a:pt x="17406" y="5708"/>
                    <a:pt x="17406" y="4591"/>
                    <a:pt x="16231" y="4247"/>
                  </a:cubicBezTo>
                  <a:cubicBezTo>
                    <a:pt x="16103" y="4209"/>
                    <a:pt x="15985" y="4192"/>
                    <a:pt x="15875" y="4192"/>
                  </a:cubicBezTo>
                  <a:cubicBezTo>
                    <a:pt x="15247" y="4192"/>
                    <a:pt x="14893" y="4759"/>
                    <a:pt x="14600" y="5221"/>
                  </a:cubicBezTo>
                  <a:cubicBezTo>
                    <a:pt x="14302" y="5669"/>
                    <a:pt x="14089" y="5987"/>
                    <a:pt x="13738" y="5987"/>
                  </a:cubicBezTo>
                  <a:cubicBezTo>
                    <a:pt x="13685" y="5987"/>
                    <a:pt x="13630" y="5980"/>
                    <a:pt x="13570" y="5965"/>
                  </a:cubicBezTo>
                  <a:cubicBezTo>
                    <a:pt x="12826" y="5823"/>
                    <a:pt x="12796" y="5335"/>
                    <a:pt x="12826" y="4449"/>
                  </a:cubicBezTo>
                  <a:cubicBezTo>
                    <a:pt x="12826" y="3991"/>
                    <a:pt x="12853" y="3503"/>
                    <a:pt x="12654" y="3102"/>
                  </a:cubicBezTo>
                  <a:cubicBezTo>
                    <a:pt x="12280" y="2216"/>
                    <a:pt x="11822" y="1671"/>
                    <a:pt x="11250" y="1499"/>
                  </a:cubicBezTo>
                  <a:cubicBezTo>
                    <a:pt x="11086" y="1442"/>
                    <a:pt x="10921" y="1417"/>
                    <a:pt x="10757" y="1417"/>
                  </a:cubicBezTo>
                  <a:cubicBezTo>
                    <a:pt x="10091" y="1417"/>
                    <a:pt x="9425" y="1830"/>
                    <a:pt x="8761" y="2243"/>
                  </a:cubicBezTo>
                  <a:cubicBezTo>
                    <a:pt x="8150" y="2626"/>
                    <a:pt x="7495" y="3007"/>
                    <a:pt x="6934" y="3007"/>
                  </a:cubicBezTo>
                  <a:cubicBezTo>
                    <a:pt x="6863" y="3007"/>
                    <a:pt x="6794" y="3001"/>
                    <a:pt x="6727" y="2988"/>
                  </a:cubicBezTo>
                  <a:cubicBezTo>
                    <a:pt x="6097" y="2816"/>
                    <a:pt x="5383" y="2243"/>
                    <a:pt x="4638" y="1614"/>
                  </a:cubicBezTo>
                  <a:cubicBezTo>
                    <a:pt x="3668" y="833"/>
                    <a:pt x="2648" y="1"/>
                    <a:pt x="164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9"/>
            <p:cNvSpPr/>
            <p:nvPr/>
          </p:nvSpPr>
          <p:spPr>
            <a:xfrm>
              <a:off x="6443142" y="2381954"/>
              <a:ext cx="110038" cy="91509"/>
            </a:xfrm>
            <a:custGeom>
              <a:avLst/>
              <a:gdLst/>
              <a:ahLst/>
              <a:cxnLst/>
              <a:rect l="l" t="t" r="r" b="b"/>
              <a:pathLst>
                <a:path w="5440" h="4524" extrusionOk="0">
                  <a:moveTo>
                    <a:pt x="5355" y="0"/>
                  </a:moveTo>
                  <a:cubicBezTo>
                    <a:pt x="5011" y="85"/>
                    <a:pt x="4753" y="286"/>
                    <a:pt x="4524" y="516"/>
                  </a:cubicBezTo>
                  <a:cubicBezTo>
                    <a:pt x="4324" y="657"/>
                    <a:pt x="4153" y="829"/>
                    <a:pt x="3981" y="887"/>
                  </a:cubicBezTo>
                  <a:cubicBezTo>
                    <a:pt x="3809" y="916"/>
                    <a:pt x="3466" y="916"/>
                    <a:pt x="3179" y="916"/>
                  </a:cubicBezTo>
                  <a:cubicBezTo>
                    <a:pt x="2749" y="916"/>
                    <a:pt x="2492" y="916"/>
                    <a:pt x="2378" y="1001"/>
                  </a:cubicBezTo>
                  <a:lnTo>
                    <a:pt x="2321" y="1031"/>
                  </a:lnTo>
                  <a:cubicBezTo>
                    <a:pt x="1805" y="1516"/>
                    <a:pt x="1947" y="1974"/>
                    <a:pt x="2034" y="2318"/>
                  </a:cubicBezTo>
                  <a:cubicBezTo>
                    <a:pt x="2119" y="2634"/>
                    <a:pt x="2149" y="2806"/>
                    <a:pt x="2004" y="3035"/>
                  </a:cubicBezTo>
                  <a:cubicBezTo>
                    <a:pt x="1920" y="3149"/>
                    <a:pt x="1661" y="3234"/>
                    <a:pt x="1375" y="3348"/>
                  </a:cubicBezTo>
                  <a:cubicBezTo>
                    <a:pt x="917" y="3520"/>
                    <a:pt x="344" y="3722"/>
                    <a:pt x="1" y="4264"/>
                  </a:cubicBezTo>
                  <a:lnTo>
                    <a:pt x="401" y="4523"/>
                  </a:lnTo>
                  <a:cubicBezTo>
                    <a:pt x="660" y="4122"/>
                    <a:pt x="1146" y="3951"/>
                    <a:pt x="1546" y="3806"/>
                  </a:cubicBezTo>
                  <a:cubicBezTo>
                    <a:pt x="1920" y="3664"/>
                    <a:pt x="2263" y="3550"/>
                    <a:pt x="2405" y="3291"/>
                  </a:cubicBezTo>
                  <a:cubicBezTo>
                    <a:pt x="2664" y="2890"/>
                    <a:pt x="2577" y="2519"/>
                    <a:pt x="2492" y="2203"/>
                  </a:cubicBezTo>
                  <a:cubicBezTo>
                    <a:pt x="2405" y="1890"/>
                    <a:pt x="2348" y="1688"/>
                    <a:pt x="2607" y="1432"/>
                  </a:cubicBezTo>
                  <a:cubicBezTo>
                    <a:pt x="2721" y="1402"/>
                    <a:pt x="3008" y="1402"/>
                    <a:pt x="3179" y="1402"/>
                  </a:cubicBezTo>
                  <a:cubicBezTo>
                    <a:pt x="3523" y="1402"/>
                    <a:pt x="3894" y="1402"/>
                    <a:pt x="4123" y="1345"/>
                  </a:cubicBezTo>
                  <a:cubicBezTo>
                    <a:pt x="4409" y="1230"/>
                    <a:pt x="4638" y="1031"/>
                    <a:pt x="4840" y="859"/>
                  </a:cubicBezTo>
                  <a:cubicBezTo>
                    <a:pt x="5039" y="687"/>
                    <a:pt x="5211" y="516"/>
                    <a:pt x="5440" y="486"/>
                  </a:cubicBezTo>
                  <a:lnTo>
                    <a:pt x="5355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6477896" y="2461860"/>
              <a:ext cx="66629" cy="50387"/>
            </a:xfrm>
            <a:custGeom>
              <a:avLst/>
              <a:gdLst/>
              <a:ahLst/>
              <a:cxnLst/>
              <a:rect l="l" t="t" r="r" b="b"/>
              <a:pathLst>
                <a:path w="3294" h="2491" extrusionOk="0">
                  <a:moveTo>
                    <a:pt x="2806" y="1"/>
                  </a:moveTo>
                  <a:cubicBezTo>
                    <a:pt x="2606" y="860"/>
                    <a:pt x="2119" y="1001"/>
                    <a:pt x="1489" y="1173"/>
                  </a:cubicBezTo>
                  <a:cubicBezTo>
                    <a:pt x="946" y="1345"/>
                    <a:pt x="344" y="1517"/>
                    <a:pt x="0" y="2291"/>
                  </a:cubicBezTo>
                  <a:lnTo>
                    <a:pt x="431" y="2490"/>
                  </a:lnTo>
                  <a:cubicBezTo>
                    <a:pt x="687" y="1918"/>
                    <a:pt x="1118" y="1776"/>
                    <a:pt x="1633" y="1631"/>
                  </a:cubicBezTo>
                  <a:cubicBezTo>
                    <a:pt x="2263" y="1460"/>
                    <a:pt x="3007" y="1231"/>
                    <a:pt x="3293" y="115"/>
                  </a:cubicBezTo>
                  <a:lnTo>
                    <a:pt x="2806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6514390" y="2487350"/>
              <a:ext cx="35317" cy="46341"/>
            </a:xfrm>
            <a:custGeom>
              <a:avLst/>
              <a:gdLst/>
              <a:ahLst/>
              <a:cxnLst/>
              <a:rect l="l" t="t" r="r" b="b"/>
              <a:pathLst>
                <a:path w="1746" h="2291" extrusionOk="0">
                  <a:moveTo>
                    <a:pt x="268" y="1"/>
                  </a:moveTo>
                  <a:cubicBezTo>
                    <a:pt x="185" y="1"/>
                    <a:pt x="96" y="9"/>
                    <a:pt x="1" y="28"/>
                  </a:cubicBezTo>
                  <a:lnTo>
                    <a:pt x="86" y="486"/>
                  </a:lnTo>
                  <a:cubicBezTo>
                    <a:pt x="139" y="477"/>
                    <a:pt x="189" y="473"/>
                    <a:pt x="236" y="473"/>
                  </a:cubicBezTo>
                  <a:cubicBezTo>
                    <a:pt x="665" y="473"/>
                    <a:pt x="828" y="826"/>
                    <a:pt x="1059" y="1574"/>
                  </a:cubicBezTo>
                  <a:cubicBezTo>
                    <a:pt x="1116" y="1832"/>
                    <a:pt x="1203" y="2089"/>
                    <a:pt x="1288" y="2290"/>
                  </a:cubicBezTo>
                  <a:lnTo>
                    <a:pt x="1746" y="2089"/>
                  </a:lnTo>
                  <a:cubicBezTo>
                    <a:pt x="1661" y="1917"/>
                    <a:pt x="1574" y="1688"/>
                    <a:pt x="1517" y="1459"/>
                  </a:cubicBezTo>
                  <a:cubicBezTo>
                    <a:pt x="1336" y="836"/>
                    <a:pt x="1084" y="1"/>
                    <a:pt x="268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9"/>
            <p:cNvSpPr/>
            <p:nvPr/>
          </p:nvSpPr>
          <p:spPr>
            <a:xfrm>
              <a:off x="6553170" y="2479784"/>
              <a:ext cx="85724" cy="63717"/>
            </a:xfrm>
            <a:custGeom>
              <a:avLst/>
              <a:gdLst/>
              <a:ahLst/>
              <a:cxnLst/>
              <a:rect l="l" t="t" r="r" b="b"/>
              <a:pathLst>
                <a:path w="4238" h="3150" extrusionOk="0">
                  <a:moveTo>
                    <a:pt x="4095" y="1"/>
                  </a:moveTo>
                  <a:cubicBezTo>
                    <a:pt x="3924" y="58"/>
                    <a:pt x="3752" y="145"/>
                    <a:pt x="3550" y="230"/>
                  </a:cubicBezTo>
                  <a:cubicBezTo>
                    <a:pt x="3294" y="345"/>
                    <a:pt x="3065" y="432"/>
                    <a:pt x="2806" y="489"/>
                  </a:cubicBezTo>
                  <a:cubicBezTo>
                    <a:pt x="2692" y="546"/>
                    <a:pt x="2463" y="603"/>
                    <a:pt x="2234" y="661"/>
                  </a:cubicBezTo>
                  <a:cubicBezTo>
                    <a:pt x="1947" y="745"/>
                    <a:pt x="1661" y="832"/>
                    <a:pt x="1519" y="890"/>
                  </a:cubicBezTo>
                  <a:cubicBezTo>
                    <a:pt x="431" y="1405"/>
                    <a:pt x="1" y="1691"/>
                    <a:pt x="1" y="3150"/>
                  </a:cubicBezTo>
                  <a:lnTo>
                    <a:pt x="488" y="3150"/>
                  </a:lnTo>
                  <a:cubicBezTo>
                    <a:pt x="488" y="1920"/>
                    <a:pt x="745" y="1806"/>
                    <a:pt x="1691" y="1348"/>
                  </a:cubicBezTo>
                  <a:cubicBezTo>
                    <a:pt x="1833" y="1290"/>
                    <a:pt x="2119" y="1203"/>
                    <a:pt x="2378" y="1146"/>
                  </a:cubicBezTo>
                  <a:cubicBezTo>
                    <a:pt x="2607" y="1061"/>
                    <a:pt x="2836" y="1004"/>
                    <a:pt x="2950" y="974"/>
                  </a:cubicBezTo>
                  <a:cubicBezTo>
                    <a:pt x="3207" y="890"/>
                    <a:pt x="3493" y="775"/>
                    <a:pt x="3722" y="661"/>
                  </a:cubicBezTo>
                  <a:cubicBezTo>
                    <a:pt x="3924" y="603"/>
                    <a:pt x="4095" y="516"/>
                    <a:pt x="4237" y="489"/>
                  </a:cubicBezTo>
                  <a:lnTo>
                    <a:pt x="4095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9"/>
            <p:cNvSpPr/>
            <p:nvPr/>
          </p:nvSpPr>
          <p:spPr>
            <a:xfrm>
              <a:off x="6597796" y="2583480"/>
              <a:ext cx="26640" cy="13310"/>
            </a:xfrm>
            <a:custGeom>
              <a:avLst/>
              <a:gdLst/>
              <a:ahLst/>
              <a:cxnLst/>
              <a:rect l="l" t="t" r="r" b="b"/>
              <a:pathLst>
                <a:path w="1317" h="658" extrusionOk="0">
                  <a:moveTo>
                    <a:pt x="1317" y="0"/>
                  </a:moveTo>
                  <a:cubicBezTo>
                    <a:pt x="916" y="0"/>
                    <a:pt x="543" y="85"/>
                    <a:pt x="172" y="142"/>
                  </a:cubicBezTo>
                  <a:lnTo>
                    <a:pt x="0" y="200"/>
                  </a:lnTo>
                  <a:lnTo>
                    <a:pt x="85" y="658"/>
                  </a:lnTo>
                  <a:lnTo>
                    <a:pt x="286" y="630"/>
                  </a:lnTo>
                  <a:cubicBezTo>
                    <a:pt x="630" y="543"/>
                    <a:pt x="944" y="486"/>
                    <a:pt x="1317" y="486"/>
                  </a:cubicBezTo>
                  <a:lnTo>
                    <a:pt x="1317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6635402" y="2624019"/>
              <a:ext cx="21482" cy="40556"/>
            </a:xfrm>
            <a:custGeom>
              <a:avLst/>
              <a:gdLst/>
              <a:ahLst/>
              <a:cxnLst/>
              <a:rect l="l" t="t" r="r" b="b"/>
              <a:pathLst>
                <a:path w="1062" h="2005" extrusionOk="0">
                  <a:moveTo>
                    <a:pt x="660" y="0"/>
                  </a:moveTo>
                  <a:cubicBezTo>
                    <a:pt x="1" y="687"/>
                    <a:pt x="344" y="1431"/>
                    <a:pt x="603" y="2004"/>
                  </a:cubicBezTo>
                  <a:lnTo>
                    <a:pt x="1061" y="1802"/>
                  </a:lnTo>
                  <a:cubicBezTo>
                    <a:pt x="745" y="1173"/>
                    <a:pt x="603" y="772"/>
                    <a:pt x="1004" y="344"/>
                  </a:cubicBezTo>
                  <a:lnTo>
                    <a:pt x="660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6758174" y="2647182"/>
              <a:ext cx="38837" cy="47494"/>
            </a:xfrm>
            <a:custGeom>
              <a:avLst/>
              <a:gdLst/>
              <a:ahLst/>
              <a:cxnLst/>
              <a:rect l="l" t="t" r="r" b="b"/>
              <a:pathLst>
                <a:path w="1920" h="2348" extrusionOk="0">
                  <a:moveTo>
                    <a:pt x="1576" y="0"/>
                  </a:moveTo>
                  <a:lnTo>
                    <a:pt x="1118" y="172"/>
                  </a:lnTo>
                  <a:cubicBezTo>
                    <a:pt x="1290" y="687"/>
                    <a:pt x="1347" y="1459"/>
                    <a:pt x="1" y="1890"/>
                  </a:cubicBezTo>
                  <a:lnTo>
                    <a:pt x="145" y="2348"/>
                  </a:lnTo>
                  <a:cubicBezTo>
                    <a:pt x="1404" y="1947"/>
                    <a:pt x="1920" y="1116"/>
                    <a:pt x="1576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6853151" y="2585199"/>
              <a:ext cx="538537" cy="1196315"/>
            </a:xfrm>
            <a:custGeom>
              <a:avLst/>
              <a:gdLst/>
              <a:ahLst/>
              <a:cxnLst/>
              <a:rect l="l" t="t" r="r" b="b"/>
              <a:pathLst>
                <a:path w="26624" h="59143" extrusionOk="0">
                  <a:moveTo>
                    <a:pt x="2691" y="0"/>
                  </a:moveTo>
                  <a:cubicBezTo>
                    <a:pt x="2520" y="172"/>
                    <a:pt x="2577" y="458"/>
                    <a:pt x="2691" y="1118"/>
                  </a:cubicBezTo>
                  <a:cubicBezTo>
                    <a:pt x="2749" y="1489"/>
                    <a:pt x="2920" y="2462"/>
                    <a:pt x="2749" y="2576"/>
                  </a:cubicBezTo>
                  <a:cubicBezTo>
                    <a:pt x="2749" y="2576"/>
                    <a:pt x="2745" y="2577"/>
                    <a:pt x="2735" y="2577"/>
                  </a:cubicBezTo>
                  <a:cubicBezTo>
                    <a:pt x="2696" y="2577"/>
                    <a:pt x="2559" y="2558"/>
                    <a:pt x="2233" y="2347"/>
                  </a:cubicBezTo>
                  <a:cubicBezTo>
                    <a:pt x="2148" y="2263"/>
                    <a:pt x="2034" y="1718"/>
                    <a:pt x="1977" y="1404"/>
                  </a:cubicBezTo>
                  <a:cubicBezTo>
                    <a:pt x="1832" y="717"/>
                    <a:pt x="1718" y="172"/>
                    <a:pt x="1347" y="115"/>
                  </a:cubicBezTo>
                  <a:cubicBezTo>
                    <a:pt x="1334" y="113"/>
                    <a:pt x="1322" y="113"/>
                    <a:pt x="1309" y="113"/>
                  </a:cubicBezTo>
                  <a:cubicBezTo>
                    <a:pt x="1010" y="113"/>
                    <a:pt x="761" y="434"/>
                    <a:pt x="431" y="1232"/>
                  </a:cubicBezTo>
                  <a:cubicBezTo>
                    <a:pt x="58" y="2205"/>
                    <a:pt x="172" y="3206"/>
                    <a:pt x="717" y="4152"/>
                  </a:cubicBezTo>
                  <a:cubicBezTo>
                    <a:pt x="1546" y="5554"/>
                    <a:pt x="3236" y="6499"/>
                    <a:pt x="4466" y="6671"/>
                  </a:cubicBezTo>
                  <a:cubicBezTo>
                    <a:pt x="4725" y="6699"/>
                    <a:pt x="4954" y="6728"/>
                    <a:pt x="5153" y="6728"/>
                  </a:cubicBezTo>
                  <a:cubicBezTo>
                    <a:pt x="6099" y="6813"/>
                    <a:pt x="6271" y="6843"/>
                    <a:pt x="6271" y="7988"/>
                  </a:cubicBezTo>
                  <a:cubicBezTo>
                    <a:pt x="6271" y="8187"/>
                    <a:pt x="6184" y="8446"/>
                    <a:pt x="6099" y="8703"/>
                  </a:cubicBezTo>
                  <a:cubicBezTo>
                    <a:pt x="5984" y="9019"/>
                    <a:pt x="5840" y="9390"/>
                    <a:pt x="5897" y="9763"/>
                  </a:cubicBezTo>
                  <a:cubicBezTo>
                    <a:pt x="5955" y="10248"/>
                    <a:pt x="6271" y="10592"/>
                    <a:pt x="6527" y="10878"/>
                  </a:cubicBezTo>
                  <a:cubicBezTo>
                    <a:pt x="6729" y="11107"/>
                    <a:pt x="6871" y="11309"/>
                    <a:pt x="6928" y="11508"/>
                  </a:cubicBezTo>
                  <a:cubicBezTo>
                    <a:pt x="6985" y="11909"/>
                    <a:pt x="6985" y="12167"/>
                    <a:pt x="6871" y="12339"/>
                  </a:cubicBezTo>
                  <a:cubicBezTo>
                    <a:pt x="6729" y="12511"/>
                    <a:pt x="6385" y="12538"/>
                    <a:pt x="5984" y="12568"/>
                  </a:cubicBezTo>
                  <a:cubicBezTo>
                    <a:pt x="5641" y="12596"/>
                    <a:pt x="5210" y="12626"/>
                    <a:pt x="4867" y="12768"/>
                  </a:cubicBezTo>
                  <a:cubicBezTo>
                    <a:pt x="3264" y="13484"/>
                    <a:pt x="3637" y="14428"/>
                    <a:pt x="4008" y="15344"/>
                  </a:cubicBezTo>
                  <a:cubicBezTo>
                    <a:pt x="4095" y="15573"/>
                    <a:pt x="4210" y="15832"/>
                    <a:pt x="4267" y="16061"/>
                  </a:cubicBezTo>
                  <a:cubicBezTo>
                    <a:pt x="4496" y="16920"/>
                    <a:pt x="4237" y="17549"/>
                    <a:pt x="4008" y="18236"/>
                  </a:cubicBezTo>
                  <a:cubicBezTo>
                    <a:pt x="3836" y="18637"/>
                    <a:pt x="3694" y="19065"/>
                    <a:pt x="3637" y="19553"/>
                  </a:cubicBezTo>
                  <a:cubicBezTo>
                    <a:pt x="3580" y="19897"/>
                    <a:pt x="3665" y="20126"/>
                    <a:pt x="3722" y="20325"/>
                  </a:cubicBezTo>
                  <a:cubicBezTo>
                    <a:pt x="3809" y="20554"/>
                    <a:pt x="3866" y="20641"/>
                    <a:pt x="3493" y="20955"/>
                  </a:cubicBezTo>
                  <a:cubicBezTo>
                    <a:pt x="3378" y="21069"/>
                    <a:pt x="3092" y="21069"/>
                    <a:pt x="2778" y="21069"/>
                  </a:cubicBezTo>
                  <a:cubicBezTo>
                    <a:pt x="2673" y="21061"/>
                    <a:pt x="2566" y="21055"/>
                    <a:pt x="2458" y="21055"/>
                  </a:cubicBezTo>
                  <a:cubicBezTo>
                    <a:pt x="2212" y="21055"/>
                    <a:pt x="1966" y="21085"/>
                    <a:pt x="1748" y="21184"/>
                  </a:cubicBezTo>
                  <a:cubicBezTo>
                    <a:pt x="516" y="21786"/>
                    <a:pt x="0" y="23618"/>
                    <a:pt x="58" y="25134"/>
                  </a:cubicBezTo>
                  <a:cubicBezTo>
                    <a:pt x="115" y="26882"/>
                    <a:pt x="832" y="28226"/>
                    <a:pt x="1947" y="28684"/>
                  </a:cubicBezTo>
                  <a:cubicBezTo>
                    <a:pt x="2075" y="28732"/>
                    <a:pt x="2194" y="28751"/>
                    <a:pt x="2304" y="28751"/>
                  </a:cubicBezTo>
                  <a:cubicBezTo>
                    <a:pt x="2588" y="28751"/>
                    <a:pt x="2813" y="28624"/>
                    <a:pt x="2978" y="28542"/>
                  </a:cubicBezTo>
                  <a:cubicBezTo>
                    <a:pt x="3144" y="28442"/>
                    <a:pt x="3252" y="28381"/>
                    <a:pt x="3370" y="28381"/>
                  </a:cubicBezTo>
                  <a:cubicBezTo>
                    <a:pt x="3455" y="28381"/>
                    <a:pt x="3545" y="28413"/>
                    <a:pt x="3665" y="28485"/>
                  </a:cubicBezTo>
                  <a:cubicBezTo>
                    <a:pt x="3836" y="28569"/>
                    <a:pt x="3866" y="28741"/>
                    <a:pt x="3894" y="29057"/>
                  </a:cubicBezTo>
                  <a:cubicBezTo>
                    <a:pt x="3923" y="29343"/>
                    <a:pt x="3981" y="29687"/>
                    <a:pt x="4237" y="30001"/>
                  </a:cubicBezTo>
                  <a:cubicBezTo>
                    <a:pt x="4656" y="30388"/>
                    <a:pt x="5048" y="30536"/>
                    <a:pt x="5414" y="30536"/>
                  </a:cubicBezTo>
                  <a:cubicBezTo>
                    <a:pt x="6076" y="30536"/>
                    <a:pt x="6650" y="30053"/>
                    <a:pt x="7130" y="29630"/>
                  </a:cubicBezTo>
                  <a:cubicBezTo>
                    <a:pt x="7530" y="29286"/>
                    <a:pt x="7931" y="28970"/>
                    <a:pt x="8302" y="28885"/>
                  </a:cubicBezTo>
                  <a:cubicBezTo>
                    <a:pt x="8404" y="28866"/>
                    <a:pt x="8496" y="28856"/>
                    <a:pt x="8582" y="28856"/>
                  </a:cubicBezTo>
                  <a:cubicBezTo>
                    <a:pt x="9244" y="28856"/>
                    <a:pt x="9452" y="29431"/>
                    <a:pt x="9706" y="30344"/>
                  </a:cubicBezTo>
                  <a:cubicBezTo>
                    <a:pt x="9878" y="30860"/>
                    <a:pt x="10020" y="31405"/>
                    <a:pt x="10363" y="31718"/>
                  </a:cubicBezTo>
                  <a:cubicBezTo>
                    <a:pt x="10851" y="32234"/>
                    <a:pt x="11538" y="32263"/>
                    <a:pt x="12195" y="32263"/>
                  </a:cubicBezTo>
                  <a:cubicBezTo>
                    <a:pt x="12768" y="32291"/>
                    <a:pt x="13283" y="32291"/>
                    <a:pt x="13656" y="32577"/>
                  </a:cubicBezTo>
                  <a:cubicBezTo>
                    <a:pt x="13885" y="32836"/>
                    <a:pt x="13970" y="33122"/>
                    <a:pt x="14057" y="33379"/>
                  </a:cubicBezTo>
                  <a:cubicBezTo>
                    <a:pt x="14114" y="33665"/>
                    <a:pt x="14199" y="33951"/>
                    <a:pt x="14458" y="34210"/>
                  </a:cubicBezTo>
                  <a:cubicBezTo>
                    <a:pt x="14715" y="34524"/>
                    <a:pt x="14944" y="34725"/>
                    <a:pt x="15145" y="34897"/>
                  </a:cubicBezTo>
                  <a:cubicBezTo>
                    <a:pt x="15402" y="35126"/>
                    <a:pt x="15631" y="35298"/>
                    <a:pt x="15802" y="35612"/>
                  </a:cubicBezTo>
                  <a:cubicBezTo>
                    <a:pt x="15802" y="35641"/>
                    <a:pt x="15745" y="35841"/>
                    <a:pt x="15745" y="35928"/>
                  </a:cubicBezTo>
                  <a:cubicBezTo>
                    <a:pt x="15688" y="36184"/>
                    <a:pt x="15631" y="36413"/>
                    <a:pt x="15718" y="36585"/>
                  </a:cubicBezTo>
                  <a:cubicBezTo>
                    <a:pt x="15917" y="36958"/>
                    <a:pt x="16146" y="37073"/>
                    <a:pt x="16405" y="37157"/>
                  </a:cubicBezTo>
                  <a:cubicBezTo>
                    <a:pt x="16547" y="37244"/>
                    <a:pt x="16691" y="37302"/>
                    <a:pt x="16863" y="37444"/>
                  </a:cubicBezTo>
                  <a:cubicBezTo>
                    <a:pt x="17034" y="37588"/>
                    <a:pt x="17234" y="37730"/>
                    <a:pt x="17405" y="37874"/>
                  </a:cubicBezTo>
                  <a:cubicBezTo>
                    <a:pt x="18207" y="38447"/>
                    <a:pt x="18951" y="39019"/>
                    <a:pt x="18894" y="40135"/>
                  </a:cubicBezTo>
                  <a:cubicBezTo>
                    <a:pt x="18837" y="40650"/>
                    <a:pt x="18695" y="40936"/>
                    <a:pt x="18523" y="41252"/>
                  </a:cubicBezTo>
                  <a:cubicBezTo>
                    <a:pt x="18264" y="41738"/>
                    <a:pt x="18008" y="42196"/>
                    <a:pt x="18638" y="43284"/>
                  </a:cubicBezTo>
                  <a:cubicBezTo>
                    <a:pt x="18894" y="43714"/>
                    <a:pt x="19238" y="44028"/>
                    <a:pt x="19581" y="44344"/>
                  </a:cubicBezTo>
                  <a:cubicBezTo>
                    <a:pt x="19840" y="44600"/>
                    <a:pt x="20096" y="44829"/>
                    <a:pt x="20298" y="45145"/>
                  </a:cubicBezTo>
                  <a:cubicBezTo>
                    <a:pt x="20497" y="45374"/>
                    <a:pt x="20641" y="45661"/>
                    <a:pt x="20783" y="45917"/>
                  </a:cubicBezTo>
                  <a:cubicBezTo>
                    <a:pt x="21012" y="46348"/>
                    <a:pt x="21241" y="46776"/>
                    <a:pt x="21729" y="47119"/>
                  </a:cubicBezTo>
                  <a:cubicBezTo>
                    <a:pt x="22157" y="47378"/>
                    <a:pt x="22673" y="47436"/>
                    <a:pt x="23103" y="47493"/>
                  </a:cubicBezTo>
                  <a:cubicBezTo>
                    <a:pt x="23589" y="47550"/>
                    <a:pt x="23990" y="47578"/>
                    <a:pt x="24161" y="47836"/>
                  </a:cubicBezTo>
                  <a:cubicBezTo>
                    <a:pt x="24306" y="48036"/>
                    <a:pt x="24306" y="48379"/>
                    <a:pt x="24191" y="48894"/>
                  </a:cubicBezTo>
                  <a:lnTo>
                    <a:pt x="24191" y="48952"/>
                  </a:lnTo>
                  <a:cubicBezTo>
                    <a:pt x="24191" y="49009"/>
                    <a:pt x="24019" y="49123"/>
                    <a:pt x="23905" y="49181"/>
                  </a:cubicBezTo>
                  <a:cubicBezTo>
                    <a:pt x="23676" y="49325"/>
                    <a:pt x="23417" y="49467"/>
                    <a:pt x="23360" y="49753"/>
                  </a:cubicBezTo>
                  <a:cubicBezTo>
                    <a:pt x="23275" y="50097"/>
                    <a:pt x="23474" y="50326"/>
                    <a:pt x="23589" y="50497"/>
                  </a:cubicBezTo>
                  <a:cubicBezTo>
                    <a:pt x="23646" y="50555"/>
                    <a:pt x="23733" y="50642"/>
                    <a:pt x="23733" y="50669"/>
                  </a:cubicBezTo>
                  <a:cubicBezTo>
                    <a:pt x="23733" y="50985"/>
                    <a:pt x="23790" y="51242"/>
                    <a:pt x="23848" y="51471"/>
                  </a:cubicBezTo>
                  <a:cubicBezTo>
                    <a:pt x="23932" y="51871"/>
                    <a:pt x="24019" y="52158"/>
                    <a:pt x="23761" y="52588"/>
                  </a:cubicBezTo>
                  <a:cubicBezTo>
                    <a:pt x="23532" y="52932"/>
                    <a:pt x="23161" y="53131"/>
                    <a:pt x="22787" y="53333"/>
                  </a:cubicBezTo>
                  <a:cubicBezTo>
                    <a:pt x="22100" y="53704"/>
                    <a:pt x="21299" y="54134"/>
                    <a:pt x="21443" y="55451"/>
                  </a:cubicBezTo>
                  <a:cubicBezTo>
                    <a:pt x="21557" y="56596"/>
                    <a:pt x="22416" y="56853"/>
                    <a:pt x="23245" y="57082"/>
                  </a:cubicBezTo>
                  <a:cubicBezTo>
                    <a:pt x="23733" y="57226"/>
                    <a:pt x="24248" y="57398"/>
                    <a:pt x="24619" y="57711"/>
                  </a:cubicBezTo>
                  <a:cubicBezTo>
                    <a:pt x="24677" y="57769"/>
                    <a:pt x="24706" y="57856"/>
                    <a:pt x="24734" y="58027"/>
                  </a:cubicBezTo>
                  <a:cubicBezTo>
                    <a:pt x="24791" y="58227"/>
                    <a:pt x="24848" y="58513"/>
                    <a:pt x="25192" y="58799"/>
                  </a:cubicBezTo>
                  <a:cubicBezTo>
                    <a:pt x="25622" y="59143"/>
                    <a:pt x="26138" y="59143"/>
                    <a:pt x="26623" y="59143"/>
                  </a:cubicBezTo>
                  <a:lnTo>
                    <a:pt x="26623" y="58657"/>
                  </a:lnTo>
                  <a:cubicBezTo>
                    <a:pt x="26195" y="58657"/>
                    <a:pt x="25794" y="58657"/>
                    <a:pt x="25478" y="58428"/>
                  </a:cubicBezTo>
                  <a:cubicBezTo>
                    <a:pt x="25279" y="58256"/>
                    <a:pt x="25249" y="58085"/>
                    <a:pt x="25222" y="57913"/>
                  </a:cubicBezTo>
                  <a:cubicBezTo>
                    <a:pt x="25164" y="57741"/>
                    <a:pt x="25135" y="57540"/>
                    <a:pt x="24935" y="57368"/>
                  </a:cubicBezTo>
                  <a:cubicBezTo>
                    <a:pt x="24477" y="56940"/>
                    <a:pt x="23905" y="56768"/>
                    <a:pt x="23390" y="56624"/>
                  </a:cubicBezTo>
                  <a:cubicBezTo>
                    <a:pt x="22501" y="56367"/>
                    <a:pt x="22015" y="56195"/>
                    <a:pt x="21928" y="55394"/>
                  </a:cubicBezTo>
                  <a:cubicBezTo>
                    <a:pt x="21814" y="54391"/>
                    <a:pt x="22329" y="54104"/>
                    <a:pt x="23016" y="53761"/>
                  </a:cubicBezTo>
                  <a:cubicBezTo>
                    <a:pt x="23417" y="53532"/>
                    <a:pt x="23848" y="53303"/>
                    <a:pt x="24161" y="52845"/>
                  </a:cubicBezTo>
                  <a:cubicBezTo>
                    <a:pt x="24535" y="52245"/>
                    <a:pt x="24420" y="51787"/>
                    <a:pt x="24306" y="51356"/>
                  </a:cubicBezTo>
                  <a:cubicBezTo>
                    <a:pt x="24248" y="51157"/>
                    <a:pt x="24219" y="50928"/>
                    <a:pt x="24219" y="50669"/>
                  </a:cubicBezTo>
                  <a:cubicBezTo>
                    <a:pt x="24219" y="50470"/>
                    <a:pt x="24077" y="50326"/>
                    <a:pt x="23990" y="50184"/>
                  </a:cubicBezTo>
                  <a:cubicBezTo>
                    <a:pt x="23848" y="50039"/>
                    <a:pt x="23818" y="49955"/>
                    <a:pt x="23848" y="49868"/>
                  </a:cubicBezTo>
                  <a:cubicBezTo>
                    <a:pt x="23848" y="49783"/>
                    <a:pt x="24019" y="49696"/>
                    <a:pt x="24161" y="49611"/>
                  </a:cubicBezTo>
                  <a:cubicBezTo>
                    <a:pt x="24363" y="49467"/>
                    <a:pt x="24649" y="49295"/>
                    <a:pt x="24649" y="48981"/>
                  </a:cubicBezTo>
                  <a:cubicBezTo>
                    <a:pt x="24821" y="48322"/>
                    <a:pt x="24791" y="47894"/>
                    <a:pt x="24562" y="47550"/>
                  </a:cubicBezTo>
                  <a:cubicBezTo>
                    <a:pt x="24276" y="47149"/>
                    <a:pt x="23733" y="47062"/>
                    <a:pt x="23161" y="47005"/>
                  </a:cubicBezTo>
                  <a:cubicBezTo>
                    <a:pt x="22760" y="46948"/>
                    <a:pt x="22329" y="46890"/>
                    <a:pt x="21986" y="46719"/>
                  </a:cubicBezTo>
                  <a:cubicBezTo>
                    <a:pt x="21615" y="46462"/>
                    <a:pt x="21413" y="46089"/>
                    <a:pt x="21214" y="45688"/>
                  </a:cubicBezTo>
                  <a:cubicBezTo>
                    <a:pt x="21070" y="45402"/>
                    <a:pt x="20898" y="45116"/>
                    <a:pt x="20699" y="44859"/>
                  </a:cubicBezTo>
                  <a:cubicBezTo>
                    <a:pt x="20470" y="44516"/>
                    <a:pt x="20183" y="44257"/>
                    <a:pt x="19925" y="44000"/>
                  </a:cubicBezTo>
                  <a:cubicBezTo>
                    <a:pt x="19581" y="43684"/>
                    <a:pt x="19295" y="43428"/>
                    <a:pt x="19066" y="43027"/>
                  </a:cubicBezTo>
                  <a:cubicBezTo>
                    <a:pt x="18550" y="42196"/>
                    <a:pt x="18722" y="41909"/>
                    <a:pt x="18951" y="41481"/>
                  </a:cubicBezTo>
                  <a:cubicBezTo>
                    <a:pt x="19123" y="41165"/>
                    <a:pt x="19325" y="40794"/>
                    <a:pt x="19352" y="40164"/>
                  </a:cubicBezTo>
                  <a:cubicBezTo>
                    <a:pt x="19439" y="38790"/>
                    <a:pt x="18523" y="38103"/>
                    <a:pt x="17721" y="37473"/>
                  </a:cubicBezTo>
                  <a:cubicBezTo>
                    <a:pt x="17520" y="37359"/>
                    <a:pt x="17348" y="37215"/>
                    <a:pt x="17176" y="37073"/>
                  </a:cubicBezTo>
                  <a:cubicBezTo>
                    <a:pt x="16947" y="36871"/>
                    <a:pt x="16748" y="36786"/>
                    <a:pt x="16604" y="36729"/>
                  </a:cubicBezTo>
                  <a:cubicBezTo>
                    <a:pt x="16375" y="36642"/>
                    <a:pt x="16260" y="36585"/>
                    <a:pt x="16146" y="36386"/>
                  </a:cubicBezTo>
                  <a:cubicBezTo>
                    <a:pt x="16146" y="36328"/>
                    <a:pt x="16176" y="36157"/>
                    <a:pt x="16203" y="36042"/>
                  </a:cubicBezTo>
                  <a:cubicBezTo>
                    <a:pt x="16260" y="35813"/>
                    <a:pt x="16318" y="35584"/>
                    <a:pt x="16233" y="35412"/>
                  </a:cubicBezTo>
                  <a:cubicBezTo>
                    <a:pt x="16004" y="34982"/>
                    <a:pt x="15745" y="34753"/>
                    <a:pt x="15459" y="34524"/>
                  </a:cubicBezTo>
                  <a:cubicBezTo>
                    <a:pt x="15260" y="34352"/>
                    <a:pt x="15058" y="34180"/>
                    <a:pt x="14829" y="33894"/>
                  </a:cubicBezTo>
                  <a:cubicBezTo>
                    <a:pt x="14630" y="33722"/>
                    <a:pt x="14573" y="33493"/>
                    <a:pt x="14515" y="33237"/>
                  </a:cubicBezTo>
                  <a:cubicBezTo>
                    <a:pt x="14428" y="32950"/>
                    <a:pt x="14314" y="32607"/>
                    <a:pt x="13970" y="32234"/>
                  </a:cubicBezTo>
                  <a:cubicBezTo>
                    <a:pt x="13485" y="31805"/>
                    <a:pt x="12825" y="31805"/>
                    <a:pt x="12195" y="31776"/>
                  </a:cubicBezTo>
                  <a:cubicBezTo>
                    <a:pt x="11623" y="31776"/>
                    <a:pt x="11050" y="31748"/>
                    <a:pt x="10707" y="31375"/>
                  </a:cubicBezTo>
                  <a:cubicBezTo>
                    <a:pt x="10450" y="31146"/>
                    <a:pt x="10306" y="30660"/>
                    <a:pt x="10191" y="30202"/>
                  </a:cubicBezTo>
                  <a:cubicBezTo>
                    <a:pt x="9964" y="29390"/>
                    <a:pt x="9668" y="28375"/>
                    <a:pt x="8626" y="28375"/>
                  </a:cubicBezTo>
                  <a:cubicBezTo>
                    <a:pt x="8493" y="28375"/>
                    <a:pt x="8347" y="28392"/>
                    <a:pt x="8188" y="28427"/>
                  </a:cubicBezTo>
                  <a:cubicBezTo>
                    <a:pt x="7702" y="28542"/>
                    <a:pt x="7244" y="28913"/>
                    <a:pt x="6814" y="29256"/>
                  </a:cubicBezTo>
                  <a:cubicBezTo>
                    <a:pt x="6276" y="29722"/>
                    <a:pt x="5850" y="30054"/>
                    <a:pt x="5411" y="30054"/>
                  </a:cubicBezTo>
                  <a:cubicBezTo>
                    <a:pt x="5148" y="30054"/>
                    <a:pt x="4880" y="29936"/>
                    <a:pt x="4581" y="29657"/>
                  </a:cubicBezTo>
                  <a:cubicBezTo>
                    <a:pt x="4439" y="29485"/>
                    <a:pt x="4409" y="29256"/>
                    <a:pt x="4381" y="29000"/>
                  </a:cubicBezTo>
                  <a:cubicBezTo>
                    <a:pt x="4324" y="28656"/>
                    <a:pt x="4294" y="28256"/>
                    <a:pt x="3894" y="28054"/>
                  </a:cubicBezTo>
                  <a:cubicBezTo>
                    <a:pt x="3708" y="27934"/>
                    <a:pt x="3534" y="27889"/>
                    <a:pt x="3376" y="27889"/>
                  </a:cubicBezTo>
                  <a:cubicBezTo>
                    <a:pt x="3122" y="27889"/>
                    <a:pt x="2908" y="28005"/>
                    <a:pt x="2749" y="28111"/>
                  </a:cubicBezTo>
                  <a:cubicBezTo>
                    <a:pt x="2575" y="28209"/>
                    <a:pt x="2452" y="28267"/>
                    <a:pt x="2320" y="28267"/>
                  </a:cubicBezTo>
                  <a:cubicBezTo>
                    <a:pt x="2258" y="28267"/>
                    <a:pt x="2193" y="28254"/>
                    <a:pt x="2119" y="28226"/>
                  </a:cubicBezTo>
                  <a:cubicBezTo>
                    <a:pt x="1031" y="27798"/>
                    <a:pt x="573" y="26337"/>
                    <a:pt x="545" y="25134"/>
                  </a:cubicBezTo>
                  <a:cubicBezTo>
                    <a:pt x="488" y="23504"/>
                    <a:pt x="1088" y="22043"/>
                    <a:pt x="1977" y="21614"/>
                  </a:cubicBezTo>
                  <a:cubicBezTo>
                    <a:pt x="2176" y="21527"/>
                    <a:pt x="2462" y="21527"/>
                    <a:pt x="2749" y="21527"/>
                  </a:cubicBezTo>
                  <a:cubicBezTo>
                    <a:pt x="2858" y="21535"/>
                    <a:pt x="2965" y="21540"/>
                    <a:pt x="3068" y="21540"/>
                  </a:cubicBezTo>
                  <a:cubicBezTo>
                    <a:pt x="3373" y="21540"/>
                    <a:pt x="3645" y="21491"/>
                    <a:pt x="3836" y="21298"/>
                  </a:cubicBezTo>
                  <a:cubicBezTo>
                    <a:pt x="4381" y="20813"/>
                    <a:pt x="4324" y="20497"/>
                    <a:pt x="4180" y="20153"/>
                  </a:cubicBezTo>
                  <a:cubicBezTo>
                    <a:pt x="4123" y="19981"/>
                    <a:pt x="4065" y="19839"/>
                    <a:pt x="4095" y="19610"/>
                  </a:cubicBezTo>
                  <a:cubicBezTo>
                    <a:pt x="4152" y="19180"/>
                    <a:pt x="4324" y="18779"/>
                    <a:pt x="4439" y="18408"/>
                  </a:cubicBezTo>
                  <a:cubicBezTo>
                    <a:pt x="4725" y="17691"/>
                    <a:pt x="4981" y="16947"/>
                    <a:pt x="4725" y="15916"/>
                  </a:cubicBezTo>
                  <a:cubicBezTo>
                    <a:pt x="4668" y="15660"/>
                    <a:pt x="4553" y="15401"/>
                    <a:pt x="4466" y="15172"/>
                  </a:cubicBezTo>
                  <a:cubicBezTo>
                    <a:pt x="4095" y="14256"/>
                    <a:pt x="3894" y="13741"/>
                    <a:pt x="5068" y="13226"/>
                  </a:cubicBezTo>
                  <a:cubicBezTo>
                    <a:pt x="5355" y="13084"/>
                    <a:pt x="5698" y="13054"/>
                    <a:pt x="6042" y="13054"/>
                  </a:cubicBezTo>
                  <a:cubicBezTo>
                    <a:pt x="6500" y="12997"/>
                    <a:pt x="6985" y="12969"/>
                    <a:pt x="7244" y="12626"/>
                  </a:cubicBezTo>
                  <a:cubicBezTo>
                    <a:pt x="7443" y="12339"/>
                    <a:pt x="7501" y="11966"/>
                    <a:pt x="7386" y="11423"/>
                  </a:cubicBezTo>
                  <a:cubicBezTo>
                    <a:pt x="7329" y="11080"/>
                    <a:pt x="7100" y="10821"/>
                    <a:pt x="6901" y="10564"/>
                  </a:cubicBezTo>
                  <a:cubicBezTo>
                    <a:pt x="6642" y="10306"/>
                    <a:pt x="6443" y="10049"/>
                    <a:pt x="6385" y="9676"/>
                  </a:cubicBezTo>
                  <a:cubicBezTo>
                    <a:pt x="6355" y="9419"/>
                    <a:pt x="6443" y="9133"/>
                    <a:pt x="6557" y="8847"/>
                  </a:cubicBezTo>
                  <a:cubicBezTo>
                    <a:pt x="6642" y="8561"/>
                    <a:pt x="6756" y="8274"/>
                    <a:pt x="6756" y="7988"/>
                  </a:cubicBezTo>
                  <a:cubicBezTo>
                    <a:pt x="6756" y="6470"/>
                    <a:pt x="6241" y="6355"/>
                    <a:pt x="5183" y="6270"/>
                  </a:cubicBezTo>
                  <a:cubicBezTo>
                    <a:pt x="5011" y="6241"/>
                    <a:pt x="4782" y="6213"/>
                    <a:pt x="4523" y="6183"/>
                  </a:cubicBezTo>
                  <a:cubicBezTo>
                    <a:pt x="3408" y="6041"/>
                    <a:pt x="1890" y="5183"/>
                    <a:pt x="1118" y="3893"/>
                  </a:cubicBezTo>
                  <a:cubicBezTo>
                    <a:pt x="660" y="3064"/>
                    <a:pt x="573" y="2233"/>
                    <a:pt x="889" y="1404"/>
                  </a:cubicBezTo>
                  <a:cubicBezTo>
                    <a:pt x="1088" y="946"/>
                    <a:pt x="1203" y="744"/>
                    <a:pt x="1290" y="660"/>
                  </a:cubicBezTo>
                  <a:cubicBezTo>
                    <a:pt x="1374" y="831"/>
                    <a:pt x="1432" y="1232"/>
                    <a:pt x="1489" y="1489"/>
                  </a:cubicBezTo>
                  <a:cubicBezTo>
                    <a:pt x="1633" y="2205"/>
                    <a:pt x="1748" y="2634"/>
                    <a:pt x="2004" y="2778"/>
                  </a:cubicBezTo>
                  <a:cubicBezTo>
                    <a:pt x="2113" y="2842"/>
                    <a:pt x="2435" y="3055"/>
                    <a:pt x="2734" y="3055"/>
                  </a:cubicBezTo>
                  <a:cubicBezTo>
                    <a:pt x="2830" y="3055"/>
                    <a:pt x="2924" y="3033"/>
                    <a:pt x="3007" y="2977"/>
                  </a:cubicBezTo>
                  <a:cubicBezTo>
                    <a:pt x="3436" y="2691"/>
                    <a:pt x="3294" y="1862"/>
                    <a:pt x="3149" y="1060"/>
                  </a:cubicBezTo>
                  <a:cubicBezTo>
                    <a:pt x="3122" y="774"/>
                    <a:pt x="3035" y="373"/>
                    <a:pt x="3065" y="286"/>
                  </a:cubicBezTo>
                  <a:lnTo>
                    <a:pt x="3065" y="286"/>
                  </a:lnTo>
                  <a:lnTo>
                    <a:pt x="3035" y="31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6719961" y="2843468"/>
              <a:ext cx="216576" cy="158685"/>
            </a:xfrm>
            <a:custGeom>
              <a:avLst/>
              <a:gdLst/>
              <a:ahLst/>
              <a:cxnLst/>
              <a:rect l="l" t="t" r="r" b="b"/>
              <a:pathLst>
                <a:path w="10707" h="7845" extrusionOk="0">
                  <a:moveTo>
                    <a:pt x="57" y="1"/>
                  </a:moveTo>
                  <a:lnTo>
                    <a:pt x="0" y="488"/>
                  </a:lnTo>
                  <a:cubicBezTo>
                    <a:pt x="545" y="546"/>
                    <a:pt x="889" y="917"/>
                    <a:pt x="1232" y="1317"/>
                  </a:cubicBezTo>
                  <a:cubicBezTo>
                    <a:pt x="1603" y="1718"/>
                    <a:pt x="2004" y="2206"/>
                    <a:pt x="2721" y="2320"/>
                  </a:cubicBezTo>
                  <a:cubicBezTo>
                    <a:pt x="2761" y="2324"/>
                    <a:pt x="2801" y="2326"/>
                    <a:pt x="2839" y="2326"/>
                  </a:cubicBezTo>
                  <a:cubicBezTo>
                    <a:pt x="3101" y="2326"/>
                    <a:pt x="3323" y="2248"/>
                    <a:pt x="3522" y="2149"/>
                  </a:cubicBezTo>
                  <a:cubicBezTo>
                    <a:pt x="3721" y="2076"/>
                    <a:pt x="3885" y="2004"/>
                    <a:pt x="4066" y="2004"/>
                  </a:cubicBezTo>
                  <a:cubicBezTo>
                    <a:pt x="4172" y="2004"/>
                    <a:pt x="4282" y="2028"/>
                    <a:pt x="4409" y="2091"/>
                  </a:cubicBezTo>
                  <a:cubicBezTo>
                    <a:pt x="4782" y="2291"/>
                    <a:pt x="4839" y="2462"/>
                    <a:pt x="4954" y="2778"/>
                  </a:cubicBezTo>
                  <a:cubicBezTo>
                    <a:pt x="5011" y="2950"/>
                    <a:pt x="5068" y="3122"/>
                    <a:pt x="5240" y="3378"/>
                  </a:cubicBezTo>
                  <a:cubicBezTo>
                    <a:pt x="6126" y="4524"/>
                    <a:pt x="6813" y="4782"/>
                    <a:pt x="7958" y="5211"/>
                  </a:cubicBezTo>
                  <a:lnTo>
                    <a:pt x="8160" y="5298"/>
                  </a:lnTo>
                  <a:cubicBezTo>
                    <a:pt x="8274" y="5325"/>
                    <a:pt x="8359" y="5382"/>
                    <a:pt x="8474" y="5440"/>
                  </a:cubicBezTo>
                  <a:cubicBezTo>
                    <a:pt x="8989" y="5641"/>
                    <a:pt x="9420" y="5840"/>
                    <a:pt x="9706" y="6271"/>
                  </a:cubicBezTo>
                  <a:cubicBezTo>
                    <a:pt x="9820" y="6443"/>
                    <a:pt x="9848" y="6614"/>
                    <a:pt x="9905" y="6843"/>
                  </a:cubicBezTo>
                  <a:cubicBezTo>
                    <a:pt x="9962" y="7157"/>
                    <a:pt x="10020" y="7530"/>
                    <a:pt x="10393" y="7844"/>
                  </a:cubicBezTo>
                  <a:lnTo>
                    <a:pt x="10707" y="7501"/>
                  </a:lnTo>
                  <a:cubicBezTo>
                    <a:pt x="10450" y="7272"/>
                    <a:pt x="10420" y="7043"/>
                    <a:pt x="10363" y="6756"/>
                  </a:cubicBezTo>
                  <a:cubicBezTo>
                    <a:pt x="10336" y="6527"/>
                    <a:pt x="10278" y="6241"/>
                    <a:pt x="10107" y="6012"/>
                  </a:cubicBezTo>
                  <a:cubicBezTo>
                    <a:pt x="9763" y="5440"/>
                    <a:pt x="9191" y="5211"/>
                    <a:pt x="8675" y="4982"/>
                  </a:cubicBezTo>
                  <a:cubicBezTo>
                    <a:pt x="8561" y="4924"/>
                    <a:pt x="8446" y="4897"/>
                    <a:pt x="8332" y="4840"/>
                  </a:cubicBezTo>
                  <a:lnTo>
                    <a:pt x="8130" y="4753"/>
                  </a:lnTo>
                  <a:cubicBezTo>
                    <a:pt x="7015" y="4324"/>
                    <a:pt x="6442" y="4123"/>
                    <a:pt x="5641" y="3092"/>
                  </a:cubicBezTo>
                  <a:cubicBezTo>
                    <a:pt x="5526" y="2920"/>
                    <a:pt x="5469" y="2778"/>
                    <a:pt x="5412" y="2607"/>
                  </a:cubicBezTo>
                  <a:cubicBezTo>
                    <a:pt x="5297" y="2291"/>
                    <a:pt x="5183" y="1947"/>
                    <a:pt x="4610" y="1661"/>
                  </a:cubicBezTo>
                  <a:cubicBezTo>
                    <a:pt x="4411" y="1550"/>
                    <a:pt x="4224" y="1508"/>
                    <a:pt x="4049" y="1508"/>
                  </a:cubicBezTo>
                  <a:cubicBezTo>
                    <a:pt x="3774" y="1508"/>
                    <a:pt x="3531" y="1613"/>
                    <a:pt x="3321" y="1718"/>
                  </a:cubicBezTo>
                  <a:cubicBezTo>
                    <a:pt x="3173" y="1767"/>
                    <a:pt x="3025" y="1839"/>
                    <a:pt x="2878" y="1839"/>
                  </a:cubicBezTo>
                  <a:cubicBezTo>
                    <a:pt x="2854" y="1839"/>
                    <a:pt x="2830" y="1837"/>
                    <a:pt x="2806" y="1833"/>
                  </a:cubicBezTo>
                  <a:cubicBezTo>
                    <a:pt x="2263" y="1748"/>
                    <a:pt x="1919" y="1375"/>
                    <a:pt x="1576" y="1004"/>
                  </a:cubicBezTo>
                  <a:cubicBezTo>
                    <a:pt x="1203" y="573"/>
                    <a:pt x="802" y="11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6689839" y="2886921"/>
              <a:ext cx="129719" cy="149421"/>
            </a:xfrm>
            <a:custGeom>
              <a:avLst/>
              <a:gdLst/>
              <a:ahLst/>
              <a:cxnLst/>
              <a:rect l="l" t="t" r="r" b="b"/>
              <a:pathLst>
                <a:path w="6413" h="7387" extrusionOk="0">
                  <a:moveTo>
                    <a:pt x="6069" y="1"/>
                  </a:moveTo>
                  <a:lnTo>
                    <a:pt x="5584" y="28"/>
                  </a:lnTo>
                  <a:cubicBezTo>
                    <a:pt x="5584" y="172"/>
                    <a:pt x="5611" y="344"/>
                    <a:pt x="5641" y="516"/>
                  </a:cubicBezTo>
                  <a:cubicBezTo>
                    <a:pt x="5726" y="1489"/>
                    <a:pt x="5898" y="2921"/>
                    <a:pt x="5355" y="3436"/>
                  </a:cubicBezTo>
                  <a:cubicBezTo>
                    <a:pt x="5126" y="3692"/>
                    <a:pt x="4695" y="3779"/>
                    <a:pt x="4267" y="3837"/>
                  </a:cubicBezTo>
                  <a:cubicBezTo>
                    <a:pt x="3779" y="3921"/>
                    <a:pt x="3179" y="4036"/>
                    <a:pt x="2806" y="4524"/>
                  </a:cubicBezTo>
                  <a:cubicBezTo>
                    <a:pt x="2577" y="4810"/>
                    <a:pt x="2520" y="5268"/>
                    <a:pt x="2463" y="5696"/>
                  </a:cubicBezTo>
                  <a:cubicBezTo>
                    <a:pt x="2378" y="6356"/>
                    <a:pt x="2321" y="6757"/>
                    <a:pt x="1977" y="6841"/>
                  </a:cubicBezTo>
                  <a:cubicBezTo>
                    <a:pt x="1909" y="6866"/>
                    <a:pt x="1846" y="6878"/>
                    <a:pt x="1787" y="6878"/>
                  </a:cubicBezTo>
                  <a:cubicBezTo>
                    <a:pt x="1495" y="6878"/>
                    <a:pt x="1289" y="6588"/>
                    <a:pt x="1004" y="6040"/>
                  </a:cubicBezTo>
                  <a:cubicBezTo>
                    <a:pt x="745" y="5639"/>
                    <a:pt x="516" y="5211"/>
                    <a:pt x="115" y="5096"/>
                  </a:cubicBezTo>
                  <a:lnTo>
                    <a:pt x="1" y="5554"/>
                  </a:lnTo>
                  <a:cubicBezTo>
                    <a:pt x="202" y="5611"/>
                    <a:pt x="374" y="5955"/>
                    <a:pt x="573" y="6269"/>
                  </a:cubicBezTo>
                  <a:cubicBezTo>
                    <a:pt x="832" y="6757"/>
                    <a:pt x="1175" y="7386"/>
                    <a:pt x="1775" y="7386"/>
                  </a:cubicBezTo>
                  <a:cubicBezTo>
                    <a:pt x="1890" y="7386"/>
                    <a:pt x="2004" y="7357"/>
                    <a:pt x="2119" y="7299"/>
                  </a:cubicBezTo>
                  <a:cubicBezTo>
                    <a:pt x="2779" y="7157"/>
                    <a:pt x="2863" y="6413"/>
                    <a:pt x="2950" y="5753"/>
                  </a:cubicBezTo>
                  <a:cubicBezTo>
                    <a:pt x="2978" y="5382"/>
                    <a:pt x="3035" y="4982"/>
                    <a:pt x="3179" y="4810"/>
                  </a:cubicBezTo>
                  <a:cubicBezTo>
                    <a:pt x="3436" y="4466"/>
                    <a:pt x="3894" y="4409"/>
                    <a:pt x="4352" y="4322"/>
                  </a:cubicBezTo>
                  <a:cubicBezTo>
                    <a:pt x="4840" y="4237"/>
                    <a:pt x="5355" y="4150"/>
                    <a:pt x="5698" y="3779"/>
                  </a:cubicBezTo>
                  <a:cubicBezTo>
                    <a:pt x="6413" y="3120"/>
                    <a:pt x="6241" y="1574"/>
                    <a:pt x="6099" y="459"/>
                  </a:cubicBezTo>
                  <a:cubicBezTo>
                    <a:pt x="6099" y="287"/>
                    <a:pt x="6069" y="143"/>
                    <a:pt x="606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6988668" y="2660473"/>
              <a:ext cx="184151" cy="217749"/>
            </a:xfrm>
            <a:custGeom>
              <a:avLst/>
              <a:gdLst/>
              <a:ahLst/>
              <a:cxnLst/>
              <a:rect l="l" t="t" r="r" b="b"/>
              <a:pathLst>
                <a:path w="9104" h="10765" extrusionOk="0">
                  <a:moveTo>
                    <a:pt x="8618" y="0"/>
                  </a:moveTo>
                  <a:cubicBezTo>
                    <a:pt x="8618" y="603"/>
                    <a:pt x="8389" y="889"/>
                    <a:pt x="8073" y="1260"/>
                  </a:cubicBezTo>
                  <a:cubicBezTo>
                    <a:pt x="7844" y="1519"/>
                    <a:pt x="7615" y="1805"/>
                    <a:pt x="7443" y="2233"/>
                  </a:cubicBezTo>
                  <a:cubicBezTo>
                    <a:pt x="7214" y="2836"/>
                    <a:pt x="7301" y="3236"/>
                    <a:pt x="7386" y="3580"/>
                  </a:cubicBezTo>
                  <a:cubicBezTo>
                    <a:pt x="7443" y="3836"/>
                    <a:pt x="7500" y="4065"/>
                    <a:pt x="7443" y="4382"/>
                  </a:cubicBezTo>
                  <a:cubicBezTo>
                    <a:pt x="7214" y="5320"/>
                    <a:pt x="6787" y="5529"/>
                    <a:pt x="6217" y="5529"/>
                  </a:cubicBezTo>
                  <a:cubicBezTo>
                    <a:pt x="6005" y="5529"/>
                    <a:pt x="5774" y="5500"/>
                    <a:pt x="5526" y="5469"/>
                  </a:cubicBezTo>
                  <a:cubicBezTo>
                    <a:pt x="5253" y="5421"/>
                    <a:pt x="4990" y="5381"/>
                    <a:pt x="4730" y="5381"/>
                  </a:cubicBezTo>
                  <a:cubicBezTo>
                    <a:pt x="4526" y="5381"/>
                    <a:pt x="4324" y="5406"/>
                    <a:pt x="4122" y="5469"/>
                  </a:cubicBezTo>
                  <a:cubicBezTo>
                    <a:pt x="3751" y="5611"/>
                    <a:pt x="3522" y="5783"/>
                    <a:pt x="3408" y="6042"/>
                  </a:cubicBezTo>
                  <a:cubicBezTo>
                    <a:pt x="3206" y="6443"/>
                    <a:pt x="3408" y="6901"/>
                    <a:pt x="3579" y="7416"/>
                  </a:cubicBezTo>
                  <a:cubicBezTo>
                    <a:pt x="3809" y="8016"/>
                    <a:pt x="4038" y="8646"/>
                    <a:pt x="3721" y="9248"/>
                  </a:cubicBezTo>
                  <a:cubicBezTo>
                    <a:pt x="3378" y="9791"/>
                    <a:pt x="2920" y="10164"/>
                    <a:pt x="2462" y="10249"/>
                  </a:cubicBezTo>
                  <a:cubicBezTo>
                    <a:pt x="2372" y="10272"/>
                    <a:pt x="2284" y="10283"/>
                    <a:pt x="2197" y="10283"/>
                  </a:cubicBezTo>
                  <a:cubicBezTo>
                    <a:pt x="1954" y="10283"/>
                    <a:pt x="1722" y="10197"/>
                    <a:pt x="1489" y="10050"/>
                  </a:cubicBezTo>
                  <a:cubicBezTo>
                    <a:pt x="1289" y="9905"/>
                    <a:pt x="1202" y="9676"/>
                    <a:pt x="1088" y="9420"/>
                  </a:cubicBezTo>
                  <a:cubicBezTo>
                    <a:pt x="973" y="9019"/>
                    <a:pt x="774" y="8531"/>
                    <a:pt x="172" y="8275"/>
                  </a:cubicBezTo>
                  <a:lnTo>
                    <a:pt x="0" y="8733"/>
                  </a:lnTo>
                  <a:cubicBezTo>
                    <a:pt x="401" y="8905"/>
                    <a:pt x="515" y="9218"/>
                    <a:pt x="630" y="9562"/>
                  </a:cubicBezTo>
                  <a:cubicBezTo>
                    <a:pt x="744" y="9878"/>
                    <a:pt x="889" y="10249"/>
                    <a:pt x="1232" y="10450"/>
                  </a:cubicBezTo>
                  <a:cubicBezTo>
                    <a:pt x="1546" y="10650"/>
                    <a:pt x="1889" y="10764"/>
                    <a:pt x="2205" y="10764"/>
                  </a:cubicBezTo>
                  <a:cubicBezTo>
                    <a:pt x="2320" y="10764"/>
                    <a:pt x="2434" y="10764"/>
                    <a:pt x="2549" y="10737"/>
                  </a:cubicBezTo>
                  <a:cubicBezTo>
                    <a:pt x="3149" y="10592"/>
                    <a:pt x="3721" y="10164"/>
                    <a:pt x="4152" y="9505"/>
                  </a:cubicBezTo>
                  <a:cubicBezTo>
                    <a:pt x="4580" y="8676"/>
                    <a:pt x="4267" y="7874"/>
                    <a:pt x="4038" y="7244"/>
                  </a:cubicBezTo>
                  <a:cubicBezTo>
                    <a:pt x="3866" y="6814"/>
                    <a:pt x="3751" y="6470"/>
                    <a:pt x="3836" y="6241"/>
                  </a:cubicBezTo>
                  <a:cubicBezTo>
                    <a:pt x="3893" y="6127"/>
                    <a:pt x="4038" y="6012"/>
                    <a:pt x="4267" y="5927"/>
                  </a:cubicBezTo>
                  <a:cubicBezTo>
                    <a:pt x="4421" y="5888"/>
                    <a:pt x="4587" y="5873"/>
                    <a:pt x="4762" y="5873"/>
                  </a:cubicBezTo>
                  <a:cubicBezTo>
                    <a:pt x="4976" y="5873"/>
                    <a:pt x="5204" y="5896"/>
                    <a:pt x="5439" y="5927"/>
                  </a:cubicBezTo>
                  <a:cubicBezTo>
                    <a:pt x="5693" y="5967"/>
                    <a:pt x="5962" y="6006"/>
                    <a:pt x="6228" y="6006"/>
                  </a:cubicBezTo>
                  <a:cubicBezTo>
                    <a:pt x="6922" y="6006"/>
                    <a:pt x="7591" y="5737"/>
                    <a:pt x="7901" y="4496"/>
                  </a:cubicBezTo>
                  <a:cubicBezTo>
                    <a:pt x="7988" y="4065"/>
                    <a:pt x="7931" y="3752"/>
                    <a:pt x="7874" y="3465"/>
                  </a:cubicBezTo>
                  <a:cubicBezTo>
                    <a:pt x="7786" y="3149"/>
                    <a:pt x="7729" y="2893"/>
                    <a:pt x="7901" y="2405"/>
                  </a:cubicBezTo>
                  <a:cubicBezTo>
                    <a:pt x="8045" y="2062"/>
                    <a:pt x="8217" y="1833"/>
                    <a:pt x="8446" y="1576"/>
                  </a:cubicBezTo>
                  <a:cubicBezTo>
                    <a:pt x="8760" y="1175"/>
                    <a:pt x="9103" y="775"/>
                    <a:pt x="91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7145021" y="2743858"/>
              <a:ext cx="226447" cy="119909"/>
            </a:xfrm>
            <a:custGeom>
              <a:avLst/>
              <a:gdLst/>
              <a:ahLst/>
              <a:cxnLst/>
              <a:rect l="l" t="t" r="r" b="b"/>
              <a:pathLst>
                <a:path w="11195" h="5928" extrusionOk="0">
                  <a:moveTo>
                    <a:pt x="57" y="1"/>
                  </a:moveTo>
                  <a:lnTo>
                    <a:pt x="0" y="459"/>
                  </a:lnTo>
                  <a:cubicBezTo>
                    <a:pt x="1088" y="573"/>
                    <a:pt x="1118" y="1661"/>
                    <a:pt x="1061" y="3321"/>
                  </a:cubicBezTo>
                  <a:cubicBezTo>
                    <a:pt x="1031" y="4409"/>
                    <a:pt x="1003" y="5440"/>
                    <a:pt x="1633" y="5813"/>
                  </a:cubicBezTo>
                  <a:cubicBezTo>
                    <a:pt x="1775" y="5898"/>
                    <a:pt x="1947" y="5928"/>
                    <a:pt x="2119" y="5928"/>
                  </a:cubicBezTo>
                  <a:cubicBezTo>
                    <a:pt x="2634" y="5928"/>
                    <a:pt x="3293" y="5669"/>
                    <a:pt x="4180" y="5096"/>
                  </a:cubicBezTo>
                  <a:cubicBezTo>
                    <a:pt x="4210" y="5069"/>
                    <a:pt x="4352" y="5069"/>
                    <a:pt x="4439" y="5069"/>
                  </a:cubicBezTo>
                  <a:cubicBezTo>
                    <a:pt x="4581" y="5069"/>
                    <a:pt x="4782" y="5069"/>
                    <a:pt x="4981" y="4982"/>
                  </a:cubicBezTo>
                  <a:cubicBezTo>
                    <a:pt x="5240" y="4867"/>
                    <a:pt x="5325" y="4638"/>
                    <a:pt x="5382" y="4439"/>
                  </a:cubicBezTo>
                  <a:cubicBezTo>
                    <a:pt x="5439" y="4210"/>
                    <a:pt x="5497" y="4095"/>
                    <a:pt x="5668" y="4038"/>
                  </a:cubicBezTo>
                  <a:cubicBezTo>
                    <a:pt x="5788" y="4008"/>
                    <a:pt x="5887" y="3994"/>
                    <a:pt x="5971" y="3994"/>
                  </a:cubicBezTo>
                  <a:cubicBezTo>
                    <a:pt x="6292" y="3994"/>
                    <a:pt x="6397" y="4195"/>
                    <a:pt x="6557" y="4466"/>
                  </a:cubicBezTo>
                  <a:cubicBezTo>
                    <a:pt x="6699" y="4695"/>
                    <a:pt x="6843" y="4954"/>
                    <a:pt x="7157" y="5096"/>
                  </a:cubicBezTo>
                  <a:cubicBezTo>
                    <a:pt x="7516" y="5253"/>
                    <a:pt x="7827" y="5320"/>
                    <a:pt x="8100" y="5320"/>
                  </a:cubicBezTo>
                  <a:cubicBezTo>
                    <a:pt x="9029" y="5320"/>
                    <a:pt x="9527" y="4544"/>
                    <a:pt x="9992" y="3837"/>
                  </a:cubicBezTo>
                  <a:cubicBezTo>
                    <a:pt x="10336" y="3321"/>
                    <a:pt x="10679" y="2779"/>
                    <a:pt x="11194" y="2463"/>
                  </a:cubicBezTo>
                  <a:lnTo>
                    <a:pt x="10965" y="2062"/>
                  </a:lnTo>
                  <a:cubicBezTo>
                    <a:pt x="10336" y="2405"/>
                    <a:pt x="9935" y="3035"/>
                    <a:pt x="9591" y="3580"/>
                  </a:cubicBezTo>
                  <a:cubicBezTo>
                    <a:pt x="9116" y="4271"/>
                    <a:pt x="8755" y="4832"/>
                    <a:pt x="8103" y="4832"/>
                  </a:cubicBezTo>
                  <a:cubicBezTo>
                    <a:pt x="7890" y="4832"/>
                    <a:pt x="7647" y="4772"/>
                    <a:pt x="7358" y="4638"/>
                  </a:cubicBezTo>
                  <a:cubicBezTo>
                    <a:pt x="7187" y="4581"/>
                    <a:pt x="7100" y="4409"/>
                    <a:pt x="6985" y="4210"/>
                  </a:cubicBezTo>
                  <a:cubicBezTo>
                    <a:pt x="6797" y="3903"/>
                    <a:pt x="6570" y="3521"/>
                    <a:pt x="5973" y="3521"/>
                  </a:cubicBezTo>
                  <a:cubicBezTo>
                    <a:pt x="5843" y="3521"/>
                    <a:pt x="5695" y="3539"/>
                    <a:pt x="5526" y="3580"/>
                  </a:cubicBezTo>
                  <a:cubicBezTo>
                    <a:pt x="5096" y="3722"/>
                    <a:pt x="5011" y="4038"/>
                    <a:pt x="4924" y="4295"/>
                  </a:cubicBezTo>
                  <a:cubicBezTo>
                    <a:pt x="4867" y="4439"/>
                    <a:pt x="4839" y="4524"/>
                    <a:pt x="4810" y="4554"/>
                  </a:cubicBezTo>
                  <a:cubicBezTo>
                    <a:pt x="4725" y="4585"/>
                    <a:pt x="4621" y="4589"/>
                    <a:pt x="4508" y="4589"/>
                  </a:cubicBezTo>
                  <a:cubicBezTo>
                    <a:pt x="4469" y="4589"/>
                    <a:pt x="4429" y="4588"/>
                    <a:pt x="4388" y="4588"/>
                  </a:cubicBezTo>
                  <a:cubicBezTo>
                    <a:pt x="4231" y="4588"/>
                    <a:pt x="4066" y="4596"/>
                    <a:pt x="3923" y="4668"/>
                  </a:cubicBezTo>
                  <a:cubicBezTo>
                    <a:pt x="2991" y="5268"/>
                    <a:pt x="2449" y="5449"/>
                    <a:pt x="2134" y="5449"/>
                  </a:cubicBezTo>
                  <a:cubicBezTo>
                    <a:pt x="2013" y="5449"/>
                    <a:pt x="1926" y="5422"/>
                    <a:pt x="1862" y="5383"/>
                  </a:cubicBezTo>
                  <a:cubicBezTo>
                    <a:pt x="1489" y="5183"/>
                    <a:pt x="1519" y="4237"/>
                    <a:pt x="1546" y="3351"/>
                  </a:cubicBezTo>
                  <a:cubicBezTo>
                    <a:pt x="1603" y="1920"/>
                    <a:pt x="1661" y="14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7276491" y="2727088"/>
              <a:ext cx="31292" cy="104253"/>
            </a:xfrm>
            <a:custGeom>
              <a:avLst/>
              <a:gdLst/>
              <a:ahLst/>
              <a:cxnLst/>
              <a:rect l="l" t="t" r="r" b="b"/>
              <a:pathLst>
                <a:path w="1547" h="5154" extrusionOk="0">
                  <a:moveTo>
                    <a:pt x="1260" y="1"/>
                  </a:moveTo>
                  <a:cubicBezTo>
                    <a:pt x="257" y="772"/>
                    <a:pt x="314" y="1776"/>
                    <a:pt x="372" y="2749"/>
                  </a:cubicBezTo>
                  <a:cubicBezTo>
                    <a:pt x="401" y="3521"/>
                    <a:pt x="459" y="4237"/>
                    <a:pt x="1" y="4895"/>
                  </a:cubicBezTo>
                  <a:lnTo>
                    <a:pt x="401" y="5153"/>
                  </a:lnTo>
                  <a:cubicBezTo>
                    <a:pt x="944" y="4379"/>
                    <a:pt x="887" y="3550"/>
                    <a:pt x="859" y="2719"/>
                  </a:cubicBezTo>
                  <a:cubicBezTo>
                    <a:pt x="802" y="1803"/>
                    <a:pt x="745" y="1001"/>
                    <a:pt x="1546" y="372"/>
                  </a:cubicBezTo>
                  <a:lnTo>
                    <a:pt x="1260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7196585" y="2721302"/>
              <a:ext cx="40556" cy="115216"/>
            </a:xfrm>
            <a:custGeom>
              <a:avLst/>
              <a:gdLst/>
              <a:ahLst/>
              <a:cxnLst/>
              <a:rect l="l" t="t" r="r" b="b"/>
              <a:pathLst>
                <a:path w="2005" h="5696" extrusionOk="0">
                  <a:moveTo>
                    <a:pt x="1173" y="0"/>
                  </a:moveTo>
                  <a:cubicBezTo>
                    <a:pt x="1173" y="401"/>
                    <a:pt x="944" y="829"/>
                    <a:pt x="687" y="1287"/>
                  </a:cubicBezTo>
                  <a:cubicBezTo>
                    <a:pt x="344" y="1860"/>
                    <a:pt x="0" y="2462"/>
                    <a:pt x="172" y="3177"/>
                  </a:cubicBezTo>
                  <a:cubicBezTo>
                    <a:pt x="344" y="3578"/>
                    <a:pt x="630" y="3749"/>
                    <a:pt x="886" y="3921"/>
                  </a:cubicBezTo>
                  <a:cubicBezTo>
                    <a:pt x="1145" y="4065"/>
                    <a:pt x="1344" y="4207"/>
                    <a:pt x="1459" y="4523"/>
                  </a:cubicBezTo>
                  <a:cubicBezTo>
                    <a:pt x="1516" y="4665"/>
                    <a:pt x="1489" y="5066"/>
                    <a:pt x="1459" y="5352"/>
                  </a:cubicBezTo>
                  <a:lnTo>
                    <a:pt x="1459" y="5696"/>
                  </a:lnTo>
                  <a:lnTo>
                    <a:pt x="1917" y="5696"/>
                  </a:lnTo>
                  <a:cubicBezTo>
                    <a:pt x="1917" y="5611"/>
                    <a:pt x="1947" y="5497"/>
                    <a:pt x="1947" y="5382"/>
                  </a:cubicBezTo>
                  <a:cubicBezTo>
                    <a:pt x="1974" y="5009"/>
                    <a:pt x="2004" y="4608"/>
                    <a:pt x="1917" y="4352"/>
                  </a:cubicBezTo>
                  <a:cubicBezTo>
                    <a:pt x="1745" y="3864"/>
                    <a:pt x="1402" y="3665"/>
                    <a:pt x="1145" y="3493"/>
                  </a:cubicBezTo>
                  <a:cubicBezTo>
                    <a:pt x="916" y="3349"/>
                    <a:pt x="744" y="3234"/>
                    <a:pt x="630" y="3035"/>
                  </a:cubicBezTo>
                  <a:cubicBezTo>
                    <a:pt x="515" y="2547"/>
                    <a:pt x="802" y="2032"/>
                    <a:pt x="1088" y="1517"/>
                  </a:cubicBezTo>
                  <a:cubicBezTo>
                    <a:pt x="1374" y="1031"/>
                    <a:pt x="1661" y="543"/>
                    <a:pt x="166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6952194" y="3195014"/>
              <a:ext cx="30685" cy="197441"/>
            </a:xfrm>
            <a:custGeom>
              <a:avLst/>
              <a:gdLst/>
              <a:ahLst/>
              <a:cxnLst/>
              <a:rect l="l" t="t" r="r" b="b"/>
              <a:pathLst>
                <a:path w="1517" h="9761" extrusionOk="0">
                  <a:moveTo>
                    <a:pt x="745" y="0"/>
                  </a:moveTo>
                  <a:lnTo>
                    <a:pt x="287" y="115"/>
                  </a:lnTo>
                  <a:cubicBezTo>
                    <a:pt x="372" y="486"/>
                    <a:pt x="486" y="802"/>
                    <a:pt x="630" y="1145"/>
                  </a:cubicBezTo>
                  <a:cubicBezTo>
                    <a:pt x="830" y="1603"/>
                    <a:pt x="1001" y="2031"/>
                    <a:pt x="1001" y="2576"/>
                  </a:cubicBezTo>
                  <a:cubicBezTo>
                    <a:pt x="1001" y="3149"/>
                    <a:pt x="830" y="3634"/>
                    <a:pt x="658" y="4150"/>
                  </a:cubicBezTo>
                  <a:cubicBezTo>
                    <a:pt x="516" y="4551"/>
                    <a:pt x="372" y="4951"/>
                    <a:pt x="287" y="5439"/>
                  </a:cubicBezTo>
                  <a:cubicBezTo>
                    <a:pt x="172" y="6183"/>
                    <a:pt x="429" y="6898"/>
                    <a:pt x="630" y="7500"/>
                  </a:cubicBezTo>
                  <a:cubicBezTo>
                    <a:pt x="830" y="8043"/>
                    <a:pt x="1001" y="8501"/>
                    <a:pt x="830" y="8817"/>
                  </a:cubicBezTo>
                  <a:cubicBezTo>
                    <a:pt x="715" y="9016"/>
                    <a:pt x="459" y="9188"/>
                    <a:pt x="1" y="9303"/>
                  </a:cubicBezTo>
                  <a:lnTo>
                    <a:pt x="115" y="9761"/>
                  </a:lnTo>
                  <a:cubicBezTo>
                    <a:pt x="715" y="9619"/>
                    <a:pt x="1088" y="9390"/>
                    <a:pt x="1260" y="9046"/>
                  </a:cubicBezTo>
                  <a:cubicBezTo>
                    <a:pt x="1517" y="8558"/>
                    <a:pt x="1317" y="7958"/>
                    <a:pt x="1088" y="7328"/>
                  </a:cubicBezTo>
                  <a:cubicBezTo>
                    <a:pt x="887" y="6783"/>
                    <a:pt x="658" y="6126"/>
                    <a:pt x="772" y="5496"/>
                  </a:cubicBezTo>
                  <a:cubicBezTo>
                    <a:pt x="830" y="5096"/>
                    <a:pt x="974" y="4695"/>
                    <a:pt x="1116" y="4322"/>
                  </a:cubicBezTo>
                  <a:cubicBezTo>
                    <a:pt x="1288" y="3779"/>
                    <a:pt x="1489" y="3234"/>
                    <a:pt x="1489" y="2576"/>
                  </a:cubicBezTo>
                  <a:cubicBezTo>
                    <a:pt x="1489" y="1947"/>
                    <a:pt x="1288" y="1431"/>
                    <a:pt x="1088" y="944"/>
                  </a:cubicBezTo>
                  <a:cubicBezTo>
                    <a:pt x="944" y="630"/>
                    <a:pt x="830" y="344"/>
                    <a:pt x="745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6966658" y="3376836"/>
              <a:ext cx="254786" cy="930526"/>
            </a:xfrm>
            <a:custGeom>
              <a:avLst/>
              <a:gdLst/>
              <a:ahLst/>
              <a:cxnLst/>
              <a:rect l="l" t="t" r="r" b="b"/>
              <a:pathLst>
                <a:path w="12596" h="46003" extrusionOk="0">
                  <a:moveTo>
                    <a:pt x="0" y="1"/>
                  </a:moveTo>
                  <a:lnTo>
                    <a:pt x="0" y="486"/>
                  </a:lnTo>
                  <a:cubicBezTo>
                    <a:pt x="1175" y="486"/>
                    <a:pt x="1489" y="2433"/>
                    <a:pt x="1748" y="4151"/>
                  </a:cubicBezTo>
                  <a:cubicBezTo>
                    <a:pt x="1919" y="5211"/>
                    <a:pt x="2091" y="6212"/>
                    <a:pt x="2435" y="6757"/>
                  </a:cubicBezTo>
                  <a:cubicBezTo>
                    <a:pt x="2577" y="6956"/>
                    <a:pt x="2778" y="7043"/>
                    <a:pt x="2950" y="7157"/>
                  </a:cubicBezTo>
                  <a:cubicBezTo>
                    <a:pt x="3206" y="7272"/>
                    <a:pt x="3408" y="7357"/>
                    <a:pt x="3493" y="7730"/>
                  </a:cubicBezTo>
                  <a:cubicBezTo>
                    <a:pt x="3637" y="8330"/>
                    <a:pt x="3522" y="8474"/>
                    <a:pt x="3264" y="8761"/>
                  </a:cubicBezTo>
                  <a:cubicBezTo>
                    <a:pt x="3206" y="8818"/>
                    <a:pt x="3149" y="8903"/>
                    <a:pt x="3092" y="8990"/>
                  </a:cubicBezTo>
                  <a:cubicBezTo>
                    <a:pt x="2950" y="9161"/>
                    <a:pt x="2806" y="9246"/>
                    <a:pt x="2606" y="9333"/>
                  </a:cubicBezTo>
                  <a:cubicBezTo>
                    <a:pt x="2348" y="9448"/>
                    <a:pt x="2061" y="9590"/>
                    <a:pt x="1890" y="9990"/>
                  </a:cubicBezTo>
                  <a:cubicBezTo>
                    <a:pt x="1546" y="10593"/>
                    <a:pt x="1661" y="11250"/>
                    <a:pt x="1775" y="11822"/>
                  </a:cubicBezTo>
                  <a:cubicBezTo>
                    <a:pt x="1805" y="11967"/>
                    <a:pt x="1832" y="12109"/>
                    <a:pt x="1862" y="12223"/>
                  </a:cubicBezTo>
                  <a:cubicBezTo>
                    <a:pt x="1890" y="13025"/>
                    <a:pt x="1775" y="13913"/>
                    <a:pt x="1661" y="14829"/>
                  </a:cubicBezTo>
                  <a:cubicBezTo>
                    <a:pt x="1432" y="16689"/>
                    <a:pt x="1203" y="18608"/>
                    <a:pt x="1977" y="20067"/>
                  </a:cubicBezTo>
                  <a:cubicBezTo>
                    <a:pt x="2233" y="20582"/>
                    <a:pt x="2606" y="20926"/>
                    <a:pt x="2920" y="21212"/>
                  </a:cubicBezTo>
                  <a:cubicBezTo>
                    <a:pt x="3435" y="21727"/>
                    <a:pt x="3836" y="22071"/>
                    <a:pt x="3664" y="23216"/>
                  </a:cubicBezTo>
                  <a:cubicBezTo>
                    <a:pt x="3637" y="23589"/>
                    <a:pt x="3493" y="23903"/>
                    <a:pt x="3351" y="24246"/>
                  </a:cubicBezTo>
                  <a:cubicBezTo>
                    <a:pt x="3236" y="24562"/>
                    <a:pt x="3092" y="24876"/>
                    <a:pt x="3035" y="25192"/>
                  </a:cubicBezTo>
                  <a:cubicBezTo>
                    <a:pt x="2835" y="25994"/>
                    <a:pt x="2893" y="26566"/>
                    <a:pt x="2977" y="27253"/>
                  </a:cubicBezTo>
                  <a:cubicBezTo>
                    <a:pt x="3007" y="27453"/>
                    <a:pt x="3007" y="27654"/>
                    <a:pt x="3035" y="27911"/>
                  </a:cubicBezTo>
                  <a:cubicBezTo>
                    <a:pt x="3122" y="28341"/>
                    <a:pt x="3122" y="28884"/>
                    <a:pt x="3092" y="29429"/>
                  </a:cubicBezTo>
                  <a:cubicBezTo>
                    <a:pt x="3092" y="30116"/>
                    <a:pt x="3064" y="30831"/>
                    <a:pt x="3236" y="31346"/>
                  </a:cubicBezTo>
                  <a:cubicBezTo>
                    <a:pt x="3408" y="31861"/>
                    <a:pt x="3779" y="32147"/>
                    <a:pt x="4122" y="32406"/>
                  </a:cubicBezTo>
                  <a:cubicBezTo>
                    <a:pt x="4409" y="32605"/>
                    <a:pt x="4638" y="32807"/>
                    <a:pt x="4782" y="33093"/>
                  </a:cubicBezTo>
                  <a:cubicBezTo>
                    <a:pt x="4839" y="33235"/>
                    <a:pt x="4809" y="33494"/>
                    <a:pt x="4752" y="33723"/>
                  </a:cubicBezTo>
                  <a:cubicBezTo>
                    <a:pt x="4695" y="34037"/>
                    <a:pt x="4610" y="34410"/>
                    <a:pt x="4809" y="34667"/>
                  </a:cubicBezTo>
                  <a:cubicBezTo>
                    <a:pt x="4981" y="35010"/>
                    <a:pt x="5355" y="35097"/>
                    <a:pt x="5698" y="35154"/>
                  </a:cubicBezTo>
                  <a:cubicBezTo>
                    <a:pt x="5955" y="35239"/>
                    <a:pt x="6184" y="35296"/>
                    <a:pt x="6271" y="35441"/>
                  </a:cubicBezTo>
                  <a:cubicBezTo>
                    <a:pt x="6614" y="35956"/>
                    <a:pt x="6442" y="36528"/>
                    <a:pt x="6271" y="37158"/>
                  </a:cubicBezTo>
                  <a:cubicBezTo>
                    <a:pt x="6126" y="37586"/>
                    <a:pt x="6012" y="38017"/>
                    <a:pt x="6042" y="38445"/>
                  </a:cubicBezTo>
                  <a:cubicBezTo>
                    <a:pt x="6099" y="38960"/>
                    <a:pt x="6328" y="39533"/>
                    <a:pt x="6527" y="40106"/>
                  </a:cubicBezTo>
                  <a:cubicBezTo>
                    <a:pt x="6671" y="40506"/>
                    <a:pt x="6813" y="40907"/>
                    <a:pt x="6871" y="41251"/>
                  </a:cubicBezTo>
                  <a:cubicBezTo>
                    <a:pt x="7100" y="42224"/>
                    <a:pt x="7358" y="42654"/>
                    <a:pt x="7729" y="43254"/>
                  </a:cubicBezTo>
                  <a:cubicBezTo>
                    <a:pt x="7844" y="43484"/>
                    <a:pt x="8016" y="43713"/>
                    <a:pt x="8187" y="44056"/>
                  </a:cubicBezTo>
                  <a:cubicBezTo>
                    <a:pt x="8359" y="44315"/>
                    <a:pt x="8446" y="44544"/>
                    <a:pt x="8503" y="44800"/>
                  </a:cubicBezTo>
                  <a:cubicBezTo>
                    <a:pt x="8703" y="45316"/>
                    <a:pt x="8874" y="45831"/>
                    <a:pt x="9820" y="46003"/>
                  </a:cubicBezTo>
                  <a:lnTo>
                    <a:pt x="10049" y="46003"/>
                  </a:lnTo>
                  <a:cubicBezTo>
                    <a:pt x="10450" y="46003"/>
                    <a:pt x="10764" y="45861"/>
                    <a:pt x="11080" y="45716"/>
                  </a:cubicBezTo>
                  <a:cubicBezTo>
                    <a:pt x="11351" y="45573"/>
                    <a:pt x="11551" y="45481"/>
                    <a:pt x="11726" y="45481"/>
                  </a:cubicBezTo>
                  <a:cubicBezTo>
                    <a:pt x="11902" y="45481"/>
                    <a:pt x="12053" y="45574"/>
                    <a:pt x="12225" y="45803"/>
                  </a:cubicBezTo>
                  <a:lnTo>
                    <a:pt x="12596" y="45517"/>
                  </a:lnTo>
                  <a:cubicBezTo>
                    <a:pt x="12304" y="45127"/>
                    <a:pt x="12005" y="45001"/>
                    <a:pt x="11715" y="45001"/>
                  </a:cubicBezTo>
                  <a:cubicBezTo>
                    <a:pt x="11410" y="45001"/>
                    <a:pt x="11115" y="45141"/>
                    <a:pt x="10851" y="45258"/>
                  </a:cubicBezTo>
                  <a:cubicBezTo>
                    <a:pt x="10583" y="45404"/>
                    <a:pt x="10317" y="45530"/>
                    <a:pt x="10049" y="45530"/>
                  </a:cubicBezTo>
                  <a:cubicBezTo>
                    <a:pt x="10001" y="45530"/>
                    <a:pt x="9953" y="45526"/>
                    <a:pt x="9905" y="45517"/>
                  </a:cubicBezTo>
                  <a:cubicBezTo>
                    <a:pt x="9248" y="45403"/>
                    <a:pt x="9133" y="45144"/>
                    <a:pt x="8962" y="44629"/>
                  </a:cubicBezTo>
                  <a:cubicBezTo>
                    <a:pt x="8874" y="44372"/>
                    <a:pt x="8790" y="44086"/>
                    <a:pt x="8618" y="43800"/>
                  </a:cubicBezTo>
                  <a:cubicBezTo>
                    <a:pt x="8416" y="43484"/>
                    <a:pt x="8274" y="43227"/>
                    <a:pt x="8130" y="42998"/>
                  </a:cubicBezTo>
                  <a:cubicBezTo>
                    <a:pt x="7787" y="42425"/>
                    <a:pt x="7530" y="42025"/>
                    <a:pt x="7358" y="41166"/>
                  </a:cubicBezTo>
                  <a:cubicBezTo>
                    <a:pt x="7271" y="40765"/>
                    <a:pt x="7129" y="40335"/>
                    <a:pt x="6958" y="39934"/>
                  </a:cubicBezTo>
                  <a:cubicBezTo>
                    <a:pt x="6786" y="39391"/>
                    <a:pt x="6584" y="38846"/>
                    <a:pt x="6527" y="38388"/>
                  </a:cubicBezTo>
                  <a:cubicBezTo>
                    <a:pt x="6500" y="38044"/>
                    <a:pt x="6614" y="37673"/>
                    <a:pt x="6729" y="37300"/>
                  </a:cubicBezTo>
                  <a:cubicBezTo>
                    <a:pt x="6928" y="36613"/>
                    <a:pt x="7129" y="35869"/>
                    <a:pt x="6699" y="35212"/>
                  </a:cubicBezTo>
                  <a:cubicBezTo>
                    <a:pt x="6500" y="34868"/>
                    <a:pt x="6126" y="34781"/>
                    <a:pt x="5813" y="34696"/>
                  </a:cubicBezTo>
                  <a:cubicBezTo>
                    <a:pt x="5554" y="34639"/>
                    <a:pt x="5297" y="34582"/>
                    <a:pt x="5210" y="34410"/>
                  </a:cubicBezTo>
                  <a:cubicBezTo>
                    <a:pt x="5126" y="34296"/>
                    <a:pt x="5183" y="34066"/>
                    <a:pt x="5240" y="33808"/>
                  </a:cubicBezTo>
                  <a:cubicBezTo>
                    <a:pt x="5297" y="33521"/>
                    <a:pt x="5355" y="33208"/>
                    <a:pt x="5240" y="32892"/>
                  </a:cubicBezTo>
                  <a:cubicBezTo>
                    <a:pt x="5039" y="32491"/>
                    <a:pt x="4695" y="32234"/>
                    <a:pt x="4409" y="32033"/>
                  </a:cubicBezTo>
                  <a:cubicBezTo>
                    <a:pt x="4095" y="31776"/>
                    <a:pt x="3809" y="31575"/>
                    <a:pt x="3694" y="31174"/>
                  </a:cubicBezTo>
                  <a:cubicBezTo>
                    <a:pt x="3550" y="30746"/>
                    <a:pt x="3580" y="30086"/>
                    <a:pt x="3580" y="29429"/>
                  </a:cubicBezTo>
                  <a:cubicBezTo>
                    <a:pt x="3580" y="28884"/>
                    <a:pt x="3607" y="28284"/>
                    <a:pt x="3522" y="27853"/>
                  </a:cubicBezTo>
                  <a:cubicBezTo>
                    <a:pt x="3493" y="27624"/>
                    <a:pt x="3465" y="27395"/>
                    <a:pt x="3435" y="27196"/>
                  </a:cubicBezTo>
                  <a:cubicBezTo>
                    <a:pt x="3378" y="26537"/>
                    <a:pt x="3321" y="26051"/>
                    <a:pt x="3522" y="25307"/>
                  </a:cubicBezTo>
                  <a:cubicBezTo>
                    <a:pt x="3550" y="25020"/>
                    <a:pt x="3664" y="24734"/>
                    <a:pt x="3809" y="24418"/>
                  </a:cubicBezTo>
                  <a:cubicBezTo>
                    <a:pt x="3951" y="24075"/>
                    <a:pt x="4095" y="23704"/>
                    <a:pt x="4152" y="23273"/>
                  </a:cubicBezTo>
                  <a:cubicBezTo>
                    <a:pt x="4351" y="21899"/>
                    <a:pt x="3809" y="21384"/>
                    <a:pt x="3236" y="20868"/>
                  </a:cubicBezTo>
                  <a:cubicBezTo>
                    <a:pt x="2950" y="20582"/>
                    <a:pt x="2634" y="20296"/>
                    <a:pt x="2405" y="19838"/>
                  </a:cubicBezTo>
                  <a:cubicBezTo>
                    <a:pt x="1718" y="18521"/>
                    <a:pt x="1919" y="16661"/>
                    <a:pt x="2148" y="14887"/>
                  </a:cubicBezTo>
                  <a:cubicBezTo>
                    <a:pt x="2263" y="13941"/>
                    <a:pt x="2377" y="13025"/>
                    <a:pt x="2320" y="12196"/>
                  </a:cubicBezTo>
                  <a:cubicBezTo>
                    <a:pt x="2320" y="12051"/>
                    <a:pt x="2290" y="11909"/>
                    <a:pt x="2263" y="11738"/>
                  </a:cubicBezTo>
                  <a:cubicBezTo>
                    <a:pt x="2148" y="11222"/>
                    <a:pt x="2061" y="10677"/>
                    <a:pt x="2320" y="10192"/>
                  </a:cubicBezTo>
                  <a:cubicBezTo>
                    <a:pt x="2435" y="9963"/>
                    <a:pt x="2606" y="9876"/>
                    <a:pt x="2806" y="9761"/>
                  </a:cubicBezTo>
                  <a:cubicBezTo>
                    <a:pt x="3035" y="9677"/>
                    <a:pt x="3264" y="9532"/>
                    <a:pt x="3465" y="9276"/>
                  </a:cubicBezTo>
                  <a:cubicBezTo>
                    <a:pt x="3522" y="9189"/>
                    <a:pt x="3580" y="9132"/>
                    <a:pt x="3637" y="9074"/>
                  </a:cubicBezTo>
                  <a:cubicBezTo>
                    <a:pt x="3951" y="8703"/>
                    <a:pt x="4152" y="8417"/>
                    <a:pt x="3980" y="7643"/>
                  </a:cubicBezTo>
                  <a:cubicBezTo>
                    <a:pt x="3836" y="7043"/>
                    <a:pt x="3435" y="6841"/>
                    <a:pt x="3179" y="6699"/>
                  </a:cubicBezTo>
                  <a:cubicBezTo>
                    <a:pt x="3035" y="6642"/>
                    <a:pt x="2893" y="6585"/>
                    <a:pt x="2835" y="6498"/>
                  </a:cubicBezTo>
                  <a:cubicBezTo>
                    <a:pt x="2549" y="6040"/>
                    <a:pt x="2405" y="5096"/>
                    <a:pt x="2233" y="4093"/>
                  </a:cubicBezTo>
                  <a:cubicBezTo>
                    <a:pt x="1947" y="2176"/>
                    <a:pt x="1603" y="1"/>
                    <a:pt x="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7253329" y="3696501"/>
              <a:ext cx="49214" cy="139550"/>
            </a:xfrm>
            <a:custGeom>
              <a:avLst/>
              <a:gdLst/>
              <a:ahLst/>
              <a:cxnLst/>
              <a:rect l="l" t="t" r="r" b="b"/>
              <a:pathLst>
                <a:path w="2433" h="6899" extrusionOk="0">
                  <a:moveTo>
                    <a:pt x="2119" y="1"/>
                  </a:moveTo>
                  <a:cubicBezTo>
                    <a:pt x="1947" y="143"/>
                    <a:pt x="1661" y="200"/>
                    <a:pt x="1375" y="230"/>
                  </a:cubicBezTo>
                  <a:cubicBezTo>
                    <a:pt x="944" y="314"/>
                    <a:pt x="516" y="401"/>
                    <a:pt x="314" y="745"/>
                  </a:cubicBezTo>
                  <a:cubicBezTo>
                    <a:pt x="1" y="1345"/>
                    <a:pt x="372" y="1975"/>
                    <a:pt x="658" y="2520"/>
                  </a:cubicBezTo>
                  <a:cubicBezTo>
                    <a:pt x="772" y="2719"/>
                    <a:pt x="887" y="2921"/>
                    <a:pt x="944" y="3063"/>
                  </a:cubicBezTo>
                  <a:cubicBezTo>
                    <a:pt x="1059" y="3436"/>
                    <a:pt x="1031" y="3979"/>
                    <a:pt x="1031" y="4494"/>
                  </a:cubicBezTo>
                  <a:cubicBezTo>
                    <a:pt x="974" y="5554"/>
                    <a:pt x="944" y="6757"/>
                    <a:pt x="2062" y="6899"/>
                  </a:cubicBezTo>
                  <a:lnTo>
                    <a:pt x="2119" y="6413"/>
                  </a:lnTo>
                  <a:cubicBezTo>
                    <a:pt x="1489" y="6326"/>
                    <a:pt x="1459" y="5639"/>
                    <a:pt x="1489" y="4524"/>
                  </a:cubicBezTo>
                  <a:cubicBezTo>
                    <a:pt x="1517" y="3951"/>
                    <a:pt x="1546" y="3379"/>
                    <a:pt x="1402" y="2921"/>
                  </a:cubicBezTo>
                  <a:cubicBezTo>
                    <a:pt x="1345" y="2719"/>
                    <a:pt x="1203" y="2490"/>
                    <a:pt x="1088" y="2261"/>
                  </a:cubicBezTo>
                  <a:cubicBezTo>
                    <a:pt x="830" y="1833"/>
                    <a:pt x="543" y="1345"/>
                    <a:pt x="745" y="1001"/>
                  </a:cubicBezTo>
                  <a:cubicBezTo>
                    <a:pt x="830" y="830"/>
                    <a:pt x="1146" y="772"/>
                    <a:pt x="1459" y="715"/>
                  </a:cubicBezTo>
                  <a:cubicBezTo>
                    <a:pt x="1803" y="658"/>
                    <a:pt x="2146" y="601"/>
                    <a:pt x="2433" y="372"/>
                  </a:cubicBezTo>
                  <a:lnTo>
                    <a:pt x="211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7028641" y="3474686"/>
              <a:ext cx="303999" cy="178366"/>
            </a:xfrm>
            <a:custGeom>
              <a:avLst/>
              <a:gdLst/>
              <a:ahLst/>
              <a:cxnLst/>
              <a:rect l="l" t="t" r="r" b="b"/>
              <a:pathLst>
                <a:path w="15029" h="8818" extrusionOk="0">
                  <a:moveTo>
                    <a:pt x="1775" y="1"/>
                  </a:moveTo>
                  <a:cubicBezTo>
                    <a:pt x="715" y="1"/>
                    <a:pt x="344" y="1088"/>
                    <a:pt x="85" y="1890"/>
                  </a:cubicBezTo>
                  <a:cubicBezTo>
                    <a:pt x="58" y="2004"/>
                    <a:pt x="28" y="2091"/>
                    <a:pt x="0" y="2176"/>
                  </a:cubicBezTo>
                  <a:lnTo>
                    <a:pt x="458" y="2348"/>
                  </a:lnTo>
                  <a:cubicBezTo>
                    <a:pt x="486" y="2263"/>
                    <a:pt x="516" y="2149"/>
                    <a:pt x="543" y="2034"/>
                  </a:cubicBezTo>
                  <a:cubicBezTo>
                    <a:pt x="829" y="1146"/>
                    <a:pt x="1116" y="488"/>
                    <a:pt x="1745" y="488"/>
                  </a:cubicBezTo>
                  <a:cubicBezTo>
                    <a:pt x="1975" y="516"/>
                    <a:pt x="2261" y="859"/>
                    <a:pt x="2547" y="1175"/>
                  </a:cubicBezTo>
                  <a:cubicBezTo>
                    <a:pt x="2891" y="1576"/>
                    <a:pt x="3234" y="1977"/>
                    <a:pt x="3665" y="2034"/>
                  </a:cubicBezTo>
                  <a:lnTo>
                    <a:pt x="3921" y="2062"/>
                  </a:lnTo>
                  <a:lnTo>
                    <a:pt x="3921" y="1775"/>
                  </a:lnTo>
                  <a:cubicBezTo>
                    <a:pt x="3921" y="1432"/>
                    <a:pt x="4093" y="1146"/>
                    <a:pt x="4352" y="974"/>
                  </a:cubicBezTo>
                  <a:cubicBezTo>
                    <a:pt x="4486" y="884"/>
                    <a:pt x="4636" y="841"/>
                    <a:pt x="4789" y="841"/>
                  </a:cubicBezTo>
                  <a:cubicBezTo>
                    <a:pt x="4930" y="841"/>
                    <a:pt x="5074" y="877"/>
                    <a:pt x="5210" y="946"/>
                  </a:cubicBezTo>
                  <a:cubicBezTo>
                    <a:pt x="5524" y="1118"/>
                    <a:pt x="5639" y="1462"/>
                    <a:pt x="5753" y="1862"/>
                  </a:cubicBezTo>
                  <a:cubicBezTo>
                    <a:pt x="5868" y="2233"/>
                    <a:pt x="5982" y="2607"/>
                    <a:pt x="6269" y="2920"/>
                  </a:cubicBezTo>
                  <a:cubicBezTo>
                    <a:pt x="6841" y="3493"/>
                    <a:pt x="7700" y="3608"/>
                    <a:pt x="8559" y="3752"/>
                  </a:cubicBezTo>
                  <a:cubicBezTo>
                    <a:pt x="9589" y="3894"/>
                    <a:pt x="10563" y="4038"/>
                    <a:pt x="10963" y="4867"/>
                  </a:cubicBezTo>
                  <a:cubicBezTo>
                    <a:pt x="11135" y="5325"/>
                    <a:pt x="10993" y="5783"/>
                    <a:pt x="10849" y="6298"/>
                  </a:cubicBezTo>
                  <a:cubicBezTo>
                    <a:pt x="10650" y="7043"/>
                    <a:pt x="10363" y="7959"/>
                    <a:pt x="11536" y="8561"/>
                  </a:cubicBezTo>
                  <a:cubicBezTo>
                    <a:pt x="11879" y="8733"/>
                    <a:pt x="12166" y="8818"/>
                    <a:pt x="12424" y="8818"/>
                  </a:cubicBezTo>
                  <a:cubicBezTo>
                    <a:pt x="13283" y="8818"/>
                    <a:pt x="13769" y="8016"/>
                    <a:pt x="14142" y="7386"/>
                  </a:cubicBezTo>
                  <a:cubicBezTo>
                    <a:pt x="14428" y="6928"/>
                    <a:pt x="14685" y="6470"/>
                    <a:pt x="15028" y="6470"/>
                  </a:cubicBezTo>
                  <a:lnTo>
                    <a:pt x="15028" y="5985"/>
                  </a:lnTo>
                  <a:cubicBezTo>
                    <a:pt x="14399" y="5985"/>
                    <a:pt x="14055" y="6585"/>
                    <a:pt x="13711" y="7157"/>
                  </a:cubicBezTo>
                  <a:cubicBezTo>
                    <a:pt x="13291" y="7852"/>
                    <a:pt x="12963" y="8329"/>
                    <a:pt x="12422" y="8329"/>
                  </a:cubicBezTo>
                  <a:cubicBezTo>
                    <a:pt x="12226" y="8329"/>
                    <a:pt x="12003" y="8267"/>
                    <a:pt x="11737" y="8131"/>
                  </a:cubicBezTo>
                  <a:cubicBezTo>
                    <a:pt x="10993" y="7730"/>
                    <a:pt x="11078" y="7244"/>
                    <a:pt x="11337" y="6443"/>
                  </a:cubicBezTo>
                  <a:cubicBezTo>
                    <a:pt x="11479" y="5898"/>
                    <a:pt x="11650" y="5268"/>
                    <a:pt x="11394" y="4668"/>
                  </a:cubicBezTo>
                  <a:cubicBezTo>
                    <a:pt x="10879" y="3580"/>
                    <a:pt x="9733" y="3408"/>
                    <a:pt x="8616" y="3264"/>
                  </a:cubicBezTo>
                  <a:cubicBezTo>
                    <a:pt x="7814" y="3149"/>
                    <a:pt x="7070" y="3035"/>
                    <a:pt x="6612" y="2577"/>
                  </a:cubicBezTo>
                  <a:cubicBezTo>
                    <a:pt x="6413" y="2378"/>
                    <a:pt x="6326" y="2062"/>
                    <a:pt x="6211" y="1748"/>
                  </a:cubicBezTo>
                  <a:cubicBezTo>
                    <a:pt x="6097" y="1290"/>
                    <a:pt x="5955" y="775"/>
                    <a:pt x="5439" y="516"/>
                  </a:cubicBezTo>
                  <a:cubicBezTo>
                    <a:pt x="5231" y="412"/>
                    <a:pt x="5016" y="361"/>
                    <a:pt x="4806" y="361"/>
                  </a:cubicBezTo>
                  <a:cubicBezTo>
                    <a:pt x="4555" y="361"/>
                    <a:pt x="4311" y="433"/>
                    <a:pt x="4093" y="573"/>
                  </a:cubicBezTo>
                  <a:cubicBezTo>
                    <a:pt x="3779" y="775"/>
                    <a:pt x="3578" y="1061"/>
                    <a:pt x="3493" y="1432"/>
                  </a:cubicBezTo>
                  <a:cubicBezTo>
                    <a:pt x="3291" y="1290"/>
                    <a:pt x="3092" y="1061"/>
                    <a:pt x="2920" y="859"/>
                  </a:cubicBezTo>
                  <a:cubicBezTo>
                    <a:pt x="2577" y="459"/>
                    <a:pt x="2204" y="58"/>
                    <a:pt x="177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7129404" y="3402224"/>
              <a:ext cx="101320" cy="93330"/>
            </a:xfrm>
            <a:custGeom>
              <a:avLst/>
              <a:gdLst/>
              <a:ahLst/>
              <a:cxnLst/>
              <a:rect l="l" t="t" r="r" b="b"/>
              <a:pathLst>
                <a:path w="5009" h="4614" extrusionOk="0">
                  <a:moveTo>
                    <a:pt x="3377" y="1"/>
                  </a:moveTo>
                  <a:cubicBezTo>
                    <a:pt x="2741" y="1"/>
                    <a:pt x="2196" y="439"/>
                    <a:pt x="1574" y="979"/>
                  </a:cubicBezTo>
                  <a:lnTo>
                    <a:pt x="1288" y="1208"/>
                  </a:lnTo>
                  <a:cubicBezTo>
                    <a:pt x="58" y="2238"/>
                    <a:pt x="0" y="2467"/>
                    <a:pt x="172" y="3411"/>
                  </a:cubicBezTo>
                  <a:cubicBezTo>
                    <a:pt x="200" y="3727"/>
                    <a:pt x="257" y="4070"/>
                    <a:pt x="287" y="4613"/>
                  </a:cubicBezTo>
                  <a:lnTo>
                    <a:pt x="772" y="4586"/>
                  </a:lnTo>
                  <a:cubicBezTo>
                    <a:pt x="745" y="4041"/>
                    <a:pt x="687" y="3640"/>
                    <a:pt x="630" y="3354"/>
                  </a:cubicBezTo>
                  <a:cubicBezTo>
                    <a:pt x="516" y="2582"/>
                    <a:pt x="486" y="2495"/>
                    <a:pt x="1604" y="1579"/>
                  </a:cubicBezTo>
                  <a:lnTo>
                    <a:pt x="1890" y="1350"/>
                  </a:lnTo>
                  <a:cubicBezTo>
                    <a:pt x="2451" y="867"/>
                    <a:pt x="2915" y="485"/>
                    <a:pt x="3347" y="485"/>
                  </a:cubicBezTo>
                  <a:cubicBezTo>
                    <a:pt x="3377" y="485"/>
                    <a:pt x="3406" y="487"/>
                    <a:pt x="3436" y="491"/>
                  </a:cubicBezTo>
                  <a:cubicBezTo>
                    <a:pt x="3779" y="521"/>
                    <a:pt x="4180" y="834"/>
                    <a:pt x="4638" y="1464"/>
                  </a:cubicBezTo>
                  <a:lnTo>
                    <a:pt x="5009" y="1178"/>
                  </a:lnTo>
                  <a:cubicBezTo>
                    <a:pt x="4466" y="434"/>
                    <a:pt x="3978" y="63"/>
                    <a:pt x="3493" y="5"/>
                  </a:cubicBezTo>
                  <a:cubicBezTo>
                    <a:pt x="3454" y="2"/>
                    <a:pt x="3415" y="1"/>
                    <a:pt x="337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6904109" y="2352399"/>
              <a:ext cx="28966" cy="45168"/>
            </a:xfrm>
            <a:custGeom>
              <a:avLst/>
              <a:gdLst/>
              <a:ahLst/>
              <a:cxnLst/>
              <a:rect l="l" t="t" r="r" b="b"/>
              <a:pathLst>
                <a:path w="1432" h="2233" extrusionOk="0">
                  <a:moveTo>
                    <a:pt x="1203" y="0"/>
                  </a:moveTo>
                  <a:lnTo>
                    <a:pt x="745" y="144"/>
                  </a:lnTo>
                  <a:cubicBezTo>
                    <a:pt x="889" y="630"/>
                    <a:pt x="745" y="774"/>
                    <a:pt x="516" y="1031"/>
                  </a:cubicBezTo>
                  <a:cubicBezTo>
                    <a:pt x="287" y="1289"/>
                    <a:pt x="1" y="1603"/>
                    <a:pt x="115" y="2233"/>
                  </a:cubicBezTo>
                  <a:lnTo>
                    <a:pt x="573" y="2148"/>
                  </a:lnTo>
                  <a:cubicBezTo>
                    <a:pt x="516" y="1775"/>
                    <a:pt x="660" y="1603"/>
                    <a:pt x="859" y="1374"/>
                  </a:cubicBezTo>
                  <a:cubicBezTo>
                    <a:pt x="1118" y="1088"/>
                    <a:pt x="1432" y="744"/>
                    <a:pt x="12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9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5" name="Google Shape;935;p9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9"/>
          <p:cNvSpPr txBox="1">
            <a:spLocks noGrp="1"/>
          </p:cNvSpPr>
          <p:nvPr>
            <p:ph type="title"/>
          </p:nvPr>
        </p:nvSpPr>
        <p:spPr>
          <a:xfrm>
            <a:off x="2013700" y="1100575"/>
            <a:ext cx="5116800" cy="841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38" name="Google Shape;938;p9"/>
          <p:cNvSpPr txBox="1">
            <a:spLocks noGrp="1"/>
          </p:cNvSpPr>
          <p:nvPr>
            <p:ph type="subTitle" idx="1"/>
          </p:nvPr>
        </p:nvSpPr>
        <p:spPr>
          <a:xfrm>
            <a:off x="2241550" y="2150625"/>
            <a:ext cx="4661100" cy="1681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39" name="Google Shape;939;p9"/>
          <p:cNvGrpSpPr/>
          <p:nvPr/>
        </p:nvGrpSpPr>
        <p:grpSpPr>
          <a:xfrm flipH="1">
            <a:off x="378402" y="368913"/>
            <a:ext cx="567929" cy="552079"/>
            <a:chOff x="5200325" y="773525"/>
            <a:chExt cx="974650" cy="947450"/>
          </a:xfrm>
        </p:grpSpPr>
        <p:sp>
          <p:nvSpPr>
            <p:cNvPr id="940" name="Google Shape;940;p9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4" name="Google Shape;944;p9"/>
          <p:cNvGrpSpPr/>
          <p:nvPr/>
        </p:nvGrpSpPr>
        <p:grpSpPr>
          <a:xfrm rot="10800000" flipH="1">
            <a:off x="8146940" y="4180088"/>
            <a:ext cx="567929" cy="552079"/>
            <a:chOff x="5200325" y="773525"/>
            <a:chExt cx="974650" cy="947450"/>
          </a:xfrm>
        </p:grpSpPr>
        <p:sp>
          <p:nvSpPr>
            <p:cNvPr id="945" name="Google Shape;945;p9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rgbClr val="F4EFD8"/>
        </a:solidFill>
        <a:effectLst/>
      </p:bgPr>
    </p:bg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3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5" name="Google Shape;1225;p13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 sz="36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3600"/>
              <a:buNone/>
              <a:defRPr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28" name="Google Shape;1228;p13"/>
          <p:cNvSpPr txBox="1">
            <a:spLocks noGrp="1"/>
          </p:cNvSpPr>
          <p:nvPr>
            <p:ph type="title" idx="2"/>
          </p:nvPr>
        </p:nvSpPr>
        <p:spPr>
          <a:xfrm>
            <a:off x="720000" y="1796325"/>
            <a:ext cx="2536200" cy="33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3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29" name="Google Shape;1229;p13"/>
          <p:cNvSpPr txBox="1">
            <a:spLocks noGrp="1"/>
          </p:cNvSpPr>
          <p:nvPr>
            <p:ph type="subTitle" idx="1"/>
          </p:nvPr>
        </p:nvSpPr>
        <p:spPr>
          <a:xfrm>
            <a:off x="720000" y="2116975"/>
            <a:ext cx="2536200" cy="64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0" name="Google Shape;1230;p13"/>
          <p:cNvSpPr txBox="1">
            <a:spLocks noGrp="1"/>
          </p:cNvSpPr>
          <p:nvPr>
            <p:ph type="title" idx="3"/>
          </p:nvPr>
        </p:nvSpPr>
        <p:spPr>
          <a:xfrm>
            <a:off x="3303900" y="1796325"/>
            <a:ext cx="2536200" cy="33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3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1" name="Google Shape;1231;p13"/>
          <p:cNvSpPr txBox="1">
            <a:spLocks noGrp="1"/>
          </p:cNvSpPr>
          <p:nvPr>
            <p:ph type="subTitle" idx="4"/>
          </p:nvPr>
        </p:nvSpPr>
        <p:spPr>
          <a:xfrm>
            <a:off x="3303900" y="2116975"/>
            <a:ext cx="2536200" cy="64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2" name="Google Shape;1232;p13"/>
          <p:cNvSpPr txBox="1">
            <a:spLocks noGrp="1"/>
          </p:cNvSpPr>
          <p:nvPr>
            <p:ph type="title" idx="5"/>
          </p:nvPr>
        </p:nvSpPr>
        <p:spPr>
          <a:xfrm>
            <a:off x="720000" y="3646175"/>
            <a:ext cx="2536200" cy="33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3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3" name="Google Shape;1233;p13"/>
          <p:cNvSpPr txBox="1">
            <a:spLocks noGrp="1"/>
          </p:cNvSpPr>
          <p:nvPr>
            <p:ph type="subTitle" idx="6"/>
          </p:nvPr>
        </p:nvSpPr>
        <p:spPr>
          <a:xfrm>
            <a:off x="720000" y="3966900"/>
            <a:ext cx="2536200" cy="64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4" name="Google Shape;1234;p13"/>
          <p:cNvSpPr txBox="1">
            <a:spLocks noGrp="1"/>
          </p:cNvSpPr>
          <p:nvPr>
            <p:ph type="title" idx="7"/>
          </p:nvPr>
        </p:nvSpPr>
        <p:spPr>
          <a:xfrm>
            <a:off x="3303900" y="3646175"/>
            <a:ext cx="2536200" cy="33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3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5" name="Google Shape;1235;p13"/>
          <p:cNvSpPr txBox="1">
            <a:spLocks noGrp="1"/>
          </p:cNvSpPr>
          <p:nvPr>
            <p:ph type="subTitle" idx="8"/>
          </p:nvPr>
        </p:nvSpPr>
        <p:spPr>
          <a:xfrm>
            <a:off x="3303900" y="3966900"/>
            <a:ext cx="2536200" cy="64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6" name="Google Shape;1236;p13"/>
          <p:cNvSpPr txBox="1">
            <a:spLocks noGrp="1"/>
          </p:cNvSpPr>
          <p:nvPr>
            <p:ph type="title" idx="9"/>
          </p:nvPr>
        </p:nvSpPr>
        <p:spPr>
          <a:xfrm>
            <a:off x="5887800" y="1796325"/>
            <a:ext cx="2536200" cy="33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3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7" name="Google Shape;1237;p13"/>
          <p:cNvSpPr txBox="1">
            <a:spLocks noGrp="1"/>
          </p:cNvSpPr>
          <p:nvPr>
            <p:ph type="subTitle" idx="13"/>
          </p:nvPr>
        </p:nvSpPr>
        <p:spPr>
          <a:xfrm>
            <a:off x="5887800" y="2116975"/>
            <a:ext cx="2536200" cy="64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8" name="Google Shape;1238;p13"/>
          <p:cNvSpPr txBox="1">
            <a:spLocks noGrp="1"/>
          </p:cNvSpPr>
          <p:nvPr>
            <p:ph type="title" idx="14"/>
          </p:nvPr>
        </p:nvSpPr>
        <p:spPr>
          <a:xfrm>
            <a:off x="5887800" y="3646175"/>
            <a:ext cx="2536200" cy="33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3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39" name="Google Shape;1239;p13"/>
          <p:cNvSpPr txBox="1">
            <a:spLocks noGrp="1"/>
          </p:cNvSpPr>
          <p:nvPr>
            <p:ph type="subTitle" idx="15"/>
          </p:nvPr>
        </p:nvSpPr>
        <p:spPr>
          <a:xfrm>
            <a:off x="5887800" y="3966900"/>
            <a:ext cx="2536200" cy="64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93C52"/>
              </a:buClr>
              <a:buSzPts val="1400"/>
              <a:buNone/>
              <a:defRPr>
                <a:solidFill>
                  <a:srgbClr val="393C52"/>
                </a:solidFill>
              </a:defRPr>
            </a:lvl9pPr>
          </a:lstStyle>
          <a:p>
            <a:endParaRPr/>
          </a:p>
        </p:txBody>
      </p:sp>
      <p:sp>
        <p:nvSpPr>
          <p:cNvPr id="1240" name="Google Shape;1240;p13"/>
          <p:cNvSpPr txBox="1">
            <a:spLocks noGrp="1"/>
          </p:cNvSpPr>
          <p:nvPr>
            <p:ph type="title" idx="16" hasCustomPrompt="1"/>
          </p:nvPr>
        </p:nvSpPr>
        <p:spPr>
          <a:xfrm>
            <a:off x="713100" y="1198050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36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1" name="Google Shape;1241;p13"/>
          <p:cNvSpPr txBox="1">
            <a:spLocks noGrp="1"/>
          </p:cNvSpPr>
          <p:nvPr>
            <p:ph type="title" idx="17" hasCustomPrompt="1"/>
          </p:nvPr>
        </p:nvSpPr>
        <p:spPr>
          <a:xfrm>
            <a:off x="713100" y="3047975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36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2" name="Google Shape;1242;p13"/>
          <p:cNvSpPr txBox="1">
            <a:spLocks noGrp="1"/>
          </p:cNvSpPr>
          <p:nvPr>
            <p:ph type="title" idx="18" hasCustomPrompt="1"/>
          </p:nvPr>
        </p:nvSpPr>
        <p:spPr>
          <a:xfrm>
            <a:off x="3300450" y="1198050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36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3" name="Google Shape;1243;p13"/>
          <p:cNvSpPr txBox="1">
            <a:spLocks noGrp="1"/>
          </p:cNvSpPr>
          <p:nvPr>
            <p:ph type="title" idx="19" hasCustomPrompt="1"/>
          </p:nvPr>
        </p:nvSpPr>
        <p:spPr>
          <a:xfrm>
            <a:off x="3300450" y="3047975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36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4" name="Google Shape;1244;p13"/>
          <p:cNvSpPr txBox="1">
            <a:spLocks noGrp="1"/>
          </p:cNvSpPr>
          <p:nvPr>
            <p:ph type="title" idx="20" hasCustomPrompt="1"/>
          </p:nvPr>
        </p:nvSpPr>
        <p:spPr>
          <a:xfrm>
            <a:off x="5887800" y="1198050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36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5" name="Google Shape;1245;p13"/>
          <p:cNvSpPr txBox="1">
            <a:spLocks noGrp="1"/>
          </p:cNvSpPr>
          <p:nvPr>
            <p:ph type="title" idx="21" hasCustomPrompt="1"/>
          </p:nvPr>
        </p:nvSpPr>
        <p:spPr>
          <a:xfrm>
            <a:off x="5887800" y="3047975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3600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93C52"/>
              </a:buClr>
              <a:buSzPts val="2500"/>
              <a:buNone/>
              <a:defRPr sz="2500">
                <a:solidFill>
                  <a:srgbClr val="393C5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2" name="Google Shape;1662;p15"/>
          <p:cNvGrpSpPr/>
          <p:nvPr/>
        </p:nvGrpSpPr>
        <p:grpSpPr>
          <a:xfrm>
            <a:off x="5274653" y="546150"/>
            <a:ext cx="3249646" cy="4051206"/>
            <a:chOff x="5503852" y="714425"/>
            <a:chExt cx="2979413" cy="3714317"/>
          </a:xfrm>
        </p:grpSpPr>
        <p:sp>
          <p:nvSpPr>
            <p:cNvPr id="1663" name="Google Shape;1663;p15"/>
            <p:cNvSpPr/>
            <p:nvPr/>
          </p:nvSpPr>
          <p:spPr>
            <a:xfrm>
              <a:off x="5503852" y="951938"/>
              <a:ext cx="2283220" cy="3476804"/>
            </a:xfrm>
            <a:custGeom>
              <a:avLst/>
              <a:gdLst/>
              <a:ahLst/>
              <a:cxnLst/>
              <a:rect l="l" t="t" r="r" b="b"/>
              <a:pathLst>
                <a:path w="112877" h="171885" extrusionOk="0">
                  <a:moveTo>
                    <a:pt x="76749" y="6480"/>
                  </a:moveTo>
                  <a:cubicBezTo>
                    <a:pt x="76864" y="6594"/>
                    <a:pt x="76949" y="6681"/>
                    <a:pt x="77063" y="6766"/>
                  </a:cubicBezTo>
                  <a:cubicBezTo>
                    <a:pt x="76662" y="7082"/>
                    <a:pt x="76291" y="7453"/>
                    <a:pt x="76005" y="7769"/>
                  </a:cubicBezTo>
                  <a:lnTo>
                    <a:pt x="75490" y="8284"/>
                  </a:lnTo>
                  <a:cubicBezTo>
                    <a:pt x="75403" y="8312"/>
                    <a:pt x="75346" y="8341"/>
                    <a:pt x="75288" y="8369"/>
                  </a:cubicBezTo>
                  <a:cubicBezTo>
                    <a:pt x="75833" y="7998"/>
                    <a:pt x="76319" y="7425"/>
                    <a:pt x="76749" y="6480"/>
                  </a:cubicBezTo>
                  <a:close/>
                  <a:moveTo>
                    <a:pt x="79841" y="10774"/>
                  </a:moveTo>
                  <a:cubicBezTo>
                    <a:pt x="79926" y="10774"/>
                    <a:pt x="80040" y="10803"/>
                    <a:pt x="80127" y="10831"/>
                  </a:cubicBezTo>
                  <a:cubicBezTo>
                    <a:pt x="80532" y="10921"/>
                    <a:pt x="81025" y="11029"/>
                    <a:pt x="81594" y="11029"/>
                  </a:cubicBezTo>
                  <a:cubicBezTo>
                    <a:pt x="81748" y="11029"/>
                    <a:pt x="81908" y="11021"/>
                    <a:pt x="82074" y="11003"/>
                  </a:cubicBezTo>
                  <a:lnTo>
                    <a:pt x="82074" y="11003"/>
                  </a:lnTo>
                  <a:cubicBezTo>
                    <a:pt x="82074" y="11032"/>
                    <a:pt x="82044" y="11032"/>
                    <a:pt x="82017" y="11060"/>
                  </a:cubicBezTo>
                  <a:cubicBezTo>
                    <a:pt x="80498" y="11948"/>
                    <a:pt x="80242" y="13437"/>
                    <a:pt x="80185" y="14353"/>
                  </a:cubicBezTo>
                  <a:cubicBezTo>
                    <a:pt x="79555" y="14495"/>
                    <a:pt x="78753" y="14839"/>
                    <a:pt x="78238" y="15697"/>
                  </a:cubicBezTo>
                  <a:cubicBezTo>
                    <a:pt x="77693" y="16556"/>
                    <a:pt x="77636" y="17616"/>
                    <a:pt x="78037" y="18846"/>
                  </a:cubicBezTo>
                  <a:cubicBezTo>
                    <a:pt x="78094" y="19048"/>
                    <a:pt x="78151" y="19220"/>
                    <a:pt x="78238" y="19391"/>
                  </a:cubicBezTo>
                  <a:cubicBezTo>
                    <a:pt x="78181" y="19391"/>
                    <a:pt x="78094" y="19419"/>
                    <a:pt x="78009" y="19419"/>
                  </a:cubicBezTo>
                  <a:cubicBezTo>
                    <a:pt x="77407" y="19506"/>
                    <a:pt x="76376" y="19678"/>
                    <a:pt x="75460" y="20365"/>
                  </a:cubicBezTo>
                  <a:cubicBezTo>
                    <a:pt x="74716" y="19762"/>
                    <a:pt x="73830" y="19648"/>
                    <a:pt x="73113" y="19648"/>
                  </a:cubicBezTo>
                  <a:cubicBezTo>
                    <a:pt x="72856" y="19648"/>
                    <a:pt x="72627" y="19678"/>
                    <a:pt x="72426" y="19678"/>
                  </a:cubicBezTo>
                  <a:cubicBezTo>
                    <a:pt x="72368" y="19678"/>
                    <a:pt x="72284" y="19705"/>
                    <a:pt x="72254" y="19705"/>
                  </a:cubicBezTo>
                  <a:cubicBezTo>
                    <a:pt x="71910" y="19533"/>
                    <a:pt x="71310" y="19133"/>
                    <a:pt x="70852" y="18762"/>
                  </a:cubicBezTo>
                  <a:cubicBezTo>
                    <a:pt x="70651" y="18388"/>
                    <a:pt x="70108" y="17358"/>
                    <a:pt x="68819" y="16987"/>
                  </a:cubicBezTo>
                  <a:cubicBezTo>
                    <a:pt x="69449" y="16643"/>
                    <a:pt x="69907" y="16242"/>
                    <a:pt x="70250" y="15956"/>
                  </a:cubicBezTo>
                  <a:cubicBezTo>
                    <a:pt x="70651" y="15640"/>
                    <a:pt x="70708" y="15583"/>
                    <a:pt x="70823" y="15583"/>
                  </a:cubicBezTo>
                  <a:cubicBezTo>
                    <a:pt x="72455" y="15269"/>
                    <a:pt x="73514" y="14610"/>
                    <a:pt x="74631" y="13922"/>
                  </a:cubicBezTo>
                  <a:lnTo>
                    <a:pt x="74860" y="13780"/>
                  </a:lnTo>
                  <a:cubicBezTo>
                    <a:pt x="75204" y="13551"/>
                    <a:pt x="75604" y="13407"/>
                    <a:pt x="76090" y="13235"/>
                  </a:cubicBezTo>
                  <a:cubicBezTo>
                    <a:pt x="76605" y="13064"/>
                    <a:pt x="77208" y="12835"/>
                    <a:pt x="77837" y="12491"/>
                  </a:cubicBezTo>
                  <a:cubicBezTo>
                    <a:pt x="77895" y="12464"/>
                    <a:pt x="77922" y="12434"/>
                    <a:pt x="77979" y="12434"/>
                  </a:cubicBezTo>
                  <a:cubicBezTo>
                    <a:pt x="78609" y="12033"/>
                    <a:pt x="79097" y="11518"/>
                    <a:pt x="79498" y="11117"/>
                  </a:cubicBezTo>
                  <a:cubicBezTo>
                    <a:pt x="79582" y="11003"/>
                    <a:pt x="79727" y="10861"/>
                    <a:pt x="79841" y="10774"/>
                  </a:cubicBezTo>
                  <a:close/>
                  <a:moveTo>
                    <a:pt x="28684" y="5192"/>
                  </a:moveTo>
                  <a:cubicBezTo>
                    <a:pt x="28913" y="5250"/>
                    <a:pt x="29142" y="5334"/>
                    <a:pt x="29543" y="5479"/>
                  </a:cubicBezTo>
                  <a:cubicBezTo>
                    <a:pt x="29715" y="5536"/>
                    <a:pt x="29859" y="5621"/>
                    <a:pt x="30001" y="5678"/>
                  </a:cubicBezTo>
                  <a:cubicBezTo>
                    <a:pt x="30058" y="5678"/>
                    <a:pt x="30115" y="5708"/>
                    <a:pt x="30145" y="5708"/>
                  </a:cubicBezTo>
                  <a:cubicBezTo>
                    <a:pt x="31241" y="6049"/>
                    <a:pt x="32319" y="6119"/>
                    <a:pt x="33320" y="6119"/>
                  </a:cubicBezTo>
                  <a:cubicBezTo>
                    <a:pt x="33574" y="6119"/>
                    <a:pt x="33823" y="6114"/>
                    <a:pt x="34066" y="6109"/>
                  </a:cubicBezTo>
                  <a:lnTo>
                    <a:pt x="34554" y="6109"/>
                  </a:lnTo>
                  <a:cubicBezTo>
                    <a:pt x="34897" y="6109"/>
                    <a:pt x="35268" y="6079"/>
                    <a:pt x="35641" y="6051"/>
                  </a:cubicBezTo>
                  <a:cubicBezTo>
                    <a:pt x="35783" y="6022"/>
                    <a:pt x="35985" y="6022"/>
                    <a:pt x="36184" y="5994"/>
                  </a:cubicBezTo>
                  <a:cubicBezTo>
                    <a:pt x="36329" y="6166"/>
                    <a:pt x="36470" y="6365"/>
                    <a:pt x="36672" y="6537"/>
                  </a:cubicBezTo>
                  <a:cubicBezTo>
                    <a:pt x="36757" y="6624"/>
                    <a:pt x="36871" y="6681"/>
                    <a:pt x="36986" y="6738"/>
                  </a:cubicBezTo>
                  <a:cubicBezTo>
                    <a:pt x="37501" y="7082"/>
                    <a:pt x="38131" y="7254"/>
                    <a:pt x="38703" y="7396"/>
                  </a:cubicBezTo>
                  <a:lnTo>
                    <a:pt x="39047" y="7483"/>
                  </a:lnTo>
                  <a:cubicBezTo>
                    <a:pt x="39047" y="7483"/>
                    <a:pt x="39077" y="7483"/>
                    <a:pt x="39104" y="7510"/>
                  </a:cubicBezTo>
                  <a:cubicBezTo>
                    <a:pt x="39803" y="7747"/>
                    <a:pt x="40392" y="7827"/>
                    <a:pt x="40897" y="7827"/>
                  </a:cubicBezTo>
                  <a:cubicBezTo>
                    <a:pt x="41489" y="7827"/>
                    <a:pt x="41966" y="7717"/>
                    <a:pt x="42368" y="7625"/>
                  </a:cubicBezTo>
                  <a:cubicBezTo>
                    <a:pt x="42626" y="7567"/>
                    <a:pt x="42855" y="7510"/>
                    <a:pt x="43112" y="7483"/>
                  </a:cubicBezTo>
                  <a:cubicBezTo>
                    <a:pt x="44459" y="7338"/>
                    <a:pt x="45288" y="6967"/>
                    <a:pt x="46089" y="6594"/>
                  </a:cubicBezTo>
                  <a:cubicBezTo>
                    <a:pt x="46318" y="6509"/>
                    <a:pt x="46577" y="6395"/>
                    <a:pt x="46891" y="6280"/>
                  </a:cubicBezTo>
                  <a:cubicBezTo>
                    <a:pt x="47112" y="6213"/>
                    <a:pt x="47488" y="6147"/>
                    <a:pt x="48109" y="6147"/>
                  </a:cubicBezTo>
                  <a:cubicBezTo>
                    <a:pt x="48292" y="6147"/>
                    <a:pt x="48496" y="6153"/>
                    <a:pt x="48723" y="6166"/>
                  </a:cubicBezTo>
                  <a:cubicBezTo>
                    <a:pt x="49009" y="6422"/>
                    <a:pt x="49467" y="6796"/>
                    <a:pt x="50211" y="7052"/>
                  </a:cubicBezTo>
                  <a:cubicBezTo>
                    <a:pt x="50824" y="7282"/>
                    <a:pt x="51437" y="7332"/>
                    <a:pt x="51998" y="7332"/>
                  </a:cubicBezTo>
                  <a:cubicBezTo>
                    <a:pt x="52276" y="7332"/>
                    <a:pt x="52541" y="7320"/>
                    <a:pt x="52788" y="7311"/>
                  </a:cubicBezTo>
                  <a:cubicBezTo>
                    <a:pt x="52960" y="7311"/>
                    <a:pt x="53183" y="7298"/>
                    <a:pt x="53355" y="7298"/>
                  </a:cubicBezTo>
                  <a:cubicBezTo>
                    <a:pt x="53440" y="7298"/>
                    <a:pt x="53514" y="7301"/>
                    <a:pt x="53562" y="7311"/>
                  </a:cubicBezTo>
                  <a:cubicBezTo>
                    <a:pt x="53589" y="7311"/>
                    <a:pt x="53647" y="7311"/>
                    <a:pt x="53676" y="7338"/>
                  </a:cubicBezTo>
                  <a:cubicBezTo>
                    <a:pt x="54162" y="7396"/>
                    <a:pt x="54620" y="7483"/>
                    <a:pt x="54906" y="7597"/>
                  </a:cubicBezTo>
                  <a:cubicBezTo>
                    <a:pt x="54936" y="7625"/>
                    <a:pt x="54963" y="7625"/>
                    <a:pt x="55021" y="7654"/>
                  </a:cubicBezTo>
                  <a:cubicBezTo>
                    <a:pt x="55050" y="7682"/>
                    <a:pt x="55078" y="7739"/>
                    <a:pt x="55108" y="7796"/>
                  </a:cubicBezTo>
                  <a:cubicBezTo>
                    <a:pt x="55394" y="8170"/>
                    <a:pt x="55822" y="8712"/>
                    <a:pt x="56539" y="9200"/>
                  </a:cubicBezTo>
                  <a:cubicBezTo>
                    <a:pt x="56596" y="9228"/>
                    <a:pt x="56624" y="9257"/>
                    <a:pt x="56654" y="9285"/>
                  </a:cubicBezTo>
                  <a:cubicBezTo>
                    <a:pt x="57555" y="9796"/>
                    <a:pt x="58440" y="9981"/>
                    <a:pt x="59275" y="9981"/>
                  </a:cubicBezTo>
                  <a:cubicBezTo>
                    <a:pt x="60639" y="9981"/>
                    <a:pt x="61867" y="9487"/>
                    <a:pt x="62807" y="9113"/>
                  </a:cubicBezTo>
                  <a:cubicBezTo>
                    <a:pt x="63265" y="8914"/>
                    <a:pt x="64009" y="8628"/>
                    <a:pt x="64296" y="8628"/>
                  </a:cubicBezTo>
                  <a:cubicBezTo>
                    <a:pt x="64325" y="8628"/>
                    <a:pt x="64353" y="8655"/>
                    <a:pt x="64410" y="8685"/>
                  </a:cubicBezTo>
                  <a:cubicBezTo>
                    <a:pt x="64669" y="8914"/>
                    <a:pt x="65097" y="9257"/>
                    <a:pt x="65670" y="9457"/>
                  </a:cubicBezTo>
                  <a:cubicBezTo>
                    <a:pt x="65727" y="9457"/>
                    <a:pt x="65784" y="9486"/>
                    <a:pt x="65842" y="9486"/>
                  </a:cubicBezTo>
                  <a:cubicBezTo>
                    <a:pt x="66219" y="9599"/>
                    <a:pt x="66568" y="9644"/>
                    <a:pt x="66884" y="9644"/>
                  </a:cubicBezTo>
                  <a:cubicBezTo>
                    <a:pt x="67696" y="9644"/>
                    <a:pt x="68298" y="9349"/>
                    <a:pt x="68647" y="9143"/>
                  </a:cubicBezTo>
                  <a:cubicBezTo>
                    <a:pt x="68819" y="9170"/>
                    <a:pt x="69048" y="9200"/>
                    <a:pt x="69220" y="9257"/>
                  </a:cubicBezTo>
                  <a:cubicBezTo>
                    <a:pt x="69563" y="9315"/>
                    <a:pt x="69964" y="9399"/>
                    <a:pt x="70394" y="9429"/>
                  </a:cubicBezTo>
                  <a:cubicBezTo>
                    <a:pt x="70479" y="9457"/>
                    <a:pt x="70536" y="9457"/>
                    <a:pt x="70623" y="9457"/>
                  </a:cubicBezTo>
                  <a:cubicBezTo>
                    <a:pt x="71482" y="9457"/>
                    <a:pt x="71997" y="9285"/>
                    <a:pt x="72455" y="9113"/>
                  </a:cubicBezTo>
                  <a:cubicBezTo>
                    <a:pt x="72597" y="9056"/>
                    <a:pt x="72627" y="9056"/>
                    <a:pt x="72684" y="9028"/>
                  </a:cubicBezTo>
                  <a:cubicBezTo>
                    <a:pt x="72884" y="8999"/>
                    <a:pt x="73055" y="8971"/>
                    <a:pt x="73257" y="8971"/>
                  </a:cubicBezTo>
                  <a:cubicBezTo>
                    <a:pt x="73486" y="8941"/>
                    <a:pt x="73685" y="8914"/>
                    <a:pt x="73887" y="8884"/>
                  </a:cubicBezTo>
                  <a:lnTo>
                    <a:pt x="73887" y="8884"/>
                  </a:lnTo>
                  <a:cubicBezTo>
                    <a:pt x="73399" y="9086"/>
                    <a:pt x="72826" y="9315"/>
                    <a:pt x="72284" y="9686"/>
                  </a:cubicBezTo>
                  <a:lnTo>
                    <a:pt x="72082" y="9800"/>
                  </a:lnTo>
                  <a:cubicBezTo>
                    <a:pt x="71052" y="10460"/>
                    <a:pt x="70651" y="10689"/>
                    <a:pt x="70021" y="10803"/>
                  </a:cubicBezTo>
                  <a:cubicBezTo>
                    <a:pt x="68562" y="11032"/>
                    <a:pt x="67674" y="11804"/>
                    <a:pt x="67101" y="12292"/>
                  </a:cubicBezTo>
                  <a:cubicBezTo>
                    <a:pt x="66987" y="12377"/>
                    <a:pt x="66902" y="12464"/>
                    <a:pt x="66815" y="12521"/>
                  </a:cubicBezTo>
                  <a:cubicBezTo>
                    <a:pt x="66329" y="12548"/>
                    <a:pt x="65498" y="12635"/>
                    <a:pt x="64726" y="13293"/>
                  </a:cubicBezTo>
                  <a:cubicBezTo>
                    <a:pt x="63666" y="14209"/>
                    <a:pt x="63494" y="15326"/>
                    <a:pt x="63409" y="15869"/>
                  </a:cubicBezTo>
                  <a:lnTo>
                    <a:pt x="63409" y="16041"/>
                  </a:lnTo>
                  <a:cubicBezTo>
                    <a:pt x="63295" y="16300"/>
                    <a:pt x="63208" y="16586"/>
                    <a:pt x="63208" y="16842"/>
                  </a:cubicBezTo>
                  <a:cubicBezTo>
                    <a:pt x="63036" y="17472"/>
                    <a:pt x="63123" y="18102"/>
                    <a:pt x="63437" y="18647"/>
                  </a:cubicBezTo>
                  <a:cubicBezTo>
                    <a:pt x="63524" y="18789"/>
                    <a:pt x="63609" y="18933"/>
                    <a:pt x="63723" y="19075"/>
                  </a:cubicBezTo>
                  <a:cubicBezTo>
                    <a:pt x="63696" y="19277"/>
                    <a:pt x="63666" y="19533"/>
                    <a:pt x="63666" y="19792"/>
                  </a:cubicBezTo>
                  <a:cubicBezTo>
                    <a:pt x="63666" y="20793"/>
                    <a:pt x="64296" y="21681"/>
                    <a:pt x="65212" y="22052"/>
                  </a:cubicBezTo>
                  <a:cubicBezTo>
                    <a:pt x="65627" y="22210"/>
                    <a:pt x="66021" y="22268"/>
                    <a:pt x="66383" y="22268"/>
                  </a:cubicBezTo>
                  <a:cubicBezTo>
                    <a:pt x="66744" y="22268"/>
                    <a:pt x="67074" y="22210"/>
                    <a:pt x="67360" y="22139"/>
                  </a:cubicBezTo>
                  <a:cubicBezTo>
                    <a:pt x="67387" y="22139"/>
                    <a:pt x="67417" y="22167"/>
                    <a:pt x="67445" y="22197"/>
                  </a:cubicBezTo>
                  <a:cubicBezTo>
                    <a:pt x="67960" y="22682"/>
                    <a:pt x="69105" y="23598"/>
                    <a:pt x="70307" y="24143"/>
                  </a:cubicBezTo>
                  <a:cubicBezTo>
                    <a:pt x="69994" y="25117"/>
                    <a:pt x="70193" y="26090"/>
                    <a:pt x="70509" y="26834"/>
                  </a:cubicBezTo>
                  <a:cubicBezTo>
                    <a:pt x="70536" y="26862"/>
                    <a:pt x="70536" y="26891"/>
                    <a:pt x="70536" y="26891"/>
                  </a:cubicBezTo>
                  <a:cubicBezTo>
                    <a:pt x="71024" y="27922"/>
                    <a:pt x="72025" y="28724"/>
                    <a:pt x="73227" y="29067"/>
                  </a:cubicBezTo>
                  <a:cubicBezTo>
                    <a:pt x="73644" y="29192"/>
                    <a:pt x="74058" y="29253"/>
                    <a:pt x="74456" y="29253"/>
                  </a:cubicBezTo>
                  <a:cubicBezTo>
                    <a:pt x="75152" y="29253"/>
                    <a:pt x="75803" y="29069"/>
                    <a:pt x="76349" y="28724"/>
                  </a:cubicBezTo>
                  <a:cubicBezTo>
                    <a:pt x="78009" y="27693"/>
                    <a:pt x="78266" y="25717"/>
                    <a:pt x="78437" y="24544"/>
                  </a:cubicBezTo>
                  <a:cubicBezTo>
                    <a:pt x="78437" y="24457"/>
                    <a:pt x="78467" y="24343"/>
                    <a:pt x="78467" y="24258"/>
                  </a:cubicBezTo>
                  <a:cubicBezTo>
                    <a:pt x="78582" y="24228"/>
                    <a:pt x="78666" y="24228"/>
                    <a:pt x="78753" y="24201"/>
                  </a:cubicBezTo>
                  <a:cubicBezTo>
                    <a:pt x="79669" y="24056"/>
                    <a:pt x="81215" y="23827"/>
                    <a:pt x="82502" y="22396"/>
                  </a:cubicBezTo>
                  <a:cubicBezTo>
                    <a:pt x="83819" y="20907"/>
                    <a:pt x="83590" y="19449"/>
                    <a:pt x="83219" y="18503"/>
                  </a:cubicBezTo>
                  <a:cubicBezTo>
                    <a:pt x="83418" y="18388"/>
                    <a:pt x="83620" y="18216"/>
                    <a:pt x="83792" y="18045"/>
                  </a:cubicBezTo>
                  <a:cubicBezTo>
                    <a:pt x="84735" y="17186"/>
                    <a:pt x="84907" y="16098"/>
                    <a:pt x="84964" y="15326"/>
                  </a:cubicBezTo>
                  <a:cubicBezTo>
                    <a:pt x="85509" y="15354"/>
                    <a:pt x="86167" y="15411"/>
                    <a:pt x="86625" y="15468"/>
                  </a:cubicBezTo>
                  <a:cubicBezTo>
                    <a:pt x="86654" y="15526"/>
                    <a:pt x="86682" y="15583"/>
                    <a:pt x="86712" y="15613"/>
                  </a:cubicBezTo>
                  <a:cubicBezTo>
                    <a:pt x="86510" y="16013"/>
                    <a:pt x="86425" y="16442"/>
                    <a:pt x="86453" y="16872"/>
                  </a:cubicBezTo>
                  <a:cubicBezTo>
                    <a:pt x="86510" y="18132"/>
                    <a:pt x="87426" y="18876"/>
                    <a:pt x="87712" y="19133"/>
                  </a:cubicBezTo>
                  <a:cubicBezTo>
                    <a:pt x="87857" y="19220"/>
                    <a:pt x="87971" y="19304"/>
                    <a:pt x="88113" y="19391"/>
                  </a:cubicBezTo>
                  <a:cubicBezTo>
                    <a:pt x="88700" y="19685"/>
                    <a:pt x="89393" y="19790"/>
                    <a:pt x="90003" y="19790"/>
                  </a:cubicBezTo>
                  <a:cubicBezTo>
                    <a:pt x="90345" y="19790"/>
                    <a:pt x="90662" y="19757"/>
                    <a:pt x="90919" y="19705"/>
                  </a:cubicBezTo>
                  <a:cubicBezTo>
                    <a:pt x="91262" y="19648"/>
                    <a:pt x="91606" y="19533"/>
                    <a:pt x="91892" y="19419"/>
                  </a:cubicBezTo>
                  <a:lnTo>
                    <a:pt x="91892" y="19792"/>
                  </a:lnTo>
                  <a:cubicBezTo>
                    <a:pt x="91892" y="21968"/>
                    <a:pt x="92522" y="22797"/>
                    <a:pt x="93811" y="23770"/>
                  </a:cubicBezTo>
                  <a:cubicBezTo>
                    <a:pt x="93896" y="23857"/>
                    <a:pt x="94010" y="23942"/>
                    <a:pt x="94155" y="24029"/>
                  </a:cubicBezTo>
                  <a:cubicBezTo>
                    <a:pt x="94441" y="24285"/>
                    <a:pt x="94670" y="24514"/>
                    <a:pt x="94784" y="24659"/>
                  </a:cubicBezTo>
                  <a:cubicBezTo>
                    <a:pt x="94555" y="24743"/>
                    <a:pt x="94269" y="24830"/>
                    <a:pt x="94068" y="24915"/>
                  </a:cubicBezTo>
                  <a:cubicBezTo>
                    <a:pt x="93353" y="25117"/>
                    <a:pt x="92579" y="25346"/>
                    <a:pt x="91864" y="25804"/>
                  </a:cubicBezTo>
                  <a:cubicBezTo>
                    <a:pt x="91521" y="26060"/>
                    <a:pt x="91349" y="26117"/>
                    <a:pt x="91349" y="26117"/>
                  </a:cubicBezTo>
                  <a:cubicBezTo>
                    <a:pt x="91262" y="26117"/>
                    <a:pt x="90976" y="26090"/>
                    <a:pt x="90747" y="26033"/>
                  </a:cubicBezTo>
                  <a:cubicBezTo>
                    <a:pt x="90548" y="26003"/>
                    <a:pt x="90319" y="25975"/>
                    <a:pt x="90060" y="25946"/>
                  </a:cubicBezTo>
                  <a:cubicBezTo>
                    <a:pt x="90003" y="25918"/>
                    <a:pt x="89945" y="25918"/>
                    <a:pt x="89861" y="25918"/>
                  </a:cubicBezTo>
                  <a:cubicBezTo>
                    <a:pt x="89653" y="25907"/>
                    <a:pt x="89455" y="25901"/>
                    <a:pt x="89264" y="25901"/>
                  </a:cubicBezTo>
                  <a:cubicBezTo>
                    <a:pt x="88030" y="25901"/>
                    <a:pt x="87108" y="26128"/>
                    <a:pt x="86167" y="26376"/>
                  </a:cubicBezTo>
                  <a:lnTo>
                    <a:pt x="85995" y="26433"/>
                  </a:lnTo>
                  <a:cubicBezTo>
                    <a:pt x="85911" y="26462"/>
                    <a:pt x="85792" y="26469"/>
                    <a:pt x="85656" y="26469"/>
                  </a:cubicBezTo>
                  <a:cubicBezTo>
                    <a:pt x="85515" y="26469"/>
                    <a:pt x="85354" y="26461"/>
                    <a:pt x="85193" y="26461"/>
                  </a:cubicBezTo>
                  <a:cubicBezTo>
                    <a:pt x="84995" y="26452"/>
                    <a:pt x="84782" y="26443"/>
                    <a:pt x="84557" y="26443"/>
                  </a:cubicBezTo>
                  <a:cubicBezTo>
                    <a:pt x="84068" y="26443"/>
                    <a:pt x="83521" y="26485"/>
                    <a:pt x="82933" y="26662"/>
                  </a:cubicBezTo>
                  <a:cubicBezTo>
                    <a:pt x="82876" y="26690"/>
                    <a:pt x="82789" y="26720"/>
                    <a:pt x="82731" y="26747"/>
                  </a:cubicBezTo>
                  <a:cubicBezTo>
                    <a:pt x="82704" y="26747"/>
                    <a:pt x="79697" y="28007"/>
                    <a:pt x="79269" y="30327"/>
                  </a:cubicBezTo>
                  <a:cubicBezTo>
                    <a:pt x="79097" y="31327"/>
                    <a:pt x="79468" y="32358"/>
                    <a:pt x="80269" y="33075"/>
                  </a:cubicBezTo>
                  <a:cubicBezTo>
                    <a:pt x="80498" y="33247"/>
                    <a:pt x="80700" y="33389"/>
                    <a:pt x="80899" y="33476"/>
                  </a:cubicBezTo>
                  <a:cubicBezTo>
                    <a:pt x="80842" y="33533"/>
                    <a:pt x="80757" y="33560"/>
                    <a:pt x="80670" y="33618"/>
                  </a:cubicBezTo>
                  <a:cubicBezTo>
                    <a:pt x="80384" y="33789"/>
                    <a:pt x="80098" y="33934"/>
                    <a:pt x="79869" y="34018"/>
                  </a:cubicBezTo>
                  <a:cubicBezTo>
                    <a:pt x="79697" y="34076"/>
                    <a:pt x="79555" y="34105"/>
                    <a:pt x="79411" y="34163"/>
                  </a:cubicBezTo>
                  <a:cubicBezTo>
                    <a:pt x="78467" y="34392"/>
                    <a:pt x="76891" y="34792"/>
                    <a:pt x="75918" y="36739"/>
                  </a:cubicBezTo>
                  <a:cubicBezTo>
                    <a:pt x="75918" y="36767"/>
                    <a:pt x="75891" y="36767"/>
                    <a:pt x="75891" y="36796"/>
                  </a:cubicBezTo>
                  <a:cubicBezTo>
                    <a:pt x="75719" y="37140"/>
                    <a:pt x="75632" y="37483"/>
                    <a:pt x="75547" y="37770"/>
                  </a:cubicBezTo>
                  <a:cubicBezTo>
                    <a:pt x="75496" y="37768"/>
                    <a:pt x="75444" y="37767"/>
                    <a:pt x="75390" y="37767"/>
                  </a:cubicBezTo>
                  <a:cubicBezTo>
                    <a:pt x="74623" y="37767"/>
                    <a:pt x="73562" y="37987"/>
                    <a:pt x="72627" y="39057"/>
                  </a:cubicBezTo>
                  <a:cubicBezTo>
                    <a:pt x="72513" y="39201"/>
                    <a:pt x="72398" y="39343"/>
                    <a:pt x="72311" y="39515"/>
                  </a:cubicBezTo>
                  <a:lnTo>
                    <a:pt x="71624" y="40461"/>
                  </a:lnTo>
                  <a:cubicBezTo>
                    <a:pt x="71338" y="40919"/>
                    <a:pt x="71024" y="41347"/>
                    <a:pt x="70708" y="41690"/>
                  </a:cubicBezTo>
                  <a:cubicBezTo>
                    <a:pt x="69135" y="41690"/>
                    <a:pt x="68017" y="42664"/>
                    <a:pt x="67646" y="44381"/>
                  </a:cubicBezTo>
                  <a:cubicBezTo>
                    <a:pt x="67616" y="44411"/>
                    <a:pt x="67616" y="44438"/>
                    <a:pt x="67616" y="44438"/>
                  </a:cubicBezTo>
                  <a:cubicBezTo>
                    <a:pt x="67532" y="44926"/>
                    <a:pt x="67474" y="45355"/>
                    <a:pt x="67445" y="45671"/>
                  </a:cubicBezTo>
                  <a:cubicBezTo>
                    <a:pt x="67360" y="46358"/>
                    <a:pt x="67330" y="46529"/>
                    <a:pt x="67044" y="46958"/>
                  </a:cubicBezTo>
                  <a:cubicBezTo>
                    <a:pt x="66673" y="47473"/>
                    <a:pt x="65842" y="47874"/>
                    <a:pt x="64955" y="48274"/>
                  </a:cubicBezTo>
                  <a:cubicBezTo>
                    <a:pt x="61891" y="49534"/>
                    <a:pt x="60146" y="51281"/>
                    <a:pt x="59688" y="53542"/>
                  </a:cubicBezTo>
                  <a:cubicBezTo>
                    <a:pt x="59429" y="53484"/>
                    <a:pt x="59173" y="53427"/>
                    <a:pt x="58886" y="53427"/>
                  </a:cubicBezTo>
                  <a:cubicBezTo>
                    <a:pt x="58628" y="53198"/>
                    <a:pt x="58284" y="52942"/>
                    <a:pt x="57799" y="52740"/>
                  </a:cubicBezTo>
                  <a:cubicBezTo>
                    <a:pt x="57210" y="52518"/>
                    <a:pt x="56305" y="52398"/>
                    <a:pt x="55372" y="52398"/>
                  </a:cubicBezTo>
                  <a:cubicBezTo>
                    <a:pt x="54263" y="52398"/>
                    <a:pt x="53116" y="52568"/>
                    <a:pt x="52417" y="52942"/>
                  </a:cubicBezTo>
                  <a:cubicBezTo>
                    <a:pt x="51814" y="53255"/>
                    <a:pt x="51443" y="53656"/>
                    <a:pt x="51214" y="54000"/>
                  </a:cubicBezTo>
                  <a:cubicBezTo>
                    <a:pt x="51100" y="54000"/>
                    <a:pt x="51013" y="54000"/>
                    <a:pt x="50928" y="53972"/>
                  </a:cubicBezTo>
                  <a:lnTo>
                    <a:pt x="50756" y="53972"/>
                  </a:lnTo>
                  <a:cubicBezTo>
                    <a:pt x="50498" y="53943"/>
                    <a:pt x="50241" y="53885"/>
                    <a:pt x="49955" y="53828"/>
                  </a:cubicBezTo>
                  <a:cubicBezTo>
                    <a:pt x="49551" y="53745"/>
                    <a:pt x="49058" y="53648"/>
                    <a:pt x="48489" y="53648"/>
                  </a:cubicBezTo>
                  <a:cubicBezTo>
                    <a:pt x="47687" y="53648"/>
                    <a:pt x="46732" y="53842"/>
                    <a:pt x="45661" y="54545"/>
                  </a:cubicBezTo>
                  <a:lnTo>
                    <a:pt x="45574" y="54602"/>
                  </a:lnTo>
                  <a:cubicBezTo>
                    <a:pt x="44745" y="55117"/>
                    <a:pt x="43684" y="55775"/>
                    <a:pt x="42768" y="56633"/>
                  </a:cubicBezTo>
                  <a:cubicBezTo>
                    <a:pt x="41367" y="57950"/>
                    <a:pt x="41165" y="59240"/>
                    <a:pt x="41023" y="60298"/>
                  </a:cubicBezTo>
                  <a:cubicBezTo>
                    <a:pt x="40994" y="60469"/>
                    <a:pt x="40994" y="60641"/>
                    <a:pt x="40966" y="60813"/>
                  </a:cubicBezTo>
                  <a:cubicBezTo>
                    <a:pt x="40909" y="61042"/>
                    <a:pt x="40737" y="61358"/>
                    <a:pt x="40535" y="61701"/>
                  </a:cubicBezTo>
                  <a:cubicBezTo>
                    <a:pt x="40249" y="62217"/>
                    <a:pt x="39906" y="62874"/>
                    <a:pt x="39677" y="63705"/>
                  </a:cubicBezTo>
                  <a:cubicBezTo>
                    <a:pt x="39276" y="65480"/>
                    <a:pt x="39791" y="66710"/>
                    <a:pt x="40164" y="67626"/>
                  </a:cubicBezTo>
                  <a:cubicBezTo>
                    <a:pt x="40279" y="67942"/>
                    <a:pt x="40394" y="68199"/>
                    <a:pt x="40451" y="68428"/>
                  </a:cubicBezTo>
                  <a:cubicBezTo>
                    <a:pt x="40451" y="68457"/>
                    <a:pt x="40451" y="68485"/>
                    <a:pt x="40478" y="68515"/>
                  </a:cubicBezTo>
                  <a:cubicBezTo>
                    <a:pt x="40508" y="68657"/>
                    <a:pt x="40535" y="68886"/>
                    <a:pt x="40565" y="69144"/>
                  </a:cubicBezTo>
                  <a:cubicBezTo>
                    <a:pt x="40650" y="69859"/>
                    <a:pt x="40794" y="71091"/>
                    <a:pt x="41795" y="72122"/>
                  </a:cubicBezTo>
                  <a:cubicBezTo>
                    <a:pt x="41596" y="72092"/>
                    <a:pt x="41337" y="72007"/>
                    <a:pt x="40966" y="71893"/>
                  </a:cubicBezTo>
                  <a:cubicBezTo>
                    <a:pt x="40535" y="71748"/>
                    <a:pt x="40164" y="71634"/>
                    <a:pt x="39821" y="71549"/>
                  </a:cubicBezTo>
                  <a:cubicBezTo>
                    <a:pt x="38990" y="71290"/>
                    <a:pt x="38619" y="71176"/>
                    <a:pt x="38245" y="70805"/>
                  </a:cubicBezTo>
                  <a:cubicBezTo>
                    <a:pt x="37673" y="70232"/>
                    <a:pt x="36958" y="69831"/>
                    <a:pt x="36329" y="69458"/>
                  </a:cubicBezTo>
                  <a:cubicBezTo>
                    <a:pt x="36127" y="69344"/>
                    <a:pt x="35841" y="69172"/>
                    <a:pt x="35641" y="69030"/>
                  </a:cubicBezTo>
                  <a:cubicBezTo>
                    <a:pt x="35841" y="68542"/>
                    <a:pt x="36070" y="67855"/>
                    <a:pt x="36012" y="66939"/>
                  </a:cubicBezTo>
                  <a:cubicBezTo>
                    <a:pt x="35928" y="65652"/>
                    <a:pt x="35268" y="64564"/>
                    <a:pt x="34725" y="63676"/>
                  </a:cubicBezTo>
                  <a:cubicBezTo>
                    <a:pt x="34611" y="63476"/>
                    <a:pt x="34467" y="63275"/>
                    <a:pt x="34382" y="63076"/>
                  </a:cubicBezTo>
                  <a:cubicBezTo>
                    <a:pt x="33951" y="62274"/>
                    <a:pt x="33436" y="61672"/>
                    <a:pt x="33008" y="61156"/>
                  </a:cubicBezTo>
                  <a:cubicBezTo>
                    <a:pt x="32692" y="60785"/>
                    <a:pt x="32405" y="60469"/>
                    <a:pt x="32234" y="60156"/>
                  </a:cubicBezTo>
                  <a:cubicBezTo>
                    <a:pt x="32149" y="59954"/>
                    <a:pt x="32092" y="59668"/>
                    <a:pt x="32005" y="59354"/>
                  </a:cubicBezTo>
                  <a:cubicBezTo>
                    <a:pt x="31805" y="58695"/>
                    <a:pt x="31576" y="57865"/>
                    <a:pt x="31031" y="57007"/>
                  </a:cubicBezTo>
                  <a:cubicBezTo>
                    <a:pt x="30603" y="56290"/>
                    <a:pt x="30603" y="56233"/>
                    <a:pt x="30603" y="55575"/>
                  </a:cubicBezTo>
                  <a:cubicBezTo>
                    <a:pt x="30603" y="54801"/>
                    <a:pt x="30603" y="53026"/>
                    <a:pt x="29257" y="51854"/>
                  </a:cubicBezTo>
                  <a:cubicBezTo>
                    <a:pt x="28796" y="51465"/>
                    <a:pt x="28067" y="51036"/>
                    <a:pt x="27000" y="51036"/>
                  </a:cubicBezTo>
                  <a:cubicBezTo>
                    <a:pt x="26809" y="51036"/>
                    <a:pt x="26607" y="51050"/>
                    <a:pt x="26394" y="51080"/>
                  </a:cubicBezTo>
                  <a:cubicBezTo>
                    <a:pt x="26337" y="50938"/>
                    <a:pt x="26279" y="50794"/>
                    <a:pt x="26252" y="50679"/>
                  </a:cubicBezTo>
                  <a:cubicBezTo>
                    <a:pt x="26222" y="50594"/>
                    <a:pt x="26165" y="50480"/>
                    <a:pt x="26137" y="50393"/>
                  </a:cubicBezTo>
                  <a:cubicBezTo>
                    <a:pt x="26080" y="50336"/>
                    <a:pt x="26080" y="50251"/>
                    <a:pt x="26050" y="50194"/>
                  </a:cubicBezTo>
                  <a:cubicBezTo>
                    <a:pt x="25794" y="49591"/>
                    <a:pt x="25508" y="48934"/>
                    <a:pt x="24534" y="48247"/>
                  </a:cubicBezTo>
                  <a:cubicBezTo>
                    <a:pt x="24447" y="48190"/>
                    <a:pt x="24363" y="48132"/>
                    <a:pt x="24275" y="48103"/>
                  </a:cubicBezTo>
                  <a:cubicBezTo>
                    <a:pt x="24248" y="48075"/>
                    <a:pt x="24218" y="48075"/>
                    <a:pt x="24191" y="48045"/>
                  </a:cubicBezTo>
                  <a:cubicBezTo>
                    <a:pt x="24218" y="47903"/>
                    <a:pt x="24248" y="47759"/>
                    <a:pt x="24248" y="47617"/>
                  </a:cubicBezTo>
                  <a:cubicBezTo>
                    <a:pt x="24248" y="46729"/>
                    <a:pt x="24161" y="45842"/>
                    <a:pt x="23989" y="44984"/>
                  </a:cubicBezTo>
                  <a:cubicBezTo>
                    <a:pt x="23989" y="44926"/>
                    <a:pt x="23962" y="44839"/>
                    <a:pt x="23932" y="44782"/>
                  </a:cubicBezTo>
                  <a:cubicBezTo>
                    <a:pt x="23847" y="44438"/>
                    <a:pt x="23733" y="44095"/>
                    <a:pt x="23588" y="43751"/>
                  </a:cubicBezTo>
                  <a:cubicBezTo>
                    <a:pt x="23561" y="43667"/>
                    <a:pt x="23504" y="43552"/>
                    <a:pt x="23474" y="43438"/>
                  </a:cubicBezTo>
                  <a:cubicBezTo>
                    <a:pt x="23904" y="43122"/>
                    <a:pt x="24420" y="42636"/>
                    <a:pt x="24763" y="41892"/>
                  </a:cubicBezTo>
                  <a:cubicBezTo>
                    <a:pt x="25249" y="40889"/>
                    <a:pt x="25221" y="39945"/>
                    <a:pt x="25221" y="39315"/>
                  </a:cubicBezTo>
                  <a:lnTo>
                    <a:pt x="25221" y="38972"/>
                  </a:lnTo>
                  <a:cubicBezTo>
                    <a:pt x="25393" y="38800"/>
                    <a:pt x="25622" y="38599"/>
                    <a:pt x="25879" y="38399"/>
                  </a:cubicBezTo>
                  <a:cubicBezTo>
                    <a:pt x="26481" y="37912"/>
                    <a:pt x="27310" y="37254"/>
                    <a:pt x="27940" y="36167"/>
                  </a:cubicBezTo>
                  <a:cubicBezTo>
                    <a:pt x="28340" y="35537"/>
                    <a:pt x="29028" y="34392"/>
                    <a:pt x="29573" y="33217"/>
                  </a:cubicBezTo>
                  <a:cubicBezTo>
                    <a:pt x="29802" y="33160"/>
                    <a:pt x="30031" y="33075"/>
                    <a:pt x="30260" y="32988"/>
                  </a:cubicBezTo>
                  <a:cubicBezTo>
                    <a:pt x="30344" y="32960"/>
                    <a:pt x="30402" y="32903"/>
                    <a:pt x="30459" y="32873"/>
                  </a:cubicBezTo>
                  <a:cubicBezTo>
                    <a:pt x="31089" y="32502"/>
                    <a:pt x="31576" y="31843"/>
                    <a:pt x="31748" y="31071"/>
                  </a:cubicBezTo>
                  <a:cubicBezTo>
                    <a:pt x="32176" y="29381"/>
                    <a:pt x="31118" y="27063"/>
                    <a:pt x="30802" y="26433"/>
                  </a:cubicBezTo>
                  <a:cubicBezTo>
                    <a:pt x="30489" y="25918"/>
                    <a:pt x="30145" y="25488"/>
                    <a:pt x="29859" y="25117"/>
                  </a:cubicBezTo>
                  <a:cubicBezTo>
                    <a:pt x="29744" y="25002"/>
                    <a:pt x="29600" y="24830"/>
                    <a:pt x="29486" y="24686"/>
                  </a:cubicBezTo>
                  <a:cubicBezTo>
                    <a:pt x="29543" y="24514"/>
                    <a:pt x="29630" y="24315"/>
                    <a:pt x="29687" y="24143"/>
                  </a:cubicBezTo>
                  <a:cubicBezTo>
                    <a:pt x="29886" y="23628"/>
                    <a:pt x="30145" y="22998"/>
                    <a:pt x="30260" y="22281"/>
                  </a:cubicBezTo>
                  <a:lnTo>
                    <a:pt x="30260" y="22224"/>
                  </a:lnTo>
                  <a:cubicBezTo>
                    <a:pt x="30660" y="18532"/>
                    <a:pt x="28684" y="15040"/>
                    <a:pt x="25535" y="13895"/>
                  </a:cubicBezTo>
                  <a:cubicBezTo>
                    <a:pt x="25508" y="13865"/>
                    <a:pt x="25478" y="13865"/>
                    <a:pt x="25450" y="13865"/>
                  </a:cubicBezTo>
                  <a:cubicBezTo>
                    <a:pt x="24878" y="13666"/>
                    <a:pt x="24305" y="13494"/>
                    <a:pt x="23733" y="13322"/>
                  </a:cubicBezTo>
                  <a:cubicBezTo>
                    <a:pt x="23217" y="13178"/>
                    <a:pt x="22702" y="13006"/>
                    <a:pt x="22214" y="12864"/>
                  </a:cubicBezTo>
                  <a:cubicBezTo>
                    <a:pt x="21624" y="12660"/>
                    <a:pt x="21086" y="12577"/>
                    <a:pt x="20594" y="12577"/>
                  </a:cubicBezTo>
                  <a:cubicBezTo>
                    <a:pt x="19775" y="12577"/>
                    <a:pt x="19084" y="12807"/>
                    <a:pt x="18493" y="13093"/>
                  </a:cubicBezTo>
                  <a:cubicBezTo>
                    <a:pt x="18117" y="12807"/>
                    <a:pt x="17572" y="12565"/>
                    <a:pt x="16830" y="12565"/>
                  </a:cubicBezTo>
                  <a:cubicBezTo>
                    <a:pt x="16388" y="12565"/>
                    <a:pt x="15875" y="12651"/>
                    <a:pt x="15287" y="12864"/>
                  </a:cubicBezTo>
                  <a:cubicBezTo>
                    <a:pt x="14057" y="13235"/>
                    <a:pt x="13198" y="13922"/>
                    <a:pt x="12424" y="14525"/>
                  </a:cubicBezTo>
                  <a:lnTo>
                    <a:pt x="11737" y="15040"/>
                  </a:lnTo>
                  <a:cubicBezTo>
                    <a:pt x="11709" y="15068"/>
                    <a:pt x="11680" y="15068"/>
                    <a:pt x="11680" y="15097"/>
                  </a:cubicBezTo>
                  <a:cubicBezTo>
                    <a:pt x="11366" y="15326"/>
                    <a:pt x="10908" y="15498"/>
                    <a:pt x="10393" y="15727"/>
                  </a:cubicBezTo>
                  <a:cubicBezTo>
                    <a:pt x="10164" y="15842"/>
                    <a:pt x="9877" y="15956"/>
                    <a:pt x="9591" y="16098"/>
                  </a:cubicBezTo>
                  <a:cubicBezTo>
                    <a:pt x="9161" y="15670"/>
                    <a:pt x="8675" y="15468"/>
                    <a:pt x="8187" y="15411"/>
                  </a:cubicBezTo>
                  <a:cubicBezTo>
                    <a:pt x="8130" y="15326"/>
                    <a:pt x="8103" y="15212"/>
                    <a:pt x="8045" y="15125"/>
                  </a:cubicBezTo>
                  <a:cubicBezTo>
                    <a:pt x="8675" y="14953"/>
                    <a:pt x="9332" y="14811"/>
                    <a:pt x="9763" y="14697"/>
                  </a:cubicBezTo>
                  <a:cubicBezTo>
                    <a:pt x="10622" y="14525"/>
                    <a:pt x="11423" y="14323"/>
                    <a:pt x="12110" y="14037"/>
                  </a:cubicBezTo>
                  <a:cubicBezTo>
                    <a:pt x="12225" y="14009"/>
                    <a:pt x="12339" y="13952"/>
                    <a:pt x="12481" y="13922"/>
                  </a:cubicBezTo>
                  <a:cubicBezTo>
                    <a:pt x="13626" y="13464"/>
                    <a:pt x="15488" y="12777"/>
                    <a:pt x="15660" y="11060"/>
                  </a:cubicBezTo>
                  <a:cubicBezTo>
                    <a:pt x="16462" y="10746"/>
                    <a:pt x="17034" y="10316"/>
                    <a:pt x="17034" y="10316"/>
                  </a:cubicBezTo>
                  <a:cubicBezTo>
                    <a:pt x="18179" y="9457"/>
                    <a:pt x="18408" y="8483"/>
                    <a:pt x="18408" y="7826"/>
                  </a:cubicBezTo>
                  <a:lnTo>
                    <a:pt x="18408" y="7510"/>
                  </a:lnTo>
                  <a:cubicBezTo>
                    <a:pt x="18607" y="7483"/>
                    <a:pt x="18779" y="7425"/>
                    <a:pt x="18951" y="7368"/>
                  </a:cubicBezTo>
                  <a:cubicBezTo>
                    <a:pt x="20153" y="6995"/>
                    <a:pt x="21443" y="6537"/>
                    <a:pt x="22588" y="6079"/>
                  </a:cubicBezTo>
                  <a:cubicBezTo>
                    <a:pt x="23217" y="5822"/>
                    <a:pt x="23790" y="5822"/>
                    <a:pt x="24905" y="5822"/>
                  </a:cubicBezTo>
                  <a:lnTo>
                    <a:pt x="25050" y="5822"/>
                  </a:lnTo>
                  <a:cubicBezTo>
                    <a:pt x="25908" y="5765"/>
                    <a:pt x="26623" y="5593"/>
                    <a:pt x="27282" y="5449"/>
                  </a:cubicBezTo>
                  <a:cubicBezTo>
                    <a:pt x="27683" y="5364"/>
                    <a:pt x="28084" y="5277"/>
                    <a:pt x="28485" y="5220"/>
                  </a:cubicBezTo>
                  <a:cubicBezTo>
                    <a:pt x="28570" y="5220"/>
                    <a:pt x="28627" y="5220"/>
                    <a:pt x="28684" y="5192"/>
                  </a:cubicBezTo>
                  <a:close/>
                  <a:moveTo>
                    <a:pt x="48551" y="73209"/>
                  </a:moveTo>
                  <a:cubicBezTo>
                    <a:pt x="48551" y="73381"/>
                    <a:pt x="48524" y="73553"/>
                    <a:pt x="48524" y="73725"/>
                  </a:cubicBezTo>
                  <a:cubicBezTo>
                    <a:pt x="48409" y="73610"/>
                    <a:pt x="48322" y="73496"/>
                    <a:pt x="48207" y="73351"/>
                  </a:cubicBezTo>
                  <a:cubicBezTo>
                    <a:pt x="48322" y="73324"/>
                    <a:pt x="48436" y="73267"/>
                    <a:pt x="48551" y="73209"/>
                  </a:cubicBezTo>
                  <a:close/>
                  <a:moveTo>
                    <a:pt x="54162" y="76587"/>
                  </a:moveTo>
                  <a:cubicBezTo>
                    <a:pt x="54162" y="76729"/>
                    <a:pt x="54105" y="76901"/>
                    <a:pt x="53990" y="77245"/>
                  </a:cubicBezTo>
                  <a:cubicBezTo>
                    <a:pt x="53876" y="77073"/>
                    <a:pt x="53761" y="76931"/>
                    <a:pt x="53619" y="76787"/>
                  </a:cubicBezTo>
                  <a:cubicBezTo>
                    <a:pt x="53704" y="76759"/>
                    <a:pt x="53818" y="76702"/>
                    <a:pt x="53933" y="76672"/>
                  </a:cubicBezTo>
                  <a:cubicBezTo>
                    <a:pt x="54020" y="76645"/>
                    <a:pt x="54105" y="76615"/>
                    <a:pt x="54162" y="76587"/>
                  </a:cubicBezTo>
                  <a:close/>
                  <a:moveTo>
                    <a:pt x="67532" y="82713"/>
                  </a:moveTo>
                  <a:cubicBezTo>
                    <a:pt x="67731" y="82885"/>
                    <a:pt x="67990" y="83027"/>
                    <a:pt x="68246" y="83142"/>
                  </a:cubicBezTo>
                  <a:cubicBezTo>
                    <a:pt x="68668" y="83298"/>
                    <a:pt x="69063" y="83360"/>
                    <a:pt x="69427" y="83360"/>
                  </a:cubicBezTo>
                  <a:cubicBezTo>
                    <a:pt x="70201" y="83360"/>
                    <a:pt x="70834" y="83080"/>
                    <a:pt x="71281" y="82828"/>
                  </a:cubicBezTo>
                  <a:cubicBezTo>
                    <a:pt x="71510" y="82970"/>
                    <a:pt x="71768" y="83142"/>
                    <a:pt x="72082" y="83286"/>
                  </a:cubicBezTo>
                  <a:cubicBezTo>
                    <a:pt x="72627" y="83542"/>
                    <a:pt x="73170" y="83657"/>
                    <a:pt x="73601" y="83744"/>
                  </a:cubicBezTo>
                  <a:cubicBezTo>
                    <a:pt x="73743" y="83801"/>
                    <a:pt x="73857" y="83829"/>
                    <a:pt x="74001" y="83858"/>
                  </a:cubicBezTo>
                  <a:cubicBezTo>
                    <a:pt x="74813" y="84088"/>
                    <a:pt x="75544" y="84203"/>
                    <a:pt x="76259" y="84203"/>
                  </a:cubicBezTo>
                  <a:cubicBezTo>
                    <a:pt x="76878" y="84203"/>
                    <a:pt x="77486" y="84117"/>
                    <a:pt x="78124" y="83943"/>
                  </a:cubicBezTo>
                  <a:lnTo>
                    <a:pt x="78380" y="84202"/>
                  </a:lnTo>
                  <a:lnTo>
                    <a:pt x="78410" y="84229"/>
                  </a:lnTo>
                  <a:cubicBezTo>
                    <a:pt x="78582" y="84401"/>
                    <a:pt x="78753" y="84573"/>
                    <a:pt x="78925" y="84775"/>
                  </a:cubicBezTo>
                  <a:cubicBezTo>
                    <a:pt x="79440" y="85290"/>
                    <a:pt x="79983" y="85862"/>
                    <a:pt x="80700" y="86320"/>
                  </a:cubicBezTo>
                  <a:cubicBezTo>
                    <a:pt x="80700" y="86320"/>
                    <a:pt x="80727" y="86320"/>
                    <a:pt x="80727" y="86348"/>
                  </a:cubicBezTo>
                  <a:cubicBezTo>
                    <a:pt x="81273" y="86664"/>
                    <a:pt x="81300" y="86691"/>
                    <a:pt x="81902" y="87580"/>
                  </a:cubicBezTo>
                  <a:cubicBezTo>
                    <a:pt x="83448" y="89927"/>
                    <a:pt x="85738" y="89985"/>
                    <a:pt x="87112" y="90042"/>
                  </a:cubicBezTo>
                  <a:cubicBezTo>
                    <a:pt x="87914" y="90042"/>
                    <a:pt x="88429" y="90069"/>
                    <a:pt x="88773" y="90298"/>
                  </a:cubicBezTo>
                  <a:cubicBezTo>
                    <a:pt x="88800" y="90328"/>
                    <a:pt x="88830" y="90328"/>
                    <a:pt x="88857" y="90356"/>
                  </a:cubicBezTo>
                  <a:cubicBezTo>
                    <a:pt x="89201" y="90557"/>
                    <a:pt x="89574" y="90843"/>
                    <a:pt x="89774" y="91043"/>
                  </a:cubicBezTo>
                  <a:cubicBezTo>
                    <a:pt x="89774" y="91100"/>
                    <a:pt x="89746" y="91130"/>
                    <a:pt x="89746" y="91187"/>
                  </a:cubicBezTo>
                  <a:cubicBezTo>
                    <a:pt x="89746" y="91645"/>
                    <a:pt x="89689" y="92332"/>
                    <a:pt x="89975" y="93104"/>
                  </a:cubicBezTo>
                  <a:cubicBezTo>
                    <a:pt x="90147" y="93592"/>
                    <a:pt x="90403" y="93963"/>
                    <a:pt x="90662" y="94221"/>
                  </a:cubicBezTo>
                  <a:cubicBezTo>
                    <a:pt x="90662" y="94363"/>
                    <a:pt x="90662" y="94535"/>
                    <a:pt x="90719" y="94707"/>
                  </a:cubicBezTo>
                  <a:lnTo>
                    <a:pt x="90719" y="94794"/>
                  </a:lnTo>
                  <a:cubicBezTo>
                    <a:pt x="91063" y="96282"/>
                    <a:pt x="91777" y="96940"/>
                    <a:pt x="92494" y="97370"/>
                  </a:cubicBezTo>
                  <a:lnTo>
                    <a:pt x="92494" y="97398"/>
                  </a:lnTo>
                  <a:cubicBezTo>
                    <a:pt x="92522" y="97512"/>
                    <a:pt x="92522" y="97657"/>
                    <a:pt x="92551" y="97771"/>
                  </a:cubicBezTo>
                  <a:cubicBezTo>
                    <a:pt x="92739" y="98957"/>
                    <a:pt x="93766" y="99812"/>
                    <a:pt x="94936" y="99812"/>
                  </a:cubicBezTo>
                  <a:cubicBezTo>
                    <a:pt x="95009" y="99812"/>
                    <a:pt x="95082" y="99809"/>
                    <a:pt x="95155" y="99802"/>
                  </a:cubicBezTo>
                  <a:cubicBezTo>
                    <a:pt x="95728" y="99745"/>
                    <a:pt x="96158" y="99573"/>
                    <a:pt x="96472" y="99431"/>
                  </a:cubicBezTo>
                  <a:cubicBezTo>
                    <a:pt x="96701" y="99546"/>
                    <a:pt x="96930" y="99688"/>
                    <a:pt x="97017" y="99775"/>
                  </a:cubicBezTo>
                  <a:lnTo>
                    <a:pt x="97045" y="99832"/>
                  </a:lnTo>
                  <a:cubicBezTo>
                    <a:pt x="97647" y="100890"/>
                    <a:pt x="98476" y="101435"/>
                    <a:pt x="99823" y="101607"/>
                  </a:cubicBezTo>
                  <a:cubicBezTo>
                    <a:pt x="99918" y="101616"/>
                    <a:pt x="100013" y="101619"/>
                    <a:pt x="100109" y="101619"/>
                  </a:cubicBezTo>
                  <a:cubicBezTo>
                    <a:pt x="100300" y="101619"/>
                    <a:pt x="100491" y="101607"/>
                    <a:pt x="100681" y="101607"/>
                  </a:cubicBezTo>
                  <a:cubicBezTo>
                    <a:pt x="100853" y="101577"/>
                    <a:pt x="100938" y="101577"/>
                    <a:pt x="100995" y="101577"/>
                  </a:cubicBezTo>
                  <a:cubicBezTo>
                    <a:pt x="101396" y="101664"/>
                    <a:pt x="101797" y="101722"/>
                    <a:pt x="102198" y="101806"/>
                  </a:cubicBezTo>
                  <a:cubicBezTo>
                    <a:pt x="102255" y="101806"/>
                    <a:pt x="102312" y="101806"/>
                    <a:pt x="102369" y="101836"/>
                  </a:cubicBezTo>
                  <a:cubicBezTo>
                    <a:pt x="103315" y="101921"/>
                    <a:pt x="103773" y="102093"/>
                    <a:pt x="104545" y="102608"/>
                  </a:cubicBezTo>
                  <a:cubicBezTo>
                    <a:pt x="104717" y="102752"/>
                    <a:pt x="104888" y="102894"/>
                    <a:pt x="105033" y="103038"/>
                  </a:cubicBezTo>
                  <a:cubicBezTo>
                    <a:pt x="105633" y="103554"/>
                    <a:pt x="106434" y="104268"/>
                    <a:pt x="107838" y="104527"/>
                  </a:cubicBezTo>
                  <a:cubicBezTo>
                    <a:pt x="107953" y="105241"/>
                    <a:pt x="107980" y="106130"/>
                    <a:pt x="107895" y="106645"/>
                  </a:cubicBezTo>
                  <a:cubicBezTo>
                    <a:pt x="107838" y="106730"/>
                    <a:pt x="107637" y="106932"/>
                    <a:pt x="107522" y="107074"/>
                  </a:cubicBezTo>
                  <a:cubicBezTo>
                    <a:pt x="107037" y="107561"/>
                    <a:pt x="106377" y="108219"/>
                    <a:pt x="105976" y="109279"/>
                  </a:cubicBezTo>
                  <a:cubicBezTo>
                    <a:pt x="105804" y="109707"/>
                    <a:pt x="105720" y="110051"/>
                    <a:pt x="105663" y="110280"/>
                  </a:cubicBezTo>
                  <a:cubicBezTo>
                    <a:pt x="105633" y="110337"/>
                    <a:pt x="105633" y="110394"/>
                    <a:pt x="105605" y="110451"/>
                  </a:cubicBezTo>
                  <a:lnTo>
                    <a:pt x="105518" y="110539"/>
                  </a:lnTo>
                  <a:cubicBezTo>
                    <a:pt x="105117" y="110825"/>
                    <a:pt x="104488" y="111283"/>
                    <a:pt x="104059" y="112084"/>
                  </a:cubicBezTo>
                  <a:cubicBezTo>
                    <a:pt x="103029" y="113916"/>
                    <a:pt x="103514" y="115948"/>
                    <a:pt x="103888" y="117608"/>
                  </a:cubicBezTo>
                  <a:cubicBezTo>
                    <a:pt x="104002" y="118153"/>
                    <a:pt x="104144" y="118753"/>
                    <a:pt x="104174" y="119126"/>
                  </a:cubicBezTo>
                  <a:cubicBezTo>
                    <a:pt x="104117" y="119612"/>
                    <a:pt x="103773" y="120299"/>
                    <a:pt x="103457" y="120929"/>
                  </a:cubicBezTo>
                  <a:cubicBezTo>
                    <a:pt x="103315" y="121215"/>
                    <a:pt x="103201" y="121501"/>
                    <a:pt x="103056" y="121760"/>
                  </a:cubicBezTo>
                  <a:cubicBezTo>
                    <a:pt x="103056" y="121788"/>
                    <a:pt x="103056" y="121817"/>
                    <a:pt x="103029" y="121845"/>
                  </a:cubicBezTo>
                  <a:cubicBezTo>
                    <a:pt x="102885" y="122246"/>
                    <a:pt x="102743" y="122676"/>
                    <a:pt x="102598" y="123077"/>
                  </a:cubicBezTo>
                  <a:cubicBezTo>
                    <a:pt x="102399" y="123677"/>
                    <a:pt x="102198" y="124337"/>
                    <a:pt x="101969" y="124650"/>
                  </a:cubicBezTo>
                  <a:cubicBezTo>
                    <a:pt x="101827" y="124795"/>
                    <a:pt x="101052" y="124879"/>
                    <a:pt x="100652" y="124909"/>
                  </a:cubicBezTo>
                  <a:cubicBezTo>
                    <a:pt x="99278" y="125051"/>
                    <a:pt x="97216" y="125280"/>
                    <a:pt x="95815" y="127169"/>
                  </a:cubicBezTo>
                  <a:cubicBezTo>
                    <a:pt x="95728" y="127256"/>
                    <a:pt x="95671" y="127371"/>
                    <a:pt x="95613" y="127485"/>
                  </a:cubicBezTo>
                  <a:cubicBezTo>
                    <a:pt x="94441" y="128802"/>
                    <a:pt x="94354" y="129746"/>
                    <a:pt x="94583" y="131837"/>
                  </a:cubicBezTo>
                  <a:lnTo>
                    <a:pt x="94583" y="131894"/>
                  </a:lnTo>
                  <a:cubicBezTo>
                    <a:pt x="94727" y="132952"/>
                    <a:pt x="94697" y="133039"/>
                    <a:pt x="93552" y="134154"/>
                  </a:cubicBezTo>
                  <a:cubicBezTo>
                    <a:pt x="93525" y="134184"/>
                    <a:pt x="93495" y="134241"/>
                    <a:pt x="93468" y="134269"/>
                  </a:cubicBezTo>
                  <a:cubicBezTo>
                    <a:pt x="92235" y="135673"/>
                    <a:pt x="91892" y="136845"/>
                    <a:pt x="91578" y="138364"/>
                  </a:cubicBezTo>
                  <a:cubicBezTo>
                    <a:pt x="91548" y="138391"/>
                    <a:pt x="91521" y="138421"/>
                    <a:pt x="91521" y="138448"/>
                  </a:cubicBezTo>
                  <a:cubicBezTo>
                    <a:pt x="91406" y="138593"/>
                    <a:pt x="91235" y="138822"/>
                    <a:pt x="91090" y="139108"/>
                  </a:cubicBezTo>
                  <a:cubicBezTo>
                    <a:pt x="91090" y="139165"/>
                    <a:pt x="91063" y="139222"/>
                    <a:pt x="91033" y="139280"/>
                  </a:cubicBezTo>
                  <a:cubicBezTo>
                    <a:pt x="90948" y="139509"/>
                    <a:pt x="90861" y="139738"/>
                    <a:pt x="90804" y="139937"/>
                  </a:cubicBezTo>
                  <a:cubicBezTo>
                    <a:pt x="90777" y="139994"/>
                    <a:pt x="90777" y="140051"/>
                    <a:pt x="90747" y="140109"/>
                  </a:cubicBezTo>
                  <a:cubicBezTo>
                    <a:pt x="90548" y="140051"/>
                    <a:pt x="90289" y="140024"/>
                    <a:pt x="89975" y="139994"/>
                  </a:cubicBezTo>
                  <a:cubicBezTo>
                    <a:pt x="89811" y="139971"/>
                    <a:pt x="89559" y="139941"/>
                    <a:pt x="89261" y="139941"/>
                  </a:cubicBezTo>
                  <a:cubicBezTo>
                    <a:pt x="88468" y="139941"/>
                    <a:pt x="87348" y="140152"/>
                    <a:pt x="86682" y="141254"/>
                  </a:cubicBezTo>
                  <a:cubicBezTo>
                    <a:pt x="85796" y="142772"/>
                    <a:pt x="86739" y="144146"/>
                    <a:pt x="87140" y="144719"/>
                  </a:cubicBezTo>
                  <a:cubicBezTo>
                    <a:pt x="87254" y="144861"/>
                    <a:pt x="87399" y="145090"/>
                    <a:pt x="87426" y="145147"/>
                  </a:cubicBezTo>
                  <a:cubicBezTo>
                    <a:pt x="87456" y="145234"/>
                    <a:pt x="87483" y="145291"/>
                    <a:pt x="87513" y="145348"/>
                  </a:cubicBezTo>
                  <a:cubicBezTo>
                    <a:pt x="87370" y="145334"/>
                    <a:pt x="87213" y="145326"/>
                    <a:pt x="87044" y="145326"/>
                  </a:cubicBezTo>
                  <a:cubicBezTo>
                    <a:pt x="86876" y="145326"/>
                    <a:pt x="86697" y="145334"/>
                    <a:pt x="86510" y="145348"/>
                  </a:cubicBezTo>
                  <a:cubicBezTo>
                    <a:pt x="85338" y="145406"/>
                    <a:pt x="84421" y="145807"/>
                    <a:pt x="83819" y="146551"/>
                  </a:cubicBezTo>
                  <a:cubicBezTo>
                    <a:pt x="83247" y="147265"/>
                    <a:pt x="83132" y="148039"/>
                    <a:pt x="83162" y="148669"/>
                  </a:cubicBezTo>
                  <a:cubicBezTo>
                    <a:pt x="81758" y="148983"/>
                    <a:pt x="81273" y="149986"/>
                    <a:pt x="81101" y="150472"/>
                  </a:cubicBezTo>
                  <a:cubicBezTo>
                    <a:pt x="80929" y="151044"/>
                    <a:pt x="80727" y="152333"/>
                    <a:pt x="82102" y="153620"/>
                  </a:cubicBezTo>
                  <a:cubicBezTo>
                    <a:pt x="82017" y="153964"/>
                    <a:pt x="81987" y="154307"/>
                    <a:pt x="81987" y="154594"/>
                  </a:cubicBezTo>
                  <a:cubicBezTo>
                    <a:pt x="81815" y="154738"/>
                    <a:pt x="81616" y="154937"/>
                    <a:pt x="81444" y="155196"/>
                  </a:cubicBezTo>
                  <a:cubicBezTo>
                    <a:pt x="80785" y="156112"/>
                    <a:pt x="80528" y="157056"/>
                    <a:pt x="80670" y="158001"/>
                  </a:cubicBezTo>
                  <a:cubicBezTo>
                    <a:pt x="80899" y="159231"/>
                    <a:pt x="81731" y="159948"/>
                    <a:pt x="82445" y="160434"/>
                  </a:cubicBezTo>
                  <a:cubicBezTo>
                    <a:pt x="82044" y="161121"/>
                    <a:pt x="81586" y="162094"/>
                    <a:pt x="81559" y="163326"/>
                  </a:cubicBezTo>
                  <a:lnTo>
                    <a:pt x="81559" y="163411"/>
                  </a:lnTo>
                  <a:cubicBezTo>
                    <a:pt x="81215" y="162953"/>
                    <a:pt x="80842" y="162437"/>
                    <a:pt x="80757" y="162151"/>
                  </a:cubicBezTo>
                  <a:cubicBezTo>
                    <a:pt x="80670" y="161865"/>
                    <a:pt x="80613" y="161579"/>
                    <a:pt x="80528" y="161292"/>
                  </a:cubicBezTo>
                  <a:cubicBezTo>
                    <a:pt x="80384" y="160663"/>
                    <a:pt x="80242" y="159976"/>
                    <a:pt x="79898" y="159147"/>
                  </a:cubicBezTo>
                  <a:cubicBezTo>
                    <a:pt x="79898" y="159117"/>
                    <a:pt x="79869" y="159089"/>
                    <a:pt x="79841" y="159032"/>
                  </a:cubicBezTo>
                  <a:cubicBezTo>
                    <a:pt x="79582" y="158487"/>
                    <a:pt x="79411" y="157543"/>
                    <a:pt x="79239" y="156655"/>
                  </a:cubicBezTo>
                  <a:cubicBezTo>
                    <a:pt x="78868" y="154681"/>
                    <a:pt x="78380" y="152219"/>
                    <a:pt x="76491" y="150701"/>
                  </a:cubicBezTo>
                  <a:lnTo>
                    <a:pt x="76463" y="150673"/>
                  </a:lnTo>
                  <a:cubicBezTo>
                    <a:pt x="76349" y="150616"/>
                    <a:pt x="76262" y="150559"/>
                    <a:pt x="76204" y="150501"/>
                  </a:cubicBezTo>
                  <a:cubicBezTo>
                    <a:pt x="76177" y="150300"/>
                    <a:pt x="76147" y="150101"/>
                    <a:pt x="76147" y="149929"/>
                  </a:cubicBezTo>
                  <a:cubicBezTo>
                    <a:pt x="76120" y="149757"/>
                    <a:pt x="76120" y="149613"/>
                    <a:pt x="76090" y="149471"/>
                  </a:cubicBezTo>
                  <a:lnTo>
                    <a:pt x="76090" y="149384"/>
                  </a:lnTo>
                  <a:cubicBezTo>
                    <a:pt x="75975" y="148555"/>
                    <a:pt x="75689" y="147838"/>
                    <a:pt x="75460" y="147295"/>
                  </a:cubicBezTo>
                  <a:cubicBezTo>
                    <a:pt x="75318" y="146979"/>
                    <a:pt x="75146" y="146608"/>
                    <a:pt x="75146" y="146436"/>
                  </a:cubicBezTo>
                  <a:lnTo>
                    <a:pt x="75146" y="146292"/>
                  </a:lnTo>
                  <a:cubicBezTo>
                    <a:pt x="75117" y="146150"/>
                    <a:pt x="75231" y="145749"/>
                    <a:pt x="75288" y="145463"/>
                  </a:cubicBezTo>
                  <a:cubicBezTo>
                    <a:pt x="75433" y="144861"/>
                    <a:pt x="75632" y="144116"/>
                    <a:pt x="75632" y="143258"/>
                  </a:cubicBezTo>
                  <a:cubicBezTo>
                    <a:pt x="75632" y="141597"/>
                    <a:pt x="75547" y="140223"/>
                    <a:pt x="75346" y="138936"/>
                  </a:cubicBezTo>
                  <a:cubicBezTo>
                    <a:pt x="75231" y="138077"/>
                    <a:pt x="75261" y="137132"/>
                    <a:pt x="75318" y="136131"/>
                  </a:cubicBezTo>
                  <a:cubicBezTo>
                    <a:pt x="75346" y="135100"/>
                    <a:pt x="75403" y="134040"/>
                    <a:pt x="75288" y="132925"/>
                  </a:cubicBezTo>
                  <a:cubicBezTo>
                    <a:pt x="75174" y="132066"/>
                    <a:pt x="75002" y="131321"/>
                    <a:pt x="74860" y="130577"/>
                  </a:cubicBezTo>
                  <a:cubicBezTo>
                    <a:pt x="74688" y="129833"/>
                    <a:pt x="74517" y="129173"/>
                    <a:pt x="74487" y="128516"/>
                  </a:cubicBezTo>
                  <a:cubicBezTo>
                    <a:pt x="74574" y="128287"/>
                    <a:pt x="74601" y="128028"/>
                    <a:pt x="74601" y="127742"/>
                  </a:cubicBezTo>
                  <a:lnTo>
                    <a:pt x="74601" y="126798"/>
                  </a:lnTo>
                  <a:cubicBezTo>
                    <a:pt x="74601" y="126311"/>
                    <a:pt x="74574" y="125795"/>
                    <a:pt x="74574" y="125310"/>
                  </a:cubicBezTo>
                  <a:cubicBezTo>
                    <a:pt x="74544" y="124879"/>
                    <a:pt x="74544" y="124421"/>
                    <a:pt x="74544" y="123993"/>
                  </a:cubicBezTo>
                  <a:cubicBezTo>
                    <a:pt x="74544" y="123906"/>
                    <a:pt x="74544" y="123821"/>
                    <a:pt x="74517" y="123764"/>
                  </a:cubicBezTo>
                  <a:lnTo>
                    <a:pt x="74517" y="123047"/>
                  </a:lnTo>
                  <a:cubicBezTo>
                    <a:pt x="74517" y="122275"/>
                    <a:pt x="74544" y="121417"/>
                    <a:pt x="74315" y="120643"/>
                  </a:cubicBezTo>
                  <a:cubicBezTo>
                    <a:pt x="74288" y="120585"/>
                    <a:pt x="74288" y="120558"/>
                    <a:pt x="74258" y="120528"/>
                  </a:cubicBezTo>
                  <a:cubicBezTo>
                    <a:pt x="73857" y="119326"/>
                    <a:pt x="72913" y="118554"/>
                    <a:pt x="72169" y="117952"/>
                  </a:cubicBezTo>
                  <a:cubicBezTo>
                    <a:pt x="71968" y="117780"/>
                    <a:pt x="71739" y="117581"/>
                    <a:pt x="71624" y="117466"/>
                  </a:cubicBezTo>
                  <a:cubicBezTo>
                    <a:pt x="70536" y="116291"/>
                    <a:pt x="69391" y="115920"/>
                    <a:pt x="68562" y="115634"/>
                  </a:cubicBezTo>
                  <a:cubicBezTo>
                    <a:pt x="68132" y="115520"/>
                    <a:pt x="67903" y="115433"/>
                    <a:pt x="67703" y="115318"/>
                  </a:cubicBezTo>
                  <a:cubicBezTo>
                    <a:pt x="66929" y="114775"/>
                    <a:pt x="66444" y="113573"/>
                    <a:pt x="65929" y="112284"/>
                  </a:cubicBezTo>
                  <a:cubicBezTo>
                    <a:pt x="65384" y="110939"/>
                    <a:pt x="64754" y="109421"/>
                    <a:pt x="63609" y="108191"/>
                  </a:cubicBezTo>
                  <a:cubicBezTo>
                    <a:pt x="63238" y="107818"/>
                    <a:pt x="63066" y="107390"/>
                    <a:pt x="62780" y="106673"/>
                  </a:cubicBezTo>
                  <a:cubicBezTo>
                    <a:pt x="62521" y="106043"/>
                    <a:pt x="62264" y="105356"/>
                    <a:pt x="61777" y="104584"/>
                  </a:cubicBezTo>
                  <a:cubicBezTo>
                    <a:pt x="61261" y="103783"/>
                    <a:pt x="60689" y="103325"/>
                    <a:pt x="60288" y="103066"/>
                  </a:cubicBezTo>
                  <a:cubicBezTo>
                    <a:pt x="60260" y="102981"/>
                    <a:pt x="60260" y="102894"/>
                    <a:pt x="60231" y="102837"/>
                  </a:cubicBezTo>
                  <a:cubicBezTo>
                    <a:pt x="60975" y="102409"/>
                    <a:pt x="61834" y="101520"/>
                    <a:pt x="61548" y="99688"/>
                  </a:cubicBezTo>
                  <a:cubicBezTo>
                    <a:pt x="61463" y="99173"/>
                    <a:pt x="61204" y="98687"/>
                    <a:pt x="60833" y="98314"/>
                  </a:cubicBezTo>
                  <a:lnTo>
                    <a:pt x="60574" y="98057"/>
                  </a:lnTo>
                  <a:cubicBezTo>
                    <a:pt x="60402" y="97599"/>
                    <a:pt x="60719" y="96969"/>
                    <a:pt x="61062" y="96539"/>
                  </a:cubicBezTo>
                  <a:cubicBezTo>
                    <a:pt x="61376" y="96397"/>
                    <a:pt x="61749" y="96138"/>
                    <a:pt x="62093" y="95710"/>
                  </a:cubicBezTo>
                  <a:cubicBezTo>
                    <a:pt x="62322" y="95424"/>
                    <a:pt x="62521" y="95023"/>
                    <a:pt x="62608" y="94508"/>
                  </a:cubicBezTo>
                  <a:cubicBezTo>
                    <a:pt x="62635" y="94508"/>
                    <a:pt x="62665" y="94478"/>
                    <a:pt x="62693" y="94478"/>
                  </a:cubicBezTo>
                  <a:lnTo>
                    <a:pt x="62864" y="94306"/>
                  </a:lnTo>
                  <a:cubicBezTo>
                    <a:pt x="64554" y="92733"/>
                    <a:pt x="64784" y="91072"/>
                    <a:pt x="64868" y="89355"/>
                  </a:cubicBezTo>
                  <a:cubicBezTo>
                    <a:pt x="64925" y="88409"/>
                    <a:pt x="64955" y="87436"/>
                    <a:pt x="64612" y="86291"/>
                  </a:cubicBezTo>
                  <a:cubicBezTo>
                    <a:pt x="66100" y="85604"/>
                    <a:pt x="66501" y="84058"/>
                    <a:pt x="66700" y="83256"/>
                  </a:cubicBezTo>
                  <a:cubicBezTo>
                    <a:pt x="66730" y="83171"/>
                    <a:pt x="66758" y="83027"/>
                    <a:pt x="66787" y="82942"/>
                  </a:cubicBezTo>
                  <a:cubicBezTo>
                    <a:pt x="66987" y="82855"/>
                    <a:pt x="67303" y="82771"/>
                    <a:pt x="67502" y="82713"/>
                  </a:cubicBezTo>
                  <a:close/>
                  <a:moveTo>
                    <a:pt x="77943" y="0"/>
                  </a:moveTo>
                  <a:cubicBezTo>
                    <a:pt x="76529" y="0"/>
                    <a:pt x="75434" y="1014"/>
                    <a:pt x="74945" y="1528"/>
                  </a:cubicBezTo>
                  <a:lnTo>
                    <a:pt x="74688" y="1785"/>
                  </a:lnTo>
                  <a:cubicBezTo>
                    <a:pt x="74601" y="1815"/>
                    <a:pt x="74487" y="1842"/>
                    <a:pt x="74402" y="1899"/>
                  </a:cubicBezTo>
                  <a:cubicBezTo>
                    <a:pt x="74288" y="1929"/>
                    <a:pt x="74201" y="1986"/>
                    <a:pt x="74116" y="2044"/>
                  </a:cubicBezTo>
                  <a:cubicBezTo>
                    <a:pt x="73028" y="2673"/>
                    <a:pt x="72655" y="3445"/>
                    <a:pt x="72426" y="4189"/>
                  </a:cubicBezTo>
                  <a:cubicBezTo>
                    <a:pt x="72226" y="4189"/>
                    <a:pt x="71968" y="4247"/>
                    <a:pt x="71681" y="4304"/>
                  </a:cubicBezTo>
                  <a:cubicBezTo>
                    <a:pt x="71253" y="4391"/>
                    <a:pt x="70937" y="4505"/>
                    <a:pt x="70738" y="4590"/>
                  </a:cubicBezTo>
                  <a:lnTo>
                    <a:pt x="70681" y="4590"/>
                  </a:lnTo>
                  <a:cubicBezTo>
                    <a:pt x="70566" y="4590"/>
                    <a:pt x="70365" y="4533"/>
                    <a:pt x="70193" y="4505"/>
                  </a:cubicBezTo>
                  <a:cubicBezTo>
                    <a:pt x="69731" y="4404"/>
                    <a:pt x="69156" y="4289"/>
                    <a:pt x="68508" y="4289"/>
                  </a:cubicBezTo>
                  <a:cubicBezTo>
                    <a:pt x="68233" y="4289"/>
                    <a:pt x="67944" y="4310"/>
                    <a:pt x="67646" y="4361"/>
                  </a:cubicBezTo>
                  <a:cubicBezTo>
                    <a:pt x="67616" y="4361"/>
                    <a:pt x="67559" y="4361"/>
                    <a:pt x="67532" y="4391"/>
                  </a:cubicBezTo>
                  <a:cubicBezTo>
                    <a:pt x="67303" y="4418"/>
                    <a:pt x="67131" y="4505"/>
                    <a:pt x="66959" y="4563"/>
                  </a:cubicBezTo>
                  <a:cubicBezTo>
                    <a:pt x="66758" y="4418"/>
                    <a:pt x="66529" y="4304"/>
                    <a:pt x="66272" y="4162"/>
                  </a:cubicBezTo>
                  <a:cubicBezTo>
                    <a:pt x="66242" y="4162"/>
                    <a:pt x="66215" y="4132"/>
                    <a:pt x="66185" y="4132"/>
                  </a:cubicBezTo>
                  <a:cubicBezTo>
                    <a:pt x="65553" y="3879"/>
                    <a:pt x="64935" y="3780"/>
                    <a:pt x="64344" y="3780"/>
                  </a:cubicBezTo>
                  <a:cubicBezTo>
                    <a:pt x="63059" y="3780"/>
                    <a:pt x="61897" y="4247"/>
                    <a:pt x="60975" y="4620"/>
                  </a:cubicBezTo>
                  <a:cubicBezTo>
                    <a:pt x="60244" y="4926"/>
                    <a:pt x="59707" y="5135"/>
                    <a:pt x="59365" y="5135"/>
                  </a:cubicBezTo>
                  <a:cubicBezTo>
                    <a:pt x="59292" y="5135"/>
                    <a:pt x="59228" y="5126"/>
                    <a:pt x="59173" y="5105"/>
                  </a:cubicBezTo>
                  <a:cubicBezTo>
                    <a:pt x="59115" y="5048"/>
                    <a:pt x="59058" y="4991"/>
                    <a:pt x="59001" y="4906"/>
                  </a:cubicBezTo>
                  <a:cubicBezTo>
                    <a:pt x="58657" y="4418"/>
                    <a:pt x="57998" y="3532"/>
                    <a:pt x="56624" y="3074"/>
                  </a:cubicBezTo>
                  <a:cubicBezTo>
                    <a:pt x="55795" y="2758"/>
                    <a:pt x="54906" y="2616"/>
                    <a:pt x="54276" y="2529"/>
                  </a:cubicBezTo>
                  <a:cubicBezTo>
                    <a:pt x="53929" y="2478"/>
                    <a:pt x="53572" y="2468"/>
                    <a:pt x="53229" y="2468"/>
                  </a:cubicBezTo>
                  <a:cubicBezTo>
                    <a:pt x="53007" y="2468"/>
                    <a:pt x="52791" y="2472"/>
                    <a:pt x="52588" y="2472"/>
                  </a:cubicBezTo>
                  <a:cubicBezTo>
                    <a:pt x="52359" y="2502"/>
                    <a:pt x="52043" y="2502"/>
                    <a:pt x="51872" y="2502"/>
                  </a:cubicBezTo>
                  <a:lnTo>
                    <a:pt x="51844" y="2472"/>
                  </a:lnTo>
                  <a:cubicBezTo>
                    <a:pt x="51414" y="2101"/>
                    <a:pt x="50642" y="1441"/>
                    <a:pt x="49211" y="1357"/>
                  </a:cubicBezTo>
                  <a:cubicBezTo>
                    <a:pt x="48810" y="1327"/>
                    <a:pt x="48430" y="1313"/>
                    <a:pt x="48068" y="1313"/>
                  </a:cubicBezTo>
                  <a:cubicBezTo>
                    <a:pt x="47008" y="1313"/>
                    <a:pt x="46106" y="1436"/>
                    <a:pt x="45317" y="1670"/>
                  </a:cubicBezTo>
                  <a:cubicBezTo>
                    <a:pt x="45288" y="1700"/>
                    <a:pt x="45230" y="1700"/>
                    <a:pt x="45203" y="1728"/>
                  </a:cubicBezTo>
                  <a:cubicBezTo>
                    <a:pt x="44772" y="1899"/>
                    <a:pt x="44429" y="2044"/>
                    <a:pt x="44115" y="2186"/>
                  </a:cubicBezTo>
                  <a:cubicBezTo>
                    <a:pt x="43485" y="2472"/>
                    <a:pt x="43199" y="2616"/>
                    <a:pt x="42597" y="2673"/>
                  </a:cubicBezTo>
                  <a:cubicBezTo>
                    <a:pt x="42024" y="2731"/>
                    <a:pt x="41596" y="2815"/>
                    <a:pt x="41280" y="2902"/>
                  </a:cubicBezTo>
                  <a:cubicBezTo>
                    <a:pt x="41138" y="2930"/>
                    <a:pt x="40936" y="2987"/>
                    <a:pt x="40909" y="2987"/>
                  </a:cubicBezTo>
                  <a:cubicBezTo>
                    <a:pt x="40909" y="2987"/>
                    <a:pt x="40852" y="2987"/>
                    <a:pt x="40765" y="2960"/>
                  </a:cubicBezTo>
                  <a:cubicBezTo>
                    <a:pt x="40535" y="2845"/>
                    <a:pt x="40279" y="2788"/>
                    <a:pt x="40020" y="2731"/>
                  </a:cubicBezTo>
                  <a:cubicBezTo>
                    <a:pt x="39706" y="2186"/>
                    <a:pt x="39191" y="1757"/>
                    <a:pt x="38532" y="1471"/>
                  </a:cubicBezTo>
                  <a:cubicBezTo>
                    <a:pt x="38504" y="1441"/>
                    <a:pt x="38474" y="1441"/>
                    <a:pt x="38447" y="1441"/>
                  </a:cubicBezTo>
                  <a:cubicBezTo>
                    <a:pt x="37856" y="1218"/>
                    <a:pt x="37221" y="1146"/>
                    <a:pt x="36606" y="1146"/>
                  </a:cubicBezTo>
                  <a:cubicBezTo>
                    <a:pt x="36117" y="1146"/>
                    <a:pt x="35642" y="1191"/>
                    <a:pt x="35211" y="1242"/>
                  </a:cubicBezTo>
                  <a:cubicBezTo>
                    <a:pt x="34954" y="1242"/>
                    <a:pt x="34696" y="1269"/>
                    <a:pt x="34554" y="1269"/>
                  </a:cubicBezTo>
                  <a:lnTo>
                    <a:pt x="34009" y="1269"/>
                  </a:lnTo>
                  <a:cubicBezTo>
                    <a:pt x="33806" y="1269"/>
                    <a:pt x="33607" y="1271"/>
                    <a:pt x="33413" y="1271"/>
                  </a:cubicBezTo>
                  <a:cubicBezTo>
                    <a:pt x="32754" y="1271"/>
                    <a:pt x="32147" y="1253"/>
                    <a:pt x="31661" y="1098"/>
                  </a:cubicBezTo>
                  <a:cubicBezTo>
                    <a:pt x="31547" y="1070"/>
                    <a:pt x="31432" y="1040"/>
                    <a:pt x="31347" y="983"/>
                  </a:cubicBezTo>
                  <a:cubicBezTo>
                    <a:pt x="30565" y="697"/>
                    <a:pt x="29615" y="315"/>
                    <a:pt x="28349" y="315"/>
                  </a:cubicBezTo>
                  <a:cubicBezTo>
                    <a:pt x="28226" y="315"/>
                    <a:pt x="28099" y="318"/>
                    <a:pt x="27969" y="326"/>
                  </a:cubicBezTo>
                  <a:cubicBezTo>
                    <a:pt x="27683" y="353"/>
                    <a:pt x="27397" y="440"/>
                    <a:pt x="27138" y="555"/>
                  </a:cubicBezTo>
                  <a:cubicBezTo>
                    <a:pt x="26824" y="612"/>
                    <a:pt x="26508" y="669"/>
                    <a:pt x="26222" y="727"/>
                  </a:cubicBezTo>
                  <a:cubicBezTo>
                    <a:pt x="25707" y="841"/>
                    <a:pt x="25249" y="956"/>
                    <a:pt x="24821" y="983"/>
                  </a:cubicBezTo>
                  <a:cubicBezTo>
                    <a:pt x="23588" y="983"/>
                    <a:pt x="22272" y="983"/>
                    <a:pt x="20783" y="1586"/>
                  </a:cubicBezTo>
                  <a:cubicBezTo>
                    <a:pt x="19752" y="1986"/>
                    <a:pt x="18580" y="2415"/>
                    <a:pt x="17462" y="2758"/>
                  </a:cubicBezTo>
                  <a:cubicBezTo>
                    <a:pt x="17291" y="2788"/>
                    <a:pt x="16862" y="2873"/>
                    <a:pt x="16576" y="2902"/>
                  </a:cubicBezTo>
                  <a:cubicBezTo>
                    <a:pt x="14687" y="3159"/>
                    <a:pt x="13168" y="3360"/>
                    <a:pt x="12481" y="4762"/>
                  </a:cubicBezTo>
                  <a:cubicBezTo>
                    <a:pt x="12339" y="5021"/>
                    <a:pt x="12195" y="5392"/>
                    <a:pt x="12138" y="5822"/>
                  </a:cubicBezTo>
                  <a:cubicBezTo>
                    <a:pt x="12097" y="5821"/>
                    <a:pt x="12056" y="5821"/>
                    <a:pt x="12016" y="5821"/>
                  </a:cubicBezTo>
                  <a:cubicBezTo>
                    <a:pt x="10998" y="5821"/>
                    <a:pt x="10341" y="6177"/>
                    <a:pt x="9790" y="6452"/>
                  </a:cubicBezTo>
                  <a:cubicBezTo>
                    <a:pt x="9275" y="6681"/>
                    <a:pt x="7214" y="7796"/>
                    <a:pt x="6786" y="9601"/>
                  </a:cubicBezTo>
                  <a:cubicBezTo>
                    <a:pt x="6728" y="9887"/>
                    <a:pt x="6699" y="10201"/>
                    <a:pt x="6756" y="10487"/>
                  </a:cubicBezTo>
                  <a:cubicBezTo>
                    <a:pt x="4553" y="11147"/>
                    <a:pt x="2118" y="12349"/>
                    <a:pt x="1633" y="15212"/>
                  </a:cubicBezTo>
                  <a:cubicBezTo>
                    <a:pt x="1374" y="16499"/>
                    <a:pt x="1603" y="17472"/>
                    <a:pt x="2290" y="18189"/>
                  </a:cubicBezTo>
                  <a:cubicBezTo>
                    <a:pt x="316" y="19334"/>
                    <a:pt x="0" y="20365"/>
                    <a:pt x="0" y="21223"/>
                  </a:cubicBezTo>
                  <a:cubicBezTo>
                    <a:pt x="0" y="22224"/>
                    <a:pt x="488" y="23113"/>
                    <a:pt x="1289" y="23628"/>
                  </a:cubicBezTo>
                  <a:cubicBezTo>
                    <a:pt x="1826" y="23973"/>
                    <a:pt x="2401" y="24106"/>
                    <a:pt x="2982" y="24106"/>
                  </a:cubicBezTo>
                  <a:cubicBezTo>
                    <a:pt x="4137" y="24106"/>
                    <a:pt x="5318" y="23579"/>
                    <a:pt x="6270" y="23140"/>
                  </a:cubicBezTo>
                  <a:cubicBezTo>
                    <a:pt x="6355" y="23113"/>
                    <a:pt x="6442" y="23056"/>
                    <a:pt x="6527" y="23026"/>
                  </a:cubicBezTo>
                  <a:cubicBezTo>
                    <a:pt x="8130" y="22655"/>
                    <a:pt x="9275" y="22281"/>
                    <a:pt x="10821" y="20994"/>
                  </a:cubicBezTo>
                  <a:cubicBezTo>
                    <a:pt x="10851" y="20994"/>
                    <a:pt x="10851" y="20965"/>
                    <a:pt x="10878" y="20965"/>
                  </a:cubicBezTo>
                  <a:cubicBezTo>
                    <a:pt x="11222" y="20651"/>
                    <a:pt x="11737" y="20422"/>
                    <a:pt x="12310" y="20163"/>
                  </a:cubicBezTo>
                  <a:cubicBezTo>
                    <a:pt x="12855" y="19964"/>
                    <a:pt x="13397" y="19705"/>
                    <a:pt x="14000" y="19362"/>
                  </a:cubicBezTo>
                  <a:cubicBezTo>
                    <a:pt x="14199" y="19506"/>
                    <a:pt x="14485" y="19648"/>
                    <a:pt x="14771" y="19735"/>
                  </a:cubicBezTo>
                  <a:cubicBezTo>
                    <a:pt x="14829" y="19762"/>
                    <a:pt x="14858" y="19762"/>
                    <a:pt x="14886" y="19792"/>
                  </a:cubicBezTo>
                  <a:cubicBezTo>
                    <a:pt x="15222" y="19891"/>
                    <a:pt x="15547" y="19934"/>
                    <a:pt x="15861" y="19934"/>
                  </a:cubicBezTo>
                  <a:cubicBezTo>
                    <a:pt x="17366" y="19934"/>
                    <a:pt x="18599" y="18937"/>
                    <a:pt x="19381" y="18274"/>
                  </a:cubicBezTo>
                  <a:cubicBezTo>
                    <a:pt x="19523" y="18189"/>
                    <a:pt x="19695" y="18017"/>
                    <a:pt x="19752" y="17987"/>
                  </a:cubicBezTo>
                  <a:lnTo>
                    <a:pt x="20069" y="17788"/>
                  </a:lnTo>
                  <a:cubicBezTo>
                    <a:pt x="20268" y="17674"/>
                    <a:pt x="20497" y="17502"/>
                    <a:pt x="20641" y="17445"/>
                  </a:cubicBezTo>
                  <a:lnTo>
                    <a:pt x="22359" y="17960"/>
                  </a:lnTo>
                  <a:cubicBezTo>
                    <a:pt x="22874" y="18132"/>
                    <a:pt x="23389" y="18274"/>
                    <a:pt x="23904" y="18445"/>
                  </a:cubicBezTo>
                  <a:cubicBezTo>
                    <a:pt x="24935" y="18819"/>
                    <a:pt x="25592" y="20220"/>
                    <a:pt x="25450" y="21652"/>
                  </a:cubicBezTo>
                  <a:cubicBezTo>
                    <a:pt x="25421" y="21796"/>
                    <a:pt x="25306" y="22110"/>
                    <a:pt x="25192" y="22368"/>
                  </a:cubicBezTo>
                  <a:cubicBezTo>
                    <a:pt x="24935" y="23083"/>
                    <a:pt x="24534" y="24029"/>
                    <a:pt x="24619" y="25174"/>
                  </a:cubicBezTo>
                  <a:lnTo>
                    <a:pt x="24619" y="25316"/>
                  </a:lnTo>
                  <a:cubicBezTo>
                    <a:pt x="24706" y="25888"/>
                    <a:pt x="24905" y="26376"/>
                    <a:pt x="25134" y="26804"/>
                  </a:cubicBezTo>
                  <a:cubicBezTo>
                    <a:pt x="24134" y="27808"/>
                    <a:pt x="23904" y="29411"/>
                    <a:pt x="24562" y="30755"/>
                  </a:cubicBezTo>
                  <a:cubicBezTo>
                    <a:pt x="24706" y="31041"/>
                    <a:pt x="24878" y="31300"/>
                    <a:pt x="25020" y="31529"/>
                  </a:cubicBezTo>
                  <a:cubicBezTo>
                    <a:pt x="24706" y="32159"/>
                    <a:pt x="24275" y="32903"/>
                    <a:pt x="23817" y="33618"/>
                  </a:cubicBezTo>
                  <a:cubicBezTo>
                    <a:pt x="23790" y="33675"/>
                    <a:pt x="23760" y="33705"/>
                    <a:pt x="23760" y="33762"/>
                  </a:cubicBezTo>
                  <a:cubicBezTo>
                    <a:pt x="23588" y="34018"/>
                    <a:pt x="23359" y="34220"/>
                    <a:pt x="22901" y="34591"/>
                  </a:cubicBezTo>
                  <a:cubicBezTo>
                    <a:pt x="22473" y="34934"/>
                    <a:pt x="21928" y="35365"/>
                    <a:pt x="21413" y="35965"/>
                  </a:cubicBezTo>
                  <a:cubicBezTo>
                    <a:pt x="20325" y="37254"/>
                    <a:pt x="20355" y="38599"/>
                    <a:pt x="20382" y="39430"/>
                  </a:cubicBezTo>
                  <a:lnTo>
                    <a:pt x="20382" y="39686"/>
                  </a:lnTo>
                  <a:cubicBezTo>
                    <a:pt x="19810" y="40087"/>
                    <a:pt x="18694" y="40889"/>
                    <a:pt x="18465" y="42492"/>
                  </a:cubicBezTo>
                  <a:lnTo>
                    <a:pt x="18465" y="42579"/>
                  </a:lnTo>
                  <a:cubicBezTo>
                    <a:pt x="18351" y="43580"/>
                    <a:pt x="18722" y="44583"/>
                    <a:pt x="19065" y="45469"/>
                  </a:cubicBezTo>
                  <a:cubicBezTo>
                    <a:pt x="19152" y="45671"/>
                    <a:pt x="19210" y="45870"/>
                    <a:pt x="19267" y="46014"/>
                  </a:cubicBezTo>
                  <a:cubicBezTo>
                    <a:pt x="19324" y="46300"/>
                    <a:pt x="19352" y="46587"/>
                    <a:pt x="19381" y="46873"/>
                  </a:cubicBezTo>
                  <a:cubicBezTo>
                    <a:pt x="19324" y="47072"/>
                    <a:pt x="19324" y="47301"/>
                    <a:pt x="19352" y="47530"/>
                  </a:cubicBezTo>
                  <a:cubicBezTo>
                    <a:pt x="19352" y="47617"/>
                    <a:pt x="19324" y="47874"/>
                    <a:pt x="19324" y="48018"/>
                  </a:cubicBezTo>
                  <a:cubicBezTo>
                    <a:pt x="19294" y="49048"/>
                    <a:pt x="19210" y="50480"/>
                    <a:pt x="20210" y="51510"/>
                  </a:cubicBezTo>
                  <a:cubicBezTo>
                    <a:pt x="20698" y="52026"/>
                    <a:pt x="21241" y="52255"/>
                    <a:pt x="21699" y="52397"/>
                  </a:cubicBezTo>
                  <a:cubicBezTo>
                    <a:pt x="21786" y="52626"/>
                    <a:pt x="21901" y="52884"/>
                    <a:pt x="21985" y="53113"/>
                  </a:cubicBezTo>
                  <a:cubicBezTo>
                    <a:pt x="22130" y="53484"/>
                    <a:pt x="22272" y="53828"/>
                    <a:pt x="22301" y="54030"/>
                  </a:cubicBezTo>
                  <a:cubicBezTo>
                    <a:pt x="22301" y="54057"/>
                    <a:pt x="22272" y="54087"/>
                    <a:pt x="22272" y="54114"/>
                  </a:cubicBezTo>
                  <a:cubicBezTo>
                    <a:pt x="22130" y="54602"/>
                    <a:pt x="21901" y="55346"/>
                    <a:pt x="22043" y="56175"/>
                  </a:cubicBezTo>
                  <a:cubicBezTo>
                    <a:pt x="22187" y="56862"/>
                    <a:pt x="22473" y="57350"/>
                    <a:pt x="22759" y="57721"/>
                  </a:cubicBezTo>
                  <a:cubicBezTo>
                    <a:pt x="22558" y="58179"/>
                    <a:pt x="22301" y="58866"/>
                    <a:pt x="22359" y="59755"/>
                  </a:cubicBezTo>
                  <a:cubicBezTo>
                    <a:pt x="22359" y="59782"/>
                    <a:pt x="22359" y="59840"/>
                    <a:pt x="22386" y="59897"/>
                  </a:cubicBezTo>
                  <a:cubicBezTo>
                    <a:pt x="22645" y="61701"/>
                    <a:pt x="23932" y="62389"/>
                    <a:pt x="24649" y="62645"/>
                  </a:cubicBezTo>
                  <a:cubicBezTo>
                    <a:pt x="24649" y="62702"/>
                    <a:pt x="24676" y="62760"/>
                    <a:pt x="24676" y="62817"/>
                  </a:cubicBezTo>
                  <a:cubicBezTo>
                    <a:pt x="25107" y="64821"/>
                    <a:pt x="26337" y="66969"/>
                    <a:pt x="28512" y="67111"/>
                  </a:cubicBezTo>
                  <a:cubicBezTo>
                    <a:pt x="28591" y="67116"/>
                    <a:pt x="28670" y="67119"/>
                    <a:pt x="28747" y="67119"/>
                  </a:cubicBezTo>
                  <a:cubicBezTo>
                    <a:pt x="29512" y="67119"/>
                    <a:pt x="30198" y="66864"/>
                    <a:pt x="30718" y="66396"/>
                  </a:cubicBezTo>
                  <a:cubicBezTo>
                    <a:pt x="30860" y="66653"/>
                    <a:pt x="31061" y="66969"/>
                    <a:pt x="31146" y="67198"/>
                  </a:cubicBezTo>
                  <a:cubicBezTo>
                    <a:pt x="31146" y="67225"/>
                    <a:pt x="31118" y="67255"/>
                    <a:pt x="31118" y="67283"/>
                  </a:cubicBezTo>
                  <a:cubicBezTo>
                    <a:pt x="30832" y="67855"/>
                    <a:pt x="30287" y="69057"/>
                    <a:pt x="30860" y="70603"/>
                  </a:cubicBezTo>
                  <a:cubicBezTo>
                    <a:pt x="31405" y="72179"/>
                    <a:pt x="32836" y="73038"/>
                    <a:pt x="33894" y="73638"/>
                  </a:cubicBezTo>
                  <a:cubicBezTo>
                    <a:pt x="34238" y="73839"/>
                    <a:pt x="34696" y="74125"/>
                    <a:pt x="34840" y="74240"/>
                  </a:cubicBezTo>
                  <a:cubicBezTo>
                    <a:pt x="36099" y="75470"/>
                    <a:pt x="37416" y="75871"/>
                    <a:pt x="38447" y="76187"/>
                  </a:cubicBezTo>
                  <a:cubicBezTo>
                    <a:pt x="38761" y="76271"/>
                    <a:pt x="39077" y="76358"/>
                    <a:pt x="39363" y="76473"/>
                  </a:cubicBezTo>
                  <a:cubicBezTo>
                    <a:pt x="39390" y="76473"/>
                    <a:pt x="39448" y="76500"/>
                    <a:pt x="39477" y="76500"/>
                  </a:cubicBezTo>
                  <a:cubicBezTo>
                    <a:pt x="40458" y="76805"/>
                    <a:pt x="41209" y="76989"/>
                    <a:pt x="42043" y="76989"/>
                  </a:cubicBezTo>
                  <a:cubicBezTo>
                    <a:pt x="42621" y="76989"/>
                    <a:pt x="43238" y="76901"/>
                    <a:pt x="44000" y="76702"/>
                  </a:cubicBezTo>
                  <a:cubicBezTo>
                    <a:pt x="44172" y="76645"/>
                    <a:pt x="44344" y="76645"/>
                    <a:pt x="44459" y="76645"/>
                  </a:cubicBezTo>
                  <a:cubicBezTo>
                    <a:pt x="44543" y="77103"/>
                    <a:pt x="44772" y="77645"/>
                    <a:pt x="45288" y="78190"/>
                  </a:cubicBezTo>
                  <a:cubicBezTo>
                    <a:pt x="45860" y="78790"/>
                    <a:pt x="46634" y="79134"/>
                    <a:pt x="47349" y="79393"/>
                  </a:cubicBezTo>
                  <a:cubicBezTo>
                    <a:pt x="48207" y="79851"/>
                    <a:pt x="49009" y="80050"/>
                    <a:pt x="49669" y="80222"/>
                  </a:cubicBezTo>
                  <a:cubicBezTo>
                    <a:pt x="49840" y="80252"/>
                    <a:pt x="49982" y="80309"/>
                    <a:pt x="50154" y="80336"/>
                  </a:cubicBezTo>
                  <a:cubicBezTo>
                    <a:pt x="50326" y="80737"/>
                    <a:pt x="50642" y="81225"/>
                    <a:pt x="51185" y="81683"/>
                  </a:cubicBezTo>
                  <a:cubicBezTo>
                    <a:pt x="51185" y="83801"/>
                    <a:pt x="52788" y="84802"/>
                    <a:pt x="53447" y="85203"/>
                  </a:cubicBezTo>
                  <a:cubicBezTo>
                    <a:pt x="53589" y="85290"/>
                    <a:pt x="53761" y="85404"/>
                    <a:pt x="53876" y="85489"/>
                  </a:cubicBezTo>
                  <a:lnTo>
                    <a:pt x="53933" y="85519"/>
                  </a:lnTo>
                  <a:lnTo>
                    <a:pt x="54421" y="86004"/>
                  </a:lnTo>
                  <a:cubicBezTo>
                    <a:pt x="54993" y="86664"/>
                    <a:pt x="55879" y="87637"/>
                    <a:pt x="57254" y="87981"/>
                  </a:cubicBezTo>
                  <a:cubicBezTo>
                    <a:pt x="57283" y="87981"/>
                    <a:pt x="57311" y="88008"/>
                    <a:pt x="57341" y="88008"/>
                  </a:cubicBezTo>
                  <a:cubicBezTo>
                    <a:pt x="57605" y="88067"/>
                    <a:pt x="57859" y="88094"/>
                    <a:pt x="58102" y="88094"/>
                  </a:cubicBezTo>
                  <a:cubicBezTo>
                    <a:pt x="58803" y="88094"/>
                    <a:pt x="59414" y="87870"/>
                    <a:pt x="59944" y="87550"/>
                  </a:cubicBezTo>
                  <a:cubicBezTo>
                    <a:pt x="60089" y="87923"/>
                    <a:pt x="60089" y="88237"/>
                    <a:pt x="60031" y="89039"/>
                  </a:cubicBezTo>
                  <a:lnTo>
                    <a:pt x="60031" y="89096"/>
                  </a:lnTo>
                  <a:cubicBezTo>
                    <a:pt x="59974" y="90271"/>
                    <a:pt x="59887" y="90470"/>
                    <a:pt x="59658" y="90672"/>
                  </a:cubicBezTo>
                  <a:cubicBezTo>
                    <a:pt x="59173" y="91043"/>
                    <a:pt x="58628" y="91473"/>
                    <a:pt x="58142" y="92245"/>
                  </a:cubicBezTo>
                  <a:cubicBezTo>
                    <a:pt x="58085" y="92332"/>
                    <a:pt x="58055" y="92417"/>
                    <a:pt x="57998" y="92504"/>
                  </a:cubicBezTo>
                  <a:cubicBezTo>
                    <a:pt x="57970" y="92618"/>
                    <a:pt x="57913" y="92733"/>
                    <a:pt x="57883" y="92817"/>
                  </a:cubicBezTo>
                  <a:cubicBezTo>
                    <a:pt x="57799" y="92904"/>
                    <a:pt x="57741" y="92989"/>
                    <a:pt x="57654" y="93076"/>
                  </a:cubicBezTo>
                  <a:cubicBezTo>
                    <a:pt x="55765" y="95137"/>
                    <a:pt x="55192" y="97657"/>
                    <a:pt x="56081" y="99860"/>
                  </a:cubicBezTo>
                  <a:cubicBezTo>
                    <a:pt x="55508" y="100519"/>
                    <a:pt x="55421" y="101348"/>
                    <a:pt x="55394" y="101921"/>
                  </a:cubicBezTo>
                  <a:cubicBezTo>
                    <a:pt x="55307" y="102466"/>
                    <a:pt x="55364" y="103123"/>
                    <a:pt x="55536" y="104096"/>
                  </a:cubicBezTo>
                  <a:cubicBezTo>
                    <a:pt x="55822" y="105986"/>
                    <a:pt x="56967" y="106703"/>
                    <a:pt x="57512" y="107046"/>
                  </a:cubicBezTo>
                  <a:cubicBezTo>
                    <a:pt x="57570" y="107074"/>
                    <a:pt x="57597" y="107074"/>
                    <a:pt x="57654" y="107103"/>
                  </a:cubicBezTo>
                  <a:cubicBezTo>
                    <a:pt x="57654" y="107131"/>
                    <a:pt x="57654" y="107161"/>
                    <a:pt x="57684" y="107188"/>
                  </a:cubicBezTo>
                  <a:cubicBezTo>
                    <a:pt x="57913" y="107561"/>
                    <a:pt x="58085" y="107990"/>
                    <a:pt x="58284" y="108477"/>
                  </a:cubicBezTo>
                  <a:cubicBezTo>
                    <a:pt x="58628" y="109364"/>
                    <a:pt x="59086" y="110451"/>
                    <a:pt x="60089" y="111512"/>
                  </a:cubicBezTo>
                  <a:cubicBezTo>
                    <a:pt x="60604" y="112084"/>
                    <a:pt x="61005" y="113058"/>
                    <a:pt x="61433" y="114116"/>
                  </a:cubicBezTo>
                  <a:cubicBezTo>
                    <a:pt x="62150" y="115833"/>
                    <a:pt x="63009" y="117981"/>
                    <a:pt x="65040" y="119356"/>
                  </a:cubicBezTo>
                  <a:cubicBezTo>
                    <a:pt x="65814" y="119841"/>
                    <a:pt x="66501" y="120070"/>
                    <a:pt x="67074" y="120242"/>
                  </a:cubicBezTo>
                  <a:cubicBezTo>
                    <a:pt x="67703" y="120443"/>
                    <a:pt x="67845" y="120528"/>
                    <a:pt x="68047" y="120730"/>
                  </a:cubicBezTo>
                  <a:lnTo>
                    <a:pt x="68104" y="120787"/>
                  </a:lnTo>
                  <a:cubicBezTo>
                    <a:pt x="68418" y="121130"/>
                    <a:pt x="68761" y="121417"/>
                    <a:pt x="69105" y="121673"/>
                  </a:cubicBezTo>
                  <a:cubicBezTo>
                    <a:pt x="69249" y="121817"/>
                    <a:pt x="69506" y="122017"/>
                    <a:pt x="69678" y="122188"/>
                  </a:cubicBezTo>
                  <a:lnTo>
                    <a:pt x="69678" y="122990"/>
                  </a:lnTo>
                  <a:cubicBezTo>
                    <a:pt x="69678" y="123363"/>
                    <a:pt x="69678" y="123734"/>
                    <a:pt x="69707" y="124078"/>
                  </a:cubicBezTo>
                  <a:cubicBezTo>
                    <a:pt x="69707" y="124536"/>
                    <a:pt x="69707" y="125024"/>
                    <a:pt x="69735" y="125482"/>
                  </a:cubicBezTo>
                  <a:cubicBezTo>
                    <a:pt x="69735" y="125910"/>
                    <a:pt x="69765" y="126368"/>
                    <a:pt x="69765" y="126798"/>
                  </a:cubicBezTo>
                  <a:lnTo>
                    <a:pt x="69765" y="127027"/>
                  </a:lnTo>
                  <a:cubicBezTo>
                    <a:pt x="69678" y="127256"/>
                    <a:pt x="69650" y="127485"/>
                    <a:pt x="69620" y="127742"/>
                  </a:cubicBezTo>
                  <a:cubicBezTo>
                    <a:pt x="69563" y="129203"/>
                    <a:pt x="69879" y="130490"/>
                    <a:pt x="70136" y="131635"/>
                  </a:cubicBezTo>
                  <a:cubicBezTo>
                    <a:pt x="70280" y="132265"/>
                    <a:pt x="70394" y="132867"/>
                    <a:pt x="70452" y="133440"/>
                  </a:cubicBezTo>
                  <a:cubicBezTo>
                    <a:pt x="70536" y="134184"/>
                    <a:pt x="70509" y="135043"/>
                    <a:pt x="70479" y="135929"/>
                  </a:cubicBezTo>
                  <a:cubicBezTo>
                    <a:pt x="70422" y="137104"/>
                    <a:pt x="70365" y="138306"/>
                    <a:pt x="70536" y="139593"/>
                  </a:cubicBezTo>
                  <a:lnTo>
                    <a:pt x="70536" y="139651"/>
                  </a:lnTo>
                  <a:cubicBezTo>
                    <a:pt x="70708" y="140711"/>
                    <a:pt x="70795" y="141856"/>
                    <a:pt x="70795" y="143258"/>
                  </a:cubicBezTo>
                  <a:cubicBezTo>
                    <a:pt x="70795" y="143516"/>
                    <a:pt x="70708" y="143860"/>
                    <a:pt x="70594" y="144261"/>
                  </a:cubicBezTo>
                  <a:cubicBezTo>
                    <a:pt x="70422" y="144948"/>
                    <a:pt x="70223" y="145807"/>
                    <a:pt x="70337" y="146807"/>
                  </a:cubicBezTo>
                  <a:cubicBezTo>
                    <a:pt x="70394" y="147753"/>
                    <a:pt x="70738" y="148555"/>
                    <a:pt x="70994" y="149155"/>
                  </a:cubicBezTo>
                  <a:cubicBezTo>
                    <a:pt x="71139" y="149471"/>
                    <a:pt x="71253" y="149814"/>
                    <a:pt x="71281" y="149986"/>
                  </a:cubicBezTo>
                  <a:cubicBezTo>
                    <a:pt x="71310" y="150101"/>
                    <a:pt x="71310" y="150185"/>
                    <a:pt x="71310" y="150300"/>
                  </a:cubicBezTo>
                  <a:cubicBezTo>
                    <a:pt x="71368" y="151074"/>
                    <a:pt x="71452" y="152104"/>
                    <a:pt x="71997" y="153048"/>
                  </a:cubicBezTo>
                  <a:cubicBezTo>
                    <a:pt x="72398" y="153822"/>
                    <a:pt x="72884" y="154280"/>
                    <a:pt x="73571" y="154594"/>
                  </a:cubicBezTo>
                  <a:cubicBezTo>
                    <a:pt x="74029" y="155082"/>
                    <a:pt x="74288" y="156513"/>
                    <a:pt x="74487" y="157571"/>
                  </a:cubicBezTo>
                  <a:cubicBezTo>
                    <a:pt x="74716" y="158746"/>
                    <a:pt x="74945" y="159948"/>
                    <a:pt x="75433" y="161036"/>
                  </a:cubicBezTo>
                  <a:cubicBezTo>
                    <a:pt x="75604" y="161464"/>
                    <a:pt x="75689" y="161865"/>
                    <a:pt x="75804" y="162353"/>
                  </a:cubicBezTo>
                  <a:cubicBezTo>
                    <a:pt x="75891" y="162696"/>
                    <a:pt x="75975" y="163067"/>
                    <a:pt x="76090" y="163498"/>
                  </a:cubicBezTo>
                  <a:cubicBezTo>
                    <a:pt x="76463" y="164700"/>
                    <a:pt x="77208" y="165701"/>
                    <a:pt x="77865" y="166560"/>
                  </a:cubicBezTo>
                  <a:cubicBezTo>
                    <a:pt x="78151" y="166903"/>
                    <a:pt x="78380" y="167247"/>
                    <a:pt x="78552" y="167506"/>
                  </a:cubicBezTo>
                  <a:cubicBezTo>
                    <a:pt x="79610" y="169162"/>
                    <a:pt x="80853" y="170005"/>
                    <a:pt x="82281" y="170005"/>
                  </a:cubicBezTo>
                  <a:cubicBezTo>
                    <a:pt x="82630" y="170005"/>
                    <a:pt x="82990" y="169954"/>
                    <a:pt x="83361" y="169853"/>
                  </a:cubicBezTo>
                  <a:cubicBezTo>
                    <a:pt x="84448" y="171493"/>
                    <a:pt x="85868" y="171843"/>
                    <a:pt x="87013" y="171843"/>
                  </a:cubicBezTo>
                  <a:cubicBezTo>
                    <a:pt x="87166" y="171843"/>
                    <a:pt x="87314" y="171837"/>
                    <a:pt x="87456" y="171827"/>
                  </a:cubicBezTo>
                  <a:lnTo>
                    <a:pt x="87483" y="171857"/>
                  </a:lnTo>
                  <a:cubicBezTo>
                    <a:pt x="87685" y="171857"/>
                    <a:pt x="87857" y="171884"/>
                    <a:pt x="88028" y="171884"/>
                  </a:cubicBezTo>
                  <a:cubicBezTo>
                    <a:pt x="89774" y="171884"/>
                    <a:pt x="90490" y="170769"/>
                    <a:pt x="90747" y="170224"/>
                  </a:cubicBezTo>
                  <a:cubicBezTo>
                    <a:pt x="90777" y="170196"/>
                    <a:pt x="90804" y="170139"/>
                    <a:pt x="90804" y="170082"/>
                  </a:cubicBezTo>
                  <a:cubicBezTo>
                    <a:pt x="91292" y="168850"/>
                    <a:pt x="90948" y="167934"/>
                    <a:pt x="90719" y="167506"/>
                  </a:cubicBezTo>
                  <a:cubicBezTo>
                    <a:pt x="90060" y="166388"/>
                    <a:pt x="88972" y="166159"/>
                    <a:pt x="88486" y="166074"/>
                  </a:cubicBezTo>
                  <a:cubicBezTo>
                    <a:pt x="87914" y="165788"/>
                    <a:pt x="87685" y="165616"/>
                    <a:pt x="87513" y="165330"/>
                  </a:cubicBezTo>
                  <a:cubicBezTo>
                    <a:pt x="87483" y="165273"/>
                    <a:pt x="87456" y="165158"/>
                    <a:pt x="87399" y="165044"/>
                  </a:cubicBezTo>
                  <a:cubicBezTo>
                    <a:pt x="87284" y="164700"/>
                    <a:pt x="87083" y="164185"/>
                    <a:pt x="86682" y="163670"/>
                  </a:cubicBezTo>
                  <a:cubicBezTo>
                    <a:pt x="86597" y="163525"/>
                    <a:pt x="86510" y="163383"/>
                    <a:pt x="86425" y="163296"/>
                  </a:cubicBezTo>
                  <a:cubicBezTo>
                    <a:pt x="86483" y="163097"/>
                    <a:pt x="86625" y="162838"/>
                    <a:pt x="86826" y="162495"/>
                  </a:cubicBezTo>
                  <a:cubicBezTo>
                    <a:pt x="87284" y="161780"/>
                    <a:pt x="87941" y="160663"/>
                    <a:pt x="87598" y="159204"/>
                  </a:cubicBezTo>
                  <a:cubicBezTo>
                    <a:pt x="87369" y="158315"/>
                    <a:pt x="86826" y="157685"/>
                    <a:pt x="86311" y="157257"/>
                  </a:cubicBezTo>
                  <a:cubicBezTo>
                    <a:pt x="86453" y="157028"/>
                    <a:pt x="86597" y="156799"/>
                    <a:pt x="86712" y="156513"/>
                  </a:cubicBezTo>
                  <a:cubicBezTo>
                    <a:pt x="86968" y="155826"/>
                    <a:pt x="86911" y="155196"/>
                    <a:pt x="86854" y="154795"/>
                  </a:cubicBezTo>
                  <a:lnTo>
                    <a:pt x="86883" y="154766"/>
                  </a:lnTo>
                  <a:cubicBezTo>
                    <a:pt x="87083" y="154479"/>
                    <a:pt x="87655" y="153650"/>
                    <a:pt x="87456" y="152533"/>
                  </a:cubicBezTo>
                  <a:cubicBezTo>
                    <a:pt x="88028" y="151788"/>
                    <a:pt x="88143" y="150872"/>
                    <a:pt x="88170" y="150272"/>
                  </a:cubicBezTo>
                  <a:cubicBezTo>
                    <a:pt x="89173" y="150272"/>
                    <a:pt x="90548" y="149986"/>
                    <a:pt x="91635" y="148440"/>
                  </a:cubicBezTo>
                  <a:cubicBezTo>
                    <a:pt x="92407" y="147380"/>
                    <a:pt x="92522" y="146036"/>
                    <a:pt x="92350" y="144833"/>
                  </a:cubicBezTo>
                  <a:cubicBezTo>
                    <a:pt x="92494" y="144776"/>
                    <a:pt x="92666" y="144719"/>
                    <a:pt x="92865" y="144661"/>
                  </a:cubicBezTo>
                  <a:cubicBezTo>
                    <a:pt x="93667" y="144375"/>
                    <a:pt x="94984" y="143860"/>
                    <a:pt x="95242" y="142028"/>
                  </a:cubicBezTo>
                  <a:lnTo>
                    <a:pt x="95242" y="141913"/>
                  </a:lnTo>
                  <a:cubicBezTo>
                    <a:pt x="95327" y="141742"/>
                    <a:pt x="95357" y="141570"/>
                    <a:pt x="95414" y="141398"/>
                  </a:cubicBezTo>
                  <a:cubicBezTo>
                    <a:pt x="95442" y="141341"/>
                    <a:pt x="95471" y="141254"/>
                    <a:pt x="95471" y="141196"/>
                  </a:cubicBezTo>
                  <a:cubicBezTo>
                    <a:pt x="95700" y="140910"/>
                    <a:pt x="96071" y="140367"/>
                    <a:pt x="96273" y="139536"/>
                  </a:cubicBezTo>
                  <a:lnTo>
                    <a:pt x="96273" y="139479"/>
                  </a:lnTo>
                  <a:cubicBezTo>
                    <a:pt x="96502" y="138334"/>
                    <a:pt x="96616" y="138020"/>
                    <a:pt x="97045" y="137505"/>
                  </a:cubicBezTo>
                  <a:cubicBezTo>
                    <a:pt x="98620" y="135929"/>
                    <a:pt x="99793" y="134441"/>
                    <a:pt x="99392" y="131292"/>
                  </a:cubicBezTo>
                  <a:cubicBezTo>
                    <a:pt x="99365" y="131063"/>
                    <a:pt x="99335" y="130776"/>
                    <a:pt x="99307" y="130577"/>
                  </a:cubicBezTo>
                  <a:cubicBezTo>
                    <a:pt x="99449" y="130433"/>
                    <a:pt x="99651" y="130261"/>
                    <a:pt x="99765" y="130147"/>
                  </a:cubicBezTo>
                  <a:lnTo>
                    <a:pt x="99994" y="129918"/>
                  </a:lnTo>
                  <a:cubicBezTo>
                    <a:pt x="100251" y="129833"/>
                    <a:pt x="100652" y="129776"/>
                    <a:pt x="101167" y="129718"/>
                  </a:cubicBezTo>
                  <a:cubicBezTo>
                    <a:pt x="102541" y="129574"/>
                    <a:pt x="104632" y="129345"/>
                    <a:pt x="105976" y="127371"/>
                  </a:cubicBezTo>
                  <a:lnTo>
                    <a:pt x="106006" y="127341"/>
                  </a:lnTo>
                  <a:cubicBezTo>
                    <a:pt x="106579" y="126425"/>
                    <a:pt x="106922" y="125452"/>
                    <a:pt x="107208" y="124593"/>
                  </a:cubicBezTo>
                  <a:cubicBezTo>
                    <a:pt x="107293" y="124250"/>
                    <a:pt x="107408" y="123936"/>
                    <a:pt x="107522" y="123677"/>
                  </a:cubicBezTo>
                  <a:cubicBezTo>
                    <a:pt x="107609" y="123478"/>
                    <a:pt x="107724" y="123249"/>
                    <a:pt x="107808" y="123047"/>
                  </a:cubicBezTo>
                  <a:cubicBezTo>
                    <a:pt x="108296" y="122017"/>
                    <a:pt x="108926" y="120757"/>
                    <a:pt x="109011" y="119326"/>
                  </a:cubicBezTo>
                  <a:lnTo>
                    <a:pt x="109011" y="119211"/>
                  </a:lnTo>
                  <a:cubicBezTo>
                    <a:pt x="109011" y="118295"/>
                    <a:pt x="108811" y="117409"/>
                    <a:pt x="108610" y="116520"/>
                  </a:cubicBezTo>
                  <a:cubicBezTo>
                    <a:pt x="108468" y="115948"/>
                    <a:pt x="108239" y="114917"/>
                    <a:pt x="108296" y="114489"/>
                  </a:cubicBezTo>
                  <a:cubicBezTo>
                    <a:pt x="108324" y="114459"/>
                    <a:pt x="108353" y="114459"/>
                    <a:pt x="108381" y="114432"/>
                  </a:cubicBezTo>
                  <a:cubicBezTo>
                    <a:pt x="108582" y="114287"/>
                    <a:pt x="108754" y="114145"/>
                    <a:pt x="108926" y="113974"/>
                  </a:cubicBezTo>
                  <a:cubicBezTo>
                    <a:pt x="108983" y="113944"/>
                    <a:pt x="109040" y="113887"/>
                    <a:pt x="109098" y="113829"/>
                  </a:cubicBezTo>
                  <a:cubicBezTo>
                    <a:pt x="109984" y="112886"/>
                    <a:pt x="110213" y="112055"/>
                    <a:pt x="110357" y="111482"/>
                  </a:cubicBezTo>
                  <a:cubicBezTo>
                    <a:pt x="110385" y="111310"/>
                    <a:pt x="110415" y="111168"/>
                    <a:pt x="110472" y="111024"/>
                  </a:cubicBezTo>
                  <a:cubicBezTo>
                    <a:pt x="110472" y="111024"/>
                    <a:pt x="110499" y="110997"/>
                    <a:pt x="110499" y="110967"/>
                  </a:cubicBezTo>
                  <a:cubicBezTo>
                    <a:pt x="110529" y="110882"/>
                    <a:pt x="110758" y="110653"/>
                    <a:pt x="110930" y="110481"/>
                  </a:cubicBezTo>
                  <a:cubicBezTo>
                    <a:pt x="111530" y="109879"/>
                    <a:pt x="112446" y="108963"/>
                    <a:pt x="112675" y="107390"/>
                  </a:cubicBezTo>
                  <a:cubicBezTo>
                    <a:pt x="112876" y="106187"/>
                    <a:pt x="112762" y="104669"/>
                    <a:pt x="112618" y="103668"/>
                  </a:cubicBezTo>
                  <a:cubicBezTo>
                    <a:pt x="112418" y="102551"/>
                    <a:pt x="112132" y="101749"/>
                    <a:pt x="111674" y="101149"/>
                  </a:cubicBezTo>
                  <a:cubicBezTo>
                    <a:pt x="111153" y="100472"/>
                    <a:pt x="110395" y="99722"/>
                    <a:pt x="109076" y="99722"/>
                  </a:cubicBezTo>
                  <a:cubicBezTo>
                    <a:pt x="108945" y="99722"/>
                    <a:pt x="108809" y="99730"/>
                    <a:pt x="108667" y="99745"/>
                  </a:cubicBezTo>
                  <a:cubicBezTo>
                    <a:pt x="108582" y="99718"/>
                    <a:pt x="108411" y="99546"/>
                    <a:pt x="108266" y="99431"/>
                  </a:cubicBezTo>
                  <a:cubicBezTo>
                    <a:pt x="108037" y="99230"/>
                    <a:pt x="107781" y="98973"/>
                    <a:pt x="107437" y="98715"/>
                  </a:cubicBezTo>
                  <a:cubicBezTo>
                    <a:pt x="107408" y="98687"/>
                    <a:pt x="107350" y="98687"/>
                    <a:pt x="107323" y="98657"/>
                  </a:cubicBezTo>
                  <a:cubicBezTo>
                    <a:pt x="105892" y="97657"/>
                    <a:pt x="104689" y="97226"/>
                    <a:pt x="102942" y="97027"/>
                  </a:cubicBezTo>
                  <a:cubicBezTo>
                    <a:pt x="102571" y="96940"/>
                    <a:pt x="102170" y="96882"/>
                    <a:pt x="101797" y="96825"/>
                  </a:cubicBezTo>
                  <a:cubicBezTo>
                    <a:pt x="101769" y="96825"/>
                    <a:pt x="101739" y="96798"/>
                    <a:pt x="101739" y="96798"/>
                  </a:cubicBezTo>
                  <a:cubicBezTo>
                    <a:pt x="101368" y="96740"/>
                    <a:pt x="101052" y="96740"/>
                    <a:pt x="100796" y="96740"/>
                  </a:cubicBezTo>
                  <a:cubicBezTo>
                    <a:pt x="100709" y="96653"/>
                    <a:pt x="100624" y="96539"/>
                    <a:pt x="100537" y="96454"/>
                  </a:cubicBezTo>
                  <a:cubicBezTo>
                    <a:pt x="99651" y="95538"/>
                    <a:pt x="98220" y="94821"/>
                    <a:pt x="97274" y="94592"/>
                  </a:cubicBezTo>
                  <a:cubicBezTo>
                    <a:pt x="97189" y="94592"/>
                    <a:pt x="97132" y="94565"/>
                    <a:pt x="97074" y="94565"/>
                  </a:cubicBezTo>
                  <a:cubicBezTo>
                    <a:pt x="96873" y="94535"/>
                    <a:pt x="96701" y="94508"/>
                    <a:pt x="96529" y="94508"/>
                  </a:cubicBezTo>
                  <a:cubicBezTo>
                    <a:pt x="96472" y="94421"/>
                    <a:pt x="96415" y="94363"/>
                    <a:pt x="96358" y="94279"/>
                  </a:cubicBezTo>
                  <a:cubicBezTo>
                    <a:pt x="96071" y="93935"/>
                    <a:pt x="95785" y="93706"/>
                    <a:pt x="95529" y="93534"/>
                  </a:cubicBezTo>
                  <a:cubicBezTo>
                    <a:pt x="95529" y="93275"/>
                    <a:pt x="95529" y="92962"/>
                    <a:pt x="95442" y="92646"/>
                  </a:cubicBezTo>
                  <a:cubicBezTo>
                    <a:pt x="95414" y="92474"/>
                    <a:pt x="95357" y="92302"/>
                    <a:pt x="95270" y="92160"/>
                  </a:cubicBezTo>
                  <a:cubicBezTo>
                    <a:pt x="95071" y="91759"/>
                    <a:pt x="94842" y="91443"/>
                    <a:pt x="94613" y="91214"/>
                  </a:cubicBezTo>
                  <a:cubicBezTo>
                    <a:pt x="94613" y="90642"/>
                    <a:pt x="94613" y="89783"/>
                    <a:pt x="94125" y="88867"/>
                  </a:cubicBezTo>
                  <a:cubicBezTo>
                    <a:pt x="93410" y="87523"/>
                    <a:pt x="91835" y="86492"/>
                    <a:pt x="91319" y="86176"/>
                  </a:cubicBezTo>
                  <a:cubicBezTo>
                    <a:pt x="89831" y="85260"/>
                    <a:pt x="88342" y="85233"/>
                    <a:pt x="87227" y="85203"/>
                  </a:cubicBezTo>
                  <a:cubicBezTo>
                    <a:pt x="86109" y="85175"/>
                    <a:pt x="86052" y="85118"/>
                    <a:pt x="85938" y="84917"/>
                  </a:cubicBezTo>
                  <a:cubicBezTo>
                    <a:pt x="85938" y="84889"/>
                    <a:pt x="85910" y="84889"/>
                    <a:pt x="85910" y="84859"/>
                  </a:cubicBezTo>
                  <a:cubicBezTo>
                    <a:pt x="85136" y="83744"/>
                    <a:pt x="84621" y="83057"/>
                    <a:pt x="83276" y="82226"/>
                  </a:cubicBezTo>
                  <a:cubicBezTo>
                    <a:pt x="83075" y="82084"/>
                    <a:pt x="82731" y="81740"/>
                    <a:pt x="82445" y="81424"/>
                  </a:cubicBezTo>
                  <a:lnTo>
                    <a:pt x="81731" y="80710"/>
                  </a:lnTo>
                  <a:cubicBezTo>
                    <a:pt x="81616" y="80595"/>
                    <a:pt x="81502" y="80481"/>
                    <a:pt x="81415" y="80366"/>
                  </a:cubicBezTo>
                  <a:cubicBezTo>
                    <a:pt x="80612" y="79521"/>
                    <a:pt x="79794" y="78972"/>
                    <a:pt x="78593" y="78972"/>
                  </a:cubicBezTo>
                  <a:cubicBezTo>
                    <a:pt x="78166" y="78972"/>
                    <a:pt x="77691" y="79041"/>
                    <a:pt x="77150" y="79191"/>
                  </a:cubicBezTo>
                  <a:cubicBezTo>
                    <a:pt x="77120" y="79191"/>
                    <a:pt x="77093" y="79221"/>
                    <a:pt x="77036" y="79221"/>
                  </a:cubicBezTo>
                  <a:cubicBezTo>
                    <a:pt x="76749" y="79321"/>
                    <a:pt x="76527" y="79378"/>
                    <a:pt x="76277" y="79378"/>
                  </a:cubicBezTo>
                  <a:cubicBezTo>
                    <a:pt x="76026" y="79378"/>
                    <a:pt x="75746" y="79321"/>
                    <a:pt x="75346" y="79191"/>
                  </a:cubicBezTo>
                  <a:lnTo>
                    <a:pt x="75288" y="79191"/>
                  </a:lnTo>
                  <a:cubicBezTo>
                    <a:pt x="75059" y="79134"/>
                    <a:pt x="74860" y="79077"/>
                    <a:pt x="74659" y="79049"/>
                  </a:cubicBezTo>
                  <a:cubicBezTo>
                    <a:pt x="74459" y="78992"/>
                    <a:pt x="74230" y="78935"/>
                    <a:pt x="74116" y="78905"/>
                  </a:cubicBezTo>
                  <a:lnTo>
                    <a:pt x="73857" y="78733"/>
                  </a:lnTo>
                  <a:cubicBezTo>
                    <a:pt x="73456" y="78419"/>
                    <a:pt x="72884" y="78019"/>
                    <a:pt x="72139" y="77790"/>
                  </a:cubicBezTo>
                  <a:cubicBezTo>
                    <a:pt x="72025" y="77790"/>
                    <a:pt x="71940" y="77760"/>
                    <a:pt x="71853" y="77760"/>
                  </a:cubicBezTo>
                  <a:cubicBezTo>
                    <a:pt x="71624" y="77703"/>
                    <a:pt x="71425" y="77703"/>
                    <a:pt x="71223" y="77703"/>
                  </a:cubicBezTo>
                  <a:cubicBezTo>
                    <a:pt x="70853" y="77332"/>
                    <a:pt x="70295" y="77001"/>
                    <a:pt x="69484" y="77001"/>
                  </a:cubicBezTo>
                  <a:cubicBezTo>
                    <a:pt x="68917" y="77001"/>
                    <a:pt x="68225" y="77164"/>
                    <a:pt x="67387" y="77588"/>
                  </a:cubicBezTo>
                  <a:lnTo>
                    <a:pt x="67330" y="77618"/>
                  </a:lnTo>
                  <a:lnTo>
                    <a:pt x="67158" y="77703"/>
                  </a:lnTo>
                  <a:cubicBezTo>
                    <a:pt x="66929" y="77817"/>
                    <a:pt x="66501" y="77961"/>
                    <a:pt x="66128" y="78076"/>
                  </a:cubicBezTo>
                  <a:cubicBezTo>
                    <a:pt x="65326" y="78305"/>
                    <a:pt x="64440" y="78561"/>
                    <a:pt x="63666" y="79164"/>
                  </a:cubicBezTo>
                  <a:cubicBezTo>
                    <a:pt x="63123" y="79564"/>
                    <a:pt x="62750" y="80107"/>
                    <a:pt x="62493" y="80595"/>
                  </a:cubicBezTo>
                  <a:cubicBezTo>
                    <a:pt x="62133" y="80493"/>
                    <a:pt x="61787" y="80458"/>
                    <a:pt x="61470" y="80458"/>
                  </a:cubicBezTo>
                  <a:cubicBezTo>
                    <a:pt x="60982" y="80458"/>
                    <a:pt x="60566" y="80542"/>
                    <a:pt x="60288" y="80595"/>
                  </a:cubicBezTo>
                  <a:cubicBezTo>
                    <a:pt x="59715" y="80595"/>
                    <a:pt x="59173" y="80767"/>
                    <a:pt x="58799" y="80939"/>
                  </a:cubicBezTo>
                  <a:cubicBezTo>
                    <a:pt x="58543" y="80652"/>
                    <a:pt x="58284" y="80423"/>
                    <a:pt x="58085" y="80252"/>
                  </a:cubicBezTo>
                  <a:cubicBezTo>
                    <a:pt x="58112" y="80080"/>
                    <a:pt x="58170" y="79821"/>
                    <a:pt x="58341" y="79450"/>
                  </a:cubicBezTo>
                  <a:lnTo>
                    <a:pt x="58341" y="79393"/>
                  </a:lnTo>
                  <a:lnTo>
                    <a:pt x="58456" y="79106"/>
                  </a:lnTo>
                  <a:cubicBezTo>
                    <a:pt x="58914" y="77847"/>
                    <a:pt x="59372" y="76672"/>
                    <a:pt x="58657" y="74554"/>
                  </a:cubicBezTo>
                  <a:cubicBezTo>
                    <a:pt x="58628" y="74526"/>
                    <a:pt x="58600" y="74469"/>
                    <a:pt x="58600" y="74412"/>
                  </a:cubicBezTo>
                  <a:lnTo>
                    <a:pt x="58570" y="74354"/>
                  </a:lnTo>
                  <a:cubicBezTo>
                    <a:pt x="58227" y="72980"/>
                    <a:pt x="57368" y="72435"/>
                    <a:pt x="56539" y="72064"/>
                  </a:cubicBezTo>
                  <a:cubicBezTo>
                    <a:pt x="55970" y="71805"/>
                    <a:pt x="55282" y="71687"/>
                    <a:pt x="54585" y="71687"/>
                  </a:cubicBezTo>
                  <a:cubicBezTo>
                    <a:pt x="54511" y="71687"/>
                    <a:pt x="54437" y="71688"/>
                    <a:pt x="54363" y="71691"/>
                  </a:cubicBezTo>
                  <a:cubicBezTo>
                    <a:pt x="54592" y="71263"/>
                    <a:pt x="54764" y="70862"/>
                    <a:pt x="54879" y="70518"/>
                  </a:cubicBezTo>
                  <a:cubicBezTo>
                    <a:pt x="54906" y="70404"/>
                    <a:pt x="54963" y="70289"/>
                    <a:pt x="55050" y="70175"/>
                  </a:cubicBezTo>
                  <a:cubicBezTo>
                    <a:pt x="55593" y="69087"/>
                    <a:pt x="56395" y="67454"/>
                    <a:pt x="55508" y="65908"/>
                  </a:cubicBezTo>
                  <a:cubicBezTo>
                    <a:pt x="55135" y="65221"/>
                    <a:pt x="54478" y="64706"/>
                    <a:pt x="53619" y="64477"/>
                  </a:cubicBezTo>
                  <a:cubicBezTo>
                    <a:pt x="53226" y="64369"/>
                    <a:pt x="52784" y="64321"/>
                    <a:pt x="52331" y="64321"/>
                  </a:cubicBezTo>
                  <a:cubicBezTo>
                    <a:pt x="51233" y="64321"/>
                    <a:pt x="50071" y="64600"/>
                    <a:pt x="49382" y="64965"/>
                  </a:cubicBezTo>
                  <a:cubicBezTo>
                    <a:pt x="47665" y="65881"/>
                    <a:pt x="47378" y="67427"/>
                    <a:pt x="47234" y="68171"/>
                  </a:cubicBezTo>
                  <a:cubicBezTo>
                    <a:pt x="47207" y="68256"/>
                    <a:pt x="47177" y="68400"/>
                    <a:pt x="47149" y="68485"/>
                  </a:cubicBezTo>
                  <a:cubicBezTo>
                    <a:pt x="47005" y="68599"/>
                    <a:pt x="46634" y="68801"/>
                    <a:pt x="46291" y="68915"/>
                  </a:cubicBezTo>
                  <a:lnTo>
                    <a:pt x="46261" y="68915"/>
                  </a:lnTo>
                  <a:cubicBezTo>
                    <a:pt x="46062" y="68915"/>
                    <a:pt x="45718" y="68858"/>
                    <a:pt x="45402" y="68771"/>
                  </a:cubicBezTo>
                  <a:cubicBezTo>
                    <a:pt x="45402" y="68686"/>
                    <a:pt x="45375" y="68629"/>
                    <a:pt x="45375" y="68572"/>
                  </a:cubicBezTo>
                  <a:cubicBezTo>
                    <a:pt x="45345" y="68199"/>
                    <a:pt x="45288" y="67713"/>
                    <a:pt x="45116" y="67168"/>
                  </a:cubicBezTo>
                  <a:cubicBezTo>
                    <a:pt x="44974" y="66625"/>
                    <a:pt x="44772" y="66167"/>
                    <a:pt x="44630" y="65794"/>
                  </a:cubicBezTo>
                  <a:cubicBezTo>
                    <a:pt x="44344" y="65107"/>
                    <a:pt x="44344" y="65022"/>
                    <a:pt x="44371" y="64878"/>
                  </a:cubicBezTo>
                  <a:cubicBezTo>
                    <a:pt x="44429" y="64679"/>
                    <a:pt x="44600" y="64363"/>
                    <a:pt x="44772" y="64049"/>
                  </a:cubicBezTo>
                  <a:cubicBezTo>
                    <a:pt x="45116" y="63447"/>
                    <a:pt x="45546" y="62675"/>
                    <a:pt x="45718" y="61644"/>
                  </a:cubicBezTo>
                  <a:cubicBezTo>
                    <a:pt x="45775" y="61385"/>
                    <a:pt x="45803" y="61186"/>
                    <a:pt x="45833" y="60985"/>
                  </a:cubicBezTo>
                  <a:cubicBezTo>
                    <a:pt x="45860" y="60728"/>
                    <a:pt x="45890" y="60412"/>
                    <a:pt x="45947" y="60327"/>
                  </a:cubicBezTo>
                  <a:cubicBezTo>
                    <a:pt x="45947" y="60327"/>
                    <a:pt x="45975" y="60270"/>
                    <a:pt x="46062" y="60183"/>
                  </a:cubicBezTo>
                  <a:cubicBezTo>
                    <a:pt x="46089" y="60183"/>
                    <a:pt x="46089" y="60156"/>
                    <a:pt x="46119" y="60156"/>
                  </a:cubicBezTo>
                  <a:cubicBezTo>
                    <a:pt x="46634" y="59640"/>
                    <a:pt x="47436" y="59153"/>
                    <a:pt x="48123" y="58724"/>
                  </a:cubicBezTo>
                  <a:lnTo>
                    <a:pt x="48237" y="58637"/>
                  </a:lnTo>
                  <a:cubicBezTo>
                    <a:pt x="48265" y="58637"/>
                    <a:pt x="48322" y="58610"/>
                    <a:pt x="48352" y="58580"/>
                  </a:cubicBezTo>
                  <a:cubicBezTo>
                    <a:pt x="48409" y="58523"/>
                    <a:pt x="48466" y="58495"/>
                    <a:pt x="48494" y="58495"/>
                  </a:cubicBezTo>
                  <a:cubicBezTo>
                    <a:pt x="48608" y="58495"/>
                    <a:pt x="48837" y="58553"/>
                    <a:pt x="49009" y="58580"/>
                  </a:cubicBezTo>
                  <a:cubicBezTo>
                    <a:pt x="49353" y="58637"/>
                    <a:pt x="49783" y="58724"/>
                    <a:pt x="50269" y="58782"/>
                  </a:cubicBezTo>
                  <a:lnTo>
                    <a:pt x="50383" y="58782"/>
                  </a:lnTo>
                  <a:cubicBezTo>
                    <a:pt x="50692" y="58820"/>
                    <a:pt x="51086" y="58865"/>
                    <a:pt x="51524" y="58865"/>
                  </a:cubicBezTo>
                  <a:cubicBezTo>
                    <a:pt x="52386" y="58865"/>
                    <a:pt x="53423" y="58691"/>
                    <a:pt x="54334" y="57950"/>
                  </a:cubicBezTo>
                  <a:cubicBezTo>
                    <a:pt x="54363" y="57950"/>
                    <a:pt x="54363" y="57923"/>
                    <a:pt x="54391" y="57893"/>
                  </a:cubicBezTo>
                  <a:cubicBezTo>
                    <a:pt x="54650" y="57694"/>
                    <a:pt x="54821" y="57465"/>
                    <a:pt x="54963" y="57236"/>
                  </a:cubicBezTo>
                  <a:cubicBezTo>
                    <a:pt x="55279" y="57236"/>
                    <a:pt x="55650" y="57236"/>
                    <a:pt x="55909" y="57263"/>
                  </a:cubicBezTo>
                  <a:cubicBezTo>
                    <a:pt x="56195" y="57522"/>
                    <a:pt x="56681" y="57950"/>
                    <a:pt x="57398" y="58179"/>
                  </a:cubicBezTo>
                  <a:lnTo>
                    <a:pt x="57398" y="58637"/>
                  </a:lnTo>
                  <a:cubicBezTo>
                    <a:pt x="57398" y="60069"/>
                    <a:pt x="57368" y="63847"/>
                    <a:pt x="61005" y="64076"/>
                  </a:cubicBezTo>
                  <a:cubicBezTo>
                    <a:pt x="61099" y="64083"/>
                    <a:pt x="61193" y="64087"/>
                    <a:pt x="61286" y="64087"/>
                  </a:cubicBezTo>
                  <a:cubicBezTo>
                    <a:pt x="62346" y="64087"/>
                    <a:pt x="63298" y="63634"/>
                    <a:pt x="63982" y="62817"/>
                  </a:cubicBezTo>
                  <a:cubicBezTo>
                    <a:pt x="65555" y="60927"/>
                    <a:pt x="65013" y="57492"/>
                    <a:pt x="64525" y="55633"/>
                  </a:cubicBezTo>
                  <a:cubicBezTo>
                    <a:pt x="64238" y="54545"/>
                    <a:pt x="64067" y="53858"/>
                    <a:pt x="66787" y="52740"/>
                  </a:cubicBezTo>
                  <a:cubicBezTo>
                    <a:pt x="66815" y="52740"/>
                    <a:pt x="66845" y="52740"/>
                    <a:pt x="66845" y="52713"/>
                  </a:cubicBezTo>
                  <a:cubicBezTo>
                    <a:pt x="68047" y="52197"/>
                    <a:pt x="69849" y="51423"/>
                    <a:pt x="71024" y="49706"/>
                  </a:cubicBezTo>
                  <a:cubicBezTo>
                    <a:pt x="71940" y="48361"/>
                    <a:pt x="72112" y="47274"/>
                    <a:pt x="72226" y="46415"/>
                  </a:cubicBezTo>
                  <a:cubicBezTo>
                    <a:pt x="72627" y="46271"/>
                    <a:pt x="73085" y="46071"/>
                    <a:pt x="73514" y="45698"/>
                  </a:cubicBezTo>
                  <a:cubicBezTo>
                    <a:pt x="74430" y="44954"/>
                    <a:pt x="75059" y="44010"/>
                    <a:pt x="75632" y="43209"/>
                  </a:cubicBezTo>
                  <a:cubicBezTo>
                    <a:pt x="75746" y="43007"/>
                    <a:pt x="75891" y="42835"/>
                    <a:pt x="76005" y="42664"/>
                  </a:cubicBezTo>
                  <a:cubicBezTo>
                    <a:pt x="76130" y="42674"/>
                    <a:pt x="76266" y="42680"/>
                    <a:pt x="76411" y="42680"/>
                  </a:cubicBezTo>
                  <a:cubicBezTo>
                    <a:pt x="76695" y="42680"/>
                    <a:pt x="77018" y="42655"/>
                    <a:pt x="77379" y="42579"/>
                  </a:cubicBezTo>
                  <a:cubicBezTo>
                    <a:pt x="77437" y="42549"/>
                    <a:pt x="77494" y="42549"/>
                    <a:pt x="77579" y="42522"/>
                  </a:cubicBezTo>
                  <a:cubicBezTo>
                    <a:pt x="79754" y="41835"/>
                    <a:pt x="80070" y="39973"/>
                    <a:pt x="80185" y="39258"/>
                  </a:cubicBezTo>
                  <a:cubicBezTo>
                    <a:pt x="80212" y="39144"/>
                    <a:pt x="80212" y="39029"/>
                    <a:pt x="80242" y="38942"/>
                  </a:cubicBezTo>
                  <a:cubicBezTo>
                    <a:pt x="80356" y="38915"/>
                    <a:pt x="80471" y="38857"/>
                    <a:pt x="80585" y="38828"/>
                  </a:cubicBezTo>
                  <a:cubicBezTo>
                    <a:pt x="80872" y="38770"/>
                    <a:pt x="81158" y="38686"/>
                    <a:pt x="81444" y="38599"/>
                  </a:cubicBezTo>
                  <a:cubicBezTo>
                    <a:pt x="81472" y="38599"/>
                    <a:pt x="81502" y="38571"/>
                    <a:pt x="81529" y="38571"/>
                  </a:cubicBezTo>
                  <a:cubicBezTo>
                    <a:pt x="81559" y="38541"/>
                    <a:pt x="81616" y="38541"/>
                    <a:pt x="81644" y="38541"/>
                  </a:cubicBezTo>
                  <a:cubicBezTo>
                    <a:pt x="81873" y="38770"/>
                    <a:pt x="82216" y="38972"/>
                    <a:pt x="82589" y="39171"/>
                  </a:cubicBezTo>
                  <a:lnTo>
                    <a:pt x="82761" y="39258"/>
                  </a:lnTo>
                  <a:cubicBezTo>
                    <a:pt x="83220" y="39451"/>
                    <a:pt x="83657" y="39529"/>
                    <a:pt x="84066" y="39529"/>
                  </a:cubicBezTo>
                  <a:cubicBezTo>
                    <a:pt x="85419" y="39529"/>
                    <a:pt x="86470" y="38674"/>
                    <a:pt x="86998" y="38255"/>
                  </a:cubicBezTo>
                  <a:cubicBezTo>
                    <a:pt x="87083" y="38170"/>
                    <a:pt x="87197" y="38083"/>
                    <a:pt x="87284" y="38026"/>
                  </a:cubicBezTo>
                  <a:cubicBezTo>
                    <a:pt x="87341" y="37999"/>
                    <a:pt x="87426" y="37999"/>
                    <a:pt x="87483" y="37969"/>
                  </a:cubicBezTo>
                  <a:cubicBezTo>
                    <a:pt x="88285" y="37827"/>
                    <a:pt x="89774" y="37511"/>
                    <a:pt x="90548" y="36137"/>
                  </a:cubicBezTo>
                  <a:cubicBezTo>
                    <a:pt x="91006" y="35308"/>
                    <a:pt x="91033" y="34334"/>
                    <a:pt x="90690" y="33389"/>
                  </a:cubicBezTo>
                  <a:cubicBezTo>
                    <a:pt x="90433" y="32759"/>
                    <a:pt x="90060" y="32331"/>
                    <a:pt x="89632" y="32015"/>
                  </a:cubicBezTo>
                  <a:lnTo>
                    <a:pt x="89716" y="31843"/>
                  </a:lnTo>
                  <a:cubicBezTo>
                    <a:pt x="89861" y="31499"/>
                    <a:pt x="89945" y="31156"/>
                    <a:pt x="89975" y="30812"/>
                  </a:cubicBezTo>
                  <a:cubicBezTo>
                    <a:pt x="90477" y="30898"/>
                    <a:pt x="90938" y="30961"/>
                    <a:pt x="91400" y="30961"/>
                  </a:cubicBezTo>
                  <a:cubicBezTo>
                    <a:pt x="92334" y="30961"/>
                    <a:pt x="93271" y="30702"/>
                    <a:pt x="94555" y="29839"/>
                  </a:cubicBezTo>
                  <a:cubicBezTo>
                    <a:pt x="94697" y="29754"/>
                    <a:pt x="95155" y="29640"/>
                    <a:pt x="95442" y="29553"/>
                  </a:cubicBezTo>
                  <a:cubicBezTo>
                    <a:pt x="96788" y="29152"/>
                    <a:pt x="99907" y="28208"/>
                    <a:pt x="99823" y="24659"/>
                  </a:cubicBezTo>
                  <a:cubicBezTo>
                    <a:pt x="99823" y="23197"/>
                    <a:pt x="98964" y="21766"/>
                    <a:pt x="97246" y="20335"/>
                  </a:cubicBezTo>
                  <a:cubicBezTo>
                    <a:pt x="97246" y="20307"/>
                    <a:pt x="97216" y="20278"/>
                    <a:pt x="97189" y="20278"/>
                  </a:cubicBezTo>
                  <a:cubicBezTo>
                    <a:pt x="97017" y="20136"/>
                    <a:pt x="96873" y="20021"/>
                    <a:pt x="96731" y="19934"/>
                  </a:cubicBezTo>
                  <a:lnTo>
                    <a:pt x="96731" y="19792"/>
                  </a:lnTo>
                  <a:cubicBezTo>
                    <a:pt x="96731" y="19591"/>
                    <a:pt x="96758" y="19419"/>
                    <a:pt x="96758" y="19220"/>
                  </a:cubicBezTo>
                  <a:cubicBezTo>
                    <a:pt x="96816" y="18132"/>
                    <a:pt x="96930" y="16327"/>
                    <a:pt x="95586" y="15068"/>
                  </a:cubicBezTo>
                  <a:cubicBezTo>
                    <a:pt x="95529" y="15010"/>
                    <a:pt x="95499" y="14983"/>
                    <a:pt x="95442" y="14953"/>
                  </a:cubicBezTo>
                  <a:cubicBezTo>
                    <a:pt x="94599" y="14257"/>
                    <a:pt x="93756" y="14028"/>
                    <a:pt x="93002" y="14028"/>
                  </a:cubicBezTo>
                  <a:cubicBezTo>
                    <a:pt x="92424" y="14028"/>
                    <a:pt x="91898" y="14162"/>
                    <a:pt x="91464" y="14323"/>
                  </a:cubicBezTo>
                  <a:cubicBezTo>
                    <a:pt x="91006" y="13208"/>
                    <a:pt x="90232" y="12033"/>
                    <a:pt x="89574" y="11490"/>
                  </a:cubicBezTo>
                  <a:cubicBezTo>
                    <a:pt x="89231" y="11204"/>
                    <a:pt x="88686" y="10716"/>
                    <a:pt x="85938" y="10545"/>
                  </a:cubicBezTo>
                  <a:cubicBezTo>
                    <a:pt x="85484" y="10506"/>
                    <a:pt x="85089" y="10491"/>
                    <a:pt x="84740" y="10491"/>
                  </a:cubicBezTo>
                  <a:cubicBezTo>
                    <a:pt x="84317" y="10491"/>
                    <a:pt x="83961" y="10513"/>
                    <a:pt x="83647" y="10545"/>
                  </a:cubicBezTo>
                  <a:cubicBezTo>
                    <a:pt x="85021" y="9830"/>
                    <a:pt x="86712" y="8312"/>
                    <a:pt x="87254" y="7453"/>
                  </a:cubicBezTo>
                  <a:cubicBezTo>
                    <a:pt x="87254" y="7425"/>
                    <a:pt x="87284" y="7425"/>
                    <a:pt x="87284" y="7396"/>
                  </a:cubicBezTo>
                  <a:cubicBezTo>
                    <a:pt x="88315" y="5651"/>
                    <a:pt x="87799" y="4418"/>
                    <a:pt x="87399" y="3846"/>
                  </a:cubicBezTo>
                  <a:cubicBezTo>
                    <a:pt x="86727" y="2901"/>
                    <a:pt x="85747" y="2657"/>
                    <a:pt x="84860" y="2657"/>
                  </a:cubicBezTo>
                  <a:cubicBezTo>
                    <a:pt x="84270" y="2657"/>
                    <a:pt x="83722" y="2765"/>
                    <a:pt x="83334" y="2845"/>
                  </a:cubicBezTo>
                  <a:cubicBezTo>
                    <a:pt x="83219" y="2873"/>
                    <a:pt x="83132" y="2873"/>
                    <a:pt x="83047" y="2902"/>
                  </a:cubicBezTo>
                  <a:lnTo>
                    <a:pt x="82990" y="2902"/>
                  </a:lnTo>
                  <a:cubicBezTo>
                    <a:pt x="82102" y="3074"/>
                    <a:pt x="81529" y="3303"/>
                    <a:pt x="81043" y="3589"/>
                  </a:cubicBezTo>
                  <a:cubicBezTo>
                    <a:pt x="81014" y="3560"/>
                    <a:pt x="81014" y="3532"/>
                    <a:pt x="80986" y="3532"/>
                  </a:cubicBezTo>
                  <a:cubicBezTo>
                    <a:pt x="81014" y="3216"/>
                    <a:pt x="80986" y="2845"/>
                    <a:pt x="80899" y="2472"/>
                  </a:cubicBezTo>
                  <a:cubicBezTo>
                    <a:pt x="80441" y="727"/>
                    <a:pt x="79211" y="239"/>
                    <a:pt x="78696" y="97"/>
                  </a:cubicBezTo>
                  <a:cubicBezTo>
                    <a:pt x="78437" y="30"/>
                    <a:pt x="78185" y="0"/>
                    <a:pt x="7794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15"/>
            <p:cNvSpPr/>
            <p:nvPr/>
          </p:nvSpPr>
          <p:spPr>
            <a:xfrm>
              <a:off x="7505225" y="714425"/>
              <a:ext cx="978040" cy="604256"/>
            </a:xfrm>
            <a:custGeom>
              <a:avLst/>
              <a:gdLst/>
              <a:ahLst/>
              <a:cxnLst/>
              <a:rect l="l" t="t" r="r" b="b"/>
              <a:pathLst>
                <a:path w="48352" h="29873" extrusionOk="0">
                  <a:moveTo>
                    <a:pt x="35832" y="4845"/>
                  </a:moveTo>
                  <a:cubicBezTo>
                    <a:pt x="36270" y="4845"/>
                    <a:pt x="36704" y="4855"/>
                    <a:pt x="37130" y="4881"/>
                  </a:cubicBezTo>
                  <a:cubicBezTo>
                    <a:pt x="37444" y="4910"/>
                    <a:pt x="37730" y="5052"/>
                    <a:pt x="38245" y="5281"/>
                  </a:cubicBezTo>
                  <a:lnTo>
                    <a:pt x="38245" y="5311"/>
                  </a:lnTo>
                  <a:cubicBezTo>
                    <a:pt x="38131" y="5426"/>
                    <a:pt x="38074" y="5597"/>
                    <a:pt x="37989" y="5739"/>
                  </a:cubicBezTo>
                  <a:cubicBezTo>
                    <a:pt x="37989" y="5769"/>
                    <a:pt x="37959" y="5797"/>
                    <a:pt x="37959" y="5826"/>
                  </a:cubicBezTo>
                  <a:cubicBezTo>
                    <a:pt x="37787" y="6255"/>
                    <a:pt x="37730" y="6628"/>
                    <a:pt x="37730" y="6971"/>
                  </a:cubicBezTo>
                  <a:cubicBezTo>
                    <a:pt x="37531" y="7171"/>
                    <a:pt x="37329" y="7400"/>
                    <a:pt x="37158" y="7658"/>
                  </a:cubicBezTo>
                  <a:cubicBezTo>
                    <a:pt x="36814" y="8231"/>
                    <a:pt x="36700" y="8804"/>
                    <a:pt x="36642" y="9175"/>
                  </a:cubicBezTo>
                  <a:cubicBezTo>
                    <a:pt x="36615" y="9232"/>
                    <a:pt x="36585" y="9319"/>
                    <a:pt x="36585" y="9376"/>
                  </a:cubicBezTo>
                  <a:cubicBezTo>
                    <a:pt x="36500" y="9518"/>
                    <a:pt x="36356" y="9720"/>
                    <a:pt x="36242" y="9862"/>
                  </a:cubicBezTo>
                  <a:lnTo>
                    <a:pt x="35955" y="9862"/>
                  </a:lnTo>
                  <a:cubicBezTo>
                    <a:pt x="35154" y="9891"/>
                    <a:pt x="34066" y="9919"/>
                    <a:pt x="33150" y="10750"/>
                  </a:cubicBezTo>
                  <a:lnTo>
                    <a:pt x="33035" y="10865"/>
                  </a:lnTo>
                  <a:cubicBezTo>
                    <a:pt x="32864" y="11036"/>
                    <a:pt x="32435" y="11552"/>
                    <a:pt x="32264" y="12266"/>
                  </a:cubicBezTo>
                  <a:cubicBezTo>
                    <a:pt x="31719" y="12495"/>
                    <a:pt x="31203" y="12896"/>
                    <a:pt x="30832" y="13469"/>
                  </a:cubicBezTo>
                  <a:cubicBezTo>
                    <a:pt x="30489" y="14014"/>
                    <a:pt x="30344" y="14643"/>
                    <a:pt x="30402" y="15273"/>
                  </a:cubicBezTo>
                  <a:cubicBezTo>
                    <a:pt x="30001" y="15415"/>
                    <a:pt x="29630" y="15530"/>
                    <a:pt x="29401" y="15587"/>
                  </a:cubicBezTo>
                  <a:cubicBezTo>
                    <a:pt x="29371" y="15587"/>
                    <a:pt x="29314" y="15587"/>
                    <a:pt x="29286" y="15617"/>
                  </a:cubicBezTo>
                  <a:cubicBezTo>
                    <a:pt x="29199" y="15617"/>
                    <a:pt x="29000" y="15587"/>
                    <a:pt x="28856" y="15559"/>
                  </a:cubicBezTo>
                  <a:cubicBezTo>
                    <a:pt x="28577" y="15511"/>
                    <a:pt x="28210" y="15457"/>
                    <a:pt x="27793" y="15457"/>
                  </a:cubicBezTo>
                  <a:cubicBezTo>
                    <a:pt x="27227" y="15457"/>
                    <a:pt x="26568" y="15556"/>
                    <a:pt x="25908" y="15903"/>
                  </a:cubicBezTo>
                  <a:cubicBezTo>
                    <a:pt x="25221" y="16274"/>
                    <a:pt x="24734" y="16704"/>
                    <a:pt x="24333" y="17075"/>
                  </a:cubicBezTo>
                  <a:cubicBezTo>
                    <a:pt x="24104" y="17277"/>
                    <a:pt x="23875" y="17476"/>
                    <a:pt x="23733" y="17563"/>
                  </a:cubicBezTo>
                  <a:cubicBezTo>
                    <a:pt x="23245" y="17820"/>
                    <a:pt x="22844" y="18106"/>
                    <a:pt x="22473" y="18365"/>
                  </a:cubicBezTo>
                  <a:cubicBezTo>
                    <a:pt x="22329" y="18479"/>
                    <a:pt x="22100" y="18651"/>
                    <a:pt x="21958" y="18736"/>
                  </a:cubicBezTo>
                  <a:cubicBezTo>
                    <a:pt x="21843" y="18708"/>
                    <a:pt x="21672" y="18679"/>
                    <a:pt x="21527" y="18651"/>
                  </a:cubicBezTo>
                  <a:cubicBezTo>
                    <a:pt x="21163" y="18588"/>
                    <a:pt x="20692" y="18502"/>
                    <a:pt x="20150" y="18502"/>
                  </a:cubicBezTo>
                  <a:cubicBezTo>
                    <a:pt x="19461" y="18502"/>
                    <a:pt x="18656" y="18640"/>
                    <a:pt x="17806" y="19137"/>
                  </a:cubicBezTo>
                  <a:cubicBezTo>
                    <a:pt x="16404" y="19938"/>
                    <a:pt x="15889" y="21170"/>
                    <a:pt x="15573" y="21885"/>
                  </a:cubicBezTo>
                  <a:cubicBezTo>
                    <a:pt x="15546" y="21972"/>
                    <a:pt x="15516" y="22086"/>
                    <a:pt x="15459" y="22171"/>
                  </a:cubicBezTo>
                  <a:cubicBezTo>
                    <a:pt x="15145" y="22286"/>
                    <a:pt x="14714" y="22457"/>
                    <a:pt x="14256" y="22773"/>
                  </a:cubicBezTo>
                  <a:cubicBezTo>
                    <a:pt x="13542" y="23316"/>
                    <a:pt x="13198" y="23946"/>
                    <a:pt x="12997" y="24461"/>
                  </a:cubicBezTo>
                  <a:cubicBezTo>
                    <a:pt x="12481" y="24262"/>
                    <a:pt x="12053" y="24147"/>
                    <a:pt x="11710" y="24090"/>
                  </a:cubicBezTo>
                  <a:cubicBezTo>
                    <a:pt x="10965" y="22457"/>
                    <a:pt x="10764" y="20682"/>
                    <a:pt x="11050" y="20167"/>
                  </a:cubicBezTo>
                  <a:lnTo>
                    <a:pt x="11080" y="20140"/>
                  </a:lnTo>
                  <a:cubicBezTo>
                    <a:pt x="11394" y="19995"/>
                    <a:pt x="11852" y="19766"/>
                    <a:pt x="12282" y="19338"/>
                  </a:cubicBezTo>
                  <a:cubicBezTo>
                    <a:pt x="12912" y="18736"/>
                    <a:pt x="13168" y="18163"/>
                    <a:pt x="13283" y="17648"/>
                  </a:cubicBezTo>
                  <a:cubicBezTo>
                    <a:pt x="13855" y="17419"/>
                    <a:pt x="14199" y="17048"/>
                    <a:pt x="14428" y="16704"/>
                  </a:cubicBezTo>
                  <a:cubicBezTo>
                    <a:pt x="14771" y="16217"/>
                    <a:pt x="15088" y="15358"/>
                    <a:pt x="14657" y="14128"/>
                  </a:cubicBezTo>
                  <a:cubicBezTo>
                    <a:pt x="14629" y="14071"/>
                    <a:pt x="14600" y="13984"/>
                    <a:pt x="14572" y="13899"/>
                  </a:cubicBezTo>
                  <a:cubicBezTo>
                    <a:pt x="14286" y="13327"/>
                    <a:pt x="13828" y="12697"/>
                    <a:pt x="12997" y="12353"/>
                  </a:cubicBezTo>
                  <a:cubicBezTo>
                    <a:pt x="13168" y="11407"/>
                    <a:pt x="13370" y="10235"/>
                    <a:pt x="12882" y="9117"/>
                  </a:cubicBezTo>
                  <a:cubicBezTo>
                    <a:pt x="12882" y="9090"/>
                    <a:pt x="12855" y="9060"/>
                    <a:pt x="12855" y="9003"/>
                  </a:cubicBezTo>
                  <a:cubicBezTo>
                    <a:pt x="12568" y="8460"/>
                    <a:pt x="12225" y="8029"/>
                    <a:pt x="11824" y="7743"/>
                  </a:cubicBezTo>
                  <a:cubicBezTo>
                    <a:pt x="11966" y="7629"/>
                    <a:pt x="12110" y="7544"/>
                    <a:pt x="12225" y="7457"/>
                  </a:cubicBezTo>
                  <a:cubicBezTo>
                    <a:pt x="12768" y="7056"/>
                    <a:pt x="13054" y="6857"/>
                    <a:pt x="13370" y="6800"/>
                  </a:cubicBezTo>
                  <a:lnTo>
                    <a:pt x="13427" y="6800"/>
                  </a:lnTo>
                  <a:cubicBezTo>
                    <a:pt x="13741" y="6742"/>
                    <a:pt x="14114" y="6742"/>
                    <a:pt x="14542" y="6713"/>
                  </a:cubicBezTo>
                  <a:cubicBezTo>
                    <a:pt x="15259" y="6713"/>
                    <a:pt x="16146" y="6685"/>
                    <a:pt x="17149" y="6369"/>
                  </a:cubicBezTo>
                  <a:cubicBezTo>
                    <a:pt x="17176" y="6369"/>
                    <a:pt x="17206" y="6342"/>
                    <a:pt x="17263" y="6342"/>
                  </a:cubicBezTo>
                  <a:cubicBezTo>
                    <a:pt x="17894" y="6112"/>
                    <a:pt x="18500" y="6048"/>
                    <a:pt x="19234" y="6048"/>
                  </a:cubicBezTo>
                  <a:cubicBezTo>
                    <a:pt x="19598" y="6048"/>
                    <a:pt x="19994" y="6064"/>
                    <a:pt x="20440" y="6083"/>
                  </a:cubicBezTo>
                  <a:lnTo>
                    <a:pt x="21042" y="6113"/>
                  </a:lnTo>
                  <a:lnTo>
                    <a:pt x="21156" y="6113"/>
                  </a:lnTo>
                  <a:cubicBezTo>
                    <a:pt x="22214" y="6113"/>
                    <a:pt x="23160" y="5968"/>
                    <a:pt x="24076" y="5854"/>
                  </a:cubicBezTo>
                  <a:cubicBezTo>
                    <a:pt x="24505" y="5769"/>
                    <a:pt x="24935" y="5712"/>
                    <a:pt x="25363" y="5655"/>
                  </a:cubicBezTo>
                  <a:cubicBezTo>
                    <a:pt x="25650" y="5625"/>
                    <a:pt x="25908" y="5568"/>
                    <a:pt x="26165" y="5453"/>
                  </a:cubicBezTo>
                  <a:cubicBezTo>
                    <a:pt x="27283" y="5139"/>
                    <a:pt x="28313" y="5025"/>
                    <a:pt x="29715" y="5025"/>
                  </a:cubicBezTo>
                  <a:cubicBezTo>
                    <a:pt x="30745" y="5025"/>
                    <a:pt x="31806" y="4968"/>
                    <a:pt x="32806" y="4938"/>
                  </a:cubicBezTo>
                  <a:cubicBezTo>
                    <a:pt x="33803" y="4898"/>
                    <a:pt x="34828" y="4845"/>
                    <a:pt x="35832" y="4845"/>
                  </a:cubicBezTo>
                  <a:close/>
                  <a:moveTo>
                    <a:pt x="35731" y="1"/>
                  </a:moveTo>
                  <a:cubicBezTo>
                    <a:pt x="34673" y="1"/>
                    <a:pt x="33619" y="44"/>
                    <a:pt x="32577" y="101"/>
                  </a:cubicBezTo>
                  <a:cubicBezTo>
                    <a:pt x="31577" y="158"/>
                    <a:pt x="30631" y="186"/>
                    <a:pt x="29715" y="186"/>
                  </a:cubicBezTo>
                  <a:cubicBezTo>
                    <a:pt x="27741" y="186"/>
                    <a:pt x="26252" y="387"/>
                    <a:pt x="24592" y="873"/>
                  </a:cubicBezTo>
                  <a:cubicBezTo>
                    <a:pt x="24562" y="873"/>
                    <a:pt x="24505" y="873"/>
                    <a:pt x="24477" y="903"/>
                  </a:cubicBezTo>
                  <a:cubicBezTo>
                    <a:pt x="24104" y="960"/>
                    <a:pt x="23733" y="987"/>
                    <a:pt x="23389" y="1045"/>
                  </a:cubicBezTo>
                  <a:cubicBezTo>
                    <a:pt x="22588" y="1159"/>
                    <a:pt x="21901" y="1274"/>
                    <a:pt x="21184" y="1274"/>
                  </a:cubicBezTo>
                  <a:lnTo>
                    <a:pt x="20669" y="1246"/>
                  </a:lnTo>
                  <a:cubicBezTo>
                    <a:pt x="20177" y="1228"/>
                    <a:pt x="19682" y="1207"/>
                    <a:pt x="19178" y="1207"/>
                  </a:cubicBezTo>
                  <a:cubicBezTo>
                    <a:pt x="18071" y="1207"/>
                    <a:pt x="16919" y="1308"/>
                    <a:pt x="15660" y="1761"/>
                  </a:cubicBezTo>
                  <a:cubicBezTo>
                    <a:pt x="15317" y="1846"/>
                    <a:pt x="14916" y="1876"/>
                    <a:pt x="14400" y="1876"/>
                  </a:cubicBezTo>
                  <a:cubicBezTo>
                    <a:pt x="13855" y="1903"/>
                    <a:pt x="13255" y="1903"/>
                    <a:pt x="12596" y="2048"/>
                  </a:cubicBezTo>
                  <a:cubicBezTo>
                    <a:pt x="11137" y="2277"/>
                    <a:pt x="10134" y="2991"/>
                    <a:pt x="9419" y="3506"/>
                  </a:cubicBezTo>
                  <a:cubicBezTo>
                    <a:pt x="9190" y="3678"/>
                    <a:pt x="8961" y="3822"/>
                    <a:pt x="8790" y="3937"/>
                  </a:cubicBezTo>
                  <a:cubicBezTo>
                    <a:pt x="8446" y="3994"/>
                    <a:pt x="7672" y="4052"/>
                    <a:pt x="7129" y="4052"/>
                  </a:cubicBezTo>
                  <a:cubicBezTo>
                    <a:pt x="4695" y="4193"/>
                    <a:pt x="2176" y="4308"/>
                    <a:pt x="831" y="6026"/>
                  </a:cubicBezTo>
                  <a:cubicBezTo>
                    <a:pt x="229" y="6800"/>
                    <a:pt x="0" y="7800"/>
                    <a:pt x="202" y="8774"/>
                  </a:cubicBezTo>
                  <a:cubicBezTo>
                    <a:pt x="730" y="11555"/>
                    <a:pt x="2948" y="12126"/>
                    <a:pt x="4901" y="12126"/>
                  </a:cubicBezTo>
                  <a:cubicBezTo>
                    <a:pt x="5802" y="12126"/>
                    <a:pt x="6647" y="12004"/>
                    <a:pt x="7244" y="11923"/>
                  </a:cubicBezTo>
                  <a:cubicBezTo>
                    <a:pt x="7500" y="11865"/>
                    <a:pt x="7844" y="11838"/>
                    <a:pt x="8160" y="11781"/>
                  </a:cubicBezTo>
                  <a:lnTo>
                    <a:pt x="8160" y="11781"/>
                  </a:lnTo>
                  <a:cubicBezTo>
                    <a:pt x="8073" y="12381"/>
                    <a:pt x="7988" y="13010"/>
                    <a:pt x="8045" y="13640"/>
                  </a:cubicBezTo>
                  <a:cubicBezTo>
                    <a:pt x="7931" y="14300"/>
                    <a:pt x="8016" y="15101"/>
                    <a:pt x="8732" y="15846"/>
                  </a:cubicBezTo>
                  <a:cubicBezTo>
                    <a:pt x="8703" y="15873"/>
                    <a:pt x="8703" y="15903"/>
                    <a:pt x="8675" y="15930"/>
                  </a:cubicBezTo>
                  <a:cubicBezTo>
                    <a:pt x="8274" y="16132"/>
                    <a:pt x="7729" y="16475"/>
                    <a:pt x="7301" y="17075"/>
                  </a:cubicBezTo>
                  <a:cubicBezTo>
                    <a:pt x="5068" y="19881"/>
                    <a:pt x="6412" y="24376"/>
                    <a:pt x="7558" y="26637"/>
                  </a:cubicBezTo>
                  <a:cubicBezTo>
                    <a:pt x="8531" y="28441"/>
                    <a:pt x="9935" y="28698"/>
                    <a:pt x="10679" y="28812"/>
                  </a:cubicBezTo>
                  <a:cubicBezTo>
                    <a:pt x="10851" y="28842"/>
                    <a:pt x="10935" y="28870"/>
                    <a:pt x="11050" y="28899"/>
                  </a:cubicBezTo>
                  <a:cubicBezTo>
                    <a:pt x="11394" y="29243"/>
                    <a:pt x="12138" y="29873"/>
                    <a:pt x="13340" y="29873"/>
                  </a:cubicBezTo>
                  <a:cubicBezTo>
                    <a:pt x="13626" y="29873"/>
                    <a:pt x="13913" y="29815"/>
                    <a:pt x="14229" y="29758"/>
                  </a:cubicBezTo>
                  <a:cubicBezTo>
                    <a:pt x="15832" y="29385"/>
                    <a:pt x="16546" y="28125"/>
                    <a:pt x="17004" y="27354"/>
                  </a:cubicBezTo>
                  <a:lnTo>
                    <a:pt x="17062" y="27239"/>
                  </a:lnTo>
                  <a:cubicBezTo>
                    <a:pt x="17119" y="27152"/>
                    <a:pt x="17176" y="27038"/>
                    <a:pt x="17233" y="26923"/>
                  </a:cubicBezTo>
                  <a:lnTo>
                    <a:pt x="17320" y="26667"/>
                  </a:lnTo>
                  <a:cubicBezTo>
                    <a:pt x="17749" y="26522"/>
                    <a:pt x="18351" y="26266"/>
                    <a:pt x="18924" y="25636"/>
                  </a:cubicBezTo>
                  <a:cubicBezTo>
                    <a:pt x="18951" y="25636"/>
                    <a:pt x="18981" y="25606"/>
                    <a:pt x="19008" y="25579"/>
                  </a:cubicBezTo>
                  <a:cubicBezTo>
                    <a:pt x="19553" y="24919"/>
                    <a:pt x="19840" y="24262"/>
                    <a:pt x="20039" y="23774"/>
                  </a:cubicBezTo>
                  <a:cubicBezTo>
                    <a:pt x="20096" y="23632"/>
                    <a:pt x="20183" y="23460"/>
                    <a:pt x="20240" y="23346"/>
                  </a:cubicBezTo>
                  <a:cubicBezTo>
                    <a:pt x="20355" y="23373"/>
                    <a:pt x="20527" y="23403"/>
                    <a:pt x="20669" y="23403"/>
                  </a:cubicBezTo>
                  <a:cubicBezTo>
                    <a:pt x="21069" y="23488"/>
                    <a:pt x="21585" y="23575"/>
                    <a:pt x="22187" y="23575"/>
                  </a:cubicBezTo>
                  <a:lnTo>
                    <a:pt x="22359" y="23575"/>
                  </a:lnTo>
                  <a:cubicBezTo>
                    <a:pt x="23703" y="23488"/>
                    <a:pt x="24649" y="22773"/>
                    <a:pt x="25336" y="22258"/>
                  </a:cubicBezTo>
                  <a:cubicBezTo>
                    <a:pt x="25565" y="22114"/>
                    <a:pt x="25794" y="21942"/>
                    <a:pt x="25908" y="21885"/>
                  </a:cubicBezTo>
                  <a:cubicBezTo>
                    <a:pt x="25936" y="21885"/>
                    <a:pt x="25966" y="21857"/>
                    <a:pt x="25993" y="21857"/>
                  </a:cubicBezTo>
                  <a:cubicBezTo>
                    <a:pt x="26653" y="21484"/>
                    <a:pt x="27168" y="21026"/>
                    <a:pt x="27569" y="20682"/>
                  </a:cubicBezTo>
                  <a:cubicBezTo>
                    <a:pt x="27711" y="20540"/>
                    <a:pt x="27855" y="20426"/>
                    <a:pt x="27970" y="20311"/>
                  </a:cubicBezTo>
                  <a:cubicBezTo>
                    <a:pt x="28054" y="20311"/>
                    <a:pt x="28112" y="20339"/>
                    <a:pt x="28169" y="20339"/>
                  </a:cubicBezTo>
                  <a:cubicBezTo>
                    <a:pt x="28466" y="20389"/>
                    <a:pt x="28829" y="20438"/>
                    <a:pt x="29243" y="20438"/>
                  </a:cubicBezTo>
                  <a:cubicBezTo>
                    <a:pt x="29547" y="20438"/>
                    <a:pt x="29879" y="20412"/>
                    <a:pt x="30230" y="20339"/>
                  </a:cubicBezTo>
                  <a:cubicBezTo>
                    <a:pt x="31004" y="20224"/>
                    <a:pt x="31748" y="19938"/>
                    <a:pt x="32406" y="19682"/>
                  </a:cubicBezTo>
                  <a:cubicBezTo>
                    <a:pt x="32749" y="19567"/>
                    <a:pt x="33065" y="19423"/>
                    <a:pt x="33379" y="19338"/>
                  </a:cubicBezTo>
                  <a:lnTo>
                    <a:pt x="33551" y="19281"/>
                  </a:lnTo>
                  <a:cubicBezTo>
                    <a:pt x="34153" y="19109"/>
                    <a:pt x="35268" y="18766"/>
                    <a:pt x="36013" y="17735"/>
                  </a:cubicBezTo>
                  <a:cubicBezTo>
                    <a:pt x="36558" y="17591"/>
                    <a:pt x="37302" y="17190"/>
                    <a:pt x="37817" y="16189"/>
                  </a:cubicBezTo>
                  <a:cubicBezTo>
                    <a:pt x="38074" y="15701"/>
                    <a:pt x="38275" y="15072"/>
                    <a:pt x="38188" y="14357"/>
                  </a:cubicBezTo>
                  <a:cubicBezTo>
                    <a:pt x="38360" y="14300"/>
                    <a:pt x="38561" y="14185"/>
                    <a:pt x="38733" y="14098"/>
                  </a:cubicBezTo>
                  <a:cubicBezTo>
                    <a:pt x="39620" y="13556"/>
                    <a:pt x="40192" y="12697"/>
                    <a:pt x="40623" y="12067"/>
                  </a:cubicBezTo>
                  <a:lnTo>
                    <a:pt x="40707" y="11923"/>
                  </a:lnTo>
                  <a:cubicBezTo>
                    <a:pt x="40737" y="11895"/>
                    <a:pt x="40737" y="11865"/>
                    <a:pt x="40765" y="11808"/>
                  </a:cubicBezTo>
                  <a:cubicBezTo>
                    <a:pt x="41081" y="11293"/>
                    <a:pt x="41223" y="10807"/>
                    <a:pt x="41310" y="10434"/>
                  </a:cubicBezTo>
                  <a:cubicBezTo>
                    <a:pt x="41710" y="10178"/>
                    <a:pt x="42196" y="9747"/>
                    <a:pt x="42482" y="9090"/>
                  </a:cubicBezTo>
                  <a:cubicBezTo>
                    <a:pt x="42654" y="8716"/>
                    <a:pt x="42741" y="8373"/>
                    <a:pt x="42741" y="8059"/>
                  </a:cubicBezTo>
                  <a:cubicBezTo>
                    <a:pt x="43112" y="7945"/>
                    <a:pt x="43513" y="7887"/>
                    <a:pt x="43829" y="7800"/>
                  </a:cubicBezTo>
                  <a:cubicBezTo>
                    <a:pt x="45688" y="7400"/>
                    <a:pt x="48008" y="6914"/>
                    <a:pt x="48295" y="4624"/>
                  </a:cubicBezTo>
                  <a:lnTo>
                    <a:pt x="48295" y="4452"/>
                  </a:lnTo>
                  <a:cubicBezTo>
                    <a:pt x="48352" y="3536"/>
                    <a:pt x="48008" y="2705"/>
                    <a:pt x="47321" y="2075"/>
                  </a:cubicBezTo>
                  <a:cubicBezTo>
                    <a:pt x="46519" y="1326"/>
                    <a:pt x="45441" y="1097"/>
                    <a:pt x="44236" y="1097"/>
                  </a:cubicBezTo>
                  <a:cubicBezTo>
                    <a:pt x="43462" y="1097"/>
                    <a:pt x="42635" y="1191"/>
                    <a:pt x="41795" y="1303"/>
                  </a:cubicBezTo>
                  <a:cubicBezTo>
                    <a:pt x="41623" y="1303"/>
                    <a:pt x="41481" y="1331"/>
                    <a:pt x="41367" y="1331"/>
                  </a:cubicBezTo>
                  <a:cubicBezTo>
                    <a:pt x="41108" y="1303"/>
                    <a:pt x="40822" y="1159"/>
                    <a:pt x="40336" y="930"/>
                  </a:cubicBezTo>
                  <a:cubicBezTo>
                    <a:pt x="39620" y="587"/>
                    <a:pt x="38733" y="158"/>
                    <a:pt x="37531" y="44"/>
                  </a:cubicBezTo>
                  <a:lnTo>
                    <a:pt x="37444" y="44"/>
                  </a:lnTo>
                  <a:cubicBezTo>
                    <a:pt x="36873" y="13"/>
                    <a:pt x="36301" y="1"/>
                    <a:pt x="3573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15"/>
            <p:cNvSpPr/>
            <p:nvPr/>
          </p:nvSpPr>
          <p:spPr>
            <a:xfrm>
              <a:off x="7152566" y="725976"/>
              <a:ext cx="631745" cy="270158"/>
            </a:xfrm>
            <a:custGeom>
              <a:avLst/>
              <a:gdLst/>
              <a:ahLst/>
              <a:cxnLst/>
              <a:rect l="l" t="t" r="r" b="b"/>
              <a:pathLst>
                <a:path w="31232" h="13356" extrusionOk="0">
                  <a:moveTo>
                    <a:pt x="27276" y="1"/>
                  </a:moveTo>
                  <a:cubicBezTo>
                    <a:pt x="26864" y="1"/>
                    <a:pt x="26484" y="41"/>
                    <a:pt x="26165" y="73"/>
                  </a:cubicBezTo>
                  <a:cubicBezTo>
                    <a:pt x="25994" y="103"/>
                    <a:pt x="25792" y="130"/>
                    <a:pt x="25707" y="130"/>
                  </a:cubicBezTo>
                  <a:cubicBezTo>
                    <a:pt x="25364" y="130"/>
                    <a:pt x="25078" y="187"/>
                    <a:pt x="24791" y="302"/>
                  </a:cubicBezTo>
                  <a:cubicBezTo>
                    <a:pt x="24276" y="389"/>
                    <a:pt x="23818" y="503"/>
                    <a:pt x="23417" y="588"/>
                  </a:cubicBezTo>
                  <a:cubicBezTo>
                    <a:pt x="22714" y="754"/>
                    <a:pt x="22144" y="875"/>
                    <a:pt x="21591" y="875"/>
                  </a:cubicBezTo>
                  <a:cubicBezTo>
                    <a:pt x="21379" y="875"/>
                    <a:pt x="21169" y="857"/>
                    <a:pt x="20955" y="817"/>
                  </a:cubicBezTo>
                  <a:lnTo>
                    <a:pt x="20868" y="817"/>
                  </a:lnTo>
                  <a:cubicBezTo>
                    <a:pt x="20525" y="760"/>
                    <a:pt x="20211" y="703"/>
                    <a:pt x="19895" y="645"/>
                  </a:cubicBezTo>
                  <a:cubicBezTo>
                    <a:pt x="18926" y="472"/>
                    <a:pt x="17874" y="278"/>
                    <a:pt x="16744" y="278"/>
                  </a:cubicBezTo>
                  <a:cubicBezTo>
                    <a:pt x="16005" y="278"/>
                    <a:pt x="15232" y="362"/>
                    <a:pt x="14428" y="588"/>
                  </a:cubicBezTo>
                  <a:cubicBezTo>
                    <a:pt x="14257" y="618"/>
                    <a:pt x="13741" y="618"/>
                    <a:pt x="13398" y="618"/>
                  </a:cubicBezTo>
                  <a:cubicBezTo>
                    <a:pt x="12425" y="618"/>
                    <a:pt x="11307" y="618"/>
                    <a:pt x="10276" y="1161"/>
                  </a:cubicBezTo>
                  <a:cubicBezTo>
                    <a:pt x="8474" y="2134"/>
                    <a:pt x="8273" y="3393"/>
                    <a:pt x="8444" y="4282"/>
                  </a:cubicBezTo>
                  <a:cubicBezTo>
                    <a:pt x="8444" y="4367"/>
                    <a:pt x="8474" y="4454"/>
                    <a:pt x="8502" y="4539"/>
                  </a:cubicBezTo>
                  <a:cubicBezTo>
                    <a:pt x="7501" y="4653"/>
                    <a:pt x="6241" y="4997"/>
                    <a:pt x="5295" y="6229"/>
                  </a:cubicBezTo>
                  <a:cubicBezTo>
                    <a:pt x="4855" y="6031"/>
                    <a:pt x="4261" y="5844"/>
                    <a:pt x="3618" y="5844"/>
                  </a:cubicBezTo>
                  <a:cubicBezTo>
                    <a:pt x="2672" y="5844"/>
                    <a:pt x="1620" y="6250"/>
                    <a:pt x="802" y="7630"/>
                  </a:cubicBezTo>
                  <a:cubicBezTo>
                    <a:pt x="802" y="7630"/>
                    <a:pt x="772" y="7660"/>
                    <a:pt x="772" y="7687"/>
                  </a:cubicBezTo>
                  <a:cubicBezTo>
                    <a:pt x="1" y="9062"/>
                    <a:pt x="230" y="10149"/>
                    <a:pt x="543" y="10809"/>
                  </a:cubicBezTo>
                  <a:cubicBezTo>
                    <a:pt x="1260" y="12325"/>
                    <a:pt x="2863" y="12611"/>
                    <a:pt x="3607" y="12756"/>
                  </a:cubicBezTo>
                  <a:lnTo>
                    <a:pt x="3722" y="12756"/>
                  </a:lnTo>
                  <a:cubicBezTo>
                    <a:pt x="4008" y="12813"/>
                    <a:pt x="4295" y="12898"/>
                    <a:pt x="4581" y="12985"/>
                  </a:cubicBezTo>
                  <a:cubicBezTo>
                    <a:pt x="5153" y="13156"/>
                    <a:pt x="5840" y="13356"/>
                    <a:pt x="6699" y="13356"/>
                  </a:cubicBezTo>
                  <a:cubicBezTo>
                    <a:pt x="7043" y="13356"/>
                    <a:pt x="7386" y="13328"/>
                    <a:pt x="7787" y="13271"/>
                  </a:cubicBezTo>
                  <a:cubicBezTo>
                    <a:pt x="7872" y="13241"/>
                    <a:pt x="8101" y="13241"/>
                    <a:pt x="8273" y="13214"/>
                  </a:cubicBezTo>
                  <a:cubicBezTo>
                    <a:pt x="9447" y="13127"/>
                    <a:pt x="11421" y="13012"/>
                    <a:pt x="12452" y="11409"/>
                  </a:cubicBezTo>
                  <a:cubicBezTo>
                    <a:pt x="12624" y="11123"/>
                    <a:pt x="12768" y="10836"/>
                    <a:pt x="12883" y="10580"/>
                  </a:cubicBezTo>
                  <a:cubicBezTo>
                    <a:pt x="13139" y="10580"/>
                    <a:pt x="13425" y="10523"/>
                    <a:pt x="13684" y="10465"/>
                  </a:cubicBezTo>
                  <a:cubicBezTo>
                    <a:pt x="14600" y="10207"/>
                    <a:pt x="15344" y="9721"/>
                    <a:pt x="16002" y="9320"/>
                  </a:cubicBezTo>
                  <a:cubicBezTo>
                    <a:pt x="16375" y="9091"/>
                    <a:pt x="16719" y="8862"/>
                    <a:pt x="16975" y="8748"/>
                  </a:cubicBezTo>
                  <a:cubicBezTo>
                    <a:pt x="18063" y="8290"/>
                    <a:pt x="19208" y="8145"/>
                    <a:pt x="20525" y="7946"/>
                  </a:cubicBezTo>
                  <a:cubicBezTo>
                    <a:pt x="21242" y="7859"/>
                    <a:pt x="21986" y="7745"/>
                    <a:pt x="22758" y="7603"/>
                  </a:cubicBezTo>
                  <a:cubicBezTo>
                    <a:pt x="22787" y="7603"/>
                    <a:pt x="22787" y="7603"/>
                    <a:pt x="22815" y="7573"/>
                  </a:cubicBezTo>
                  <a:cubicBezTo>
                    <a:pt x="23445" y="7431"/>
                    <a:pt x="23990" y="7229"/>
                    <a:pt x="24505" y="7030"/>
                  </a:cubicBezTo>
                  <a:cubicBezTo>
                    <a:pt x="24906" y="6886"/>
                    <a:pt x="25307" y="6714"/>
                    <a:pt x="25650" y="6657"/>
                  </a:cubicBezTo>
                  <a:cubicBezTo>
                    <a:pt x="25678" y="6657"/>
                    <a:pt x="25707" y="6629"/>
                    <a:pt x="25707" y="6629"/>
                  </a:cubicBezTo>
                  <a:cubicBezTo>
                    <a:pt x="25849" y="6600"/>
                    <a:pt x="26165" y="6600"/>
                    <a:pt x="26422" y="6572"/>
                  </a:cubicBezTo>
                  <a:cubicBezTo>
                    <a:pt x="27081" y="6572"/>
                    <a:pt x="27940" y="6542"/>
                    <a:pt x="28827" y="6171"/>
                  </a:cubicBezTo>
                  <a:cubicBezTo>
                    <a:pt x="31174" y="5283"/>
                    <a:pt x="31231" y="3538"/>
                    <a:pt x="31204" y="2993"/>
                  </a:cubicBezTo>
                  <a:cubicBezTo>
                    <a:pt x="31174" y="2477"/>
                    <a:pt x="30860" y="703"/>
                    <a:pt x="28368" y="130"/>
                  </a:cubicBezTo>
                  <a:cubicBezTo>
                    <a:pt x="28368" y="103"/>
                    <a:pt x="28341" y="103"/>
                    <a:pt x="28311" y="103"/>
                  </a:cubicBezTo>
                  <a:cubicBezTo>
                    <a:pt x="27955" y="26"/>
                    <a:pt x="27605" y="1"/>
                    <a:pt x="2727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5"/>
            <p:cNvSpPr/>
            <p:nvPr/>
          </p:nvSpPr>
          <p:spPr>
            <a:xfrm>
              <a:off x="7103914" y="911075"/>
              <a:ext cx="480646" cy="367655"/>
            </a:xfrm>
            <a:custGeom>
              <a:avLst/>
              <a:gdLst/>
              <a:ahLst/>
              <a:cxnLst/>
              <a:rect l="l" t="t" r="r" b="b"/>
              <a:pathLst>
                <a:path w="23762" h="18176" extrusionOk="0">
                  <a:moveTo>
                    <a:pt x="15001" y="6239"/>
                  </a:moveTo>
                  <a:cubicBezTo>
                    <a:pt x="15230" y="6267"/>
                    <a:pt x="15517" y="6324"/>
                    <a:pt x="15773" y="6411"/>
                  </a:cubicBezTo>
                  <a:cubicBezTo>
                    <a:pt x="15659" y="6782"/>
                    <a:pt x="15601" y="7270"/>
                    <a:pt x="15688" y="7785"/>
                  </a:cubicBezTo>
                  <a:cubicBezTo>
                    <a:pt x="15631" y="7813"/>
                    <a:pt x="15544" y="7813"/>
                    <a:pt x="15459" y="7842"/>
                  </a:cubicBezTo>
                  <a:cubicBezTo>
                    <a:pt x="15059" y="7957"/>
                    <a:pt x="14715" y="8156"/>
                    <a:pt x="14399" y="8385"/>
                  </a:cubicBezTo>
                  <a:cubicBezTo>
                    <a:pt x="14372" y="7728"/>
                    <a:pt x="14142" y="7098"/>
                    <a:pt x="13769" y="6468"/>
                  </a:cubicBezTo>
                  <a:lnTo>
                    <a:pt x="13941" y="6468"/>
                  </a:lnTo>
                  <a:cubicBezTo>
                    <a:pt x="14314" y="6468"/>
                    <a:pt x="14685" y="6411"/>
                    <a:pt x="15001" y="6239"/>
                  </a:cubicBezTo>
                  <a:close/>
                  <a:moveTo>
                    <a:pt x="5380" y="1"/>
                  </a:moveTo>
                  <a:cubicBezTo>
                    <a:pt x="4073" y="1"/>
                    <a:pt x="3114" y="765"/>
                    <a:pt x="2605" y="1201"/>
                  </a:cubicBezTo>
                  <a:cubicBezTo>
                    <a:pt x="1574" y="1945"/>
                    <a:pt x="1" y="3434"/>
                    <a:pt x="1" y="5351"/>
                  </a:cubicBezTo>
                  <a:lnTo>
                    <a:pt x="1" y="5465"/>
                  </a:lnTo>
                  <a:cubicBezTo>
                    <a:pt x="28" y="6525"/>
                    <a:pt x="486" y="7442"/>
                    <a:pt x="1260" y="8042"/>
                  </a:cubicBezTo>
                  <a:cubicBezTo>
                    <a:pt x="1977" y="8583"/>
                    <a:pt x="2783" y="8751"/>
                    <a:pt x="3538" y="8751"/>
                  </a:cubicBezTo>
                  <a:cubicBezTo>
                    <a:pt x="4261" y="8751"/>
                    <a:pt x="4936" y="8597"/>
                    <a:pt x="5440" y="8472"/>
                  </a:cubicBezTo>
                  <a:cubicBezTo>
                    <a:pt x="5582" y="8442"/>
                    <a:pt x="5726" y="8415"/>
                    <a:pt x="5841" y="8385"/>
                  </a:cubicBezTo>
                  <a:cubicBezTo>
                    <a:pt x="6665" y="8277"/>
                    <a:pt x="7342" y="8220"/>
                    <a:pt x="7864" y="8220"/>
                  </a:cubicBezTo>
                  <a:cubicBezTo>
                    <a:pt x="8447" y="8220"/>
                    <a:pt x="8836" y="8291"/>
                    <a:pt x="9017" y="8442"/>
                  </a:cubicBezTo>
                  <a:cubicBezTo>
                    <a:pt x="9189" y="8557"/>
                    <a:pt x="9333" y="8671"/>
                    <a:pt x="9418" y="8758"/>
                  </a:cubicBezTo>
                  <a:cubicBezTo>
                    <a:pt x="9361" y="8873"/>
                    <a:pt x="9276" y="9015"/>
                    <a:pt x="9219" y="9129"/>
                  </a:cubicBezTo>
                  <a:cubicBezTo>
                    <a:pt x="9161" y="9102"/>
                    <a:pt x="9132" y="9102"/>
                    <a:pt x="9104" y="9102"/>
                  </a:cubicBezTo>
                  <a:cubicBezTo>
                    <a:pt x="8626" y="8997"/>
                    <a:pt x="8023" y="8861"/>
                    <a:pt x="7361" y="8861"/>
                  </a:cubicBezTo>
                  <a:cubicBezTo>
                    <a:pt x="6754" y="8861"/>
                    <a:pt x="6097" y="8975"/>
                    <a:pt x="5440" y="9331"/>
                  </a:cubicBezTo>
                  <a:cubicBezTo>
                    <a:pt x="3436" y="10503"/>
                    <a:pt x="3722" y="12164"/>
                    <a:pt x="3837" y="12652"/>
                  </a:cubicBezTo>
                  <a:cubicBezTo>
                    <a:pt x="3979" y="13224"/>
                    <a:pt x="4753" y="15056"/>
                    <a:pt x="8158" y="15084"/>
                  </a:cubicBezTo>
                  <a:cubicBezTo>
                    <a:pt x="8445" y="15113"/>
                    <a:pt x="8616" y="15113"/>
                    <a:pt x="8703" y="15141"/>
                  </a:cubicBezTo>
                  <a:cubicBezTo>
                    <a:pt x="8731" y="15198"/>
                    <a:pt x="8788" y="15285"/>
                    <a:pt x="8875" y="15427"/>
                  </a:cubicBezTo>
                  <a:cubicBezTo>
                    <a:pt x="8903" y="15484"/>
                    <a:pt x="8932" y="15571"/>
                    <a:pt x="8960" y="15599"/>
                  </a:cubicBezTo>
                  <a:cubicBezTo>
                    <a:pt x="9303" y="16545"/>
                    <a:pt x="9848" y="17461"/>
                    <a:pt x="11509" y="17946"/>
                  </a:cubicBezTo>
                  <a:cubicBezTo>
                    <a:pt x="11536" y="17976"/>
                    <a:pt x="11566" y="17976"/>
                    <a:pt x="11594" y="17976"/>
                  </a:cubicBezTo>
                  <a:cubicBezTo>
                    <a:pt x="11967" y="18091"/>
                    <a:pt x="12482" y="18175"/>
                    <a:pt x="13025" y="18175"/>
                  </a:cubicBezTo>
                  <a:cubicBezTo>
                    <a:pt x="13742" y="18175"/>
                    <a:pt x="14543" y="18004"/>
                    <a:pt x="15173" y="17404"/>
                  </a:cubicBezTo>
                  <a:cubicBezTo>
                    <a:pt x="15430" y="17175"/>
                    <a:pt x="15631" y="16916"/>
                    <a:pt x="15773" y="16659"/>
                  </a:cubicBezTo>
                  <a:cubicBezTo>
                    <a:pt x="15841" y="16664"/>
                    <a:pt x="15910" y="16667"/>
                    <a:pt x="15979" y="16667"/>
                  </a:cubicBezTo>
                  <a:cubicBezTo>
                    <a:pt x="16698" y="16667"/>
                    <a:pt x="17481" y="16387"/>
                    <a:pt x="18265" y="15656"/>
                  </a:cubicBezTo>
                  <a:cubicBezTo>
                    <a:pt x="18808" y="15141"/>
                    <a:pt x="19124" y="14626"/>
                    <a:pt x="19266" y="14140"/>
                  </a:cubicBezTo>
                  <a:cubicBezTo>
                    <a:pt x="19925" y="14110"/>
                    <a:pt x="20612" y="13854"/>
                    <a:pt x="21327" y="13366"/>
                  </a:cubicBezTo>
                  <a:cubicBezTo>
                    <a:pt x="22586" y="12507"/>
                    <a:pt x="23761" y="10618"/>
                    <a:pt x="23418" y="8786"/>
                  </a:cubicBezTo>
                  <a:cubicBezTo>
                    <a:pt x="23418" y="8729"/>
                    <a:pt x="23418" y="8671"/>
                    <a:pt x="23388" y="8587"/>
                  </a:cubicBezTo>
                  <a:cubicBezTo>
                    <a:pt x="22960" y="6839"/>
                    <a:pt x="21700" y="6209"/>
                    <a:pt x="20811" y="5980"/>
                  </a:cubicBezTo>
                  <a:cubicBezTo>
                    <a:pt x="20869" y="5037"/>
                    <a:pt x="20640" y="3835"/>
                    <a:pt x="19380" y="2774"/>
                  </a:cubicBezTo>
                  <a:lnTo>
                    <a:pt x="19323" y="2717"/>
                  </a:lnTo>
                  <a:cubicBezTo>
                    <a:pt x="18527" y="2089"/>
                    <a:pt x="16384" y="1379"/>
                    <a:pt x="14720" y="1379"/>
                  </a:cubicBezTo>
                  <a:cubicBezTo>
                    <a:pt x="14412" y="1379"/>
                    <a:pt x="14120" y="1404"/>
                    <a:pt x="13856" y="1457"/>
                  </a:cubicBezTo>
                  <a:cubicBezTo>
                    <a:pt x="13627" y="1515"/>
                    <a:pt x="13426" y="1572"/>
                    <a:pt x="13226" y="1659"/>
                  </a:cubicBezTo>
                  <a:cubicBezTo>
                    <a:pt x="13139" y="1659"/>
                    <a:pt x="13025" y="1686"/>
                    <a:pt x="12910" y="1686"/>
                  </a:cubicBezTo>
                  <a:cubicBezTo>
                    <a:pt x="12739" y="1686"/>
                    <a:pt x="12452" y="1716"/>
                    <a:pt x="12253" y="1716"/>
                  </a:cubicBezTo>
                  <a:cubicBezTo>
                    <a:pt x="12081" y="1515"/>
                    <a:pt x="11795" y="1258"/>
                    <a:pt x="11394" y="1029"/>
                  </a:cubicBezTo>
                  <a:cubicBezTo>
                    <a:pt x="10585" y="541"/>
                    <a:pt x="9832" y="361"/>
                    <a:pt x="9158" y="361"/>
                  </a:cubicBezTo>
                  <a:cubicBezTo>
                    <a:pt x="8569" y="361"/>
                    <a:pt x="8040" y="499"/>
                    <a:pt x="7586" y="686"/>
                  </a:cubicBezTo>
                  <a:cubicBezTo>
                    <a:pt x="7128" y="370"/>
                    <a:pt x="6613" y="170"/>
                    <a:pt x="6127" y="83"/>
                  </a:cubicBezTo>
                  <a:cubicBezTo>
                    <a:pt x="5867" y="26"/>
                    <a:pt x="5618" y="1"/>
                    <a:pt x="538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5"/>
            <p:cNvSpPr/>
            <p:nvPr/>
          </p:nvSpPr>
          <p:spPr>
            <a:xfrm>
              <a:off x="7186713" y="755875"/>
              <a:ext cx="241496" cy="145294"/>
            </a:xfrm>
            <a:custGeom>
              <a:avLst/>
              <a:gdLst/>
              <a:ahLst/>
              <a:cxnLst/>
              <a:rect l="l" t="t" r="r" b="b"/>
              <a:pathLst>
                <a:path w="11939" h="7183" extrusionOk="0">
                  <a:moveTo>
                    <a:pt x="7188" y="0"/>
                  </a:moveTo>
                  <a:cubicBezTo>
                    <a:pt x="6800" y="0"/>
                    <a:pt x="6444" y="73"/>
                    <a:pt x="6126" y="198"/>
                  </a:cubicBezTo>
                  <a:cubicBezTo>
                    <a:pt x="5355" y="399"/>
                    <a:pt x="4839" y="743"/>
                    <a:pt x="4496" y="942"/>
                  </a:cubicBezTo>
                  <a:lnTo>
                    <a:pt x="4496" y="972"/>
                  </a:lnTo>
                  <a:cubicBezTo>
                    <a:pt x="4351" y="964"/>
                    <a:pt x="4184" y="953"/>
                    <a:pt x="4000" y="953"/>
                  </a:cubicBezTo>
                  <a:cubicBezTo>
                    <a:pt x="3530" y="953"/>
                    <a:pt x="2954" y="1022"/>
                    <a:pt x="2378" y="1373"/>
                  </a:cubicBezTo>
                  <a:cubicBezTo>
                    <a:pt x="0" y="2690"/>
                    <a:pt x="545" y="4636"/>
                    <a:pt x="687" y="5007"/>
                  </a:cubicBezTo>
                  <a:cubicBezTo>
                    <a:pt x="1374" y="6897"/>
                    <a:pt x="3752" y="7183"/>
                    <a:pt x="5096" y="7183"/>
                  </a:cubicBezTo>
                  <a:cubicBezTo>
                    <a:pt x="5412" y="7183"/>
                    <a:pt x="5668" y="7183"/>
                    <a:pt x="5813" y="7155"/>
                  </a:cubicBezTo>
                  <a:lnTo>
                    <a:pt x="5813" y="7183"/>
                  </a:lnTo>
                  <a:cubicBezTo>
                    <a:pt x="5955" y="7155"/>
                    <a:pt x="6184" y="7155"/>
                    <a:pt x="6413" y="7155"/>
                  </a:cubicBezTo>
                  <a:cubicBezTo>
                    <a:pt x="6625" y="7158"/>
                    <a:pt x="6841" y="7161"/>
                    <a:pt x="7057" y="7161"/>
                  </a:cubicBezTo>
                  <a:cubicBezTo>
                    <a:pt x="8798" y="7161"/>
                    <a:pt x="10606" y="6986"/>
                    <a:pt x="11394" y="5408"/>
                  </a:cubicBezTo>
                  <a:cubicBezTo>
                    <a:pt x="11939" y="4293"/>
                    <a:pt x="11824" y="2575"/>
                    <a:pt x="9820" y="1029"/>
                  </a:cubicBezTo>
                  <a:cubicBezTo>
                    <a:pt x="8850" y="287"/>
                    <a:pt x="7956" y="0"/>
                    <a:pt x="7188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15"/>
            <p:cNvSpPr/>
            <p:nvPr/>
          </p:nvSpPr>
          <p:spPr>
            <a:xfrm>
              <a:off x="7018223" y="1086848"/>
              <a:ext cx="189329" cy="157147"/>
            </a:xfrm>
            <a:custGeom>
              <a:avLst/>
              <a:gdLst/>
              <a:ahLst/>
              <a:cxnLst/>
              <a:rect l="l" t="t" r="r" b="b"/>
              <a:pathLst>
                <a:path w="9360" h="7769" extrusionOk="0">
                  <a:moveTo>
                    <a:pt x="5098" y="1"/>
                  </a:moveTo>
                  <a:cubicBezTo>
                    <a:pt x="4653" y="1"/>
                    <a:pt x="4215" y="94"/>
                    <a:pt x="3806" y="269"/>
                  </a:cubicBezTo>
                  <a:cubicBezTo>
                    <a:pt x="2948" y="470"/>
                    <a:pt x="2260" y="1013"/>
                    <a:pt x="1775" y="1872"/>
                  </a:cubicBezTo>
                  <a:cubicBezTo>
                    <a:pt x="1718" y="1929"/>
                    <a:pt x="1631" y="2016"/>
                    <a:pt x="1603" y="2101"/>
                  </a:cubicBezTo>
                  <a:cubicBezTo>
                    <a:pt x="1516" y="2188"/>
                    <a:pt x="1431" y="2330"/>
                    <a:pt x="1317" y="2444"/>
                  </a:cubicBezTo>
                  <a:cubicBezTo>
                    <a:pt x="829" y="3017"/>
                    <a:pt x="486" y="3475"/>
                    <a:pt x="371" y="4105"/>
                  </a:cubicBezTo>
                  <a:cubicBezTo>
                    <a:pt x="0" y="5708"/>
                    <a:pt x="687" y="6653"/>
                    <a:pt x="1145" y="7082"/>
                  </a:cubicBezTo>
                  <a:cubicBezTo>
                    <a:pt x="1745" y="7627"/>
                    <a:pt x="2405" y="7769"/>
                    <a:pt x="3005" y="7769"/>
                  </a:cubicBezTo>
                  <a:cubicBezTo>
                    <a:pt x="3749" y="7769"/>
                    <a:pt x="4409" y="7540"/>
                    <a:pt x="4809" y="7398"/>
                  </a:cubicBezTo>
                  <a:lnTo>
                    <a:pt x="4837" y="7398"/>
                  </a:lnTo>
                  <a:cubicBezTo>
                    <a:pt x="5161" y="7475"/>
                    <a:pt x="5642" y="7588"/>
                    <a:pt x="6180" y="7588"/>
                  </a:cubicBezTo>
                  <a:cubicBezTo>
                    <a:pt x="6834" y="7588"/>
                    <a:pt x="7572" y="7422"/>
                    <a:pt x="8215" y="6825"/>
                  </a:cubicBezTo>
                  <a:cubicBezTo>
                    <a:pt x="8760" y="6337"/>
                    <a:pt x="9360" y="5451"/>
                    <a:pt x="9188" y="3905"/>
                  </a:cubicBezTo>
                  <a:cubicBezTo>
                    <a:pt x="9188" y="3876"/>
                    <a:pt x="9161" y="3818"/>
                    <a:pt x="9161" y="3791"/>
                  </a:cubicBezTo>
                  <a:cubicBezTo>
                    <a:pt x="8932" y="2359"/>
                    <a:pt x="7729" y="841"/>
                    <a:pt x="6383" y="269"/>
                  </a:cubicBezTo>
                  <a:cubicBezTo>
                    <a:pt x="5962" y="87"/>
                    <a:pt x="5527" y="1"/>
                    <a:pt x="50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15"/>
            <p:cNvSpPr/>
            <p:nvPr/>
          </p:nvSpPr>
          <p:spPr>
            <a:xfrm>
              <a:off x="6765133" y="844338"/>
              <a:ext cx="294775" cy="147782"/>
            </a:xfrm>
            <a:custGeom>
              <a:avLst/>
              <a:gdLst/>
              <a:ahLst/>
              <a:cxnLst/>
              <a:rect l="l" t="t" r="r" b="b"/>
              <a:pathLst>
                <a:path w="14573" h="7306" extrusionOk="0">
                  <a:moveTo>
                    <a:pt x="5705" y="0"/>
                  </a:moveTo>
                  <a:cubicBezTo>
                    <a:pt x="4245" y="0"/>
                    <a:pt x="2786" y="599"/>
                    <a:pt x="2004" y="1065"/>
                  </a:cubicBezTo>
                  <a:cubicBezTo>
                    <a:pt x="172" y="2180"/>
                    <a:pt x="0" y="3554"/>
                    <a:pt x="87" y="4298"/>
                  </a:cubicBezTo>
                  <a:cubicBezTo>
                    <a:pt x="144" y="4843"/>
                    <a:pt x="488" y="6217"/>
                    <a:pt x="2347" y="6905"/>
                  </a:cubicBezTo>
                  <a:cubicBezTo>
                    <a:pt x="2884" y="7066"/>
                    <a:pt x="3402" y="7119"/>
                    <a:pt x="3892" y="7119"/>
                  </a:cubicBezTo>
                  <a:cubicBezTo>
                    <a:pt x="4448" y="7119"/>
                    <a:pt x="4968" y="7050"/>
                    <a:pt x="5439" y="6989"/>
                  </a:cubicBezTo>
                  <a:cubicBezTo>
                    <a:pt x="5718" y="6943"/>
                    <a:pt x="6054" y="6896"/>
                    <a:pt x="6277" y="6896"/>
                  </a:cubicBezTo>
                  <a:cubicBezTo>
                    <a:pt x="6329" y="6896"/>
                    <a:pt x="6375" y="6899"/>
                    <a:pt x="6412" y="6905"/>
                  </a:cubicBezTo>
                  <a:cubicBezTo>
                    <a:pt x="6557" y="6932"/>
                    <a:pt x="6671" y="6962"/>
                    <a:pt x="6756" y="6989"/>
                  </a:cubicBezTo>
                  <a:cubicBezTo>
                    <a:pt x="7244" y="7134"/>
                    <a:pt x="7816" y="7305"/>
                    <a:pt x="8588" y="7305"/>
                  </a:cubicBezTo>
                  <a:cubicBezTo>
                    <a:pt x="8904" y="7305"/>
                    <a:pt x="9275" y="7276"/>
                    <a:pt x="9676" y="7191"/>
                  </a:cubicBezTo>
                  <a:cubicBezTo>
                    <a:pt x="9733" y="7191"/>
                    <a:pt x="9848" y="7161"/>
                    <a:pt x="9962" y="7161"/>
                  </a:cubicBezTo>
                  <a:cubicBezTo>
                    <a:pt x="11623" y="6932"/>
                    <a:pt x="12683" y="6760"/>
                    <a:pt x="13455" y="5959"/>
                  </a:cubicBezTo>
                  <a:cubicBezTo>
                    <a:pt x="14343" y="5015"/>
                    <a:pt x="14572" y="3813"/>
                    <a:pt x="14114" y="2695"/>
                  </a:cubicBezTo>
                  <a:cubicBezTo>
                    <a:pt x="13542" y="1408"/>
                    <a:pt x="12252" y="863"/>
                    <a:pt x="11252" y="721"/>
                  </a:cubicBezTo>
                  <a:cubicBezTo>
                    <a:pt x="10882" y="629"/>
                    <a:pt x="10543" y="590"/>
                    <a:pt x="10232" y="590"/>
                  </a:cubicBezTo>
                  <a:cubicBezTo>
                    <a:pt x="9482" y="590"/>
                    <a:pt x="8899" y="813"/>
                    <a:pt x="8474" y="1035"/>
                  </a:cubicBezTo>
                  <a:cubicBezTo>
                    <a:pt x="8332" y="893"/>
                    <a:pt x="8160" y="749"/>
                    <a:pt x="7958" y="634"/>
                  </a:cubicBezTo>
                  <a:cubicBezTo>
                    <a:pt x="7277" y="173"/>
                    <a:pt x="6491" y="0"/>
                    <a:pt x="570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15"/>
            <p:cNvSpPr/>
            <p:nvPr/>
          </p:nvSpPr>
          <p:spPr>
            <a:xfrm>
              <a:off x="7003718" y="841546"/>
              <a:ext cx="172581" cy="138983"/>
            </a:xfrm>
            <a:custGeom>
              <a:avLst/>
              <a:gdLst/>
              <a:ahLst/>
              <a:cxnLst/>
              <a:rect l="l" t="t" r="r" b="b"/>
              <a:pathLst>
                <a:path w="8532" h="6871" extrusionOk="0">
                  <a:moveTo>
                    <a:pt x="5297" y="0"/>
                  </a:moveTo>
                  <a:cubicBezTo>
                    <a:pt x="4954" y="0"/>
                    <a:pt x="4581" y="85"/>
                    <a:pt x="4267" y="229"/>
                  </a:cubicBezTo>
                  <a:cubicBezTo>
                    <a:pt x="3580" y="344"/>
                    <a:pt x="3122" y="573"/>
                    <a:pt x="2405" y="1058"/>
                  </a:cubicBezTo>
                  <a:lnTo>
                    <a:pt x="2263" y="1145"/>
                  </a:lnTo>
                  <a:cubicBezTo>
                    <a:pt x="2176" y="1173"/>
                    <a:pt x="2119" y="1230"/>
                    <a:pt x="2034" y="1260"/>
                  </a:cubicBezTo>
                  <a:cubicBezTo>
                    <a:pt x="1489" y="1546"/>
                    <a:pt x="0" y="2291"/>
                    <a:pt x="87" y="4008"/>
                  </a:cubicBezTo>
                  <a:cubicBezTo>
                    <a:pt x="115" y="4810"/>
                    <a:pt x="516" y="5925"/>
                    <a:pt x="2206" y="6612"/>
                  </a:cubicBezTo>
                  <a:cubicBezTo>
                    <a:pt x="2263" y="6642"/>
                    <a:pt x="2348" y="6669"/>
                    <a:pt x="2405" y="6669"/>
                  </a:cubicBezTo>
                  <a:cubicBezTo>
                    <a:pt x="2806" y="6814"/>
                    <a:pt x="3321" y="6871"/>
                    <a:pt x="3923" y="6871"/>
                  </a:cubicBezTo>
                  <a:cubicBezTo>
                    <a:pt x="4782" y="6871"/>
                    <a:pt x="5755" y="6726"/>
                    <a:pt x="6385" y="6413"/>
                  </a:cubicBezTo>
                  <a:cubicBezTo>
                    <a:pt x="6527" y="6355"/>
                    <a:pt x="6642" y="6298"/>
                    <a:pt x="6756" y="6211"/>
                  </a:cubicBezTo>
                  <a:cubicBezTo>
                    <a:pt x="7214" y="5897"/>
                    <a:pt x="7530" y="5439"/>
                    <a:pt x="7672" y="4952"/>
                  </a:cubicBezTo>
                  <a:cubicBezTo>
                    <a:pt x="7702" y="4952"/>
                    <a:pt x="7702" y="4924"/>
                    <a:pt x="7702" y="4924"/>
                  </a:cubicBezTo>
                  <a:cubicBezTo>
                    <a:pt x="7931" y="4665"/>
                    <a:pt x="8130" y="4352"/>
                    <a:pt x="8245" y="4008"/>
                  </a:cubicBezTo>
                  <a:lnTo>
                    <a:pt x="8332" y="3578"/>
                  </a:lnTo>
                  <a:cubicBezTo>
                    <a:pt x="8389" y="3092"/>
                    <a:pt x="8531" y="1947"/>
                    <a:pt x="7672" y="974"/>
                  </a:cubicBezTo>
                  <a:cubicBezTo>
                    <a:pt x="7272" y="543"/>
                    <a:pt x="6527" y="0"/>
                    <a:pt x="5297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5"/>
            <p:cNvSpPr/>
            <p:nvPr/>
          </p:nvSpPr>
          <p:spPr>
            <a:xfrm>
              <a:off x="6920920" y="899443"/>
              <a:ext cx="200374" cy="162710"/>
            </a:xfrm>
            <a:custGeom>
              <a:avLst/>
              <a:gdLst/>
              <a:ahLst/>
              <a:cxnLst/>
              <a:rect l="l" t="t" r="r" b="b"/>
              <a:pathLst>
                <a:path w="9906" h="8044" extrusionOk="0">
                  <a:moveTo>
                    <a:pt x="5834" y="0"/>
                  </a:moveTo>
                  <a:cubicBezTo>
                    <a:pt x="4453" y="0"/>
                    <a:pt x="3578" y="709"/>
                    <a:pt x="3093" y="1089"/>
                  </a:cubicBezTo>
                  <a:lnTo>
                    <a:pt x="2978" y="1203"/>
                  </a:lnTo>
                  <a:cubicBezTo>
                    <a:pt x="1002" y="1318"/>
                    <a:pt x="372" y="2834"/>
                    <a:pt x="200" y="3493"/>
                  </a:cubicBezTo>
                  <a:cubicBezTo>
                    <a:pt x="200" y="3551"/>
                    <a:pt x="173" y="3578"/>
                    <a:pt x="173" y="3635"/>
                  </a:cubicBezTo>
                  <a:cubicBezTo>
                    <a:pt x="1" y="4437"/>
                    <a:pt x="1" y="6013"/>
                    <a:pt x="1890" y="7128"/>
                  </a:cubicBezTo>
                  <a:cubicBezTo>
                    <a:pt x="1918" y="7128"/>
                    <a:pt x="1947" y="7158"/>
                    <a:pt x="1947" y="7158"/>
                  </a:cubicBezTo>
                  <a:cubicBezTo>
                    <a:pt x="2834" y="7815"/>
                    <a:pt x="3608" y="8044"/>
                    <a:pt x="4265" y="8044"/>
                  </a:cubicBezTo>
                  <a:cubicBezTo>
                    <a:pt x="5467" y="8044"/>
                    <a:pt x="6269" y="7329"/>
                    <a:pt x="6612" y="7013"/>
                  </a:cubicBezTo>
                  <a:cubicBezTo>
                    <a:pt x="6699" y="6956"/>
                    <a:pt x="6757" y="6899"/>
                    <a:pt x="6814" y="6842"/>
                  </a:cubicBezTo>
                  <a:cubicBezTo>
                    <a:pt x="7272" y="6757"/>
                    <a:pt x="8074" y="6585"/>
                    <a:pt x="8761" y="5841"/>
                  </a:cubicBezTo>
                  <a:cubicBezTo>
                    <a:pt x="9562" y="4982"/>
                    <a:pt x="9906" y="3750"/>
                    <a:pt x="9647" y="2635"/>
                  </a:cubicBezTo>
                  <a:cubicBezTo>
                    <a:pt x="9448" y="1776"/>
                    <a:pt x="8875" y="1059"/>
                    <a:pt x="8074" y="631"/>
                  </a:cubicBezTo>
                  <a:cubicBezTo>
                    <a:pt x="7902" y="516"/>
                    <a:pt x="7700" y="402"/>
                    <a:pt x="7501" y="315"/>
                  </a:cubicBezTo>
                  <a:cubicBezTo>
                    <a:pt x="6878" y="90"/>
                    <a:pt x="6324" y="0"/>
                    <a:pt x="5834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5"/>
            <p:cNvSpPr/>
            <p:nvPr/>
          </p:nvSpPr>
          <p:spPr>
            <a:xfrm>
              <a:off x="7047717" y="788404"/>
              <a:ext cx="167403" cy="133623"/>
            </a:xfrm>
            <a:custGeom>
              <a:avLst/>
              <a:gdLst/>
              <a:ahLst/>
              <a:cxnLst/>
              <a:rect l="l" t="t" r="r" b="b"/>
              <a:pathLst>
                <a:path w="8276" h="6606" extrusionOk="0">
                  <a:moveTo>
                    <a:pt x="3172" y="1"/>
                  </a:moveTo>
                  <a:cubicBezTo>
                    <a:pt x="2434" y="1"/>
                    <a:pt x="1699" y="152"/>
                    <a:pt x="1089" y="708"/>
                  </a:cubicBezTo>
                  <a:cubicBezTo>
                    <a:pt x="344" y="1368"/>
                    <a:pt x="1" y="2369"/>
                    <a:pt x="173" y="3372"/>
                  </a:cubicBezTo>
                  <a:cubicBezTo>
                    <a:pt x="402" y="4688"/>
                    <a:pt x="1490" y="5861"/>
                    <a:pt x="2493" y="6292"/>
                  </a:cubicBezTo>
                  <a:cubicBezTo>
                    <a:pt x="2951" y="6521"/>
                    <a:pt x="3466" y="6605"/>
                    <a:pt x="4038" y="6605"/>
                  </a:cubicBezTo>
                  <a:cubicBezTo>
                    <a:pt x="5154" y="6605"/>
                    <a:pt x="6329" y="6205"/>
                    <a:pt x="7016" y="5460"/>
                  </a:cubicBezTo>
                  <a:cubicBezTo>
                    <a:pt x="7959" y="4459"/>
                    <a:pt x="8275" y="3056"/>
                    <a:pt x="7760" y="1883"/>
                  </a:cubicBezTo>
                  <a:cubicBezTo>
                    <a:pt x="7272" y="766"/>
                    <a:pt x="6184" y="78"/>
                    <a:pt x="4925" y="78"/>
                  </a:cubicBezTo>
                  <a:cubicBezTo>
                    <a:pt x="4753" y="78"/>
                    <a:pt x="4638" y="108"/>
                    <a:pt x="4496" y="108"/>
                  </a:cubicBezTo>
                  <a:lnTo>
                    <a:pt x="4467" y="108"/>
                  </a:lnTo>
                  <a:cubicBezTo>
                    <a:pt x="4051" y="54"/>
                    <a:pt x="3611" y="1"/>
                    <a:pt x="3172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5"/>
            <p:cNvSpPr/>
            <p:nvPr/>
          </p:nvSpPr>
          <p:spPr>
            <a:xfrm>
              <a:off x="7033274" y="900009"/>
              <a:ext cx="181238" cy="143069"/>
            </a:xfrm>
            <a:custGeom>
              <a:avLst/>
              <a:gdLst/>
              <a:ahLst/>
              <a:cxnLst/>
              <a:rect l="l" t="t" r="r" b="b"/>
              <a:pathLst>
                <a:path w="8960" h="7073" extrusionOk="0">
                  <a:moveTo>
                    <a:pt x="5753" y="1"/>
                  </a:moveTo>
                  <a:cubicBezTo>
                    <a:pt x="4207" y="1"/>
                    <a:pt x="3378" y="172"/>
                    <a:pt x="2089" y="1317"/>
                  </a:cubicBezTo>
                  <a:cubicBezTo>
                    <a:pt x="1489" y="1691"/>
                    <a:pt x="0" y="2749"/>
                    <a:pt x="200" y="4524"/>
                  </a:cubicBezTo>
                  <a:cubicBezTo>
                    <a:pt x="257" y="5039"/>
                    <a:pt x="600" y="6328"/>
                    <a:pt x="2291" y="6958"/>
                  </a:cubicBezTo>
                  <a:cubicBezTo>
                    <a:pt x="2520" y="7043"/>
                    <a:pt x="2806" y="7072"/>
                    <a:pt x="3120" y="7072"/>
                  </a:cubicBezTo>
                  <a:cubicBezTo>
                    <a:pt x="4665" y="7072"/>
                    <a:pt x="6727" y="6099"/>
                    <a:pt x="6756" y="6069"/>
                  </a:cubicBezTo>
                  <a:cubicBezTo>
                    <a:pt x="7901" y="5469"/>
                    <a:pt x="8959" y="4066"/>
                    <a:pt x="8760" y="2520"/>
                  </a:cubicBezTo>
                  <a:cubicBezTo>
                    <a:pt x="8646" y="1661"/>
                    <a:pt x="8130" y="917"/>
                    <a:pt x="7414" y="459"/>
                  </a:cubicBezTo>
                  <a:cubicBezTo>
                    <a:pt x="6985" y="172"/>
                    <a:pt x="6440" y="1"/>
                    <a:pt x="58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5"/>
            <p:cNvSpPr/>
            <p:nvPr/>
          </p:nvSpPr>
          <p:spPr>
            <a:xfrm>
              <a:off x="7297348" y="902558"/>
              <a:ext cx="143615" cy="124864"/>
            </a:xfrm>
            <a:custGeom>
              <a:avLst/>
              <a:gdLst/>
              <a:ahLst/>
              <a:cxnLst/>
              <a:rect l="l" t="t" r="r" b="b"/>
              <a:pathLst>
                <a:path w="7100" h="6173" extrusionOk="0">
                  <a:moveTo>
                    <a:pt x="3668" y="1"/>
                  </a:moveTo>
                  <a:cubicBezTo>
                    <a:pt x="3424" y="1"/>
                    <a:pt x="3174" y="25"/>
                    <a:pt x="2920" y="76"/>
                  </a:cubicBezTo>
                  <a:cubicBezTo>
                    <a:pt x="2776" y="104"/>
                    <a:pt x="2634" y="133"/>
                    <a:pt x="2490" y="191"/>
                  </a:cubicBezTo>
                  <a:cubicBezTo>
                    <a:pt x="1287" y="562"/>
                    <a:pt x="428" y="1450"/>
                    <a:pt x="199" y="2565"/>
                  </a:cubicBezTo>
                  <a:cubicBezTo>
                    <a:pt x="0" y="3653"/>
                    <a:pt x="428" y="4771"/>
                    <a:pt x="1317" y="5485"/>
                  </a:cubicBezTo>
                  <a:cubicBezTo>
                    <a:pt x="1890" y="5943"/>
                    <a:pt x="2604" y="6172"/>
                    <a:pt x="3321" y="6172"/>
                  </a:cubicBezTo>
                  <a:cubicBezTo>
                    <a:pt x="3779" y="6172"/>
                    <a:pt x="4237" y="6088"/>
                    <a:pt x="4665" y="5916"/>
                  </a:cubicBezTo>
                  <a:cubicBezTo>
                    <a:pt x="6241" y="5286"/>
                    <a:pt x="7100" y="3683"/>
                    <a:pt x="6669" y="2137"/>
                  </a:cubicBezTo>
                  <a:cubicBezTo>
                    <a:pt x="6279" y="819"/>
                    <a:pt x="5078" y="1"/>
                    <a:pt x="366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5"/>
            <p:cNvSpPr/>
            <p:nvPr/>
          </p:nvSpPr>
          <p:spPr>
            <a:xfrm>
              <a:off x="7135189" y="800703"/>
              <a:ext cx="149421" cy="125390"/>
            </a:xfrm>
            <a:custGeom>
              <a:avLst/>
              <a:gdLst/>
              <a:ahLst/>
              <a:cxnLst/>
              <a:rect l="l" t="t" r="r" b="b"/>
              <a:pathLst>
                <a:path w="7387" h="6199" extrusionOk="0">
                  <a:moveTo>
                    <a:pt x="3891" y="1"/>
                  </a:moveTo>
                  <a:cubicBezTo>
                    <a:pt x="3524" y="1"/>
                    <a:pt x="3148" y="61"/>
                    <a:pt x="2776" y="187"/>
                  </a:cubicBezTo>
                  <a:lnTo>
                    <a:pt x="2719" y="187"/>
                  </a:lnTo>
                  <a:cubicBezTo>
                    <a:pt x="1375" y="444"/>
                    <a:pt x="658" y="1360"/>
                    <a:pt x="372" y="2191"/>
                  </a:cubicBezTo>
                  <a:cubicBezTo>
                    <a:pt x="1" y="3393"/>
                    <a:pt x="459" y="4681"/>
                    <a:pt x="1517" y="5512"/>
                  </a:cubicBezTo>
                  <a:cubicBezTo>
                    <a:pt x="2147" y="5970"/>
                    <a:pt x="2863" y="6199"/>
                    <a:pt x="3578" y="6199"/>
                  </a:cubicBezTo>
                  <a:cubicBezTo>
                    <a:pt x="4180" y="6199"/>
                    <a:pt x="4810" y="6027"/>
                    <a:pt x="5353" y="5684"/>
                  </a:cubicBezTo>
                  <a:cubicBezTo>
                    <a:pt x="6814" y="4795"/>
                    <a:pt x="7386" y="3192"/>
                    <a:pt x="6727" y="1761"/>
                  </a:cubicBezTo>
                  <a:cubicBezTo>
                    <a:pt x="6222" y="661"/>
                    <a:pt x="5108" y="1"/>
                    <a:pt x="389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5"/>
            <p:cNvSpPr/>
            <p:nvPr/>
          </p:nvSpPr>
          <p:spPr>
            <a:xfrm>
              <a:off x="7117225" y="837662"/>
              <a:ext cx="122781" cy="122033"/>
            </a:xfrm>
            <a:custGeom>
              <a:avLst/>
              <a:gdLst/>
              <a:ahLst/>
              <a:cxnLst/>
              <a:rect l="l" t="t" r="r" b="b"/>
              <a:pathLst>
                <a:path w="6070" h="6033" extrusionOk="0">
                  <a:moveTo>
                    <a:pt x="3018" y="1"/>
                  </a:moveTo>
                  <a:cubicBezTo>
                    <a:pt x="2786" y="1"/>
                    <a:pt x="2552" y="26"/>
                    <a:pt x="2320" y="78"/>
                  </a:cubicBezTo>
                  <a:cubicBezTo>
                    <a:pt x="2034" y="105"/>
                    <a:pt x="1748" y="220"/>
                    <a:pt x="1519" y="364"/>
                  </a:cubicBezTo>
                  <a:cubicBezTo>
                    <a:pt x="1461" y="392"/>
                    <a:pt x="1404" y="421"/>
                    <a:pt x="1374" y="449"/>
                  </a:cubicBezTo>
                  <a:cubicBezTo>
                    <a:pt x="602" y="879"/>
                    <a:pt x="172" y="1681"/>
                    <a:pt x="144" y="2510"/>
                  </a:cubicBezTo>
                  <a:cubicBezTo>
                    <a:pt x="0" y="3456"/>
                    <a:pt x="202" y="4486"/>
                    <a:pt x="973" y="5231"/>
                  </a:cubicBezTo>
                  <a:cubicBezTo>
                    <a:pt x="1431" y="5716"/>
                    <a:pt x="2119" y="6032"/>
                    <a:pt x="2893" y="6032"/>
                  </a:cubicBezTo>
                  <a:cubicBezTo>
                    <a:pt x="3408" y="6032"/>
                    <a:pt x="3951" y="5888"/>
                    <a:pt x="4496" y="5544"/>
                  </a:cubicBezTo>
                  <a:cubicBezTo>
                    <a:pt x="5439" y="5002"/>
                    <a:pt x="6012" y="4086"/>
                    <a:pt x="6042" y="3055"/>
                  </a:cubicBezTo>
                  <a:cubicBezTo>
                    <a:pt x="6069" y="1995"/>
                    <a:pt x="5496" y="994"/>
                    <a:pt x="4553" y="421"/>
                  </a:cubicBezTo>
                  <a:cubicBezTo>
                    <a:pt x="4091" y="141"/>
                    <a:pt x="3560" y="1"/>
                    <a:pt x="301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5"/>
            <p:cNvSpPr/>
            <p:nvPr/>
          </p:nvSpPr>
          <p:spPr>
            <a:xfrm>
              <a:off x="7080165" y="864345"/>
              <a:ext cx="135504" cy="119666"/>
            </a:xfrm>
            <a:custGeom>
              <a:avLst/>
              <a:gdLst/>
              <a:ahLst/>
              <a:cxnLst/>
              <a:rect l="l" t="t" r="r" b="b"/>
              <a:pathLst>
                <a:path w="6699" h="5916" extrusionOk="0">
                  <a:moveTo>
                    <a:pt x="3460" y="0"/>
                  </a:moveTo>
                  <a:cubicBezTo>
                    <a:pt x="3207" y="0"/>
                    <a:pt x="2949" y="34"/>
                    <a:pt x="2691" y="103"/>
                  </a:cubicBezTo>
                  <a:cubicBezTo>
                    <a:pt x="2347" y="190"/>
                    <a:pt x="2061" y="332"/>
                    <a:pt x="1805" y="561"/>
                  </a:cubicBezTo>
                  <a:cubicBezTo>
                    <a:pt x="1747" y="591"/>
                    <a:pt x="1690" y="618"/>
                    <a:pt x="1633" y="676"/>
                  </a:cubicBezTo>
                  <a:cubicBezTo>
                    <a:pt x="286" y="1706"/>
                    <a:pt x="0" y="3454"/>
                    <a:pt x="973" y="4741"/>
                  </a:cubicBezTo>
                  <a:cubicBezTo>
                    <a:pt x="1546" y="5515"/>
                    <a:pt x="2462" y="5916"/>
                    <a:pt x="3378" y="5916"/>
                  </a:cubicBezTo>
                  <a:cubicBezTo>
                    <a:pt x="4008" y="5916"/>
                    <a:pt x="4638" y="5714"/>
                    <a:pt x="5183" y="5313"/>
                  </a:cubicBezTo>
                  <a:cubicBezTo>
                    <a:pt x="6328" y="4454"/>
                    <a:pt x="6699" y="2938"/>
                    <a:pt x="6069" y="1649"/>
                  </a:cubicBezTo>
                  <a:cubicBezTo>
                    <a:pt x="5557" y="626"/>
                    <a:pt x="4555" y="0"/>
                    <a:pt x="3460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5"/>
            <p:cNvSpPr/>
            <p:nvPr/>
          </p:nvSpPr>
          <p:spPr>
            <a:xfrm>
              <a:off x="6901236" y="807318"/>
              <a:ext cx="153446" cy="123974"/>
            </a:xfrm>
            <a:custGeom>
              <a:avLst/>
              <a:gdLst/>
              <a:ahLst/>
              <a:cxnLst/>
              <a:rect l="l" t="t" r="r" b="b"/>
              <a:pathLst>
                <a:path w="7586" h="6129" extrusionOk="0">
                  <a:moveTo>
                    <a:pt x="3867" y="1"/>
                  </a:moveTo>
                  <a:cubicBezTo>
                    <a:pt x="2089" y="1"/>
                    <a:pt x="569" y="1015"/>
                    <a:pt x="257" y="2551"/>
                  </a:cubicBezTo>
                  <a:cubicBezTo>
                    <a:pt x="1" y="3838"/>
                    <a:pt x="658" y="5414"/>
                    <a:pt x="2719" y="5986"/>
                  </a:cubicBezTo>
                  <a:cubicBezTo>
                    <a:pt x="3062" y="6101"/>
                    <a:pt x="3378" y="6128"/>
                    <a:pt x="3722" y="6128"/>
                  </a:cubicBezTo>
                  <a:cubicBezTo>
                    <a:pt x="4895" y="6128"/>
                    <a:pt x="5955" y="5556"/>
                    <a:pt x="6585" y="4869"/>
                  </a:cubicBezTo>
                  <a:cubicBezTo>
                    <a:pt x="7356" y="4040"/>
                    <a:pt x="7585" y="2922"/>
                    <a:pt x="7214" y="1949"/>
                  </a:cubicBezTo>
                  <a:cubicBezTo>
                    <a:pt x="7043" y="1491"/>
                    <a:pt x="6470" y="433"/>
                    <a:pt x="4924" y="147"/>
                  </a:cubicBezTo>
                  <a:cubicBezTo>
                    <a:pt x="4753" y="89"/>
                    <a:pt x="4608" y="60"/>
                    <a:pt x="4409" y="32"/>
                  </a:cubicBezTo>
                  <a:cubicBezTo>
                    <a:pt x="4227" y="11"/>
                    <a:pt x="4046" y="1"/>
                    <a:pt x="3867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15"/>
            <p:cNvSpPr/>
            <p:nvPr/>
          </p:nvSpPr>
          <p:spPr>
            <a:xfrm>
              <a:off x="6981709" y="838573"/>
              <a:ext cx="121628" cy="116490"/>
            </a:xfrm>
            <a:custGeom>
              <a:avLst/>
              <a:gdLst/>
              <a:ahLst/>
              <a:cxnLst/>
              <a:rect l="l" t="t" r="r" b="b"/>
              <a:pathLst>
                <a:path w="6013" h="5759" extrusionOk="0">
                  <a:moveTo>
                    <a:pt x="2936" y="1"/>
                  </a:moveTo>
                  <a:cubicBezTo>
                    <a:pt x="2391" y="1"/>
                    <a:pt x="1880" y="193"/>
                    <a:pt x="1462" y="518"/>
                  </a:cubicBezTo>
                  <a:cubicBezTo>
                    <a:pt x="1290" y="633"/>
                    <a:pt x="1146" y="747"/>
                    <a:pt x="1004" y="919"/>
                  </a:cubicBezTo>
                  <a:cubicBezTo>
                    <a:pt x="688" y="1235"/>
                    <a:pt x="0" y="1979"/>
                    <a:pt x="0" y="3296"/>
                  </a:cubicBezTo>
                  <a:cubicBezTo>
                    <a:pt x="0" y="4270"/>
                    <a:pt x="573" y="5128"/>
                    <a:pt x="1489" y="5499"/>
                  </a:cubicBezTo>
                  <a:cubicBezTo>
                    <a:pt x="1862" y="5671"/>
                    <a:pt x="2263" y="5758"/>
                    <a:pt x="2664" y="5758"/>
                  </a:cubicBezTo>
                  <a:cubicBezTo>
                    <a:pt x="3436" y="5758"/>
                    <a:pt x="4210" y="5472"/>
                    <a:pt x="4810" y="4927"/>
                  </a:cubicBezTo>
                  <a:cubicBezTo>
                    <a:pt x="5669" y="4155"/>
                    <a:pt x="6012" y="3038"/>
                    <a:pt x="5698" y="1979"/>
                  </a:cubicBezTo>
                  <a:cubicBezTo>
                    <a:pt x="5382" y="949"/>
                    <a:pt x="4496" y="205"/>
                    <a:pt x="3321" y="33"/>
                  </a:cubicBezTo>
                  <a:cubicBezTo>
                    <a:pt x="3191" y="11"/>
                    <a:pt x="3063" y="1"/>
                    <a:pt x="293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5"/>
            <p:cNvSpPr/>
            <p:nvPr/>
          </p:nvSpPr>
          <p:spPr>
            <a:xfrm>
              <a:off x="6717088" y="829834"/>
              <a:ext cx="162144" cy="122902"/>
            </a:xfrm>
            <a:custGeom>
              <a:avLst/>
              <a:gdLst/>
              <a:ahLst/>
              <a:cxnLst/>
              <a:rect l="l" t="t" r="r" b="b"/>
              <a:pathLst>
                <a:path w="8016" h="6076" extrusionOk="0">
                  <a:moveTo>
                    <a:pt x="4772" y="0"/>
                  </a:moveTo>
                  <a:cubicBezTo>
                    <a:pt x="4448" y="0"/>
                    <a:pt x="4113" y="49"/>
                    <a:pt x="3779" y="149"/>
                  </a:cubicBezTo>
                  <a:cubicBezTo>
                    <a:pt x="2577" y="293"/>
                    <a:pt x="1203" y="836"/>
                    <a:pt x="515" y="1953"/>
                  </a:cubicBezTo>
                  <a:cubicBezTo>
                    <a:pt x="0" y="2812"/>
                    <a:pt x="0" y="3843"/>
                    <a:pt x="486" y="4672"/>
                  </a:cubicBezTo>
                  <a:cubicBezTo>
                    <a:pt x="1031" y="5588"/>
                    <a:pt x="2004" y="6076"/>
                    <a:pt x="3378" y="6076"/>
                  </a:cubicBezTo>
                  <a:lnTo>
                    <a:pt x="3550" y="6076"/>
                  </a:lnTo>
                  <a:cubicBezTo>
                    <a:pt x="4523" y="6076"/>
                    <a:pt x="5611" y="5989"/>
                    <a:pt x="6470" y="5331"/>
                  </a:cubicBezTo>
                  <a:cubicBezTo>
                    <a:pt x="7672" y="4358"/>
                    <a:pt x="8016" y="2755"/>
                    <a:pt x="7329" y="1466"/>
                  </a:cubicBezTo>
                  <a:cubicBezTo>
                    <a:pt x="6802" y="523"/>
                    <a:pt x="5838" y="0"/>
                    <a:pt x="4772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5"/>
            <p:cNvSpPr/>
            <p:nvPr/>
          </p:nvSpPr>
          <p:spPr>
            <a:xfrm>
              <a:off x="6619785" y="915808"/>
              <a:ext cx="362517" cy="206017"/>
            </a:xfrm>
            <a:custGeom>
              <a:avLst/>
              <a:gdLst/>
              <a:ahLst/>
              <a:cxnLst/>
              <a:rect l="l" t="t" r="r" b="b"/>
              <a:pathLst>
                <a:path w="17922" h="10185" extrusionOk="0">
                  <a:moveTo>
                    <a:pt x="7835" y="0"/>
                  </a:moveTo>
                  <a:cubicBezTo>
                    <a:pt x="6588" y="0"/>
                    <a:pt x="5710" y="644"/>
                    <a:pt x="5238" y="967"/>
                  </a:cubicBezTo>
                  <a:lnTo>
                    <a:pt x="5154" y="1052"/>
                  </a:lnTo>
                  <a:lnTo>
                    <a:pt x="5039" y="1052"/>
                  </a:lnTo>
                  <a:cubicBezTo>
                    <a:pt x="4899" y="1045"/>
                    <a:pt x="4742" y="1037"/>
                    <a:pt x="4571" y="1037"/>
                  </a:cubicBezTo>
                  <a:cubicBezTo>
                    <a:pt x="4080" y="1037"/>
                    <a:pt x="3479" y="1098"/>
                    <a:pt x="2864" y="1395"/>
                  </a:cubicBezTo>
                  <a:cubicBezTo>
                    <a:pt x="1689" y="1910"/>
                    <a:pt x="1002" y="2712"/>
                    <a:pt x="830" y="3743"/>
                  </a:cubicBezTo>
                  <a:cubicBezTo>
                    <a:pt x="773" y="4116"/>
                    <a:pt x="773" y="4459"/>
                    <a:pt x="830" y="4773"/>
                  </a:cubicBezTo>
                  <a:cubicBezTo>
                    <a:pt x="688" y="4975"/>
                    <a:pt x="573" y="5174"/>
                    <a:pt x="486" y="5433"/>
                  </a:cubicBezTo>
                  <a:cubicBezTo>
                    <a:pt x="200" y="6147"/>
                    <a:pt x="1" y="7551"/>
                    <a:pt x="1746" y="8982"/>
                  </a:cubicBezTo>
                  <a:cubicBezTo>
                    <a:pt x="2635" y="9669"/>
                    <a:pt x="4409" y="10185"/>
                    <a:pt x="5811" y="10185"/>
                  </a:cubicBezTo>
                  <a:cubicBezTo>
                    <a:pt x="6127" y="10185"/>
                    <a:pt x="6441" y="10155"/>
                    <a:pt x="6700" y="10098"/>
                  </a:cubicBezTo>
                  <a:cubicBezTo>
                    <a:pt x="6784" y="10070"/>
                    <a:pt x="6842" y="10070"/>
                    <a:pt x="6899" y="10040"/>
                  </a:cubicBezTo>
                  <a:cubicBezTo>
                    <a:pt x="7787" y="9754"/>
                    <a:pt x="8417" y="9269"/>
                    <a:pt x="8818" y="8953"/>
                  </a:cubicBezTo>
                  <a:cubicBezTo>
                    <a:pt x="8875" y="8895"/>
                    <a:pt x="8960" y="8838"/>
                    <a:pt x="9017" y="8811"/>
                  </a:cubicBezTo>
                  <a:cubicBezTo>
                    <a:pt x="9132" y="8838"/>
                    <a:pt x="9276" y="8925"/>
                    <a:pt x="9361" y="8982"/>
                  </a:cubicBezTo>
                  <a:cubicBezTo>
                    <a:pt x="9933" y="9269"/>
                    <a:pt x="10822" y="9697"/>
                    <a:pt x="11937" y="9697"/>
                  </a:cubicBezTo>
                  <a:cubicBezTo>
                    <a:pt x="11994" y="9697"/>
                    <a:pt x="15258" y="9612"/>
                    <a:pt x="16547" y="8495"/>
                  </a:cubicBezTo>
                  <a:cubicBezTo>
                    <a:pt x="17349" y="7750"/>
                    <a:pt x="17720" y="6921"/>
                    <a:pt x="17720" y="6005"/>
                  </a:cubicBezTo>
                  <a:cubicBezTo>
                    <a:pt x="17720" y="5547"/>
                    <a:pt x="17605" y="5146"/>
                    <a:pt x="17433" y="4830"/>
                  </a:cubicBezTo>
                  <a:cubicBezTo>
                    <a:pt x="17692" y="4459"/>
                    <a:pt x="17864" y="4001"/>
                    <a:pt x="17891" y="3429"/>
                  </a:cubicBezTo>
                  <a:cubicBezTo>
                    <a:pt x="17921" y="2826"/>
                    <a:pt x="17777" y="1910"/>
                    <a:pt x="16918" y="994"/>
                  </a:cubicBezTo>
                  <a:cubicBezTo>
                    <a:pt x="16490" y="536"/>
                    <a:pt x="15917" y="280"/>
                    <a:pt x="15345" y="250"/>
                  </a:cubicBezTo>
                  <a:cubicBezTo>
                    <a:pt x="14952" y="145"/>
                    <a:pt x="14596" y="102"/>
                    <a:pt x="14272" y="102"/>
                  </a:cubicBezTo>
                  <a:cubicBezTo>
                    <a:pt x="13275" y="102"/>
                    <a:pt x="12592" y="513"/>
                    <a:pt x="12139" y="795"/>
                  </a:cubicBezTo>
                  <a:lnTo>
                    <a:pt x="12024" y="852"/>
                  </a:lnTo>
                  <a:lnTo>
                    <a:pt x="11967" y="910"/>
                  </a:lnTo>
                  <a:cubicBezTo>
                    <a:pt x="11223" y="765"/>
                    <a:pt x="10593" y="823"/>
                    <a:pt x="10162" y="795"/>
                  </a:cubicBezTo>
                  <a:cubicBezTo>
                    <a:pt x="10135" y="795"/>
                    <a:pt x="10105" y="765"/>
                    <a:pt x="10048" y="738"/>
                  </a:cubicBezTo>
                  <a:cubicBezTo>
                    <a:pt x="9734" y="536"/>
                    <a:pt x="9276" y="250"/>
                    <a:pt x="8674" y="108"/>
                  </a:cubicBezTo>
                  <a:cubicBezTo>
                    <a:pt x="8589" y="78"/>
                    <a:pt x="8502" y="51"/>
                    <a:pt x="8445" y="51"/>
                  </a:cubicBezTo>
                  <a:cubicBezTo>
                    <a:pt x="8233" y="16"/>
                    <a:pt x="8029" y="0"/>
                    <a:pt x="783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5"/>
            <p:cNvSpPr/>
            <p:nvPr/>
          </p:nvSpPr>
          <p:spPr>
            <a:xfrm>
              <a:off x="6898930" y="991527"/>
              <a:ext cx="145921" cy="128000"/>
            </a:xfrm>
            <a:custGeom>
              <a:avLst/>
              <a:gdLst/>
              <a:ahLst/>
              <a:cxnLst/>
              <a:rect l="l" t="t" r="r" b="b"/>
              <a:pathLst>
                <a:path w="7214" h="6328" extrusionOk="0">
                  <a:moveTo>
                    <a:pt x="3990" y="1"/>
                  </a:moveTo>
                  <a:cubicBezTo>
                    <a:pt x="3840" y="1"/>
                    <a:pt x="3684" y="10"/>
                    <a:pt x="3520" y="29"/>
                  </a:cubicBezTo>
                  <a:cubicBezTo>
                    <a:pt x="3405" y="29"/>
                    <a:pt x="3321" y="57"/>
                    <a:pt x="3206" y="57"/>
                  </a:cubicBezTo>
                  <a:cubicBezTo>
                    <a:pt x="1344" y="286"/>
                    <a:pt x="0" y="1804"/>
                    <a:pt x="85" y="3492"/>
                  </a:cubicBezTo>
                  <a:cubicBezTo>
                    <a:pt x="172" y="4896"/>
                    <a:pt x="1344" y="6327"/>
                    <a:pt x="3435" y="6327"/>
                  </a:cubicBezTo>
                  <a:cubicBezTo>
                    <a:pt x="4809" y="6327"/>
                    <a:pt x="6096" y="5553"/>
                    <a:pt x="6699" y="4323"/>
                  </a:cubicBezTo>
                  <a:cubicBezTo>
                    <a:pt x="7214" y="3263"/>
                    <a:pt x="7127" y="2061"/>
                    <a:pt x="6440" y="1174"/>
                  </a:cubicBezTo>
                  <a:cubicBezTo>
                    <a:pt x="6157" y="786"/>
                    <a:pt x="5382" y="1"/>
                    <a:pt x="399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5"/>
            <p:cNvSpPr/>
            <p:nvPr/>
          </p:nvSpPr>
          <p:spPr>
            <a:xfrm>
              <a:off x="6534093" y="879820"/>
              <a:ext cx="298194" cy="167281"/>
            </a:xfrm>
            <a:custGeom>
              <a:avLst/>
              <a:gdLst/>
              <a:ahLst/>
              <a:cxnLst/>
              <a:rect l="l" t="t" r="r" b="b"/>
              <a:pathLst>
                <a:path w="14742" h="8270" extrusionOk="0">
                  <a:moveTo>
                    <a:pt x="8513" y="0"/>
                  </a:moveTo>
                  <a:cubicBezTo>
                    <a:pt x="7322" y="0"/>
                    <a:pt x="6541" y="294"/>
                    <a:pt x="5382" y="1113"/>
                  </a:cubicBezTo>
                  <a:cubicBezTo>
                    <a:pt x="5295" y="1170"/>
                    <a:pt x="4951" y="1200"/>
                    <a:pt x="4695" y="1228"/>
                  </a:cubicBezTo>
                  <a:cubicBezTo>
                    <a:pt x="3951" y="1315"/>
                    <a:pt x="2948" y="1457"/>
                    <a:pt x="1947" y="2144"/>
                  </a:cubicBezTo>
                  <a:cubicBezTo>
                    <a:pt x="142" y="3346"/>
                    <a:pt x="0" y="5036"/>
                    <a:pt x="401" y="6124"/>
                  </a:cubicBezTo>
                  <a:cubicBezTo>
                    <a:pt x="916" y="7441"/>
                    <a:pt x="2318" y="8270"/>
                    <a:pt x="3921" y="8270"/>
                  </a:cubicBezTo>
                  <a:cubicBezTo>
                    <a:pt x="4180" y="8270"/>
                    <a:pt x="4466" y="8242"/>
                    <a:pt x="4722" y="8185"/>
                  </a:cubicBezTo>
                  <a:cubicBezTo>
                    <a:pt x="5467" y="8070"/>
                    <a:pt x="6126" y="7784"/>
                    <a:pt x="6669" y="7555"/>
                  </a:cubicBezTo>
                  <a:cubicBezTo>
                    <a:pt x="6898" y="7441"/>
                    <a:pt x="7271" y="7269"/>
                    <a:pt x="7386" y="7269"/>
                  </a:cubicBezTo>
                  <a:cubicBezTo>
                    <a:pt x="8959" y="7010"/>
                    <a:pt x="10276" y="6667"/>
                    <a:pt x="11508" y="6323"/>
                  </a:cubicBezTo>
                  <a:cubicBezTo>
                    <a:pt x="11593" y="6296"/>
                    <a:pt x="11707" y="6266"/>
                    <a:pt x="11794" y="6266"/>
                  </a:cubicBezTo>
                  <a:cubicBezTo>
                    <a:pt x="12539" y="6094"/>
                    <a:pt x="14227" y="5723"/>
                    <a:pt x="14600" y="3918"/>
                  </a:cubicBezTo>
                  <a:cubicBezTo>
                    <a:pt x="14742" y="3261"/>
                    <a:pt x="14714" y="1972"/>
                    <a:pt x="13139" y="857"/>
                  </a:cubicBezTo>
                  <a:cubicBezTo>
                    <a:pt x="13081" y="827"/>
                    <a:pt x="12997" y="770"/>
                    <a:pt x="12939" y="742"/>
                  </a:cubicBezTo>
                  <a:cubicBezTo>
                    <a:pt x="12191" y="315"/>
                    <a:pt x="11476" y="238"/>
                    <a:pt x="10935" y="238"/>
                  </a:cubicBezTo>
                  <a:cubicBezTo>
                    <a:pt x="10751" y="238"/>
                    <a:pt x="10586" y="247"/>
                    <a:pt x="10448" y="254"/>
                  </a:cubicBezTo>
                  <a:lnTo>
                    <a:pt x="10391" y="254"/>
                  </a:lnTo>
                  <a:cubicBezTo>
                    <a:pt x="10134" y="112"/>
                    <a:pt x="9818" y="55"/>
                    <a:pt x="9532" y="55"/>
                  </a:cubicBezTo>
                  <a:cubicBezTo>
                    <a:pt x="9156" y="20"/>
                    <a:pt x="8820" y="0"/>
                    <a:pt x="851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5"/>
            <p:cNvSpPr/>
            <p:nvPr/>
          </p:nvSpPr>
          <p:spPr>
            <a:xfrm>
              <a:off x="6599495" y="2209924"/>
              <a:ext cx="321981" cy="194042"/>
            </a:xfrm>
            <a:custGeom>
              <a:avLst/>
              <a:gdLst/>
              <a:ahLst/>
              <a:cxnLst/>
              <a:rect l="l" t="t" r="r" b="b"/>
              <a:pathLst>
                <a:path w="15918" h="9593" extrusionOk="0">
                  <a:moveTo>
                    <a:pt x="5470" y="1"/>
                  </a:moveTo>
                  <a:cubicBezTo>
                    <a:pt x="4496" y="1"/>
                    <a:pt x="3608" y="115"/>
                    <a:pt x="2864" y="374"/>
                  </a:cubicBezTo>
                  <a:cubicBezTo>
                    <a:pt x="1061" y="974"/>
                    <a:pt x="1" y="2348"/>
                    <a:pt x="230" y="3894"/>
                  </a:cubicBezTo>
                  <a:cubicBezTo>
                    <a:pt x="287" y="4267"/>
                    <a:pt x="688" y="6271"/>
                    <a:pt x="3436" y="6386"/>
                  </a:cubicBezTo>
                  <a:cubicBezTo>
                    <a:pt x="3752" y="6413"/>
                    <a:pt x="4038" y="6413"/>
                    <a:pt x="4295" y="6413"/>
                  </a:cubicBezTo>
                  <a:lnTo>
                    <a:pt x="4611" y="6413"/>
                  </a:lnTo>
                  <a:cubicBezTo>
                    <a:pt x="5012" y="6413"/>
                    <a:pt x="5126" y="6413"/>
                    <a:pt x="5612" y="6615"/>
                  </a:cubicBezTo>
                  <a:cubicBezTo>
                    <a:pt x="5641" y="6642"/>
                    <a:pt x="5669" y="6642"/>
                    <a:pt x="5699" y="6672"/>
                  </a:cubicBezTo>
                  <a:cubicBezTo>
                    <a:pt x="5928" y="6729"/>
                    <a:pt x="6099" y="6814"/>
                    <a:pt x="6299" y="6871"/>
                  </a:cubicBezTo>
                  <a:cubicBezTo>
                    <a:pt x="6558" y="6986"/>
                    <a:pt x="6901" y="7100"/>
                    <a:pt x="6958" y="7158"/>
                  </a:cubicBezTo>
                  <a:cubicBezTo>
                    <a:pt x="6958" y="7158"/>
                    <a:pt x="7043" y="7245"/>
                    <a:pt x="7272" y="7588"/>
                  </a:cubicBezTo>
                  <a:lnTo>
                    <a:pt x="7329" y="7645"/>
                  </a:lnTo>
                  <a:cubicBezTo>
                    <a:pt x="7616" y="8074"/>
                    <a:pt x="8504" y="9391"/>
                    <a:pt x="10306" y="9391"/>
                  </a:cubicBezTo>
                  <a:cubicBezTo>
                    <a:pt x="10478" y="9391"/>
                    <a:pt x="10650" y="9391"/>
                    <a:pt x="10822" y="9363"/>
                  </a:cubicBezTo>
                  <a:cubicBezTo>
                    <a:pt x="10880" y="9363"/>
                    <a:pt x="10950" y="9350"/>
                    <a:pt x="11032" y="9350"/>
                  </a:cubicBezTo>
                  <a:cubicBezTo>
                    <a:pt x="11074" y="9350"/>
                    <a:pt x="11118" y="9353"/>
                    <a:pt x="11165" y="9363"/>
                  </a:cubicBezTo>
                  <a:cubicBezTo>
                    <a:pt x="11195" y="9363"/>
                    <a:pt x="11223" y="9363"/>
                    <a:pt x="11280" y="9391"/>
                  </a:cubicBezTo>
                  <a:cubicBezTo>
                    <a:pt x="11653" y="9478"/>
                    <a:pt x="12196" y="9592"/>
                    <a:pt x="12768" y="9592"/>
                  </a:cubicBezTo>
                  <a:cubicBezTo>
                    <a:pt x="13799" y="9592"/>
                    <a:pt x="14687" y="9161"/>
                    <a:pt x="15230" y="8360"/>
                  </a:cubicBezTo>
                  <a:cubicBezTo>
                    <a:pt x="15517" y="7932"/>
                    <a:pt x="15917" y="7016"/>
                    <a:pt x="15489" y="5784"/>
                  </a:cubicBezTo>
                  <a:cubicBezTo>
                    <a:pt x="15345" y="5241"/>
                    <a:pt x="15031" y="4753"/>
                    <a:pt x="14543" y="4325"/>
                  </a:cubicBezTo>
                  <a:lnTo>
                    <a:pt x="14458" y="4238"/>
                  </a:lnTo>
                  <a:cubicBezTo>
                    <a:pt x="12654" y="2692"/>
                    <a:pt x="10222" y="603"/>
                    <a:pt x="7130" y="115"/>
                  </a:cubicBezTo>
                  <a:cubicBezTo>
                    <a:pt x="6615" y="58"/>
                    <a:pt x="6042" y="1"/>
                    <a:pt x="547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5"/>
            <p:cNvSpPr/>
            <p:nvPr/>
          </p:nvSpPr>
          <p:spPr>
            <a:xfrm>
              <a:off x="6809132" y="2302170"/>
              <a:ext cx="234558" cy="150998"/>
            </a:xfrm>
            <a:custGeom>
              <a:avLst/>
              <a:gdLst/>
              <a:ahLst/>
              <a:cxnLst/>
              <a:rect l="l" t="t" r="r" b="b"/>
              <a:pathLst>
                <a:path w="11596" h="7465" extrusionOk="0">
                  <a:moveTo>
                    <a:pt x="4871" y="1"/>
                  </a:moveTo>
                  <a:cubicBezTo>
                    <a:pt x="4188" y="1"/>
                    <a:pt x="3399" y="168"/>
                    <a:pt x="2692" y="795"/>
                  </a:cubicBezTo>
                  <a:lnTo>
                    <a:pt x="2550" y="937"/>
                  </a:lnTo>
                  <a:cubicBezTo>
                    <a:pt x="2234" y="1253"/>
                    <a:pt x="2034" y="1624"/>
                    <a:pt x="1920" y="1940"/>
                  </a:cubicBezTo>
                  <a:cubicBezTo>
                    <a:pt x="1748" y="2055"/>
                    <a:pt x="1547" y="2197"/>
                    <a:pt x="1375" y="2398"/>
                  </a:cubicBezTo>
                  <a:cubicBezTo>
                    <a:pt x="1" y="3830"/>
                    <a:pt x="489" y="5261"/>
                    <a:pt x="688" y="5662"/>
                  </a:cubicBezTo>
                  <a:cubicBezTo>
                    <a:pt x="1375" y="7208"/>
                    <a:pt x="2978" y="7464"/>
                    <a:pt x="4439" y="7464"/>
                  </a:cubicBezTo>
                  <a:cubicBezTo>
                    <a:pt x="4810" y="7464"/>
                    <a:pt x="5183" y="7437"/>
                    <a:pt x="5527" y="7437"/>
                  </a:cubicBezTo>
                  <a:cubicBezTo>
                    <a:pt x="5699" y="7407"/>
                    <a:pt x="5841" y="7407"/>
                    <a:pt x="5955" y="7407"/>
                  </a:cubicBezTo>
                  <a:cubicBezTo>
                    <a:pt x="6557" y="7407"/>
                    <a:pt x="9592" y="7322"/>
                    <a:pt x="10879" y="5460"/>
                  </a:cubicBezTo>
                  <a:cubicBezTo>
                    <a:pt x="11481" y="4601"/>
                    <a:pt x="11596" y="3543"/>
                    <a:pt x="11252" y="2570"/>
                  </a:cubicBezTo>
                  <a:cubicBezTo>
                    <a:pt x="10478" y="452"/>
                    <a:pt x="8160" y="365"/>
                    <a:pt x="7157" y="337"/>
                  </a:cubicBezTo>
                  <a:lnTo>
                    <a:pt x="6844" y="337"/>
                  </a:lnTo>
                  <a:cubicBezTo>
                    <a:pt x="6699" y="280"/>
                    <a:pt x="6557" y="223"/>
                    <a:pt x="6386" y="223"/>
                  </a:cubicBezTo>
                  <a:cubicBezTo>
                    <a:pt x="6328" y="193"/>
                    <a:pt x="6271" y="193"/>
                    <a:pt x="6184" y="166"/>
                  </a:cubicBezTo>
                  <a:cubicBezTo>
                    <a:pt x="5871" y="102"/>
                    <a:pt x="5403" y="1"/>
                    <a:pt x="487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5"/>
            <p:cNvSpPr/>
            <p:nvPr/>
          </p:nvSpPr>
          <p:spPr>
            <a:xfrm>
              <a:off x="7305440" y="1456965"/>
              <a:ext cx="244389" cy="213845"/>
            </a:xfrm>
            <a:custGeom>
              <a:avLst/>
              <a:gdLst/>
              <a:ahLst/>
              <a:cxnLst/>
              <a:rect l="l" t="t" r="r" b="b"/>
              <a:pathLst>
                <a:path w="12082" h="10572" extrusionOk="0">
                  <a:moveTo>
                    <a:pt x="7083" y="1"/>
                  </a:moveTo>
                  <a:cubicBezTo>
                    <a:pt x="6814" y="1"/>
                    <a:pt x="6528" y="56"/>
                    <a:pt x="6242" y="152"/>
                  </a:cubicBezTo>
                  <a:cubicBezTo>
                    <a:pt x="4952" y="667"/>
                    <a:pt x="4352" y="1640"/>
                    <a:pt x="4009" y="2240"/>
                  </a:cubicBezTo>
                  <a:cubicBezTo>
                    <a:pt x="3951" y="2355"/>
                    <a:pt x="3837" y="2499"/>
                    <a:pt x="3837" y="2526"/>
                  </a:cubicBezTo>
                  <a:cubicBezTo>
                    <a:pt x="3665" y="2728"/>
                    <a:pt x="3264" y="2957"/>
                    <a:pt x="2891" y="3214"/>
                  </a:cubicBezTo>
                  <a:cubicBezTo>
                    <a:pt x="2577" y="3415"/>
                    <a:pt x="2204" y="3644"/>
                    <a:pt x="1861" y="3930"/>
                  </a:cubicBezTo>
                  <a:cubicBezTo>
                    <a:pt x="1833" y="3930"/>
                    <a:pt x="1803" y="3958"/>
                    <a:pt x="1803" y="3988"/>
                  </a:cubicBezTo>
                  <a:cubicBezTo>
                    <a:pt x="1" y="5476"/>
                    <a:pt x="28" y="6850"/>
                    <a:pt x="402" y="7737"/>
                  </a:cubicBezTo>
                  <a:cubicBezTo>
                    <a:pt x="1010" y="9279"/>
                    <a:pt x="2441" y="9568"/>
                    <a:pt x="3896" y="9568"/>
                  </a:cubicBezTo>
                  <a:cubicBezTo>
                    <a:pt x="4360" y="9568"/>
                    <a:pt x="4826" y="9539"/>
                    <a:pt x="5268" y="9511"/>
                  </a:cubicBezTo>
                  <a:cubicBezTo>
                    <a:pt x="5497" y="9511"/>
                    <a:pt x="5784" y="9484"/>
                    <a:pt x="6013" y="9484"/>
                  </a:cubicBezTo>
                  <a:cubicBezTo>
                    <a:pt x="6413" y="9855"/>
                    <a:pt x="7272" y="10572"/>
                    <a:pt x="8502" y="10572"/>
                  </a:cubicBezTo>
                  <a:cubicBezTo>
                    <a:pt x="8704" y="10572"/>
                    <a:pt x="8903" y="10572"/>
                    <a:pt x="9104" y="10542"/>
                  </a:cubicBezTo>
                  <a:cubicBezTo>
                    <a:pt x="9132" y="10514"/>
                    <a:pt x="9189" y="10514"/>
                    <a:pt x="9219" y="10514"/>
                  </a:cubicBezTo>
                  <a:cubicBezTo>
                    <a:pt x="10391" y="10256"/>
                    <a:pt x="11193" y="9656"/>
                    <a:pt x="11594" y="8797"/>
                  </a:cubicBezTo>
                  <a:cubicBezTo>
                    <a:pt x="12081" y="7679"/>
                    <a:pt x="11708" y="6706"/>
                    <a:pt x="11452" y="6191"/>
                  </a:cubicBezTo>
                  <a:cubicBezTo>
                    <a:pt x="11795" y="5476"/>
                    <a:pt x="11795" y="4817"/>
                    <a:pt x="11681" y="4301"/>
                  </a:cubicBezTo>
                  <a:cubicBezTo>
                    <a:pt x="11422" y="3129"/>
                    <a:pt x="10765" y="2499"/>
                    <a:pt x="10249" y="2183"/>
                  </a:cubicBezTo>
                  <a:cubicBezTo>
                    <a:pt x="10220" y="2011"/>
                    <a:pt x="10135" y="1812"/>
                    <a:pt x="10020" y="1610"/>
                  </a:cubicBezTo>
                  <a:cubicBezTo>
                    <a:pt x="9791" y="1152"/>
                    <a:pt x="9189" y="323"/>
                    <a:pt x="7872" y="65"/>
                  </a:cubicBezTo>
                  <a:cubicBezTo>
                    <a:pt x="7673" y="7"/>
                    <a:pt x="7444" y="7"/>
                    <a:pt x="7242" y="7"/>
                  </a:cubicBezTo>
                  <a:cubicBezTo>
                    <a:pt x="7190" y="3"/>
                    <a:pt x="7137" y="1"/>
                    <a:pt x="7083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5"/>
            <p:cNvSpPr/>
            <p:nvPr/>
          </p:nvSpPr>
          <p:spPr>
            <a:xfrm>
              <a:off x="6644121" y="1514599"/>
              <a:ext cx="335251" cy="302138"/>
            </a:xfrm>
            <a:custGeom>
              <a:avLst/>
              <a:gdLst/>
              <a:ahLst/>
              <a:cxnLst/>
              <a:rect l="l" t="t" r="r" b="b"/>
              <a:pathLst>
                <a:path w="16574" h="14937" extrusionOk="0">
                  <a:moveTo>
                    <a:pt x="8756" y="1"/>
                  </a:moveTo>
                  <a:cubicBezTo>
                    <a:pt x="7947" y="1"/>
                    <a:pt x="6983" y="240"/>
                    <a:pt x="5840" y="852"/>
                  </a:cubicBezTo>
                  <a:cubicBezTo>
                    <a:pt x="5840" y="852"/>
                    <a:pt x="5810" y="852"/>
                    <a:pt x="5810" y="880"/>
                  </a:cubicBezTo>
                  <a:cubicBezTo>
                    <a:pt x="5554" y="994"/>
                    <a:pt x="5238" y="1081"/>
                    <a:pt x="4810" y="1166"/>
                  </a:cubicBezTo>
                  <a:cubicBezTo>
                    <a:pt x="4264" y="1310"/>
                    <a:pt x="3550" y="1452"/>
                    <a:pt x="2833" y="1826"/>
                  </a:cubicBezTo>
                  <a:cubicBezTo>
                    <a:pt x="2776" y="1853"/>
                    <a:pt x="2748" y="1853"/>
                    <a:pt x="2719" y="1883"/>
                  </a:cubicBezTo>
                  <a:cubicBezTo>
                    <a:pt x="0" y="3399"/>
                    <a:pt x="229" y="5204"/>
                    <a:pt x="458" y="5891"/>
                  </a:cubicBezTo>
                  <a:cubicBezTo>
                    <a:pt x="829" y="7063"/>
                    <a:pt x="1745" y="7551"/>
                    <a:pt x="2634" y="7723"/>
                  </a:cubicBezTo>
                  <a:cubicBezTo>
                    <a:pt x="1947" y="8582"/>
                    <a:pt x="887" y="10127"/>
                    <a:pt x="1661" y="11930"/>
                  </a:cubicBezTo>
                  <a:cubicBezTo>
                    <a:pt x="2348" y="13677"/>
                    <a:pt x="3664" y="13963"/>
                    <a:pt x="4207" y="14021"/>
                  </a:cubicBezTo>
                  <a:cubicBezTo>
                    <a:pt x="4295" y="14028"/>
                    <a:pt x="4381" y="14032"/>
                    <a:pt x="4466" y="14032"/>
                  </a:cubicBezTo>
                  <a:cubicBezTo>
                    <a:pt x="5313" y="14032"/>
                    <a:pt x="5974" y="13658"/>
                    <a:pt x="6470" y="13189"/>
                  </a:cubicBezTo>
                  <a:cubicBezTo>
                    <a:pt x="6955" y="13963"/>
                    <a:pt x="7787" y="14563"/>
                    <a:pt x="9017" y="14850"/>
                  </a:cubicBezTo>
                  <a:cubicBezTo>
                    <a:pt x="9303" y="14907"/>
                    <a:pt x="9646" y="14937"/>
                    <a:pt x="9990" y="14937"/>
                  </a:cubicBezTo>
                  <a:cubicBezTo>
                    <a:pt x="11765" y="14937"/>
                    <a:pt x="14199" y="14135"/>
                    <a:pt x="15257" y="12502"/>
                  </a:cubicBezTo>
                  <a:cubicBezTo>
                    <a:pt x="16574" y="11101"/>
                    <a:pt x="16146" y="9811"/>
                    <a:pt x="15887" y="9269"/>
                  </a:cubicBezTo>
                  <a:cubicBezTo>
                    <a:pt x="15830" y="9182"/>
                    <a:pt x="15772" y="9067"/>
                    <a:pt x="15715" y="8982"/>
                  </a:cubicBezTo>
                  <a:cubicBezTo>
                    <a:pt x="15745" y="8953"/>
                    <a:pt x="15772" y="8895"/>
                    <a:pt x="15802" y="8838"/>
                  </a:cubicBezTo>
                  <a:cubicBezTo>
                    <a:pt x="16288" y="8123"/>
                    <a:pt x="16432" y="7207"/>
                    <a:pt x="16203" y="6147"/>
                  </a:cubicBezTo>
                  <a:cubicBezTo>
                    <a:pt x="15944" y="4975"/>
                    <a:pt x="15115" y="3543"/>
                    <a:pt x="12795" y="3486"/>
                  </a:cubicBezTo>
                  <a:cubicBezTo>
                    <a:pt x="12711" y="2941"/>
                    <a:pt x="12509" y="2341"/>
                    <a:pt x="11966" y="1768"/>
                  </a:cubicBezTo>
                  <a:cubicBezTo>
                    <a:pt x="11909" y="1711"/>
                    <a:pt x="11879" y="1654"/>
                    <a:pt x="11822" y="1624"/>
                  </a:cubicBezTo>
                  <a:cubicBezTo>
                    <a:pt x="11227" y="825"/>
                    <a:pt x="10257" y="1"/>
                    <a:pt x="875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5"/>
            <p:cNvSpPr/>
            <p:nvPr/>
          </p:nvSpPr>
          <p:spPr>
            <a:xfrm>
              <a:off x="5553090" y="1000853"/>
              <a:ext cx="2184186" cy="3379044"/>
            </a:xfrm>
            <a:custGeom>
              <a:avLst/>
              <a:gdLst/>
              <a:ahLst/>
              <a:cxnLst/>
              <a:rect l="l" t="t" r="r" b="b"/>
              <a:pathLst>
                <a:path w="107981" h="167052" extrusionOk="0">
                  <a:moveTo>
                    <a:pt x="75507" y="1"/>
                  </a:moveTo>
                  <a:cubicBezTo>
                    <a:pt x="75053" y="1"/>
                    <a:pt x="74488" y="549"/>
                    <a:pt x="74144" y="913"/>
                  </a:cubicBezTo>
                  <a:cubicBezTo>
                    <a:pt x="73999" y="1000"/>
                    <a:pt x="74057" y="1428"/>
                    <a:pt x="73942" y="1572"/>
                  </a:cubicBezTo>
                  <a:cubicBezTo>
                    <a:pt x="73815" y="1678"/>
                    <a:pt x="73689" y="1705"/>
                    <a:pt x="73562" y="1705"/>
                  </a:cubicBezTo>
                  <a:cubicBezTo>
                    <a:pt x="73422" y="1705"/>
                    <a:pt x="73283" y="1672"/>
                    <a:pt x="73143" y="1672"/>
                  </a:cubicBezTo>
                  <a:cubicBezTo>
                    <a:pt x="73066" y="1672"/>
                    <a:pt x="72989" y="1682"/>
                    <a:pt x="72912" y="1714"/>
                  </a:cubicBezTo>
                  <a:cubicBezTo>
                    <a:pt x="72282" y="2087"/>
                    <a:pt x="72426" y="2287"/>
                    <a:pt x="72140" y="2946"/>
                  </a:cubicBezTo>
                  <a:cubicBezTo>
                    <a:pt x="71538" y="4462"/>
                    <a:pt x="71109" y="3947"/>
                    <a:pt x="69763" y="4233"/>
                  </a:cubicBezTo>
                  <a:cubicBezTo>
                    <a:pt x="69076" y="4405"/>
                    <a:pt x="68991" y="4607"/>
                    <a:pt x="68189" y="4607"/>
                  </a:cubicBezTo>
                  <a:cubicBezTo>
                    <a:pt x="67491" y="4558"/>
                    <a:pt x="66754" y="4287"/>
                    <a:pt x="66043" y="4287"/>
                  </a:cubicBezTo>
                  <a:cubicBezTo>
                    <a:pt x="65908" y="4287"/>
                    <a:pt x="65773" y="4297"/>
                    <a:pt x="65640" y="4320"/>
                  </a:cubicBezTo>
                  <a:cubicBezTo>
                    <a:pt x="65122" y="4437"/>
                    <a:pt x="64896" y="4806"/>
                    <a:pt x="64417" y="4806"/>
                  </a:cubicBezTo>
                  <a:cubicBezTo>
                    <a:pt x="64314" y="4806"/>
                    <a:pt x="64199" y="4789"/>
                    <a:pt x="64067" y="4749"/>
                  </a:cubicBezTo>
                  <a:cubicBezTo>
                    <a:pt x="63666" y="4607"/>
                    <a:pt x="63323" y="4176"/>
                    <a:pt x="62835" y="3947"/>
                  </a:cubicBezTo>
                  <a:cubicBezTo>
                    <a:pt x="62525" y="3822"/>
                    <a:pt x="62211" y="3770"/>
                    <a:pt x="61895" y="3770"/>
                  </a:cubicBezTo>
                  <a:cubicBezTo>
                    <a:pt x="60277" y="3770"/>
                    <a:pt x="58590" y="5136"/>
                    <a:pt x="56877" y="5136"/>
                  </a:cubicBezTo>
                  <a:cubicBezTo>
                    <a:pt x="56394" y="5136"/>
                    <a:pt x="55908" y="5028"/>
                    <a:pt x="55422" y="4749"/>
                  </a:cubicBezTo>
                  <a:cubicBezTo>
                    <a:pt x="54533" y="4176"/>
                    <a:pt x="54533" y="3317"/>
                    <a:pt x="53388" y="2946"/>
                  </a:cubicBezTo>
                  <a:cubicBezTo>
                    <a:pt x="52816" y="2717"/>
                    <a:pt x="52129" y="2573"/>
                    <a:pt x="51529" y="2516"/>
                  </a:cubicBezTo>
                  <a:cubicBezTo>
                    <a:pt x="51329" y="2484"/>
                    <a:pt x="51112" y="2474"/>
                    <a:pt x="50886" y="2474"/>
                  </a:cubicBezTo>
                  <a:cubicBezTo>
                    <a:pt x="50478" y="2474"/>
                    <a:pt x="50041" y="2507"/>
                    <a:pt x="49625" y="2507"/>
                  </a:cubicBezTo>
                  <a:cubicBezTo>
                    <a:pt x="49247" y="2507"/>
                    <a:pt x="48886" y="2479"/>
                    <a:pt x="48579" y="2374"/>
                  </a:cubicBezTo>
                  <a:cubicBezTo>
                    <a:pt x="47750" y="2087"/>
                    <a:pt x="47693" y="1428"/>
                    <a:pt x="46605" y="1343"/>
                  </a:cubicBezTo>
                  <a:cubicBezTo>
                    <a:pt x="46304" y="1325"/>
                    <a:pt x="45992" y="1313"/>
                    <a:pt x="45679" y="1313"/>
                  </a:cubicBezTo>
                  <a:cubicBezTo>
                    <a:pt x="44978" y="1313"/>
                    <a:pt x="44269" y="1374"/>
                    <a:pt x="43655" y="1572"/>
                  </a:cubicBezTo>
                  <a:cubicBezTo>
                    <a:pt x="42338" y="2087"/>
                    <a:pt x="41795" y="2516"/>
                    <a:pt x="40421" y="2660"/>
                  </a:cubicBezTo>
                  <a:cubicBezTo>
                    <a:pt x="39541" y="2757"/>
                    <a:pt x="39062" y="2988"/>
                    <a:pt x="38455" y="2988"/>
                  </a:cubicBezTo>
                  <a:cubicBezTo>
                    <a:pt x="38172" y="2988"/>
                    <a:pt x="37862" y="2939"/>
                    <a:pt x="37472" y="2802"/>
                  </a:cubicBezTo>
                  <a:cubicBezTo>
                    <a:pt x="37128" y="2660"/>
                    <a:pt x="36185" y="2516"/>
                    <a:pt x="35841" y="2287"/>
                  </a:cubicBezTo>
                  <a:cubicBezTo>
                    <a:pt x="35411" y="1916"/>
                    <a:pt x="35841" y="1572"/>
                    <a:pt x="35154" y="1286"/>
                  </a:cubicBezTo>
                  <a:cubicBezTo>
                    <a:pt x="34896" y="1190"/>
                    <a:pt x="34559" y="1159"/>
                    <a:pt x="34195" y="1159"/>
                  </a:cubicBezTo>
                  <a:cubicBezTo>
                    <a:pt x="33467" y="1159"/>
                    <a:pt x="32634" y="1286"/>
                    <a:pt x="32120" y="1286"/>
                  </a:cubicBezTo>
                  <a:cubicBezTo>
                    <a:pt x="31812" y="1286"/>
                    <a:pt x="31500" y="1289"/>
                    <a:pt x="31188" y="1289"/>
                  </a:cubicBezTo>
                  <a:cubicBezTo>
                    <a:pt x="30251" y="1289"/>
                    <a:pt x="29307" y="1257"/>
                    <a:pt x="28426" y="1000"/>
                  </a:cubicBezTo>
                  <a:cubicBezTo>
                    <a:pt x="27574" y="663"/>
                    <a:pt x="26932" y="328"/>
                    <a:pt x="25993" y="328"/>
                  </a:cubicBezTo>
                  <a:cubicBezTo>
                    <a:pt x="25892" y="328"/>
                    <a:pt x="25787" y="332"/>
                    <a:pt x="25677" y="340"/>
                  </a:cubicBezTo>
                  <a:lnTo>
                    <a:pt x="25765" y="397"/>
                  </a:lnTo>
                  <a:cubicBezTo>
                    <a:pt x="24590" y="542"/>
                    <a:pt x="23646" y="913"/>
                    <a:pt x="22471" y="1000"/>
                  </a:cubicBezTo>
                  <a:cubicBezTo>
                    <a:pt x="21299" y="1000"/>
                    <a:pt x="20353" y="1000"/>
                    <a:pt x="19238" y="1428"/>
                  </a:cubicBezTo>
                  <a:cubicBezTo>
                    <a:pt x="18150" y="1858"/>
                    <a:pt x="16918" y="2287"/>
                    <a:pt x="15745" y="2660"/>
                  </a:cubicBezTo>
                  <a:cubicBezTo>
                    <a:pt x="15143" y="2859"/>
                    <a:pt x="12395" y="3004"/>
                    <a:pt x="12195" y="3462"/>
                  </a:cubicBezTo>
                  <a:cubicBezTo>
                    <a:pt x="11708" y="4320"/>
                    <a:pt x="13570" y="4749"/>
                    <a:pt x="13570" y="5408"/>
                  </a:cubicBezTo>
                  <a:cubicBezTo>
                    <a:pt x="13570" y="5935"/>
                    <a:pt x="11995" y="6655"/>
                    <a:pt x="11364" y="6655"/>
                  </a:cubicBezTo>
                  <a:cubicBezTo>
                    <a:pt x="11309" y="6655"/>
                    <a:pt x="11261" y="6650"/>
                    <a:pt x="11222" y="6638"/>
                  </a:cubicBezTo>
                  <a:cubicBezTo>
                    <a:pt x="10879" y="6553"/>
                    <a:pt x="10563" y="5981"/>
                    <a:pt x="9933" y="5836"/>
                  </a:cubicBezTo>
                  <a:cubicBezTo>
                    <a:pt x="9833" y="5828"/>
                    <a:pt x="9742" y="5824"/>
                    <a:pt x="9657" y="5824"/>
                  </a:cubicBezTo>
                  <a:cubicBezTo>
                    <a:pt x="9157" y="5824"/>
                    <a:pt x="8881" y="5965"/>
                    <a:pt x="8417" y="6210"/>
                  </a:cubicBezTo>
                  <a:cubicBezTo>
                    <a:pt x="7959" y="6409"/>
                    <a:pt x="6841" y="7153"/>
                    <a:pt x="6699" y="7726"/>
                  </a:cubicBezTo>
                  <a:cubicBezTo>
                    <a:pt x="7284" y="7970"/>
                    <a:pt x="7869" y="8011"/>
                    <a:pt x="8470" y="8011"/>
                  </a:cubicBezTo>
                  <a:cubicBezTo>
                    <a:pt x="8770" y="8011"/>
                    <a:pt x="9074" y="8001"/>
                    <a:pt x="9383" y="8001"/>
                  </a:cubicBezTo>
                  <a:cubicBezTo>
                    <a:pt x="9546" y="8001"/>
                    <a:pt x="9710" y="8004"/>
                    <a:pt x="9876" y="8012"/>
                  </a:cubicBezTo>
                  <a:cubicBezTo>
                    <a:pt x="12195" y="8241"/>
                    <a:pt x="9646" y="9043"/>
                    <a:pt x="8760" y="9386"/>
                  </a:cubicBezTo>
                  <a:cubicBezTo>
                    <a:pt x="6784" y="10188"/>
                    <a:pt x="2062" y="10275"/>
                    <a:pt x="1574" y="13222"/>
                  </a:cubicBezTo>
                  <a:cubicBezTo>
                    <a:pt x="1427" y="13968"/>
                    <a:pt x="1561" y="14186"/>
                    <a:pt x="1818" y="14186"/>
                  </a:cubicBezTo>
                  <a:cubicBezTo>
                    <a:pt x="2181" y="14186"/>
                    <a:pt x="2790" y="13750"/>
                    <a:pt x="3198" y="13750"/>
                  </a:cubicBezTo>
                  <a:cubicBezTo>
                    <a:pt x="3289" y="13750"/>
                    <a:pt x="3370" y="13772"/>
                    <a:pt x="3436" y="13824"/>
                  </a:cubicBezTo>
                  <a:cubicBezTo>
                    <a:pt x="4036" y="14310"/>
                    <a:pt x="1574" y="15198"/>
                    <a:pt x="3436" y="15684"/>
                  </a:cubicBezTo>
                  <a:cubicBezTo>
                    <a:pt x="3454" y="15687"/>
                    <a:pt x="3475" y="15689"/>
                    <a:pt x="3499" y="15689"/>
                  </a:cubicBezTo>
                  <a:cubicBezTo>
                    <a:pt x="3841" y="15689"/>
                    <a:pt x="4741" y="15357"/>
                    <a:pt x="5217" y="15357"/>
                  </a:cubicBezTo>
                  <a:cubicBezTo>
                    <a:pt x="5547" y="15357"/>
                    <a:pt x="5673" y="15517"/>
                    <a:pt x="5268" y="16057"/>
                  </a:cubicBezTo>
                  <a:cubicBezTo>
                    <a:pt x="4867" y="16715"/>
                    <a:pt x="3092" y="16859"/>
                    <a:pt x="2405" y="17230"/>
                  </a:cubicBezTo>
                  <a:cubicBezTo>
                    <a:pt x="2062" y="17374"/>
                    <a:pt x="0" y="18318"/>
                    <a:pt x="0" y="18805"/>
                  </a:cubicBezTo>
                  <a:cubicBezTo>
                    <a:pt x="0" y="19147"/>
                    <a:pt x="221" y="19272"/>
                    <a:pt x="550" y="19272"/>
                  </a:cubicBezTo>
                  <a:cubicBezTo>
                    <a:pt x="1406" y="19272"/>
                    <a:pt x="2998" y="18422"/>
                    <a:pt x="3349" y="18318"/>
                  </a:cubicBezTo>
                  <a:cubicBezTo>
                    <a:pt x="4867" y="17947"/>
                    <a:pt x="5611" y="17718"/>
                    <a:pt x="6841" y="16715"/>
                  </a:cubicBezTo>
                  <a:cubicBezTo>
                    <a:pt x="8016" y="15684"/>
                    <a:pt x="9532" y="15485"/>
                    <a:pt x="10677" y="14596"/>
                  </a:cubicBezTo>
                  <a:cubicBezTo>
                    <a:pt x="11708" y="13882"/>
                    <a:pt x="12482" y="13080"/>
                    <a:pt x="13627" y="12737"/>
                  </a:cubicBezTo>
                  <a:cubicBezTo>
                    <a:pt x="13949" y="12611"/>
                    <a:pt x="14198" y="12554"/>
                    <a:pt x="14371" y="12554"/>
                  </a:cubicBezTo>
                  <a:cubicBezTo>
                    <a:pt x="14828" y="12554"/>
                    <a:pt x="14757" y="12949"/>
                    <a:pt x="14112" y="13508"/>
                  </a:cubicBezTo>
                  <a:cubicBezTo>
                    <a:pt x="13570" y="13966"/>
                    <a:pt x="11909" y="14596"/>
                    <a:pt x="13139" y="15054"/>
                  </a:cubicBezTo>
                  <a:cubicBezTo>
                    <a:pt x="13229" y="15081"/>
                    <a:pt x="13322" y="15093"/>
                    <a:pt x="13416" y="15093"/>
                  </a:cubicBezTo>
                  <a:cubicBezTo>
                    <a:pt x="14336" y="15093"/>
                    <a:pt x="15408" y="13924"/>
                    <a:pt x="16031" y="13508"/>
                  </a:cubicBezTo>
                  <a:cubicBezTo>
                    <a:pt x="16809" y="13033"/>
                    <a:pt x="17390" y="12575"/>
                    <a:pt x="18157" y="12575"/>
                  </a:cubicBezTo>
                  <a:cubicBezTo>
                    <a:pt x="18407" y="12575"/>
                    <a:pt x="18677" y="12624"/>
                    <a:pt x="18979" y="12737"/>
                  </a:cubicBezTo>
                  <a:cubicBezTo>
                    <a:pt x="20067" y="13080"/>
                    <a:pt x="21184" y="13366"/>
                    <a:pt x="22272" y="13737"/>
                  </a:cubicBezTo>
                  <a:cubicBezTo>
                    <a:pt x="24448" y="14539"/>
                    <a:pt x="25677" y="17058"/>
                    <a:pt x="25421" y="19550"/>
                  </a:cubicBezTo>
                  <a:cubicBezTo>
                    <a:pt x="25277" y="20550"/>
                    <a:pt x="24532" y="21554"/>
                    <a:pt x="24590" y="22584"/>
                  </a:cubicBezTo>
                  <a:cubicBezTo>
                    <a:pt x="24734" y="23585"/>
                    <a:pt x="25765" y="24329"/>
                    <a:pt x="26250" y="25188"/>
                  </a:cubicBezTo>
                  <a:cubicBezTo>
                    <a:pt x="26509" y="25619"/>
                    <a:pt x="27395" y="28023"/>
                    <a:pt x="26795" y="28367"/>
                  </a:cubicBezTo>
                  <a:cubicBezTo>
                    <a:pt x="26740" y="28393"/>
                    <a:pt x="26688" y="28405"/>
                    <a:pt x="26638" y="28405"/>
                  </a:cubicBezTo>
                  <a:cubicBezTo>
                    <a:pt x="25992" y="28405"/>
                    <a:pt x="25793" y="26313"/>
                    <a:pt x="25421" y="26047"/>
                  </a:cubicBezTo>
                  <a:cubicBezTo>
                    <a:pt x="25224" y="25931"/>
                    <a:pt x="25045" y="25881"/>
                    <a:pt x="24887" y="25881"/>
                  </a:cubicBezTo>
                  <a:cubicBezTo>
                    <a:pt x="24267" y="25881"/>
                    <a:pt x="23990" y="26661"/>
                    <a:pt x="24333" y="27279"/>
                  </a:cubicBezTo>
                  <a:cubicBezTo>
                    <a:pt x="24791" y="28367"/>
                    <a:pt x="25563" y="28165"/>
                    <a:pt x="25020" y="29597"/>
                  </a:cubicBezTo>
                  <a:cubicBezTo>
                    <a:pt x="24590" y="30542"/>
                    <a:pt x="23990" y="31630"/>
                    <a:pt x="23445" y="32516"/>
                  </a:cubicBezTo>
                  <a:cubicBezTo>
                    <a:pt x="22758" y="33749"/>
                    <a:pt x="21642" y="34092"/>
                    <a:pt x="20841" y="35123"/>
                  </a:cubicBezTo>
                  <a:cubicBezTo>
                    <a:pt x="19925" y="36123"/>
                    <a:pt x="20696" y="37355"/>
                    <a:pt x="20154" y="38443"/>
                  </a:cubicBezTo>
                  <a:cubicBezTo>
                    <a:pt x="19810" y="39245"/>
                    <a:pt x="18578" y="39387"/>
                    <a:pt x="18436" y="40417"/>
                  </a:cubicBezTo>
                  <a:cubicBezTo>
                    <a:pt x="18349" y="41047"/>
                    <a:pt x="18979" y="42279"/>
                    <a:pt x="19180" y="43024"/>
                  </a:cubicBezTo>
                  <a:cubicBezTo>
                    <a:pt x="19322" y="43738"/>
                    <a:pt x="19380" y="44455"/>
                    <a:pt x="19380" y="45199"/>
                  </a:cubicBezTo>
                  <a:lnTo>
                    <a:pt x="19322" y="44913"/>
                  </a:lnTo>
                  <a:lnTo>
                    <a:pt x="19322" y="44913"/>
                  </a:lnTo>
                  <a:cubicBezTo>
                    <a:pt x="19380" y="45543"/>
                    <a:pt x="19123" y="47001"/>
                    <a:pt x="19524" y="47432"/>
                  </a:cubicBezTo>
                  <a:cubicBezTo>
                    <a:pt x="19810" y="47718"/>
                    <a:pt x="20410" y="47661"/>
                    <a:pt x="20696" y="47803"/>
                  </a:cubicBezTo>
                  <a:cubicBezTo>
                    <a:pt x="21299" y="48234"/>
                    <a:pt x="21241" y="48463"/>
                    <a:pt x="21498" y="49035"/>
                  </a:cubicBezTo>
                  <a:cubicBezTo>
                    <a:pt x="21841" y="50036"/>
                    <a:pt x="22414" y="50924"/>
                    <a:pt x="22272" y="52012"/>
                  </a:cubicBezTo>
                  <a:cubicBezTo>
                    <a:pt x="22185" y="52356"/>
                    <a:pt x="21929" y="52956"/>
                    <a:pt x="21986" y="53299"/>
                  </a:cubicBezTo>
                  <a:cubicBezTo>
                    <a:pt x="22128" y="54044"/>
                    <a:pt x="22529" y="53815"/>
                    <a:pt x="22758" y="54330"/>
                  </a:cubicBezTo>
                  <a:cubicBezTo>
                    <a:pt x="23303" y="55562"/>
                    <a:pt x="22272" y="56192"/>
                    <a:pt x="22329" y="57135"/>
                  </a:cubicBezTo>
                  <a:cubicBezTo>
                    <a:pt x="22471" y="58081"/>
                    <a:pt x="23445" y="57937"/>
                    <a:pt x="23903" y="58367"/>
                  </a:cubicBezTo>
                  <a:cubicBezTo>
                    <a:pt x="24448" y="58825"/>
                    <a:pt x="24390" y="59112"/>
                    <a:pt x="24590" y="59826"/>
                  </a:cubicBezTo>
                  <a:cubicBezTo>
                    <a:pt x="24734" y="60486"/>
                    <a:pt x="25277" y="62231"/>
                    <a:pt x="26250" y="62288"/>
                  </a:cubicBezTo>
                  <a:cubicBezTo>
                    <a:pt x="27539" y="62288"/>
                    <a:pt x="26250" y="60543"/>
                    <a:pt x="26021" y="59971"/>
                  </a:cubicBezTo>
                  <a:cubicBezTo>
                    <a:pt x="25677" y="59169"/>
                    <a:pt x="25765" y="58367"/>
                    <a:pt x="25563" y="57566"/>
                  </a:cubicBezTo>
                  <a:cubicBezTo>
                    <a:pt x="25277" y="56707"/>
                    <a:pt x="24590" y="56048"/>
                    <a:pt x="24390" y="55189"/>
                  </a:cubicBezTo>
                  <a:cubicBezTo>
                    <a:pt x="24333" y="54760"/>
                    <a:pt x="24448" y="54330"/>
                    <a:pt x="24390" y="53959"/>
                  </a:cubicBezTo>
                  <a:cubicBezTo>
                    <a:pt x="24189" y="53386"/>
                    <a:pt x="23761" y="53242"/>
                    <a:pt x="23559" y="52727"/>
                  </a:cubicBezTo>
                  <a:cubicBezTo>
                    <a:pt x="23303" y="52154"/>
                    <a:pt x="23216" y="51268"/>
                    <a:pt x="24047" y="51124"/>
                  </a:cubicBezTo>
                  <a:lnTo>
                    <a:pt x="24189" y="51066"/>
                  </a:lnTo>
                  <a:cubicBezTo>
                    <a:pt x="24306" y="51048"/>
                    <a:pt x="24415" y="51039"/>
                    <a:pt x="24516" y="51039"/>
                  </a:cubicBezTo>
                  <a:cubicBezTo>
                    <a:pt x="25643" y="51039"/>
                    <a:pt x="25765" y="52159"/>
                    <a:pt x="25765" y="53157"/>
                  </a:cubicBezTo>
                  <a:cubicBezTo>
                    <a:pt x="25765" y="54330"/>
                    <a:pt x="25906" y="54760"/>
                    <a:pt x="26509" y="55848"/>
                  </a:cubicBezTo>
                  <a:cubicBezTo>
                    <a:pt x="27139" y="56792"/>
                    <a:pt x="27196" y="57795"/>
                    <a:pt x="27624" y="58738"/>
                  </a:cubicBezTo>
                  <a:cubicBezTo>
                    <a:pt x="28169" y="59913"/>
                    <a:pt x="29200" y="60628"/>
                    <a:pt x="29800" y="61773"/>
                  </a:cubicBezTo>
                  <a:cubicBezTo>
                    <a:pt x="30201" y="62574"/>
                    <a:pt x="31117" y="63749"/>
                    <a:pt x="31174" y="64693"/>
                  </a:cubicBezTo>
                  <a:cubicBezTo>
                    <a:pt x="31231" y="65781"/>
                    <a:pt x="30288" y="66268"/>
                    <a:pt x="30688" y="67356"/>
                  </a:cubicBezTo>
                  <a:cubicBezTo>
                    <a:pt x="31117" y="68586"/>
                    <a:pt x="33150" y="69188"/>
                    <a:pt x="34124" y="70104"/>
                  </a:cubicBezTo>
                  <a:cubicBezTo>
                    <a:pt x="35211" y="71192"/>
                    <a:pt x="36384" y="71277"/>
                    <a:pt x="37758" y="71792"/>
                  </a:cubicBezTo>
                  <a:cubicBezTo>
                    <a:pt x="38567" y="72035"/>
                    <a:pt x="39074" y="72159"/>
                    <a:pt x="39595" y="72159"/>
                  </a:cubicBezTo>
                  <a:cubicBezTo>
                    <a:pt x="39996" y="72159"/>
                    <a:pt x="40404" y="72086"/>
                    <a:pt x="40964" y="71936"/>
                  </a:cubicBezTo>
                  <a:cubicBezTo>
                    <a:pt x="41291" y="71860"/>
                    <a:pt x="41629" y="71819"/>
                    <a:pt x="41960" y="71819"/>
                  </a:cubicBezTo>
                  <a:cubicBezTo>
                    <a:pt x="42878" y="71819"/>
                    <a:pt x="43753" y="72138"/>
                    <a:pt x="44257" y="72937"/>
                  </a:cubicBezTo>
                  <a:cubicBezTo>
                    <a:pt x="44457" y="73368"/>
                    <a:pt x="44200" y="73654"/>
                    <a:pt x="44601" y="74112"/>
                  </a:cubicBezTo>
                  <a:cubicBezTo>
                    <a:pt x="44887" y="74398"/>
                    <a:pt x="45487" y="74598"/>
                    <a:pt x="45918" y="74742"/>
                  </a:cubicBezTo>
                  <a:cubicBezTo>
                    <a:pt x="46948" y="75342"/>
                    <a:pt x="47892" y="75399"/>
                    <a:pt x="48922" y="75772"/>
                  </a:cubicBezTo>
                  <a:cubicBezTo>
                    <a:pt x="50010" y="76143"/>
                    <a:pt x="49525" y="76860"/>
                    <a:pt x="50354" y="77433"/>
                  </a:cubicBezTo>
                  <a:cubicBezTo>
                    <a:pt x="50448" y="77496"/>
                    <a:pt x="50557" y="77513"/>
                    <a:pt x="50674" y="77513"/>
                  </a:cubicBezTo>
                  <a:cubicBezTo>
                    <a:pt x="50820" y="77513"/>
                    <a:pt x="50976" y="77486"/>
                    <a:pt x="51127" y="77486"/>
                  </a:cubicBezTo>
                  <a:cubicBezTo>
                    <a:pt x="51294" y="77486"/>
                    <a:pt x="51455" y="77519"/>
                    <a:pt x="51586" y="77662"/>
                  </a:cubicBezTo>
                  <a:cubicBezTo>
                    <a:pt x="52216" y="78376"/>
                    <a:pt x="51384" y="78234"/>
                    <a:pt x="51242" y="78750"/>
                  </a:cubicBezTo>
                  <a:cubicBezTo>
                    <a:pt x="50899" y="80266"/>
                    <a:pt x="51929" y="80410"/>
                    <a:pt x="52903" y="81124"/>
                  </a:cubicBezTo>
                  <a:cubicBezTo>
                    <a:pt x="53704" y="81697"/>
                    <a:pt x="54334" y="82929"/>
                    <a:pt x="55422" y="83243"/>
                  </a:cubicBezTo>
                  <a:cubicBezTo>
                    <a:pt x="55492" y="83258"/>
                    <a:pt x="55562" y="83265"/>
                    <a:pt x="55631" y="83265"/>
                  </a:cubicBezTo>
                  <a:cubicBezTo>
                    <a:pt x="56700" y="83265"/>
                    <a:pt x="57574" y="81531"/>
                    <a:pt x="58285" y="81531"/>
                  </a:cubicBezTo>
                  <a:cubicBezTo>
                    <a:pt x="58383" y="81531"/>
                    <a:pt x="58479" y="81564"/>
                    <a:pt x="58571" y="81640"/>
                  </a:cubicBezTo>
                  <a:lnTo>
                    <a:pt x="58456" y="81498"/>
                  </a:lnTo>
                  <a:lnTo>
                    <a:pt x="58456" y="81498"/>
                  </a:lnTo>
                  <a:cubicBezTo>
                    <a:pt x="59143" y="82070"/>
                    <a:pt x="59487" y="83444"/>
                    <a:pt x="59743" y="84246"/>
                  </a:cubicBezTo>
                  <a:cubicBezTo>
                    <a:pt x="60087" y="85105"/>
                    <a:pt x="60087" y="85849"/>
                    <a:pt x="60030" y="86793"/>
                  </a:cubicBezTo>
                  <a:cubicBezTo>
                    <a:pt x="59945" y="88224"/>
                    <a:pt x="59801" y="89170"/>
                    <a:pt x="58800" y="90113"/>
                  </a:cubicBezTo>
                  <a:cubicBezTo>
                    <a:pt x="58312" y="90486"/>
                    <a:pt x="58026" y="90686"/>
                    <a:pt x="57769" y="91144"/>
                  </a:cubicBezTo>
                  <a:cubicBezTo>
                    <a:pt x="57682" y="91258"/>
                    <a:pt x="57884" y="91632"/>
                    <a:pt x="57769" y="91774"/>
                  </a:cubicBezTo>
                  <a:cubicBezTo>
                    <a:pt x="57568" y="92060"/>
                    <a:pt x="57224" y="92003"/>
                    <a:pt x="57082" y="92204"/>
                  </a:cubicBezTo>
                  <a:cubicBezTo>
                    <a:pt x="55965" y="93377"/>
                    <a:pt x="55163" y="95181"/>
                    <a:pt x="56052" y="96842"/>
                  </a:cubicBezTo>
                  <a:cubicBezTo>
                    <a:pt x="56109" y="97071"/>
                    <a:pt x="56739" y="97643"/>
                    <a:pt x="56739" y="97643"/>
                  </a:cubicBezTo>
                  <a:cubicBezTo>
                    <a:pt x="56881" y="98529"/>
                    <a:pt x="56594" y="98158"/>
                    <a:pt x="56109" y="98587"/>
                  </a:cubicBezTo>
                  <a:cubicBezTo>
                    <a:pt x="55422" y="99246"/>
                    <a:pt x="55422" y="98674"/>
                    <a:pt x="55365" y="99762"/>
                  </a:cubicBezTo>
                  <a:cubicBezTo>
                    <a:pt x="55307" y="100105"/>
                    <a:pt x="55422" y="100907"/>
                    <a:pt x="55507" y="101278"/>
                  </a:cubicBezTo>
                  <a:cubicBezTo>
                    <a:pt x="55708" y="102709"/>
                    <a:pt x="56594" y="102281"/>
                    <a:pt x="57281" y="103453"/>
                  </a:cubicBezTo>
                  <a:cubicBezTo>
                    <a:pt x="58170" y="104827"/>
                    <a:pt x="58227" y="106201"/>
                    <a:pt x="59400" y="107433"/>
                  </a:cubicBezTo>
                  <a:cubicBezTo>
                    <a:pt x="61319" y="109465"/>
                    <a:pt x="61461" y="113244"/>
                    <a:pt x="63923" y="114904"/>
                  </a:cubicBezTo>
                  <a:cubicBezTo>
                    <a:pt x="65155" y="115705"/>
                    <a:pt x="66327" y="115476"/>
                    <a:pt x="67415" y="116708"/>
                  </a:cubicBezTo>
                  <a:cubicBezTo>
                    <a:pt x="68045" y="117366"/>
                    <a:pt x="69277" y="118083"/>
                    <a:pt x="69534" y="118884"/>
                  </a:cubicBezTo>
                  <a:cubicBezTo>
                    <a:pt x="69763" y="119599"/>
                    <a:pt x="69621" y="120831"/>
                    <a:pt x="69678" y="121575"/>
                  </a:cubicBezTo>
                  <a:cubicBezTo>
                    <a:pt x="69678" y="122519"/>
                    <a:pt x="69763" y="123435"/>
                    <a:pt x="69763" y="124380"/>
                  </a:cubicBezTo>
                  <a:lnTo>
                    <a:pt x="69763" y="125324"/>
                  </a:lnTo>
                  <a:lnTo>
                    <a:pt x="69621" y="125411"/>
                  </a:lnTo>
                  <a:cubicBezTo>
                    <a:pt x="69534" y="127300"/>
                    <a:pt x="70221" y="128961"/>
                    <a:pt x="70450" y="130763"/>
                  </a:cubicBezTo>
                  <a:cubicBezTo>
                    <a:pt x="70651" y="132710"/>
                    <a:pt x="70221" y="134828"/>
                    <a:pt x="70507" y="136862"/>
                  </a:cubicBezTo>
                  <a:cubicBezTo>
                    <a:pt x="70709" y="138149"/>
                    <a:pt x="70766" y="139466"/>
                    <a:pt x="70766" y="140840"/>
                  </a:cubicBezTo>
                  <a:cubicBezTo>
                    <a:pt x="70766" y="142072"/>
                    <a:pt x="70163" y="143072"/>
                    <a:pt x="70308" y="144160"/>
                  </a:cubicBezTo>
                  <a:cubicBezTo>
                    <a:pt x="70365" y="145248"/>
                    <a:pt x="71109" y="146194"/>
                    <a:pt x="71251" y="147282"/>
                  </a:cubicBezTo>
                  <a:cubicBezTo>
                    <a:pt x="71338" y="147939"/>
                    <a:pt x="71338" y="148885"/>
                    <a:pt x="71682" y="149457"/>
                  </a:cubicBezTo>
                  <a:cubicBezTo>
                    <a:pt x="72025" y="150115"/>
                    <a:pt x="72083" y="149828"/>
                    <a:pt x="72568" y="150172"/>
                  </a:cubicBezTo>
                  <a:cubicBezTo>
                    <a:pt x="74487" y="151718"/>
                    <a:pt x="74201" y="155469"/>
                    <a:pt x="75232" y="157645"/>
                  </a:cubicBezTo>
                  <a:cubicBezTo>
                    <a:pt x="75632" y="158675"/>
                    <a:pt x="75717" y="159477"/>
                    <a:pt x="75976" y="160393"/>
                  </a:cubicBezTo>
                  <a:cubicBezTo>
                    <a:pt x="76319" y="161565"/>
                    <a:pt x="77492" y="162710"/>
                    <a:pt x="78179" y="163798"/>
                  </a:cubicBezTo>
                  <a:cubicBezTo>
                    <a:pt x="78696" y="164616"/>
                    <a:pt x="79164" y="165160"/>
                    <a:pt x="79901" y="165160"/>
                  </a:cubicBezTo>
                  <a:cubicBezTo>
                    <a:pt x="80144" y="165160"/>
                    <a:pt x="80416" y="165101"/>
                    <a:pt x="80728" y="164973"/>
                  </a:cubicBezTo>
                  <a:cubicBezTo>
                    <a:pt x="81083" y="164861"/>
                    <a:pt x="81213" y="164407"/>
                    <a:pt x="81600" y="164407"/>
                  </a:cubicBezTo>
                  <a:cubicBezTo>
                    <a:pt x="81713" y="164407"/>
                    <a:pt x="81847" y="164446"/>
                    <a:pt x="82015" y="164542"/>
                  </a:cubicBezTo>
                  <a:cubicBezTo>
                    <a:pt x="82503" y="164829"/>
                    <a:pt x="82560" y="165630"/>
                    <a:pt x="82904" y="166061"/>
                  </a:cubicBezTo>
                  <a:cubicBezTo>
                    <a:pt x="83379" y="166813"/>
                    <a:pt x="83921" y="167015"/>
                    <a:pt x="84685" y="167015"/>
                  </a:cubicBezTo>
                  <a:cubicBezTo>
                    <a:pt x="84793" y="167015"/>
                    <a:pt x="84905" y="167011"/>
                    <a:pt x="85022" y="167004"/>
                  </a:cubicBezTo>
                  <a:cubicBezTo>
                    <a:pt x="85229" y="167004"/>
                    <a:pt x="85443" y="167051"/>
                    <a:pt x="85635" y="167051"/>
                  </a:cubicBezTo>
                  <a:cubicBezTo>
                    <a:pt x="85840" y="167051"/>
                    <a:pt x="86019" y="166998"/>
                    <a:pt x="86137" y="166775"/>
                  </a:cubicBezTo>
                  <a:cubicBezTo>
                    <a:pt x="86481" y="165917"/>
                    <a:pt x="85565" y="166118"/>
                    <a:pt x="85164" y="165917"/>
                  </a:cubicBezTo>
                  <a:cubicBezTo>
                    <a:pt x="84278" y="165488"/>
                    <a:pt x="83533" y="165030"/>
                    <a:pt x="82988" y="164114"/>
                  </a:cubicBezTo>
                  <a:cubicBezTo>
                    <a:pt x="82702" y="163599"/>
                    <a:pt x="82645" y="163084"/>
                    <a:pt x="82301" y="162653"/>
                  </a:cubicBezTo>
                  <a:cubicBezTo>
                    <a:pt x="81816" y="161939"/>
                    <a:pt x="81529" y="161996"/>
                    <a:pt x="81529" y="160993"/>
                  </a:cubicBezTo>
                  <a:cubicBezTo>
                    <a:pt x="81614" y="158675"/>
                    <a:pt x="84278" y="157787"/>
                    <a:pt x="81729" y="156271"/>
                  </a:cubicBezTo>
                  <a:cubicBezTo>
                    <a:pt x="80842" y="155698"/>
                    <a:pt x="80155" y="155267"/>
                    <a:pt x="80984" y="154180"/>
                  </a:cubicBezTo>
                  <a:cubicBezTo>
                    <a:pt x="81271" y="153751"/>
                    <a:pt x="81816" y="153751"/>
                    <a:pt x="82015" y="153236"/>
                  </a:cubicBezTo>
                  <a:cubicBezTo>
                    <a:pt x="82159" y="152863"/>
                    <a:pt x="81873" y="152290"/>
                    <a:pt x="82015" y="151862"/>
                  </a:cubicBezTo>
                  <a:cubicBezTo>
                    <a:pt x="82358" y="150630"/>
                    <a:pt x="83247" y="150774"/>
                    <a:pt x="81958" y="149886"/>
                  </a:cubicBezTo>
                  <a:cubicBezTo>
                    <a:pt x="81058" y="149356"/>
                    <a:pt x="80403" y="148582"/>
                    <a:pt x="81621" y="148582"/>
                  </a:cubicBezTo>
                  <a:cubicBezTo>
                    <a:pt x="81720" y="148582"/>
                    <a:pt x="81832" y="148588"/>
                    <a:pt x="81958" y="148599"/>
                  </a:cubicBezTo>
                  <a:cubicBezTo>
                    <a:pt x="82364" y="148621"/>
                    <a:pt x="82650" y="148706"/>
                    <a:pt x="82851" y="148706"/>
                  </a:cubicBezTo>
                  <a:cubicBezTo>
                    <a:pt x="83161" y="148706"/>
                    <a:pt x="83270" y="148505"/>
                    <a:pt x="83304" y="147568"/>
                  </a:cubicBezTo>
                  <a:cubicBezTo>
                    <a:pt x="83304" y="146423"/>
                    <a:pt x="82560" y="145392"/>
                    <a:pt x="84220" y="145335"/>
                  </a:cubicBezTo>
                  <a:cubicBezTo>
                    <a:pt x="84292" y="145329"/>
                    <a:pt x="84364" y="145327"/>
                    <a:pt x="84436" y="145327"/>
                  </a:cubicBezTo>
                  <a:cubicBezTo>
                    <a:pt x="84891" y="145327"/>
                    <a:pt x="85335" y="145428"/>
                    <a:pt x="85761" y="145428"/>
                  </a:cubicBezTo>
                  <a:cubicBezTo>
                    <a:pt x="86279" y="145428"/>
                    <a:pt x="86771" y="145279"/>
                    <a:pt x="87225" y="144618"/>
                  </a:cubicBezTo>
                  <a:cubicBezTo>
                    <a:pt x="87770" y="143874"/>
                    <a:pt x="87569" y="142587"/>
                    <a:pt x="87225" y="141785"/>
                  </a:cubicBezTo>
                  <a:cubicBezTo>
                    <a:pt x="86789" y="140809"/>
                    <a:pt x="85637" y="139946"/>
                    <a:pt x="86794" y="139946"/>
                  </a:cubicBezTo>
                  <a:cubicBezTo>
                    <a:pt x="86925" y="139946"/>
                    <a:pt x="87087" y="139957"/>
                    <a:pt x="87282" y="139981"/>
                  </a:cubicBezTo>
                  <a:cubicBezTo>
                    <a:pt x="87817" y="140018"/>
                    <a:pt x="88209" y="140186"/>
                    <a:pt x="88673" y="140186"/>
                  </a:cubicBezTo>
                  <a:cubicBezTo>
                    <a:pt x="88930" y="140186"/>
                    <a:pt x="89208" y="140134"/>
                    <a:pt x="89545" y="139981"/>
                  </a:cubicBezTo>
                  <a:cubicBezTo>
                    <a:pt x="90660" y="139610"/>
                    <a:pt x="90232" y="139610"/>
                    <a:pt x="90518" y="138751"/>
                  </a:cubicBezTo>
                  <a:cubicBezTo>
                    <a:pt x="90660" y="138378"/>
                    <a:pt x="90717" y="138091"/>
                    <a:pt x="90862" y="137720"/>
                  </a:cubicBezTo>
                  <a:cubicBezTo>
                    <a:pt x="91004" y="137434"/>
                    <a:pt x="91347" y="137148"/>
                    <a:pt x="91462" y="136575"/>
                  </a:cubicBezTo>
                  <a:cubicBezTo>
                    <a:pt x="91748" y="135259"/>
                    <a:pt x="91950" y="134457"/>
                    <a:pt x="92836" y="133454"/>
                  </a:cubicBezTo>
                  <a:cubicBezTo>
                    <a:pt x="94210" y="132080"/>
                    <a:pt x="94840" y="131278"/>
                    <a:pt x="94553" y="129160"/>
                  </a:cubicBezTo>
                  <a:cubicBezTo>
                    <a:pt x="94354" y="127300"/>
                    <a:pt x="94354" y="127213"/>
                    <a:pt x="95641" y="125984"/>
                  </a:cubicBezTo>
                  <a:lnTo>
                    <a:pt x="95641" y="125984"/>
                  </a:lnTo>
                  <a:lnTo>
                    <a:pt x="95298" y="126213"/>
                  </a:lnTo>
                  <a:cubicBezTo>
                    <a:pt x="96901" y="124094"/>
                    <a:pt x="100107" y="125697"/>
                    <a:pt x="101538" y="123606"/>
                  </a:cubicBezTo>
                  <a:cubicBezTo>
                    <a:pt x="102168" y="122663"/>
                    <a:pt x="102427" y="121346"/>
                    <a:pt x="102855" y="120343"/>
                  </a:cubicBezTo>
                  <a:cubicBezTo>
                    <a:pt x="103343" y="119255"/>
                    <a:pt x="104087" y="118025"/>
                    <a:pt x="104145" y="116793"/>
                  </a:cubicBezTo>
                  <a:cubicBezTo>
                    <a:pt x="104145" y="115048"/>
                    <a:pt x="102855" y="112442"/>
                    <a:pt x="103744" y="110839"/>
                  </a:cubicBezTo>
                  <a:cubicBezTo>
                    <a:pt x="104000" y="110324"/>
                    <a:pt x="104488" y="110124"/>
                    <a:pt x="104889" y="109751"/>
                  </a:cubicBezTo>
                  <a:cubicBezTo>
                    <a:pt x="105603" y="109037"/>
                    <a:pt x="105461" y="108579"/>
                    <a:pt x="105805" y="107720"/>
                  </a:cubicBezTo>
                  <a:cubicBezTo>
                    <a:pt x="106263" y="106430"/>
                    <a:pt x="107637" y="106059"/>
                    <a:pt x="107866" y="104598"/>
                  </a:cubicBezTo>
                  <a:cubicBezTo>
                    <a:pt x="107981" y="103739"/>
                    <a:pt x="107923" y="102510"/>
                    <a:pt x="107779" y="101621"/>
                  </a:cubicBezTo>
                  <a:cubicBezTo>
                    <a:pt x="107722" y="101193"/>
                    <a:pt x="107580" y="100563"/>
                    <a:pt x="107294" y="100190"/>
                  </a:cubicBezTo>
                  <a:cubicBezTo>
                    <a:pt x="107002" y="99808"/>
                    <a:pt x="106866" y="99728"/>
                    <a:pt x="106689" y="99728"/>
                  </a:cubicBezTo>
                  <a:cubicBezTo>
                    <a:pt x="106563" y="99728"/>
                    <a:pt x="106416" y="99768"/>
                    <a:pt x="106177" y="99768"/>
                  </a:cubicBezTo>
                  <a:cubicBezTo>
                    <a:pt x="106124" y="99768"/>
                    <a:pt x="106067" y="99766"/>
                    <a:pt x="106004" y="99762"/>
                  </a:cubicBezTo>
                  <a:cubicBezTo>
                    <a:pt x="104832" y="99617"/>
                    <a:pt x="104488" y="98960"/>
                    <a:pt x="103542" y="98243"/>
                  </a:cubicBezTo>
                  <a:cubicBezTo>
                    <a:pt x="102370" y="97442"/>
                    <a:pt x="101538" y="97155"/>
                    <a:pt x="100164" y="97013"/>
                  </a:cubicBezTo>
                  <a:cubicBezTo>
                    <a:pt x="99764" y="96926"/>
                    <a:pt x="99363" y="96842"/>
                    <a:pt x="98934" y="96784"/>
                  </a:cubicBezTo>
                  <a:cubicBezTo>
                    <a:pt x="98772" y="96755"/>
                    <a:pt x="98629" y="96746"/>
                    <a:pt x="98494" y="96746"/>
                  </a:cubicBezTo>
                  <a:cubicBezTo>
                    <a:pt x="98225" y="96746"/>
                    <a:pt x="97989" y="96784"/>
                    <a:pt x="97702" y="96784"/>
                  </a:cubicBezTo>
                  <a:cubicBezTo>
                    <a:pt x="96615" y="96640"/>
                    <a:pt x="96958" y="96354"/>
                    <a:pt x="96328" y="95697"/>
                  </a:cubicBezTo>
                  <a:cubicBezTo>
                    <a:pt x="95870" y="95181"/>
                    <a:pt x="94897" y="94666"/>
                    <a:pt x="94267" y="94551"/>
                  </a:cubicBezTo>
                  <a:cubicBezTo>
                    <a:pt x="94134" y="94527"/>
                    <a:pt x="94018" y="94517"/>
                    <a:pt x="93916" y="94517"/>
                  </a:cubicBezTo>
                  <a:cubicBezTo>
                    <a:pt x="93293" y="94517"/>
                    <a:pt x="93157" y="94907"/>
                    <a:pt x="92492" y="94980"/>
                  </a:cubicBezTo>
                  <a:cubicBezTo>
                    <a:pt x="92435" y="94551"/>
                    <a:pt x="92435" y="94036"/>
                    <a:pt x="92149" y="93663"/>
                  </a:cubicBezTo>
                  <a:lnTo>
                    <a:pt x="92092" y="93434"/>
                  </a:lnTo>
                  <a:cubicBezTo>
                    <a:pt x="91405" y="92662"/>
                    <a:pt x="90919" y="93090"/>
                    <a:pt x="90660" y="91861"/>
                  </a:cubicBezTo>
                  <a:cubicBezTo>
                    <a:pt x="90575" y="91487"/>
                    <a:pt x="90717" y="91059"/>
                    <a:pt x="90660" y="90773"/>
                  </a:cubicBezTo>
                  <a:cubicBezTo>
                    <a:pt x="90431" y="90342"/>
                    <a:pt x="89973" y="90342"/>
                    <a:pt x="89831" y="89884"/>
                  </a:cubicBezTo>
                  <a:cubicBezTo>
                    <a:pt x="89545" y="89170"/>
                    <a:pt x="89973" y="88368"/>
                    <a:pt x="89545" y="87594"/>
                  </a:cubicBezTo>
                  <a:cubicBezTo>
                    <a:pt x="89201" y="86937"/>
                    <a:pt x="88256" y="86193"/>
                    <a:pt x="87626" y="85849"/>
                  </a:cubicBezTo>
                  <a:cubicBezTo>
                    <a:pt x="85450" y="84475"/>
                    <a:pt x="82988" y="86135"/>
                    <a:pt x="81472" y="83815"/>
                  </a:cubicBezTo>
                  <a:cubicBezTo>
                    <a:pt x="80785" y="82785"/>
                    <a:pt x="80499" y="82441"/>
                    <a:pt x="79553" y="81841"/>
                  </a:cubicBezTo>
                  <a:cubicBezTo>
                    <a:pt x="78866" y="81411"/>
                    <a:pt x="78236" y="80609"/>
                    <a:pt x="77636" y="80037"/>
                  </a:cubicBezTo>
                  <a:cubicBezTo>
                    <a:pt x="76910" y="79333"/>
                    <a:pt x="76726" y="78963"/>
                    <a:pt x="76144" y="78963"/>
                  </a:cubicBezTo>
                  <a:cubicBezTo>
                    <a:pt x="75946" y="78963"/>
                    <a:pt x="75701" y="79006"/>
                    <a:pt x="75374" y="79093"/>
                  </a:cubicBezTo>
                  <a:cubicBezTo>
                    <a:pt x="74830" y="79279"/>
                    <a:pt x="74350" y="79371"/>
                    <a:pt x="73853" y="79371"/>
                  </a:cubicBezTo>
                  <a:cubicBezTo>
                    <a:pt x="73356" y="79371"/>
                    <a:pt x="72841" y="79279"/>
                    <a:pt x="72225" y="79093"/>
                  </a:cubicBezTo>
                  <a:cubicBezTo>
                    <a:pt x="71682" y="78949"/>
                    <a:pt x="71109" y="78892"/>
                    <a:pt x="70651" y="78663"/>
                  </a:cubicBezTo>
                  <a:cubicBezTo>
                    <a:pt x="70163" y="78434"/>
                    <a:pt x="69621" y="77861"/>
                    <a:pt x="69076" y="77719"/>
                  </a:cubicBezTo>
                  <a:cubicBezTo>
                    <a:pt x="69021" y="77711"/>
                    <a:pt x="68969" y="77707"/>
                    <a:pt x="68917" y="77707"/>
                  </a:cubicBezTo>
                  <a:cubicBezTo>
                    <a:pt x="68169" y="77707"/>
                    <a:pt x="67707" y="78504"/>
                    <a:pt x="67025" y="78504"/>
                  </a:cubicBezTo>
                  <a:cubicBezTo>
                    <a:pt x="66914" y="78504"/>
                    <a:pt x="66796" y="78483"/>
                    <a:pt x="66671" y="78434"/>
                  </a:cubicBezTo>
                  <a:cubicBezTo>
                    <a:pt x="66728" y="78147"/>
                    <a:pt x="67502" y="77433"/>
                    <a:pt x="67159" y="77059"/>
                  </a:cubicBezTo>
                  <a:cubicBezTo>
                    <a:pt x="67114" y="77003"/>
                    <a:pt x="67043" y="76980"/>
                    <a:pt x="66957" y="76980"/>
                  </a:cubicBezTo>
                  <a:cubicBezTo>
                    <a:pt x="66606" y="76980"/>
                    <a:pt x="66002" y="77363"/>
                    <a:pt x="65842" y="77433"/>
                  </a:cubicBezTo>
                  <a:cubicBezTo>
                    <a:pt x="64896" y="77948"/>
                    <a:pt x="63437" y="78090"/>
                    <a:pt x="62693" y="78663"/>
                  </a:cubicBezTo>
                  <a:cubicBezTo>
                    <a:pt x="61747" y="79379"/>
                    <a:pt x="62063" y="81411"/>
                    <a:pt x="61060" y="81697"/>
                  </a:cubicBezTo>
                  <a:cubicBezTo>
                    <a:pt x="60918" y="81743"/>
                    <a:pt x="60800" y="81764"/>
                    <a:pt x="60702" y="81764"/>
                  </a:cubicBezTo>
                  <a:cubicBezTo>
                    <a:pt x="60133" y="81764"/>
                    <a:pt x="60230" y="81070"/>
                    <a:pt x="59888" y="80753"/>
                  </a:cubicBezTo>
                  <a:cubicBezTo>
                    <a:pt x="59591" y="80544"/>
                    <a:pt x="59326" y="80463"/>
                    <a:pt x="59009" y="80463"/>
                  </a:cubicBezTo>
                  <a:cubicBezTo>
                    <a:pt x="58806" y="80463"/>
                    <a:pt x="58581" y="80496"/>
                    <a:pt x="58312" y="80552"/>
                  </a:cubicBezTo>
                  <a:lnTo>
                    <a:pt x="58312" y="80696"/>
                  </a:lnTo>
                  <a:cubicBezTo>
                    <a:pt x="58170" y="80627"/>
                    <a:pt x="58033" y="80599"/>
                    <a:pt x="57899" y="80599"/>
                  </a:cubicBezTo>
                  <a:cubicBezTo>
                    <a:pt x="57266" y="80599"/>
                    <a:pt x="56702" y="81235"/>
                    <a:pt x="55997" y="81235"/>
                  </a:cubicBezTo>
                  <a:cubicBezTo>
                    <a:pt x="55922" y="81235"/>
                    <a:pt x="55844" y="81228"/>
                    <a:pt x="55765" y="81211"/>
                  </a:cubicBezTo>
                  <a:cubicBezTo>
                    <a:pt x="55021" y="80982"/>
                    <a:pt x="55078" y="80696"/>
                    <a:pt x="54533" y="80124"/>
                  </a:cubicBezTo>
                  <a:cubicBezTo>
                    <a:pt x="54277" y="79750"/>
                    <a:pt x="53704" y="79464"/>
                    <a:pt x="53445" y="79036"/>
                  </a:cubicBezTo>
                  <a:cubicBezTo>
                    <a:pt x="52960" y="78147"/>
                    <a:pt x="53303" y="77002"/>
                    <a:pt x="53647" y="76143"/>
                  </a:cubicBezTo>
                  <a:cubicBezTo>
                    <a:pt x="54132" y="74827"/>
                    <a:pt x="54391" y="74311"/>
                    <a:pt x="53933" y="72937"/>
                  </a:cubicBezTo>
                  <a:cubicBezTo>
                    <a:pt x="53647" y="72280"/>
                    <a:pt x="53933" y="72223"/>
                    <a:pt x="53102" y="71849"/>
                  </a:cubicBezTo>
                  <a:cubicBezTo>
                    <a:pt x="52839" y="71741"/>
                    <a:pt x="52516" y="71692"/>
                    <a:pt x="52189" y="71692"/>
                  </a:cubicBezTo>
                  <a:cubicBezTo>
                    <a:pt x="51913" y="71692"/>
                    <a:pt x="51634" y="71727"/>
                    <a:pt x="51384" y="71792"/>
                  </a:cubicBezTo>
                  <a:cubicBezTo>
                    <a:pt x="50982" y="71831"/>
                    <a:pt x="50079" y="72268"/>
                    <a:pt x="49379" y="72268"/>
                  </a:cubicBezTo>
                  <a:cubicBezTo>
                    <a:pt x="49035" y="72268"/>
                    <a:pt x="48740" y="72162"/>
                    <a:pt x="48579" y="71849"/>
                  </a:cubicBezTo>
                  <a:cubicBezTo>
                    <a:pt x="48093" y="70906"/>
                    <a:pt x="49868" y="68242"/>
                    <a:pt x="50154" y="67299"/>
                  </a:cubicBezTo>
                  <a:cubicBezTo>
                    <a:pt x="50354" y="66697"/>
                    <a:pt x="51327" y="65265"/>
                    <a:pt x="50984" y="64693"/>
                  </a:cubicBezTo>
                  <a:cubicBezTo>
                    <a:pt x="50842" y="64423"/>
                    <a:pt x="50411" y="64326"/>
                    <a:pt x="49918" y="64326"/>
                  </a:cubicBezTo>
                  <a:cubicBezTo>
                    <a:pt x="49212" y="64326"/>
                    <a:pt x="48379" y="64524"/>
                    <a:pt x="48093" y="64693"/>
                  </a:cubicBezTo>
                  <a:cubicBezTo>
                    <a:pt x="47006" y="65265"/>
                    <a:pt x="47349" y="66268"/>
                    <a:pt x="46861" y="67212"/>
                  </a:cubicBezTo>
                  <a:cubicBezTo>
                    <a:pt x="46461" y="68013"/>
                    <a:pt x="45288" y="68586"/>
                    <a:pt x="44544" y="68815"/>
                  </a:cubicBezTo>
                  <a:cubicBezTo>
                    <a:pt x="44350" y="68887"/>
                    <a:pt x="44111" y="68917"/>
                    <a:pt x="43850" y="68917"/>
                  </a:cubicBezTo>
                  <a:cubicBezTo>
                    <a:pt x="43069" y="68917"/>
                    <a:pt x="42088" y="68644"/>
                    <a:pt x="41509" y="68387"/>
                  </a:cubicBezTo>
                  <a:cubicBezTo>
                    <a:pt x="40364" y="67642"/>
                    <a:pt x="40708" y="66555"/>
                    <a:pt x="40364" y="65410"/>
                  </a:cubicBezTo>
                  <a:cubicBezTo>
                    <a:pt x="40021" y="64093"/>
                    <a:pt x="39247" y="63319"/>
                    <a:pt x="39590" y="61860"/>
                  </a:cubicBezTo>
                  <a:cubicBezTo>
                    <a:pt x="39876" y="60772"/>
                    <a:pt x="40708" y="59971"/>
                    <a:pt x="40907" y="58825"/>
                  </a:cubicBezTo>
                  <a:cubicBezTo>
                    <a:pt x="41108" y="57566"/>
                    <a:pt x="41051" y="56849"/>
                    <a:pt x="41995" y="55990"/>
                  </a:cubicBezTo>
                  <a:cubicBezTo>
                    <a:pt x="42739" y="55246"/>
                    <a:pt x="43712" y="54673"/>
                    <a:pt x="44544" y="54158"/>
                  </a:cubicBezTo>
                  <a:cubicBezTo>
                    <a:pt x="45125" y="53771"/>
                    <a:pt x="45583" y="53650"/>
                    <a:pt x="46031" y="53650"/>
                  </a:cubicBezTo>
                  <a:cubicBezTo>
                    <a:pt x="46642" y="53650"/>
                    <a:pt x="47234" y="53876"/>
                    <a:pt x="48093" y="53959"/>
                  </a:cubicBezTo>
                  <a:cubicBezTo>
                    <a:pt x="48380" y="53994"/>
                    <a:pt x="48716" y="54035"/>
                    <a:pt x="49055" y="54035"/>
                  </a:cubicBezTo>
                  <a:cubicBezTo>
                    <a:pt x="49527" y="54035"/>
                    <a:pt x="50004" y="53956"/>
                    <a:pt x="50354" y="53673"/>
                  </a:cubicBezTo>
                  <a:cubicBezTo>
                    <a:pt x="50784" y="53299"/>
                    <a:pt x="50555" y="52956"/>
                    <a:pt x="51128" y="52642"/>
                  </a:cubicBezTo>
                  <a:cubicBezTo>
                    <a:pt x="51380" y="52485"/>
                    <a:pt x="52175" y="52397"/>
                    <a:pt x="52946" y="52397"/>
                  </a:cubicBezTo>
                  <a:cubicBezTo>
                    <a:pt x="53578" y="52397"/>
                    <a:pt x="54192" y="52456"/>
                    <a:pt x="54476" y="52585"/>
                  </a:cubicBezTo>
                  <a:cubicBezTo>
                    <a:pt x="55021" y="52784"/>
                    <a:pt x="55220" y="53299"/>
                    <a:pt x="55708" y="53444"/>
                  </a:cubicBezTo>
                  <a:cubicBezTo>
                    <a:pt x="55784" y="53466"/>
                    <a:pt x="55852" y="53474"/>
                    <a:pt x="55913" y="53474"/>
                  </a:cubicBezTo>
                  <a:cubicBezTo>
                    <a:pt x="56084" y="53474"/>
                    <a:pt x="56208" y="53410"/>
                    <a:pt x="56356" y="53410"/>
                  </a:cubicBezTo>
                  <a:cubicBezTo>
                    <a:pt x="56493" y="53410"/>
                    <a:pt x="56649" y="53464"/>
                    <a:pt x="56881" y="53673"/>
                  </a:cubicBezTo>
                  <a:cubicBezTo>
                    <a:pt x="58113" y="54760"/>
                    <a:pt x="56395" y="59112"/>
                    <a:pt x="58713" y="59254"/>
                  </a:cubicBezTo>
                  <a:cubicBezTo>
                    <a:pt x="58748" y="59256"/>
                    <a:pt x="58782" y="59257"/>
                    <a:pt x="58815" y="59257"/>
                  </a:cubicBezTo>
                  <a:cubicBezTo>
                    <a:pt x="60890" y="59257"/>
                    <a:pt x="60025" y="54885"/>
                    <a:pt x="59743" y="53815"/>
                  </a:cubicBezTo>
                  <a:cubicBezTo>
                    <a:pt x="58914" y="50608"/>
                    <a:pt x="60774" y="49177"/>
                    <a:pt x="63437" y="48089"/>
                  </a:cubicBezTo>
                  <a:cubicBezTo>
                    <a:pt x="64610" y="47574"/>
                    <a:pt x="65842" y="47001"/>
                    <a:pt x="66586" y="45914"/>
                  </a:cubicBezTo>
                  <a:cubicBezTo>
                    <a:pt x="67502" y="44597"/>
                    <a:pt x="67273" y="43882"/>
                    <a:pt x="67560" y="42508"/>
                  </a:cubicBezTo>
                  <a:cubicBezTo>
                    <a:pt x="67718" y="41809"/>
                    <a:pt x="67949" y="41693"/>
                    <a:pt x="68244" y="41693"/>
                  </a:cubicBezTo>
                  <a:cubicBezTo>
                    <a:pt x="68391" y="41693"/>
                    <a:pt x="68554" y="41722"/>
                    <a:pt x="68732" y="41722"/>
                  </a:cubicBezTo>
                  <a:cubicBezTo>
                    <a:pt x="68973" y="41722"/>
                    <a:pt x="69241" y="41669"/>
                    <a:pt x="69534" y="41420"/>
                  </a:cubicBezTo>
                  <a:cubicBezTo>
                    <a:pt x="70507" y="40619"/>
                    <a:pt x="71194" y="39330"/>
                    <a:pt x="71938" y="38386"/>
                  </a:cubicBezTo>
                  <a:lnTo>
                    <a:pt x="72025" y="38242"/>
                  </a:lnTo>
                  <a:cubicBezTo>
                    <a:pt x="72352" y="37853"/>
                    <a:pt x="72667" y="37761"/>
                    <a:pt x="72997" y="37761"/>
                  </a:cubicBezTo>
                  <a:cubicBezTo>
                    <a:pt x="73295" y="37761"/>
                    <a:pt x="73604" y="37836"/>
                    <a:pt x="73945" y="37836"/>
                  </a:cubicBezTo>
                  <a:cubicBezTo>
                    <a:pt x="74091" y="37836"/>
                    <a:pt x="74242" y="37822"/>
                    <a:pt x="74400" y="37784"/>
                  </a:cubicBezTo>
                  <a:cubicBezTo>
                    <a:pt x="75575" y="37440"/>
                    <a:pt x="75174" y="36410"/>
                    <a:pt x="75632" y="35409"/>
                  </a:cubicBezTo>
                  <a:cubicBezTo>
                    <a:pt x="76262" y="34177"/>
                    <a:pt x="77148" y="34234"/>
                    <a:pt x="78236" y="33890"/>
                  </a:cubicBezTo>
                  <a:cubicBezTo>
                    <a:pt x="79210" y="33519"/>
                    <a:pt x="79954" y="32860"/>
                    <a:pt x="80984" y="32574"/>
                  </a:cubicBezTo>
                  <a:cubicBezTo>
                    <a:pt x="81185" y="32474"/>
                    <a:pt x="81822" y="32295"/>
                    <a:pt x="82269" y="32295"/>
                  </a:cubicBezTo>
                  <a:cubicBezTo>
                    <a:pt x="82717" y="32295"/>
                    <a:pt x="82975" y="32474"/>
                    <a:pt x="82416" y="33089"/>
                  </a:cubicBezTo>
                  <a:cubicBezTo>
                    <a:pt x="82159" y="33462"/>
                    <a:pt x="79553" y="33749"/>
                    <a:pt x="81271" y="34607"/>
                  </a:cubicBezTo>
                  <a:cubicBezTo>
                    <a:pt x="81397" y="34660"/>
                    <a:pt x="81521" y="34683"/>
                    <a:pt x="81644" y="34683"/>
                  </a:cubicBezTo>
                  <a:cubicBezTo>
                    <a:pt x="82519" y="34683"/>
                    <a:pt x="83298" y="33491"/>
                    <a:pt x="84076" y="33290"/>
                  </a:cubicBezTo>
                  <a:cubicBezTo>
                    <a:pt x="84678" y="33089"/>
                    <a:pt x="86481" y="33089"/>
                    <a:pt x="85995" y="31859"/>
                  </a:cubicBezTo>
                  <a:cubicBezTo>
                    <a:pt x="85652" y="31000"/>
                    <a:pt x="84076" y="31715"/>
                    <a:pt x="83591" y="30829"/>
                  </a:cubicBezTo>
                  <a:cubicBezTo>
                    <a:pt x="82904" y="29597"/>
                    <a:pt x="84763" y="29253"/>
                    <a:pt x="85022" y="28509"/>
                  </a:cubicBezTo>
                  <a:cubicBezTo>
                    <a:pt x="85301" y="27869"/>
                    <a:pt x="84987" y="27645"/>
                    <a:pt x="84389" y="27645"/>
                  </a:cubicBezTo>
                  <a:cubicBezTo>
                    <a:pt x="83004" y="27645"/>
                    <a:pt x="80094" y="28845"/>
                    <a:pt x="79502" y="28845"/>
                  </a:cubicBezTo>
                  <a:cubicBezTo>
                    <a:pt x="79459" y="28845"/>
                    <a:pt x="79428" y="28839"/>
                    <a:pt x="79411" y="28825"/>
                  </a:cubicBezTo>
                  <a:cubicBezTo>
                    <a:pt x="78580" y="28080"/>
                    <a:pt x="80641" y="26791"/>
                    <a:pt x="81186" y="26562"/>
                  </a:cubicBezTo>
                  <a:cubicBezTo>
                    <a:pt x="81502" y="26469"/>
                    <a:pt x="81825" y="26446"/>
                    <a:pt x="82151" y="26446"/>
                  </a:cubicBezTo>
                  <a:cubicBezTo>
                    <a:pt x="82481" y="26446"/>
                    <a:pt x="82814" y="26469"/>
                    <a:pt x="83149" y="26469"/>
                  </a:cubicBezTo>
                  <a:cubicBezTo>
                    <a:pt x="83505" y="26469"/>
                    <a:pt x="83863" y="26443"/>
                    <a:pt x="84220" y="26333"/>
                  </a:cubicBezTo>
                  <a:cubicBezTo>
                    <a:pt x="85182" y="26080"/>
                    <a:pt x="85875" y="25895"/>
                    <a:pt x="86872" y="25895"/>
                  </a:cubicBezTo>
                  <a:cubicBezTo>
                    <a:pt x="87003" y="25895"/>
                    <a:pt x="87140" y="25898"/>
                    <a:pt x="87282" y="25905"/>
                  </a:cubicBezTo>
                  <a:cubicBezTo>
                    <a:pt x="88002" y="26009"/>
                    <a:pt x="88483" y="26126"/>
                    <a:pt x="88937" y="26126"/>
                  </a:cubicBezTo>
                  <a:cubicBezTo>
                    <a:pt x="89477" y="26126"/>
                    <a:pt x="89980" y="25962"/>
                    <a:pt x="90804" y="25417"/>
                  </a:cubicBezTo>
                  <a:cubicBezTo>
                    <a:pt x="92092" y="24531"/>
                    <a:pt x="95041" y="24760"/>
                    <a:pt x="94954" y="22298"/>
                  </a:cubicBezTo>
                  <a:cubicBezTo>
                    <a:pt x="94954" y="21352"/>
                    <a:pt x="93953" y="20321"/>
                    <a:pt x="93266" y="19749"/>
                  </a:cubicBezTo>
                  <a:cubicBezTo>
                    <a:pt x="92149" y="18890"/>
                    <a:pt x="91892" y="18947"/>
                    <a:pt x="91892" y="17374"/>
                  </a:cubicBezTo>
                  <a:cubicBezTo>
                    <a:pt x="91892" y="16344"/>
                    <a:pt x="92149" y="15054"/>
                    <a:pt x="91462" y="14397"/>
                  </a:cubicBezTo>
                  <a:cubicBezTo>
                    <a:pt x="91136" y="14124"/>
                    <a:pt x="90823" y="14021"/>
                    <a:pt x="90519" y="14021"/>
                  </a:cubicBezTo>
                  <a:cubicBezTo>
                    <a:pt x="89677" y="14021"/>
                    <a:pt x="88898" y="14806"/>
                    <a:pt x="88056" y="14912"/>
                  </a:cubicBezTo>
                  <a:cubicBezTo>
                    <a:pt x="87946" y="14934"/>
                    <a:pt x="87775" y="14948"/>
                    <a:pt x="87593" y="14948"/>
                  </a:cubicBezTo>
                  <a:cubicBezTo>
                    <a:pt x="87303" y="14948"/>
                    <a:pt x="86983" y="14914"/>
                    <a:pt x="86824" y="14825"/>
                  </a:cubicBezTo>
                  <a:cubicBezTo>
                    <a:pt x="85908" y="14111"/>
                    <a:pt x="86881" y="14253"/>
                    <a:pt x="86939" y="13451"/>
                  </a:cubicBezTo>
                  <a:cubicBezTo>
                    <a:pt x="86939" y="12879"/>
                    <a:pt x="85995" y="11191"/>
                    <a:pt x="85565" y="10904"/>
                  </a:cubicBezTo>
                  <a:cubicBezTo>
                    <a:pt x="85357" y="10715"/>
                    <a:pt x="83662" y="10501"/>
                    <a:pt x="82338" y="10501"/>
                  </a:cubicBezTo>
                  <a:cubicBezTo>
                    <a:pt x="81658" y="10501"/>
                    <a:pt x="81075" y="10558"/>
                    <a:pt x="80842" y="10703"/>
                  </a:cubicBezTo>
                  <a:cubicBezTo>
                    <a:pt x="79610" y="11420"/>
                    <a:pt x="80584" y="13080"/>
                    <a:pt x="79697" y="13882"/>
                  </a:cubicBezTo>
                  <a:cubicBezTo>
                    <a:pt x="79068" y="14539"/>
                    <a:pt x="77206" y="13680"/>
                    <a:pt x="77893" y="15684"/>
                  </a:cubicBezTo>
                  <a:cubicBezTo>
                    <a:pt x="78179" y="16630"/>
                    <a:pt x="79210" y="17287"/>
                    <a:pt x="78236" y="18375"/>
                  </a:cubicBezTo>
                  <a:cubicBezTo>
                    <a:pt x="76606" y="20179"/>
                    <a:pt x="74201" y="18462"/>
                    <a:pt x="73656" y="21409"/>
                  </a:cubicBezTo>
                  <a:cubicBezTo>
                    <a:pt x="73514" y="22298"/>
                    <a:pt x="73457" y="23729"/>
                    <a:pt x="72625" y="24244"/>
                  </a:cubicBezTo>
                  <a:cubicBezTo>
                    <a:pt x="72448" y="24355"/>
                    <a:pt x="72231" y="24405"/>
                    <a:pt x="72000" y="24405"/>
                  </a:cubicBezTo>
                  <a:cubicBezTo>
                    <a:pt x="71337" y="24405"/>
                    <a:pt x="70563" y="23995"/>
                    <a:pt x="70308" y="23443"/>
                  </a:cubicBezTo>
                  <a:cubicBezTo>
                    <a:pt x="69534" y="21725"/>
                    <a:pt x="71538" y="21725"/>
                    <a:pt x="71739" y="20638"/>
                  </a:cubicBezTo>
                  <a:cubicBezTo>
                    <a:pt x="71900" y="19815"/>
                    <a:pt x="71362" y="19664"/>
                    <a:pt x="70723" y="19664"/>
                  </a:cubicBezTo>
                  <a:cubicBezTo>
                    <a:pt x="70356" y="19664"/>
                    <a:pt x="69955" y="19714"/>
                    <a:pt x="69635" y="19714"/>
                  </a:cubicBezTo>
                  <a:cubicBezTo>
                    <a:pt x="69523" y="19714"/>
                    <a:pt x="69422" y="19708"/>
                    <a:pt x="69334" y="19692"/>
                  </a:cubicBezTo>
                  <a:cubicBezTo>
                    <a:pt x="68503" y="19463"/>
                    <a:pt x="67273" y="18604"/>
                    <a:pt x="66671" y="18004"/>
                  </a:cubicBezTo>
                  <a:cubicBezTo>
                    <a:pt x="66185" y="17573"/>
                    <a:pt x="66270" y="16916"/>
                    <a:pt x="65498" y="16859"/>
                  </a:cubicBezTo>
                  <a:cubicBezTo>
                    <a:pt x="65036" y="16859"/>
                    <a:pt x="64575" y="17436"/>
                    <a:pt x="63991" y="17436"/>
                  </a:cubicBezTo>
                  <a:cubicBezTo>
                    <a:pt x="63887" y="17436"/>
                    <a:pt x="63779" y="17417"/>
                    <a:pt x="63666" y="17374"/>
                  </a:cubicBezTo>
                  <a:cubicBezTo>
                    <a:pt x="63666" y="16199"/>
                    <a:pt x="64667" y="15398"/>
                    <a:pt x="63094" y="15054"/>
                  </a:cubicBezTo>
                  <a:cubicBezTo>
                    <a:pt x="63179" y="14825"/>
                    <a:pt x="63236" y="14683"/>
                    <a:pt x="63380" y="14454"/>
                  </a:cubicBezTo>
                  <a:lnTo>
                    <a:pt x="63380" y="14454"/>
                  </a:lnTo>
                  <a:lnTo>
                    <a:pt x="63179" y="14596"/>
                  </a:lnTo>
                  <a:cubicBezTo>
                    <a:pt x="63522" y="13882"/>
                    <a:pt x="63236" y="13222"/>
                    <a:pt x="63866" y="12737"/>
                  </a:cubicBezTo>
                  <a:cubicBezTo>
                    <a:pt x="64266" y="12363"/>
                    <a:pt x="64754" y="12650"/>
                    <a:pt x="65240" y="12421"/>
                  </a:cubicBezTo>
                  <a:cubicBezTo>
                    <a:pt x="66270" y="11935"/>
                    <a:pt x="66671" y="10989"/>
                    <a:pt x="67960" y="10760"/>
                  </a:cubicBezTo>
                  <a:cubicBezTo>
                    <a:pt x="69190" y="10561"/>
                    <a:pt x="69964" y="10046"/>
                    <a:pt x="71109" y="9329"/>
                  </a:cubicBezTo>
                  <a:cubicBezTo>
                    <a:pt x="72140" y="8672"/>
                    <a:pt x="73170" y="8527"/>
                    <a:pt x="74286" y="7955"/>
                  </a:cubicBezTo>
                  <a:cubicBezTo>
                    <a:pt x="75087" y="7439"/>
                    <a:pt x="75774" y="6267"/>
                    <a:pt x="76606" y="5981"/>
                  </a:cubicBezTo>
                  <a:cubicBezTo>
                    <a:pt x="76784" y="5916"/>
                    <a:pt x="76970" y="5891"/>
                    <a:pt x="77162" y="5891"/>
                  </a:cubicBezTo>
                  <a:cubicBezTo>
                    <a:pt x="77822" y="5891"/>
                    <a:pt x="78550" y="6188"/>
                    <a:pt x="79243" y="6188"/>
                  </a:cubicBezTo>
                  <a:cubicBezTo>
                    <a:pt x="79416" y="6188"/>
                    <a:pt x="79587" y="6169"/>
                    <a:pt x="79755" y="6123"/>
                  </a:cubicBezTo>
                  <a:cubicBezTo>
                    <a:pt x="80499" y="5923"/>
                    <a:pt x="82358" y="4405"/>
                    <a:pt x="82759" y="3748"/>
                  </a:cubicBezTo>
                  <a:cubicBezTo>
                    <a:pt x="83293" y="2868"/>
                    <a:pt x="82974" y="2643"/>
                    <a:pt x="82431" y="2643"/>
                  </a:cubicBezTo>
                  <a:cubicBezTo>
                    <a:pt x="81984" y="2643"/>
                    <a:pt x="81385" y="2795"/>
                    <a:pt x="80984" y="2859"/>
                  </a:cubicBezTo>
                  <a:cubicBezTo>
                    <a:pt x="79812" y="3088"/>
                    <a:pt x="79610" y="3375"/>
                    <a:pt x="78667" y="4034"/>
                  </a:cubicBezTo>
                  <a:cubicBezTo>
                    <a:pt x="78224" y="4356"/>
                    <a:pt x="77948" y="4486"/>
                    <a:pt x="77767" y="4486"/>
                  </a:cubicBezTo>
                  <a:cubicBezTo>
                    <a:pt x="77305" y="4486"/>
                    <a:pt x="77459" y="3640"/>
                    <a:pt x="77006" y="3004"/>
                  </a:cubicBezTo>
                  <a:cubicBezTo>
                    <a:pt x="76606" y="2431"/>
                    <a:pt x="76061" y="2717"/>
                    <a:pt x="75861" y="2000"/>
                  </a:cubicBezTo>
                  <a:cubicBezTo>
                    <a:pt x="75774" y="1572"/>
                    <a:pt x="76262" y="1142"/>
                    <a:pt x="76118" y="684"/>
                  </a:cubicBezTo>
                  <a:cubicBezTo>
                    <a:pt x="75992" y="182"/>
                    <a:pt x="75768" y="1"/>
                    <a:pt x="7550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5"/>
            <p:cNvSpPr/>
            <p:nvPr/>
          </p:nvSpPr>
          <p:spPr>
            <a:xfrm>
              <a:off x="5545545" y="993833"/>
              <a:ext cx="2199235" cy="3393224"/>
            </a:xfrm>
            <a:custGeom>
              <a:avLst/>
              <a:gdLst/>
              <a:ahLst/>
              <a:cxnLst/>
              <a:rect l="l" t="t" r="r" b="b"/>
              <a:pathLst>
                <a:path w="108725" h="167753" extrusionOk="0">
                  <a:moveTo>
                    <a:pt x="75903" y="717"/>
                  </a:moveTo>
                  <a:cubicBezTo>
                    <a:pt x="75909" y="717"/>
                    <a:pt x="75914" y="717"/>
                    <a:pt x="75918" y="717"/>
                  </a:cubicBezTo>
                  <a:cubicBezTo>
                    <a:pt x="76005" y="744"/>
                    <a:pt x="76090" y="889"/>
                    <a:pt x="76147" y="1145"/>
                  </a:cubicBezTo>
                  <a:cubicBezTo>
                    <a:pt x="76177" y="1260"/>
                    <a:pt x="76120" y="1404"/>
                    <a:pt x="76033" y="1603"/>
                  </a:cubicBezTo>
                  <a:cubicBezTo>
                    <a:pt x="75918" y="1832"/>
                    <a:pt x="75804" y="2091"/>
                    <a:pt x="75861" y="2434"/>
                  </a:cubicBezTo>
                  <a:cubicBezTo>
                    <a:pt x="76033" y="3007"/>
                    <a:pt x="76406" y="3179"/>
                    <a:pt x="76663" y="3263"/>
                  </a:cubicBezTo>
                  <a:cubicBezTo>
                    <a:pt x="76834" y="3351"/>
                    <a:pt x="76979" y="3408"/>
                    <a:pt x="77093" y="3580"/>
                  </a:cubicBezTo>
                  <a:cubicBezTo>
                    <a:pt x="77235" y="3779"/>
                    <a:pt x="77322" y="4065"/>
                    <a:pt x="77379" y="4324"/>
                  </a:cubicBezTo>
                  <a:cubicBezTo>
                    <a:pt x="77464" y="4667"/>
                    <a:pt x="77551" y="5038"/>
                    <a:pt x="77895" y="5153"/>
                  </a:cubicBezTo>
                  <a:cubicBezTo>
                    <a:pt x="77977" y="5182"/>
                    <a:pt x="78060" y="5196"/>
                    <a:pt x="78145" y="5196"/>
                  </a:cubicBezTo>
                  <a:cubicBezTo>
                    <a:pt x="78474" y="5196"/>
                    <a:pt x="78829" y="4986"/>
                    <a:pt x="79239" y="4667"/>
                  </a:cubicBezTo>
                  <a:cubicBezTo>
                    <a:pt x="79411" y="4553"/>
                    <a:pt x="79583" y="4438"/>
                    <a:pt x="79727" y="4351"/>
                  </a:cubicBezTo>
                  <a:cubicBezTo>
                    <a:pt x="80299" y="3923"/>
                    <a:pt x="80556" y="3722"/>
                    <a:pt x="81415" y="3580"/>
                  </a:cubicBezTo>
                  <a:cubicBezTo>
                    <a:pt x="81529" y="3550"/>
                    <a:pt x="81673" y="3522"/>
                    <a:pt x="81815" y="3492"/>
                  </a:cubicBezTo>
                  <a:cubicBezTo>
                    <a:pt x="82083" y="3448"/>
                    <a:pt x="82595" y="3352"/>
                    <a:pt x="82876" y="3352"/>
                  </a:cubicBezTo>
                  <a:cubicBezTo>
                    <a:pt x="82955" y="3352"/>
                    <a:pt x="83016" y="3359"/>
                    <a:pt x="83047" y="3378"/>
                  </a:cubicBezTo>
                  <a:cubicBezTo>
                    <a:pt x="83047" y="3378"/>
                    <a:pt x="83075" y="3492"/>
                    <a:pt x="82846" y="3893"/>
                  </a:cubicBezTo>
                  <a:cubicBezTo>
                    <a:pt x="82475" y="4466"/>
                    <a:pt x="80700" y="5927"/>
                    <a:pt x="80041" y="6126"/>
                  </a:cubicBezTo>
                  <a:cubicBezTo>
                    <a:pt x="79897" y="6165"/>
                    <a:pt x="79750" y="6181"/>
                    <a:pt x="79599" y="6181"/>
                  </a:cubicBezTo>
                  <a:cubicBezTo>
                    <a:pt x="79299" y="6181"/>
                    <a:pt x="78982" y="6118"/>
                    <a:pt x="78639" y="6041"/>
                  </a:cubicBezTo>
                  <a:cubicBezTo>
                    <a:pt x="78288" y="5953"/>
                    <a:pt x="77915" y="5876"/>
                    <a:pt x="77547" y="5876"/>
                  </a:cubicBezTo>
                  <a:cubicBezTo>
                    <a:pt x="77315" y="5876"/>
                    <a:pt x="77085" y="5906"/>
                    <a:pt x="76864" y="5984"/>
                  </a:cubicBezTo>
                  <a:cubicBezTo>
                    <a:pt x="76319" y="6183"/>
                    <a:pt x="75861" y="6671"/>
                    <a:pt x="75403" y="7129"/>
                  </a:cubicBezTo>
                  <a:cubicBezTo>
                    <a:pt x="75117" y="7443"/>
                    <a:pt x="74773" y="7786"/>
                    <a:pt x="74487" y="7958"/>
                  </a:cubicBezTo>
                  <a:cubicBezTo>
                    <a:pt x="74001" y="8217"/>
                    <a:pt x="73543" y="8389"/>
                    <a:pt x="73085" y="8561"/>
                  </a:cubicBezTo>
                  <a:cubicBezTo>
                    <a:pt x="72513" y="8760"/>
                    <a:pt x="71911" y="8989"/>
                    <a:pt x="71311" y="9362"/>
                  </a:cubicBezTo>
                  <a:lnTo>
                    <a:pt x="71109" y="9477"/>
                  </a:lnTo>
                  <a:cubicBezTo>
                    <a:pt x="70051" y="10134"/>
                    <a:pt x="69364" y="10564"/>
                    <a:pt x="68276" y="10764"/>
                  </a:cubicBezTo>
                  <a:cubicBezTo>
                    <a:pt x="67388" y="10908"/>
                    <a:pt x="66872" y="11336"/>
                    <a:pt x="66387" y="11767"/>
                  </a:cubicBezTo>
                  <a:cubicBezTo>
                    <a:pt x="66071" y="12023"/>
                    <a:pt x="65814" y="12282"/>
                    <a:pt x="65441" y="12454"/>
                  </a:cubicBezTo>
                  <a:cubicBezTo>
                    <a:pt x="65326" y="12511"/>
                    <a:pt x="65155" y="12511"/>
                    <a:pt x="64983" y="12511"/>
                  </a:cubicBezTo>
                  <a:cubicBezTo>
                    <a:pt x="64697" y="12511"/>
                    <a:pt x="64326" y="12511"/>
                    <a:pt x="64010" y="12797"/>
                  </a:cubicBezTo>
                  <a:cubicBezTo>
                    <a:pt x="63524" y="13198"/>
                    <a:pt x="63467" y="13656"/>
                    <a:pt x="63410" y="14084"/>
                  </a:cubicBezTo>
                  <a:cubicBezTo>
                    <a:pt x="63352" y="14313"/>
                    <a:pt x="63323" y="14572"/>
                    <a:pt x="63208" y="14801"/>
                  </a:cubicBezTo>
                  <a:cubicBezTo>
                    <a:pt x="63181" y="14886"/>
                    <a:pt x="63181" y="15000"/>
                    <a:pt x="63208" y="15087"/>
                  </a:cubicBezTo>
                  <a:cubicBezTo>
                    <a:pt x="63181" y="15145"/>
                    <a:pt x="63151" y="15202"/>
                    <a:pt x="63123" y="15287"/>
                  </a:cubicBezTo>
                  <a:cubicBezTo>
                    <a:pt x="63094" y="15374"/>
                    <a:pt x="63123" y="15488"/>
                    <a:pt x="63151" y="15573"/>
                  </a:cubicBezTo>
                  <a:cubicBezTo>
                    <a:pt x="63208" y="15660"/>
                    <a:pt x="63295" y="15717"/>
                    <a:pt x="63410" y="15745"/>
                  </a:cubicBezTo>
                  <a:cubicBezTo>
                    <a:pt x="63838" y="15859"/>
                    <a:pt x="63952" y="15974"/>
                    <a:pt x="63982" y="16003"/>
                  </a:cubicBezTo>
                  <a:cubicBezTo>
                    <a:pt x="64039" y="16118"/>
                    <a:pt x="63952" y="16374"/>
                    <a:pt x="63868" y="16603"/>
                  </a:cubicBezTo>
                  <a:cubicBezTo>
                    <a:pt x="63781" y="16920"/>
                    <a:pt x="63666" y="17291"/>
                    <a:pt x="63666" y="17721"/>
                  </a:cubicBezTo>
                  <a:cubicBezTo>
                    <a:pt x="63666" y="17863"/>
                    <a:pt x="63753" y="18007"/>
                    <a:pt x="63895" y="18035"/>
                  </a:cubicBezTo>
                  <a:cubicBezTo>
                    <a:pt x="64064" y="18104"/>
                    <a:pt x="64223" y="18132"/>
                    <a:pt x="64372" y="18132"/>
                  </a:cubicBezTo>
                  <a:cubicBezTo>
                    <a:pt x="64778" y="18132"/>
                    <a:pt x="65112" y="17924"/>
                    <a:pt x="65384" y="17778"/>
                  </a:cubicBezTo>
                  <a:cubicBezTo>
                    <a:pt x="65555" y="17664"/>
                    <a:pt x="65757" y="17577"/>
                    <a:pt x="65842" y="17577"/>
                  </a:cubicBezTo>
                  <a:cubicBezTo>
                    <a:pt x="66100" y="17577"/>
                    <a:pt x="66185" y="17691"/>
                    <a:pt x="66357" y="18007"/>
                  </a:cubicBezTo>
                  <a:cubicBezTo>
                    <a:pt x="66444" y="18207"/>
                    <a:pt x="66586" y="18436"/>
                    <a:pt x="66787" y="18637"/>
                  </a:cubicBezTo>
                  <a:cubicBezTo>
                    <a:pt x="67417" y="19210"/>
                    <a:pt x="68704" y="20126"/>
                    <a:pt x="69650" y="20382"/>
                  </a:cubicBezTo>
                  <a:cubicBezTo>
                    <a:pt x="69759" y="20407"/>
                    <a:pt x="69874" y="20416"/>
                    <a:pt x="69996" y="20416"/>
                  </a:cubicBezTo>
                  <a:cubicBezTo>
                    <a:pt x="70161" y="20416"/>
                    <a:pt x="70339" y="20399"/>
                    <a:pt x="70536" y="20382"/>
                  </a:cubicBezTo>
                  <a:cubicBezTo>
                    <a:pt x="70688" y="20372"/>
                    <a:pt x="70873" y="20361"/>
                    <a:pt x="71051" y="20361"/>
                  </a:cubicBezTo>
                  <a:cubicBezTo>
                    <a:pt x="71345" y="20361"/>
                    <a:pt x="71622" y="20390"/>
                    <a:pt x="71711" y="20497"/>
                  </a:cubicBezTo>
                  <a:cubicBezTo>
                    <a:pt x="71796" y="20584"/>
                    <a:pt x="71769" y="20783"/>
                    <a:pt x="71769" y="20897"/>
                  </a:cubicBezTo>
                  <a:cubicBezTo>
                    <a:pt x="71711" y="21184"/>
                    <a:pt x="71425" y="21385"/>
                    <a:pt x="71109" y="21614"/>
                  </a:cubicBezTo>
                  <a:cubicBezTo>
                    <a:pt x="70536" y="22043"/>
                    <a:pt x="69765" y="22615"/>
                    <a:pt x="70337" y="23962"/>
                  </a:cubicBezTo>
                  <a:cubicBezTo>
                    <a:pt x="70566" y="24420"/>
                    <a:pt x="71109" y="24848"/>
                    <a:pt x="71739" y="25020"/>
                  </a:cubicBezTo>
                  <a:cubicBezTo>
                    <a:pt x="71965" y="25087"/>
                    <a:pt x="72182" y="25120"/>
                    <a:pt x="72384" y="25120"/>
                  </a:cubicBezTo>
                  <a:cubicBezTo>
                    <a:pt x="72696" y="25120"/>
                    <a:pt x="72974" y="25044"/>
                    <a:pt x="73200" y="24905"/>
                  </a:cubicBezTo>
                  <a:cubicBezTo>
                    <a:pt x="74059" y="24362"/>
                    <a:pt x="74201" y="23130"/>
                    <a:pt x="74345" y="22214"/>
                  </a:cubicBezTo>
                  <a:cubicBezTo>
                    <a:pt x="74345" y="22072"/>
                    <a:pt x="74372" y="21958"/>
                    <a:pt x="74372" y="21843"/>
                  </a:cubicBezTo>
                  <a:cubicBezTo>
                    <a:pt x="74659" y="20382"/>
                    <a:pt x="75346" y="20268"/>
                    <a:pt x="76376" y="20096"/>
                  </a:cubicBezTo>
                  <a:cubicBezTo>
                    <a:pt x="77178" y="19981"/>
                    <a:pt x="78094" y="19839"/>
                    <a:pt x="78895" y="18951"/>
                  </a:cubicBezTo>
                  <a:cubicBezTo>
                    <a:pt x="79754" y="18007"/>
                    <a:pt x="79296" y="17233"/>
                    <a:pt x="78953" y="16633"/>
                  </a:cubicBezTo>
                  <a:cubicBezTo>
                    <a:pt x="78811" y="16404"/>
                    <a:pt x="78696" y="16175"/>
                    <a:pt x="78609" y="15916"/>
                  </a:cubicBezTo>
                  <a:cubicBezTo>
                    <a:pt x="78437" y="15374"/>
                    <a:pt x="78495" y="15172"/>
                    <a:pt x="78524" y="15115"/>
                  </a:cubicBezTo>
                  <a:cubicBezTo>
                    <a:pt x="78609" y="14973"/>
                    <a:pt x="78895" y="14943"/>
                    <a:pt x="79182" y="14916"/>
                  </a:cubicBezTo>
                  <a:cubicBezTo>
                    <a:pt x="79583" y="14858"/>
                    <a:pt x="80013" y="14801"/>
                    <a:pt x="80299" y="14515"/>
                  </a:cubicBezTo>
                  <a:cubicBezTo>
                    <a:pt x="80815" y="14027"/>
                    <a:pt x="80842" y="13370"/>
                    <a:pt x="80872" y="12768"/>
                  </a:cubicBezTo>
                  <a:cubicBezTo>
                    <a:pt x="80899" y="12080"/>
                    <a:pt x="80929" y="11622"/>
                    <a:pt x="81415" y="11336"/>
                  </a:cubicBezTo>
                  <a:cubicBezTo>
                    <a:pt x="81576" y="11238"/>
                    <a:pt x="82014" y="11199"/>
                    <a:pt x="82555" y="11199"/>
                  </a:cubicBezTo>
                  <a:cubicBezTo>
                    <a:pt x="83743" y="11199"/>
                    <a:pt x="85424" y="11389"/>
                    <a:pt x="85738" y="11565"/>
                  </a:cubicBezTo>
                  <a:cubicBezTo>
                    <a:pt x="86082" y="11794"/>
                    <a:pt x="86968" y="13340"/>
                    <a:pt x="86968" y="13771"/>
                  </a:cubicBezTo>
                  <a:cubicBezTo>
                    <a:pt x="86941" y="13942"/>
                    <a:pt x="86854" y="14057"/>
                    <a:pt x="86739" y="14171"/>
                  </a:cubicBezTo>
                  <a:cubicBezTo>
                    <a:pt x="86597" y="14286"/>
                    <a:pt x="86425" y="14458"/>
                    <a:pt x="86453" y="14714"/>
                  </a:cubicBezTo>
                  <a:cubicBezTo>
                    <a:pt x="86453" y="15000"/>
                    <a:pt x="86712" y="15259"/>
                    <a:pt x="86968" y="15458"/>
                  </a:cubicBezTo>
                  <a:cubicBezTo>
                    <a:pt x="86968" y="15458"/>
                    <a:pt x="86998" y="15488"/>
                    <a:pt x="87025" y="15488"/>
                  </a:cubicBezTo>
                  <a:cubicBezTo>
                    <a:pt x="87251" y="15609"/>
                    <a:pt x="87623" y="15656"/>
                    <a:pt x="87952" y="15656"/>
                  </a:cubicBezTo>
                  <a:cubicBezTo>
                    <a:pt x="88166" y="15656"/>
                    <a:pt x="88362" y="15636"/>
                    <a:pt x="88487" y="15603"/>
                  </a:cubicBezTo>
                  <a:cubicBezTo>
                    <a:pt x="88945" y="15545"/>
                    <a:pt x="89345" y="15344"/>
                    <a:pt x="89746" y="15145"/>
                  </a:cubicBezTo>
                  <a:cubicBezTo>
                    <a:pt x="90226" y="14905"/>
                    <a:pt x="90583" y="14726"/>
                    <a:pt x="90922" y="14726"/>
                  </a:cubicBezTo>
                  <a:cubicBezTo>
                    <a:pt x="91148" y="14726"/>
                    <a:pt x="91365" y="14806"/>
                    <a:pt x="91606" y="15000"/>
                  </a:cubicBezTo>
                  <a:cubicBezTo>
                    <a:pt x="92007" y="15401"/>
                    <a:pt x="91979" y="16203"/>
                    <a:pt x="91922" y="17004"/>
                  </a:cubicBezTo>
                  <a:cubicBezTo>
                    <a:pt x="91922" y="17233"/>
                    <a:pt x="91892" y="17492"/>
                    <a:pt x="91892" y="17721"/>
                  </a:cubicBezTo>
                  <a:cubicBezTo>
                    <a:pt x="91892" y="19180"/>
                    <a:pt x="92151" y="19439"/>
                    <a:pt x="92980" y="20068"/>
                  </a:cubicBezTo>
                  <a:cubicBezTo>
                    <a:pt x="93094" y="20153"/>
                    <a:pt x="93239" y="20268"/>
                    <a:pt x="93381" y="20382"/>
                  </a:cubicBezTo>
                  <a:cubicBezTo>
                    <a:pt x="94411" y="21241"/>
                    <a:pt x="94984" y="22043"/>
                    <a:pt x="94984" y="22645"/>
                  </a:cubicBezTo>
                  <a:cubicBezTo>
                    <a:pt x="95013" y="23989"/>
                    <a:pt x="94097" y="24362"/>
                    <a:pt x="92579" y="24791"/>
                  </a:cubicBezTo>
                  <a:cubicBezTo>
                    <a:pt x="91979" y="24992"/>
                    <a:pt x="91407" y="25164"/>
                    <a:pt x="90948" y="25450"/>
                  </a:cubicBezTo>
                  <a:cubicBezTo>
                    <a:pt x="90211" y="25948"/>
                    <a:pt x="89782" y="26101"/>
                    <a:pt x="89294" y="26101"/>
                  </a:cubicBezTo>
                  <a:cubicBezTo>
                    <a:pt x="89025" y="26101"/>
                    <a:pt x="88739" y="26054"/>
                    <a:pt x="88372" y="25993"/>
                  </a:cubicBezTo>
                  <a:cubicBezTo>
                    <a:pt x="88171" y="25966"/>
                    <a:pt x="87942" y="25936"/>
                    <a:pt x="87685" y="25908"/>
                  </a:cubicBezTo>
                  <a:cubicBezTo>
                    <a:pt x="87503" y="25895"/>
                    <a:pt x="87331" y="25889"/>
                    <a:pt x="87166" y="25889"/>
                  </a:cubicBezTo>
                  <a:cubicBezTo>
                    <a:pt x="86211" y="25889"/>
                    <a:pt x="85499" y="26088"/>
                    <a:pt x="84621" y="26309"/>
                  </a:cubicBezTo>
                  <a:lnTo>
                    <a:pt x="84479" y="26337"/>
                  </a:lnTo>
                  <a:cubicBezTo>
                    <a:pt x="84155" y="26439"/>
                    <a:pt x="83830" y="26454"/>
                    <a:pt x="83496" y="26454"/>
                  </a:cubicBezTo>
                  <a:cubicBezTo>
                    <a:pt x="83357" y="26454"/>
                    <a:pt x="83217" y="26451"/>
                    <a:pt x="83075" y="26451"/>
                  </a:cubicBezTo>
                  <a:cubicBezTo>
                    <a:pt x="82869" y="26441"/>
                    <a:pt x="82664" y="26430"/>
                    <a:pt x="82458" y="26430"/>
                  </a:cubicBezTo>
                  <a:cubicBezTo>
                    <a:pt x="82120" y="26430"/>
                    <a:pt x="81782" y="26459"/>
                    <a:pt x="81444" y="26566"/>
                  </a:cubicBezTo>
                  <a:cubicBezTo>
                    <a:pt x="81014" y="26737"/>
                    <a:pt x="79411" y="27653"/>
                    <a:pt x="79239" y="28599"/>
                  </a:cubicBezTo>
                  <a:cubicBezTo>
                    <a:pt x="79182" y="28913"/>
                    <a:pt x="79296" y="29199"/>
                    <a:pt x="79555" y="29428"/>
                  </a:cubicBezTo>
                  <a:cubicBezTo>
                    <a:pt x="79642" y="29506"/>
                    <a:pt x="79735" y="29544"/>
                    <a:pt x="79876" y="29544"/>
                  </a:cubicBezTo>
                  <a:cubicBezTo>
                    <a:pt x="80150" y="29544"/>
                    <a:pt x="80602" y="29398"/>
                    <a:pt x="81529" y="29114"/>
                  </a:cubicBezTo>
                  <a:cubicBezTo>
                    <a:pt x="82213" y="28901"/>
                    <a:pt x="84021" y="28341"/>
                    <a:pt x="84799" y="28341"/>
                  </a:cubicBezTo>
                  <a:cubicBezTo>
                    <a:pt x="84966" y="28341"/>
                    <a:pt x="85085" y="28367"/>
                    <a:pt x="85136" y="28427"/>
                  </a:cubicBezTo>
                  <a:cubicBezTo>
                    <a:pt x="85136" y="28427"/>
                    <a:pt x="85166" y="28512"/>
                    <a:pt x="85079" y="28741"/>
                  </a:cubicBezTo>
                  <a:cubicBezTo>
                    <a:pt x="85022" y="28885"/>
                    <a:pt x="84735" y="29085"/>
                    <a:pt x="84479" y="29256"/>
                  </a:cubicBezTo>
                  <a:cubicBezTo>
                    <a:pt x="83964" y="29657"/>
                    <a:pt x="83047" y="30287"/>
                    <a:pt x="83648" y="31375"/>
                  </a:cubicBezTo>
                  <a:cubicBezTo>
                    <a:pt x="83991" y="31977"/>
                    <a:pt x="84651" y="32005"/>
                    <a:pt x="85193" y="32062"/>
                  </a:cubicBezTo>
                  <a:cubicBezTo>
                    <a:pt x="85709" y="32092"/>
                    <a:pt x="85938" y="32119"/>
                    <a:pt x="86025" y="32321"/>
                  </a:cubicBezTo>
                  <a:cubicBezTo>
                    <a:pt x="86082" y="32492"/>
                    <a:pt x="86109" y="32634"/>
                    <a:pt x="86052" y="32721"/>
                  </a:cubicBezTo>
                  <a:cubicBezTo>
                    <a:pt x="85910" y="32978"/>
                    <a:pt x="85280" y="33092"/>
                    <a:pt x="84880" y="33179"/>
                  </a:cubicBezTo>
                  <a:cubicBezTo>
                    <a:pt x="84678" y="33207"/>
                    <a:pt x="84479" y="33264"/>
                    <a:pt x="84364" y="33294"/>
                  </a:cubicBezTo>
                  <a:cubicBezTo>
                    <a:pt x="83934" y="33408"/>
                    <a:pt x="83563" y="33722"/>
                    <a:pt x="83189" y="34008"/>
                  </a:cubicBezTo>
                  <a:cubicBezTo>
                    <a:pt x="82695" y="34411"/>
                    <a:pt x="82336" y="34676"/>
                    <a:pt x="82000" y="34676"/>
                  </a:cubicBezTo>
                  <a:cubicBezTo>
                    <a:pt x="81929" y="34676"/>
                    <a:pt x="81858" y="34664"/>
                    <a:pt x="81788" y="34638"/>
                  </a:cubicBezTo>
                  <a:cubicBezTo>
                    <a:pt x="81616" y="34554"/>
                    <a:pt x="81529" y="34467"/>
                    <a:pt x="81472" y="34409"/>
                  </a:cubicBezTo>
                  <a:cubicBezTo>
                    <a:pt x="81616" y="34325"/>
                    <a:pt x="82017" y="34180"/>
                    <a:pt x="82246" y="34096"/>
                  </a:cubicBezTo>
                  <a:cubicBezTo>
                    <a:pt x="82674" y="33951"/>
                    <a:pt x="82960" y="33837"/>
                    <a:pt x="83075" y="33665"/>
                  </a:cubicBezTo>
                  <a:cubicBezTo>
                    <a:pt x="83476" y="33207"/>
                    <a:pt x="83590" y="32836"/>
                    <a:pt x="83361" y="32550"/>
                  </a:cubicBezTo>
                  <a:cubicBezTo>
                    <a:pt x="83209" y="32346"/>
                    <a:pt x="82932" y="32276"/>
                    <a:pt x="82627" y="32276"/>
                  </a:cubicBezTo>
                  <a:cubicBezTo>
                    <a:pt x="82074" y="32276"/>
                    <a:pt x="81427" y="32503"/>
                    <a:pt x="81243" y="32577"/>
                  </a:cubicBezTo>
                  <a:cubicBezTo>
                    <a:pt x="80643" y="32749"/>
                    <a:pt x="80128" y="33035"/>
                    <a:pt x="79640" y="33321"/>
                  </a:cubicBezTo>
                  <a:cubicBezTo>
                    <a:pt x="79239" y="33550"/>
                    <a:pt x="78895" y="33752"/>
                    <a:pt x="78495" y="33894"/>
                  </a:cubicBezTo>
                  <a:cubicBezTo>
                    <a:pt x="78266" y="33951"/>
                    <a:pt x="78066" y="34008"/>
                    <a:pt x="77837" y="34066"/>
                  </a:cubicBezTo>
                  <a:cubicBezTo>
                    <a:pt x="77036" y="34295"/>
                    <a:pt x="76262" y="34467"/>
                    <a:pt x="75689" y="35612"/>
                  </a:cubicBezTo>
                  <a:cubicBezTo>
                    <a:pt x="75490" y="35985"/>
                    <a:pt x="75433" y="36386"/>
                    <a:pt x="75376" y="36729"/>
                  </a:cubicBezTo>
                  <a:cubicBezTo>
                    <a:pt x="75261" y="37359"/>
                    <a:pt x="75204" y="37645"/>
                    <a:pt x="74716" y="37787"/>
                  </a:cubicBezTo>
                  <a:cubicBezTo>
                    <a:pt x="74582" y="37812"/>
                    <a:pt x="74459" y="37821"/>
                    <a:pt x="74338" y="37821"/>
                  </a:cubicBezTo>
                  <a:cubicBezTo>
                    <a:pt x="74177" y="37821"/>
                    <a:pt x="74021" y="37804"/>
                    <a:pt x="73857" y="37787"/>
                  </a:cubicBezTo>
                  <a:cubicBezTo>
                    <a:pt x="73692" y="37770"/>
                    <a:pt x="73521" y="37750"/>
                    <a:pt x="73347" y="37750"/>
                  </a:cubicBezTo>
                  <a:cubicBezTo>
                    <a:pt x="72948" y="37750"/>
                    <a:pt x="72530" y="37854"/>
                    <a:pt x="72112" y="38332"/>
                  </a:cubicBezTo>
                  <a:cubicBezTo>
                    <a:pt x="72082" y="38360"/>
                    <a:pt x="72082" y="38390"/>
                    <a:pt x="72055" y="38417"/>
                  </a:cubicBezTo>
                  <a:lnTo>
                    <a:pt x="71998" y="38531"/>
                  </a:lnTo>
                  <a:cubicBezTo>
                    <a:pt x="71769" y="38848"/>
                    <a:pt x="71510" y="39191"/>
                    <a:pt x="71281" y="39562"/>
                  </a:cubicBezTo>
                  <a:cubicBezTo>
                    <a:pt x="70795" y="40249"/>
                    <a:pt x="70280" y="40993"/>
                    <a:pt x="69678" y="41481"/>
                  </a:cubicBezTo>
                  <a:cubicBezTo>
                    <a:pt x="69482" y="41656"/>
                    <a:pt x="69301" y="41699"/>
                    <a:pt x="69123" y="41699"/>
                  </a:cubicBezTo>
                  <a:cubicBezTo>
                    <a:pt x="69040" y="41699"/>
                    <a:pt x="68958" y="41690"/>
                    <a:pt x="68876" y="41680"/>
                  </a:cubicBezTo>
                  <a:cubicBezTo>
                    <a:pt x="68811" y="41677"/>
                    <a:pt x="68747" y="41675"/>
                    <a:pt x="68683" y="41675"/>
                  </a:cubicBezTo>
                  <a:cubicBezTo>
                    <a:pt x="68214" y="41675"/>
                    <a:pt x="67791" y="41810"/>
                    <a:pt x="67589" y="42768"/>
                  </a:cubicBezTo>
                  <a:cubicBezTo>
                    <a:pt x="67502" y="43199"/>
                    <a:pt x="67445" y="43542"/>
                    <a:pt x="67417" y="43856"/>
                  </a:cubicBezTo>
                  <a:cubicBezTo>
                    <a:pt x="67330" y="44630"/>
                    <a:pt x="67273" y="45203"/>
                    <a:pt x="66673" y="46061"/>
                  </a:cubicBezTo>
                  <a:cubicBezTo>
                    <a:pt x="65986" y="47035"/>
                    <a:pt x="64868" y="47578"/>
                    <a:pt x="63696" y="48093"/>
                  </a:cubicBezTo>
                  <a:cubicBezTo>
                    <a:pt x="61234" y="49096"/>
                    <a:pt x="58829" y="50612"/>
                    <a:pt x="59773" y="54249"/>
                  </a:cubicBezTo>
                  <a:cubicBezTo>
                    <a:pt x="60146" y="55707"/>
                    <a:pt x="60432" y="58169"/>
                    <a:pt x="59773" y="58971"/>
                  </a:cubicBezTo>
                  <a:cubicBezTo>
                    <a:pt x="59622" y="59148"/>
                    <a:pt x="59450" y="59235"/>
                    <a:pt x="59217" y="59235"/>
                  </a:cubicBezTo>
                  <a:cubicBezTo>
                    <a:pt x="59184" y="59235"/>
                    <a:pt x="59150" y="59233"/>
                    <a:pt x="59116" y="59230"/>
                  </a:cubicBezTo>
                  <a:cubicBezTo>
                    <a:pt x="58170" y="59172"/>
                    <a:pt x="58112" y="58199"/>
                    <a:pt x="58112" y="56566"/>
                  </a:cubicBezTo>
                  <a:cubicBezTo>
                    <a:pt x="58112" y="55394"/>
                    <a:pt x="58112" y="54306"/>
                    <a:pt x="57483" y="53761"/>
                  </a:cubicBezTo>
                  <a:cubicBezTo>
                    <a:pt x="57201" y="53479"/>
                    <a:pt x="56968" y="53395"/>
                    <a:pt x="56759" y="53395"/>
                  </a:cubicBezTo>
                  <a:cubicBezTo>
                    <a:pt x="56651" y="53395"/>
                    <a:pt x="56550" y="53417"/>
                    <a:pt x="56452" y="53447"/>
                  </a:cubicBezTo>
                  <a:cubicBezTo>
                    <a:pt x="56395" y="53461"/>
                    <a:pt x="56352" y="53468"/>
                    <a:pt x="56309" y="53468"/>
                  </a:cubicBezTo>
                  <a:cubicBezTo>
                    <a:pt x="56266" y="53468"/>
                    <a:pt x="56223" y="53461"/>
                    <a:pt x="56166" y="53447"/>
                  </a:cubicBezTo>
                  <a:cubicBezTo>
                    <a:pt x="56024" y="53390"/>
                    <a:pt x="55909" y="53275"/>
                    <a:pt x="55738" y="53131"/>
                  </a:cubicBezTo>
                  <a:cubicBezTo>
                    <a:pt x="55536" y="52932"/>
                    <a:pt x="55307" y="52730"/>
                    <a:pt x="54993" y="52588"/>
                  </a:cubicBezTo>
                  <a:cubicBezTo>
                    <a:pt x="54673" y="52447"/>
                    <a:pt x="54022" y="52380"/>
                    <a:pt x="53349" y="52380"/>
                  </a:cubicBezTo>
                  <a:cubicBezTo>
                    <a:pt x="52515" y="52380"/>
                    <a:pt x="51646" y="52483"/>
                    <a:pt x="51329" y="52673"/>
                  </a:cubicBezTo>
                  <a:cubicBezTo>
                    <a:pt x="50899" y="52902"/>
                    <a:pt x="50784" y="53188"/>
                    <a:pt x="50699" y="53417"/>
                  </a:cubicBezTo>
                  <a:cubicBezTo>
                    <a:pt x="50642" y="53562"/>
                    <a:pt x="50612" y="53646"/>
                    <a:pt x="50498" y="53733"/>
                  </a:cubicBezTo>
                  <a:cubicBezTo>
                    <a:pt x="50226" y="53954"/>
                    <a:pt x="49843" y="54013"/>
                    <a:pt x="49444" y="54013"/>
                  </a:cubicBezTo>
                  <a:cubicBezTo>
                    <a:pt x="49173" y="54013"/>
                    <a:pt x="48894" y="53986"/>
                    <a:pt x="48638" y="53962"/>
                  </a:cubicBezTo>
                  <a:lnTo>
                    <a:pt x="48494" y="53933"/>
                  </a:lnTo>
                  <a:cubicBezTo>
                    <a:pt x="48123" y="53905"/>
                    <a:pt x="47807" y="53848"/>
                    <a:pt x="47493" y="53791"/>
                  </a:cubicBezTo>
                  <a:cubicBezTo>
                    <a:pt x="47119" y="53706"/>
                    <a:pt x="46766" y="53632"/>
                    <a:pt x="46398" y="53632"/>
                  </a:cubicBezTo>
                  <a:cubicBezTo>
                    <a:pt x="45893" y="53632"/>
                    <a:pt x="45362" y="53772"/>
                    <a:pt x="44715" y="54219"/>
                  </a:cubicBezTo>
                  <a:lnTo>
                    <a:pt x="44601" y="54276"/>
                  </a:lnTo>
                  <a:cubicBezTo>
                    <a:pt x="43799" y="54791"/>
                    <a:pt x="42856" y="55364"/>
                    <a:pt x="42139" y="56051"/>
                  </a:cubicBezTo>
                  <a:cubicBezTo>
                    <a:pt x="41223" y="56882"/>
                    <a:pt x="41138" y="57597"/>
                    <a:pt x="40994" y="58513"/>
                  </a:cubicBezTo>
                  <a:cubicBezTo>
                    <a:pt x="40966" y="58714"/>
                    <a:pt x="40966" y="58886"/>
                    <a:pt x="40909" y="59085"/>
                  </a:cubicBezTo>
                  <a:cubicBezTo>
                    <a:pt x="40822" y="59658"/>
                    <a:pt x="40565" y="60146"/>
                    <a:pt x="40279" y="60631"/>
                  </a:cubicBezTo>
                  <a:cubicBezTo>
                    <a:pt x="40020" y="61089"/>
                    <a:pt x="39764" y="61577"/>
                    <a:pt x="39620" y="62120"/>
                  </a:cubicBezTo>
                  <a:cubicBezTo>
                    <a:pt x="39363" y="63237"/>
                    <a:pt x="39677" y="64009"/>
                    <a:pt x="39993" y="64783"/>
                  </a:cubicBezTo>
                  <a:cubicBezTo>
                    <a:pt x="40135" y="65127"/>
                    <a:pt x="40279" y="65470"/>
                    <a:pt x="40394" y="65871"/>
                  </a:cubicBezTo>
                  <a:cubicBezTo>
                    <a:pt x="40478" y="66185"/>
                    <a:pt x="40508" y="66501"/>
                    <a:pt x="40565" y="66815"/>
                  </a:cubicBezTo>
                  <a:cubicBezTo>
                    <a:pt x="40650" y="67616"/>
                    <a:pt x="40737" y="68447"/>
                    <a:pt x="41738" y="69047"/>
                  </a:cubicBezTo>
                  <a:cubicBezTo>
                    <a:pt x="42326" y="69342"/>
                    <a:pt x="43346" y="69636"/>
                    <a:pt x="44186" y="69636"/>
                  </a:cubicBezTo>
                  <a:cubicBezTo>
                    <a:pt x="44491" y="69636"/>
                    <a:pt x="44773" y="69597"/>
                    <a:pt x="45001" y="69506"/>
                  </a:cubicBezTo>
                  <a:cubicBezTo>
                    <a:pt x="45718" y="69306"/>
                    <a:pt x="47063" y="68676"/>
                    <a:pt x="47550" y="67731"/>
                  </a:cubicBezTo>
                  <a:cubicBezTo>
                    <a:pt x="47750" y="67360"/>
                    <a:pt x="47837" y="66959"/>
                    <a:pt x="47894" y="66615"/>
                  </a:cubicBezTo>
                  <a:cubicBezTo>
                    <a:pt x="48008" y="66043"/>
                    <a:pt x="48093" y="65642"/>
                    <a:pt x="48666" y="65326"/>
                  </a:cubicBezTo>
                  <a:cubicBezTo>
                    <a:pt x="48880" y="65197"/>
                    <a:pt x="49643" y="65036"/>
                    <a:pt x="50264" y="65036"/>
                  </a:cubicBezTo>
                  <a:cubicBezTo>
                    <a:pt x="50472" y="65036"/>
                    <a:pt x="50663" y="65054"/>
                    <a:pt x="50814" y="65097"/>
                  </a:cubicBezTo>
                  <a:cubicBezTo>
                    <a:pt x="50956" y="65127"/>
                    <a:pt x="51013" y="65154"/>
                    <a:pt x="51043" y="65212"/>
                  </a:cubicBezTo>
                  <a:cubicBezTo>
                    <a:pt x="51185" y="65470"/>
                    <a:pt x="50699" y="66444"/>
                    <a:pt x="50498" y="66844"/>
                  </a:cubicBezTo>
                  <a:cubicBezTo>
                    <a:pt x="50356" y="67101"/>
                    <a:pt x="50241" y="67330"/>
                    <a:pt x="50184" y="67531"/>
                  </a:cubicBezTo>
                  <a:cubicBezTo>
                    <a:pt x="50097" y="67788"/>
                    <a:pt x="49868" y="68276"/>
                    <a:pt x="49611" y="68761"/>
                  </a:cubicBezTo>
                  <a:cubicBezTo>
                    <a:pt x="48810" y="70337"/>
                    <a:pt x="48237" y="71624"/>
                    <a:pt x="48638" y="72368"/>
                  </a:cubicBezTo>
                  <a:cubicBezTo>
                    <a:pt x="48870" y="72833"/>
                    <a:pt x="49279" y="72985"/>
                    <a:pt x="49733" y="72985"/>
                  </a:cubicBezTo>
                  <a:cubicBezTo>
                    <a:pt x="50230" y="72985"/>
                    <a:pt x="50780" y="72804"/>
                    <a:pt x="51215" y="72654"/>
                  </a:cubicBezTo>
                  <a:cubicBezTo>
                    <a:pt x="51471" y="72570"/>
                    <a:pt x="51673" y="72512"/>
                    <a:pt x="51815" y="72483"/>
                  </a:cubicBezTo>
                  <a:lnTo>
                    <a:pt x="51844" y="72483"/>
                  </a:lnTo>
                  <a:cubicBezTo>
                    <a:pt x="52067" y="72421"/>
                    <a:pt x="52306" y="72392"/>
                    <a:pt x="52536" y="72392"/>
                  </a:cubicBezTo>
                  <a:cubicBezTo>
                    <a:pt x="52837" y="72392"/>
                    <a:pt x="53121" y="72443"/>
                    <a:pt x="53333" y="72540"/>
                  </a:cubicBezTo>
                  <a:cubicBezTo>
                    <a:pt x="53761" y="72712"/>
                    <a:pt x="53761" y="72741"/>
                    <a:pt x="53818" y="72941"/>
                  </a:cubicBezTo>
                  <a:cubicBezTo>
                    <a:pt x="53848" y="73055"/>
                    <a:pt x="53876" y="73227"/>
                    <a:pt x="53963" y="73399"/>
                  </a:cubicBezTo>
                  <a:cubicBezTo>
                    <a:pt x="54363" y="74544"/>
                    <a:pt x="54192" y="75002"/>
                    <a:pt x="53791" y="76062"/>
                  </a:cubicBezTo>
                  <a:lnTo>
                    <a:pt x="53676" y="76348"/>
                  </a:lnTo>
                  <a:cubicBezTo>
                    <a:pt x="53333" y="77235"/>
                    <a:pt x="52932" y="78524"/>
                    <a:pt x="53505" y="79582"/>
                  </a:cubicBezTo>
                  <a:cubicBezTo>
                    <a:pt x="53704" y="79868"/>
                    <a:pt x="53963" y="80097"/>
                    <a:pt x="54192" y="80269"/>
                  </a:cubicBezTo>
                  <a:cubicBezTo>
                    <a:pt x="54363" y="80413"/>
                    <a:pt x="54535" y="80555"/>
                    <a:pt x="54650" y="80700"/>
                  </a:cubicBezTo>
                  <a:cubicBezTo>
                    <a:pt x="54822" y="80871"/>
                    <a:pt x="54906" y="81013"/>
                    <a:pt x="54993" y="81158"/>
                  </a:cubicBezTo>
                  <a:cubicBezTo>
                    <a:pt x="55222" y="81444"/>
                    <a:pt x="55422" y="81700"/>
                    <a:pt x="56081" y="81902"/>
                  </a:cubicBezTo>
                  <a:cubicBezTo>
                    <a:pt x="56195" y="81930"/>
                    <a:pt x="56305" y="81943"/>
                    <a:pt x="56411" y="81943"/>
                  </a:cubicBezTo>
                  <a:cubicBezTo>
                    <a:pt x="56835" y="81943"/>
                    <a:pt x="57197" y="81742"/>
                    <a:pt x="57540" y="81558"/>
                  </a:cubicBezTo>
                  <a:cubicBezTo>
                    <a:pt x="57849" y="81414"/>
                    <a:pt x="58069" y="81300"/>
                    <a:pt x="58274" y="81300"/>
                  </a:cubicBezTo>
                  <a:cubicBezTo>
                    <a:pt x="58355" y="81300"/>
                    <a:pt x="58433" y="81317"/>
                    <a:pt x="58513" y="81357"/>
                  </a:cubicBezTo>
                  <a:cubicBezTo>
                    <a:pt x="58570" y="81386"/>
                    <a:pt x="58635" y="81400"/>
                    <a:pt x="58700" y="81400"/>
                  </a:cubicBezTo>
                  <a:cubicBezTo>
                    <a:pt x="58765" y="81400"/>
                    <a:pt x="58829" y="81386"/>
                    <a:pt x="58887" y="81357"/>
                  </a:cubicBezTo>
                  <a:cubicBezTo>
                    <a:pt x="58944" y="81300"/>
                    <a:pt x="58971" y="81272"/>
                    <a:pt x="59001" y="81215"/>
                  </a:cubicBezTo>
                  <a:cubicBezTo>
                    <a:pt x="59147" y="81189"/>
                    <a:pt x="59273" y="81176"/>
                    <a:pt x="59385" y="81176"/>
                  </a:cubicBezTo>
                  <a:cubicBezTo>
                    <a:pt x="59645" y="81176"/>
                    <a:pt x="59832" y="81246"/>
                    <a:pt x="60032" y="81387"/>
                  </a:cubicBezTo>
                  <a:cubicBezTo>
                    <a:pt x="60089" y="81444"/>
                    <a:pt x="60146" y="81586"/>
                    <a:pt x="60203" y="81730"/>
                  </a:cubicBezTo>
                  <a:cubicBezTo>
                    <a:pt x="60298" y="82013"/>
                    <a:pt x="60488" y="82490"/>
                    <a:pt x="61080" y="82490"/>
                  </a:cubicBezTo>
                  <a:cubicBezTo>
                    <a:pt x="61207" y="82490"/>
                    <a:pt x="61353" y="82468"/>
                    <a:pt x="61520" y="82417"/>
                  </a:cubicBezTo>
                  <a:cubicBezTo>
                    <a:pt x="62264" y="82188"/>
                    <a:pt x="62464" y="81387"/>
                    <a:pt x="62635" y="80700"/>
                  </a:cubicBezTo>
                  <a:cubicBezTo>
                    <a:pt x="62780" y="80127"/>
                    <a:pt x="62922" y="79582"/>
                    <a:pt x="63295" y="79296"/>
                  </a:cubicBezTo>
                  <a:cubicBezTo>
                    <a:pt x="63666" y="79010"/>
                    <a:pt x="64239" y="78838"/>
                    <a:pt x="64868" y="78666"/>
                  </a:cubicBezTo>
                  <a:cubicBezTo>
                    <a:pt x="65384" y="78494"/>
                    <a:pt x="65929" y="78352"/>
                    <a:pt x="66357" y="78123"/>
                  </a:cubicBezTo>
                  <a:cubicBezTo>
                    <a:pt x="66444" y="78094"/>
                    <a:pt x="66529" y="78036"/>
                    <a:pt x="66616" y="77979"/>
                  </a:cubicBezTo>
                  <a:cubicBezTo>
                    <a:pt x="66730" y="77922"/>
                    <a:pt x="67044" y="77750"/>
                    <a:pt x="67246" y="77722"/>
                  </a:cubicBezTo>
                  <a:lnTo>
                    <a:pt x="67246" y="77722"/>
                  </a:lnTo>
                  <a:cubicBezTo>
                    <a:pt x="67188" y="77864"/>
                    <a:pt x="67044" y="78094"/>
                    <a:pt x="66959" y="78208"/>
                  </a:cubicBezTo>
                  <a:cubicBezTo>
                    <a:pt x="66815" y="78410"/>
                    <a:pt x="66730" y="78552"/>
                    <a:pt x="66700" y="78723"/>
                  </a:cubicBezTo>
                  <a:cubicBezTo>
                    <a:pt x="66643" y="78895"/>
                    <a:pt x="66730" y="79067"/>
                    <a:pt x="66902" y="79124"/>
                  </a:cubicBezTo>
                  <a:cubicBezTo>
                    <a:pt x="67074" y="79189"/>
                    <a:pt x="67236" y="79216"/>
                    <a:pt x="67387" y="79216"/>
                  </a:cubicBezTo>
                  <a:cubicBezTo>
                    <a:pt x="67840" y="79216"/>
                    <a:pt x="68205" y="78974"/>
                    <a:pt x="68505" y="78781"/>
                  </a:cubicBezTo>
                  <a:cubicBezTo>
                    <a:pt x="68795" y="78569"/>
                    <a:pt x="69038" y="78406"/>
                    <a:pt x="69276" y="78406"/>
                  </a:cubicBezTo>
                  <a:cubicBezTo>
                    <a:pt x="69295" y="78406"/>
                    <a:pt x="69315" y="78407"/>
                    <a:pt x="69334" y="78410"/>
                  </a:cubicBezTo>
                  <a:cubicBezTo>
                    <a:pt x="69593" y="78494"/>
                    <a:pt x="69879" y="78696"/>
                    <a:pt x="70165" y="78895"/>
                  </a:cubicBezTo>
                  <a:cubicBezTo>
                    <a:pt x="70394" y="79067"/>
                    <a:pt x="70623" y="79239"/>
                    <a:pt x="70880" y="79353"/>
                  </a:cubicBezTo>
                  <a:cubicBezTo>
                    <a:pt x="71224" y="79497"/>
                    <a:pt x="71624" y="79582"/>
                    <a:pt x="71998" y="79669"/>
                  </a:cubicBezTo>
                  <a:cubicBezTo>
                    <a:pt x="72169" y="79726"/>
                    <a:pt x="72341" y="79754"/>
                    <a:pt x="72483" y="79811"/>
                  </a:cubicBezTo>
                  <a:cubicBezTo>
                    <a:pt x="73141" y="79998"/>
                    <a:pt x="73693" y="80091"/>
                    <a:pt x="74223" y="80091"/>
                  </a:cubicBezTo>
                  <a:cubicBezTo>
                    <a:pt x="74753" y="80091"/>
                    <a:pt x="75261" y="79998"/>
                    <a:pt x="75834" y="79811"/>
                  </a:cubicBezTo>
                  <a:cubicBezTo>
                    <a:pt x="76143" y="79721"/>
                    <a:pt x="76352" y="79673"/>
                    <a:pt x="76515" y="79673"/>
                  </a:cubicBezTo>
                  <a:cubicBezTo>
                    <a:pt x="76819" y="79673"/>
                    <a:pt x="76968" y="79839"/>
                    <a:pt x="77322" y="80212"/>
                  </a:cubicBezTo>
                  <a:lnTo>
                    <a:pt x="77750" y="80642"/>
                  </a:lnTo>
                  <a:cubicBezTo>
                    <a:pt x="77952" y="80842"/>
                    <a:pt x="78151" y="81071"/>
                    <a:pt x="78380" y="81272"/>
                  </a:cubicBezTo>
                  <a:cubicBezTo>
                    <a:pt x="78811" y="81730"/>
                    <a:pt x="79239" y="82188"/>
                    <a:pt x="79727" y="82502"/>
                  </a:cubicBezTo>
                  <a:cubicBezTo>
                    <a:pt x="80643" y="83047"/>
                    <a:pt x="80872" y="83361"/>
                    <a:pt x="81529" y="84364"/>
                  </a:cubicBezTo>
                  <a:cubicBezTo>
                    <a:pt x="82502" y="85823"/>
                    <a:pt x="83819" y="85880"/>
                    <a:pt x="85109" y="85910"/>
                  </a:cubicBezTo>
                  <a:cubicBezTo>
                    <a:pt x="86025" y="85937"/>
                    <a:pt x="86941" y="85937"/>
                    <a:pt x="87827" y="86510"/>
                  </a:cubicBezTo>
                  <a:cubicBezTo>
                    <a:pt x="88514" y="86911"/>
                    <a:pt x="89345" y="87570"/>
                    <a:pt x="89602" y="88085"/>
                  </a:cubicBezTo>
                  <a:cubicBezTo>
                    <a:pt x="89774" y="88429"/>
                    <a:pt x="89774" y="88800"/>
                    <a:pt x="89746" y="89201"/>
                  </a:cubicBezTo>
                  <a:cubicBezTo>
                    <a:pt x="89716" y="89574"/>
                    <a:pt x="89716" y="89975"/>
                    <a:pt x="89861" y="90346"/>
                  </a:cubicBezTo>
                  <a:cubicBezTo>
                    <a:pt x="89975" y="90689"/>
                    <a:pt x="90232" y="90861"/>
                    <a:pt x="90403" y="91005"/>
                  </a:cubicBezTo>
                  <a:cubicBezTo>
                    <a:pt x="90548" y="91090"/>
                    <a:pt x="90632" y="91147"/>
                    <a:pt x="90690" y="91234"/>
                  </a:cubicBezTo>
                  <a:cubicBezTo>
                    <a:pt x="90690" y="91319"/>
                    <a:pt x="90662" y="91463"/>
                    <a:pt x="90662" y="91578"/>
                  </a:cubicBezTo>
                  <a:cubicBezTo>
                    <a:pt x="90632" y="91807"/>
                    <a:pt x="90632" y="92036"/>
                    <a:pt x="90662" y="92292"/>
                  </a:cubicBezTo>
                  <a:cubicBezTo>
                    <a:pt x="90861" y="93124"/>
                    <a:pt x="91177" y="93353"/>
                    <a:pt x="91578" y="93582"/>
                  </a:cubicBezTo>
                  <a:cubicBezTo>
                    <a:pt x="91778" y="93666"/>
                    <a:pt x="91949" y="93753"/>
                    <a:pt x="92151" y="93982"/>
                  </a:cubicBezTo>
                  <a:lnTo>
                    <a:pt x="92178" y="94124"/>
                  </a:lnTo>
                  <a:cubicBezTo>
                    <a:pt x="92208" y="94154"/>
                    <a:pt x="92208" y="94211"/>
                    <a:pt x="92236" y="94239"/>
                  </a:cubicBezTo>
                  <a:cubicBezTo>
                    <a:pt x="92407" y="94440"/>
                    <a:pt x="92437" y="94754"/>
                    <a:pt x="92465" y="95070"/>
                  </a:cubicBezTo>
                  <a:cubicBezTo>
                    <a:pt x="92494" y="95185"/>
                    <a:pt x="92494" y="95269"/>
                    <a:pt x="92522" y="95384"/>
                  </a:cubicBezTo>
                  <a:cubicBezTo>
                    <a:pt x="92549" y="95540"/>
                    <a:pt x="92694" y="95674"/>
                    <a:pt x="92849" y="95674"/>
                  </a:cubicBezTo>
                  <a:cubicBezTo>
                    <a:pt x="92865" y="95674"/>
                    <a:pt x="92880" y="95673"/>
                    <a:pt x="92895" y="95670"/>
                  </a:cubicBezTo>
                  <a:cubicBezTo>
                    <a:pt x="93296" y="95643"/>
                    <a:pt x="93552" y="95498"/>
                    <a:pt x="93754" y="95414"/>
                  </a:cubicBezTo>
                  <a:cubicBezTo>
                    <a:pt x="93934" y="95301"/>
                    <a:pt x="94078" y="95224"/>
                    <a:pt x="94339" y="95224"/>
                  </a:cubicBezTo>
                  <a:cubicBezTo>
                    <a:pt x="94411" y="95224"/>
                    <a:pt x="94491" y="95230"/>
                    <a:pt x="94583" y="95242"/>
                  </a:cubicBezTo>
                  <a:cubicBezTo>
                    <a:pt x="95098" y="95357"/>
                    <a:pt x="96014" y="95815"/>
                    <a:pt x="96445" y="96300"/>
                  </a:cubicBezTo>
                  <a:cubicBezTo>
                    <a:pt x="96617" y="96472"/>
                    <a:pt x="96701" y="96616"/>
                    <a:pt x="96788" y="96758"/>
                  </a:cubicBezTo>
                  <a:cubicBezTo>
                    <a:pt x="97017" y="97159"/>
                    <a:pt x="97217" y="97388"/>
                    <a:pt x="98075" y="97502"/>
                  </a:cubicBezTo>
                  <a:cubicBezTo>
                    <a:pt x="98220" y="97502"/>
                    <a:pt x="98362" y="97475"/>
                    <a:pt x="98506" y="97475"/>
                  </a:cubicBezTo>
                  <a:cubicBezTo>
                    <a:pt x="98659" y="97475"/>
                    <a:pt x="98824" y="97462"/>
                    <a:pt x="98993" y="97462"/>
                  </a:cubicBezTo>
                  <a:cubicBezTo>
                    <a:pt x="99078" y="97462"/>
                    <a:pt x="99164" y="97465"/>
                    <a:pt x="99250" y="97475"/>
                  </a:cubicBezTo>
                  <a:cubicBezTo>
                    <a:pt x="99651" y="97560"/>
                    <a:pt x="100079" y="97617"/>
                    <a:pt x="100510" y="97704"/>
                  </a:cubicBezTo>
                  <a:cubicBezTo>
                    <a:pt x="101827" y="97846"/>
                    <a:pt x="102598" y="98132"/>
                    <a:pt x="103686" y="98876"/>
                  </a:cubicBezTo>
                  <a:cubicBezTo>
                    <a:pt x="103945" y="99048"/>
                    <a:pt x="104144" y="99250"/>
                    <a:pt x="104346" y="99421"/>
                  </a:cubicBezTo>
                  <a:cubicBezTo>
                    <a:pt x="104889" y="99907"/>
                    <a:pt x="105376" y="100338"/>
                    <a:pt x="106350" y="100452"/>
                  </a:cubicBezTo>
                  <a:cubicBezTo>
                    <a:pt x="106435" y="100461"/>
                    <a:pt x="106515" y="100464"/>
                    <a:pt x="106588" y="100464"/>
                  </a:cubicBezTo>
                  <a:cubicBezTo>
                    <a:pt x="106734" y="100464"/>
                    <a:pt x="106855" y="100452"/>
                    <a:pt x="106950" y="100452"/>
                  </a:cubicBezTo>
                  <a:cubicBezTo>
                    <a:pt x="106989" y="100445"/>
                    <a:pt x="107019" y="100440"/>
                    <a:pt x="107045" y="100440"/>
                  </a:cubicBezTo>
                  <a:cubicBezTo>
                    <a:pt x="107135" y="100440"/>
                    <a:pt x="107180" y="100500"/>
                    <a:pt x="107380" y="100766"/>
                  </a:cubicBezTo>
                  <a:cubicBezTo>
                    <a:pt x="107495" y="100910"/>
                    <a:pt x="107667" y="101254"/>
                    <a:pt x="107781" y="102025"/>
                  </a:cubicBezTo>
                  <a:cubicBezTo>
                    <a:pt x="107923" y="102857"/>
                    <a:pt x="108010" y="104059"/>
                    <a:pt x="107866" y="104888"/>
                  </a:cubicBezTo>
                  <a:cubicBezTo>
                    <a:pt x="107781" y="105575"/>
                    <a:pt x="107380" y="105976"/>
                    <a:pt x="106922" y="106434"/>
                  </a:cubicBezTo>
                  <a:cubicBezTo>
                    <a:pt x="106521" y="106835"/>
                    <a:pt x="106063" y="107293"/>
                    <a:pt x="105834" y="107952"/>
                  </a:cubicBezTo>
                  <a:cubicBezTo>
                    <a:pt x="105720" y="108238"/>
                    <a:pt x="105633" y="108495"/>
                    <a:pt x="105576" y="108724"/>
                  </a:cubicBezTo>
                  <a:cubicBezTo>
                    <a:pt x="105491" y="109155"/>
                    <a:pt x="105404" y="109441"/>
                    <a:pt x="105033" y="109812"/>
                  </a:cubicBezTo>
                  <a:cubicBezTo>
                    <a:pt x="104918" y="109926"/>
                    <a:pt x="104804" y="110013"/>
                    <a:pt x="104660" y="110098"/>
                  </a:cubicBezTo>
                  <a:cubicBezTo>
                    <a:pt x="104346" y="110357"/>
                    <a:pt x="104030" y="110586"/>
                    <a:pt x="103801" y="111014"/>
                  </a:cubicBezTo>
                  <a:cubicBezTo>
                    <a:pt x="103143" y="112159"/>
                    <a:pt x="103487" y="113648"/>
                    <a:pt x="103831" y="115079"/>
                  </a:cubicBezTo>
                  <a:cubicBezTo>
                    <a:pt x="104002" y="115823"/>
                    <a:pt x="104174" y="116540"/>
                    <a:pt x="104174" y="117113"/>
                  </a:cubicBezTo>
                  <a:cubicBezTo>
                    <a:pt x="104117" y="117999"/>
                    <a:pt x="103686" y="118888"/>
                    <a:pt x="103258" y="119746"/>
                  </a:cubicBezTo>
                  <a:cubicBezTo>
                    <a:pt x="103114" y="120033"/>
                    <a:pt x="102999" y="120289"/>
                    <a:pt x="102885" y="120548"/>
                  </a:cubicBezTo>
                  <a:cubicBezTo>
                    <a:pt x="102743" y="120891"/>
                    <a:pt x="102628" y="121262"/>
                    <a:pt x="102484" y="121663"/>
                  </a:cubicBezTo>
                  <a:cubicBezTo>
                    <a:pt x="102255" y="122380"/>
                    <a:pt x="101998" y="123152"/>
                    <a:pt x="101625" y="123724"/>
                  </a:cubicBezTo>
                  <a:cubicBezTo>
                    <a:pt x="100995" y="124640"/>
                    <a:pt x="99937" y="124755"/>
                    <a:pt x="98820" y="124869"/>
                  </a:cubicBezTo>
                  <a:cubicBezTo>
                    <a:pt x="97617" y="125014"/>
                    <a:pt x="96273" y="125156"/>
                    <a:pt x="95384" y="126331"/>
                  </a:cubicBezTo>
                  <a:cubicBezTo>
                    <a:pt x="95357" y="126388"/>
                    <a:pt x="95327" y="126445"/>
                    <a:pt x="95327" y="126502"/>
                  </a:cubicBezTo>
                  <a:cubicBezTo>
                    <a:pt x="94384" y="127476"/>
                    <a:pt x="94384" y="127819"/>
                    <a:pt x="94555" y="129564"/>
                  </a:cubicBezTo>
                  <a:cubicBezTo>
                    <a:pt x="94812" y="131454"/>
                    <a:pt x="94326" y="132170"/>
                    <a:pt x="92952" y="133544"/>
                  </a:cubicBezTo>
                  <a:cubicBezTo>
                    <a:pt x="91979" y="134632"/>
                    <a:pt x="91778" y="135519"/>
                    <a:pt x="91491" y="136835"/>
                  </a:cubicBezTo>
                  <a:cubicBezTo>
                    <a:pt x="91407" y="137151"/>
                    <a:pt x="91262" y="137351"/>
                    <a:pt x="91120" y="137552"/>
                  </a:cubicBezTo>
                  <a:cubicBezTo>
                    <a:pt x="91033" y="137667"/>
                    <a:pt x="90948" y="137781"/>
                    <a:pt x="90891" y="137953"/>
                  </a:cubicBezTo>
                  <a:cubicBezTo>
                    <a:pt x="90804" y="138125"/>
                    <a:pt x="90747" y="138296"/>
                    <a:pt x="90719" y="138496"/>
                  </a:cubicBezTo>
                  <a:cubicBezTo>
                    <a:pt x="90662" y="138640"/>
                    <a:pt x="90605" y="138782"/>
                    <a:pt x="90548" y="138984"/>
                  </a:cubicBezTo>
                  <a:cubicBezTo>
                    <a:pt x="90461" y="139240"/>
                    <a:pt x="90433" y="139442"/>
                    <a:pt x="90403" y="139584"/>
                  </a:cubicBezTo>
                  <a:lnTo>
                    <a:pt x="90403" y="139728"/>
                  </a:lnTo>
                  <a:cubicBezTo>
                    <a:pt x="90346" y="139785"/>
                    <a:pt x="90147" y="139870"/>
                    <a:pt x="89774" y="139984"/>
                  </a:cubicBezTo>
                  <a:cubicBezTo>
                    <a:pt x="89476" y="140119"/>
                    <a:pt x="89240" y="140168"/>
                    <a:pt x="89014" y="140168"/>
                  </a:cubicBezTo>
                  <a:cubicBezTo>
                    <a:pt x="88805" y="140168"/>
                    <a:pt x="88605" y="140126"/>
                    <a:pt x="88372" y="140071"/>
                  </a:cubicBezTo>
                  <a:cubicBezTo>
                    <a:pt x="88171" y="140014"/>
                    <a:pt x="87971" y="139984"/>
                    <a:pt x="87713" y="139957"/>
                  </a:cubicBezTo>
                  <a:cubicBezTo>
                    <a:pt x="87517" y="139931"/>
                    <a:pt x="87339" y="139915"/>
                    <a:pt x="87180" y="139915"/>
                  </a:cubicBezTo>
                  <a:cubicBezTo>
                    <a:pt x="86805" y="139915"/>
                    <a:pt x="86537" y="140002"/>
                    <a:pt x="86396" y="140243"/>
                  </a:cubicBezTo>
                  <a:cubicBezTo>
                    <a:pt x="86167" y="140614"/>
                    <a:pt x="86453" y="141015"/>
                    <a:pt x="86769" y="141473"/>
                  </a:cubicBezTo>
                  <a:cubicBezTo>
                    <a:pt x="86941" y="141702"/>
                    <a:pt x="87140" y="141988"/>
                    <a:pt x="87254" y="142274"/>
                  </a:cubicBezTo>
                  <a:cubicBezTo>
                    <a:pt x="87598" y="143048"/>
                    <a:pt x="87742" y="144164"/>
                    <a:pt x="87312" y="144736"/>
                  </a:cubicBezTo>
                  <a:cubicBezTo>
                    <a:pt x="86929" y="145282"/>
                    <a:pt x="86560" y="145415"/>
                    <a:pt x="86114" y="145415"/>
                  </a:cubicBezTo>
                  <a:cubicBezTo>
                    <a:pt x="85928" y="145415"/>
                    <a:pt x="85729" y="145392"/>
                    <a:pt x="85509" y="145366"/>
                  </a:cubicBezTo>
                  <a:cubicBezTo>
                    <a:pt x="85252" y="145344"/>
                    <a:pt x="84996" y="145302"/>
                    <a:pt x="84739" y="145302"/>
                  </a:cubicBezTo>
                  <a:cubicBezTo>
                    <a:pt x="84681" y="145302"/>
                    <a:pt x="84622" y="145304"/>
                    <a:pt x="84564" y="145309"/>
                  </a:cubicBezTo>
                  <a:cubicBezTo>
                    <a:pt x="83964" y="145339"/>
                    <a:pt x="83590" y="145481"/>
                    <a:pt x="83361" y="145767"/>
                  </a:cubicBezTo>
                  <a:cubicBezTo>
                    <a:pt x="83075" y="146140"/>
                    <a:pt x="83162" y="146626"/>
                    <a:pt x="83247" y="147141"/>
                  </a:cubicBezTo>
                  <a:cubicBezTo>
                    <a:pt x="83277" y="147400"/>
                    <a:pt x="83334" y="147656"/>
                    <a:pt x="83334" y="147915"/>
                  </a:cubicBezTo>
                  <a:cubicBezTo>
                    <a:pt x="83304" y="148545"/>
                    <a:pt x="83247" y="148687"/>
                    <a:pt x="83247" y="148687"/>
                  </a:cubicBezTo>
                  <a:cubicBezTo>
                    <a:pt x="83189" y="148687"/>
                    <a:pt x="83047" y="148659"/>
                    <a:pt x="82903" y="148659"/>
                  </a:cubicBezTo>
                  <a:cubicBezTo>
                    <a:pt x="82761" y="148630"/>
                    <a:pt x="82560" y="148602"/>
                    <a:pt x="82360" y="148572"/>
                  </a:cubicBezTo>
                  <a:cubicBezTo>
                    <a:pt x="82278" y="148565"/>
                    <a:pt x="82158" y="148556"/>
                    <a:pt x="82023" y="148556"/>
                  </a:cubicBezTo>
                  <a:cubicBezTo>
                    <a:pt x="81640" y="148556"/>
                    <a:pt x="81134" y="148629"/>
                    <a:pt x="80986" y="149030"/>
                  </a:cubicBezTo>
                  <a:cubicBezTo>
                    <a:pt x="80785" y="149660"/>
                    <a:pt x="81731" y="150320"/>
                    <a:pt x="82131" y="150549"/>
                  </a:cubicBezTo>
                  <a:cubicBezTo>
                    <a:pt x="82475" y="150778"/>
                    <a:pt x="82589" y="150892"/>
                    <a:pt x="82647" y="150949"/>
                  </a:cubicBezTo>
                  <a:cubicBezTo>
                    <a:pt x="82617" y="151007"/>
                    <a:pt x="82560" y="151064"/>
                    <a:pt x="82532" y="151121"/>
                  </a:cubicBezTo>
                  <a:cubicBezTo>
                    <a:pt x="82388" y="151320"/>
                    <a:pt x="82159" y="151636"/>
                    <a:pt x="82044" y="152095"/>
                  </a:cubicBezTo>
                  <a:cubicBezTo>
                    <a:pt x="81960" y="152381"/>
                    <a:pt x="81987" y="152695"/>
                    <a:pt x="82044" y="152981"/>
                  </a:cubicBezTo>
                  <a:cubicBezTo>
                    <a:pt x="82044" y="153153"/>
                    <a:pt x="82074" y="153354"/>
                    <a:pt x="82044" y="153439"/>
                  </a:cubicBezTo>
                  <a:cubicBezTo>
                    <a:pt x="81987" y="153583"/>
                    <a:pt x="81873" y="153668"/>
                    <a:pt x="81673" y="153782"/>
                  </a:cubicBezTo>
                  <a:cubicBezTo>
                    <a:pt x="81472" y="153897"/>
                    <a:pt x="81215" y="154041"/>
                    <a:pt x="81071" y="154298"/>
                  </a:cubicBezTo>
                  <a:cubicBezTo>
                    <a:pt x="80728" y="154756"/>
                    <a:pt x="80586" y="155186"/>
                    <a:pt x="80643" y="155557"/>
                  </a:cubicBezTo>
                  <a:cubicBezTo>
                    <a:pt x="80757" y="156159"/>
                    <a:pt x="81300" y="156530"/>
                    <a:pt x="81930" y="156931"/>
                  </a:cubicBezTo>
                  <a:cubicBezTo>
                    <a:pt x="82445" y="157247"/>
                    <a:pt x="82761" y="157534"/>
                    <a:pt x="82818" y="157820"/>
                  </a:cubicBezTo>
                  <a:cubicBezTo>
                    <a:pt x="82903" y="158134"/>
                    <a:pt x="82674" y="158507"/>
                    <a:pt x="82388" y="158992"/>
                  </a:cubicBezTo>
                  <a:cubicBezTo>
                    <a:pt x="82017" y="159595"/>
                    <a:pt x="81586" y="160339"/>
                    <a:pt x="81559" y="161340"/>
                  </a:cubicBezTo>
                  <a:cubicBezTo>
                    <a:pt x="81559" y="162141"/>
                    <a:pt x="81731" y="162400"/>
                    <a:pt x="82044" y="162771"/>
                  </a:cubicBezTo>
                  <a:cubicBezTo>
                    <a:pt x="82131" y="162886"/>
                    <a:pt x="82246" y="163000"/>
                    <a:pt x="82388" y="163229"/>
                  </a:cubicBezTo>
                  <a:cubicBezTo>
                    <a:pt x="82560" y="163431"/>
                    <a:pt x="82647" y="163687"/>
                    <a:pt x="82731" y="163973"/>
                  </a:cubicBezTo>
                  <a:cubicBezTo>
                    <a:pt x="82818" y="164175"/>
                    <a:pt x="82903" y="164404"/>
                    <a:pt x="83047" y="164633"/>
                  </a:cubicBezTo>
                  <a:cubicBezTo>
                    <a:pt x="83648" y="165664"/>
                    <a:pt x="84506" y="166149"/>
                    <a:pt x="85365" y="166580"/>
                  </a:cubicBezTo>
                  <a:cubicBezTo>
                    <a:pt x="85537" y="166664"/>
                    <a:pt x="85738" y="166694"/>
                    <a:pt x="85910" y="166722"/>
                  </a:cubicBezTo>
                  <a:cubicBezTo>
                    <a:pt x="86025" y="166751"/>
                    <a:pt x="86196" y="166779"/>
                    <a:pt x="86224" y="166779"/>
                  </a:cubicBezTo>
                  <a:cubicBezTo>
                    <a:pt x="86224" y="166779"/>
                    <a:pt x="86224" y="166836"/>
                    <a:pt x="86167" y="166980"/>
                  </a:cubicBezTo>
                  <a:cubicBezTo>
                    <a:pt x="86150" y="167015"/>
                    <a:pt x="86143" y="167039"/>
                    <a:pt x="86054" y="167039"/>
                  </a:cubicBezTo>
                  <a:cubicBezTo>
                    <a:pt x="85999" y="167039"/>
                    <a:pt x="85910" y="167030"/>
                    <a:pt x="85766" y="167008"/>
                  </a:cubicBezTo>
                  <a:cubicBezTo>
                    <a:pt x="85651" y="167008"/>
                    <a:pt x="85537" y="166980"/>
                    <a:pt x="85395" y="166980"/>
                  </a:cubicBezTo>
                  <a:lnTo>
                    <a:pt x="85365" y="166980"/>
                  </a:lnTo>
                  <a:cubicBezTo>
                    <a:pt x="85237" y="166989"/>
                    <a:pt x="85118" y="166995"/>
                    <a:pt x="85005" y="166995"/>
                  </a:cubicBezTo>
                  <a:cubicBezTo>
                    <a:pt x="84386" y="166995"/>
                    <a:pt x="83974" y="166832"/>
                    <a:pt x="83563" y="166179"/>
                  </a:cubicBezTo>
                  <a:cubicBezTo>
                    <a:pt x="83448" y="166035"/>
                    <a:pt x="83391" y="165835"/>
                    <a:pt x="83304" y="165634"/>
                  </a:cubicBezTo>
                  <a:cubicBezTo>
                    <a:pt x="83132" y="165233"/>
                    <a:pt x="82960" y="164805"/>
                    <a:pt x="82560" y="164576"/>
                  </a:cubicBezTo>
                  <a:cubicBezTo>
                    <a:pt x="82330" y="164437"/>
                    <a:pt x="82133" y="164385"/>
                    <a:pt x="81964" y="164385"/>
                  </a:cubicBezTo>
                  <a:cubicBezTo>
                    <a:pt x="81605" y="164385"/>
                    <a:pt x="81371" y="164619"/>
                    <a:pt x="81215" y="164775"/>
                  </a:cubicBezTo>
                  <a:cubicBezTo>
                    <a:pt x="81128" y="164862"/>
                    <a:pt x="81071" y="164947"/>
                    <a:pt x="80957" y="164976"/>
                  </a:cubicBezTo>
                  <a:cubicBezTo>
                    <a:pt x="80702" y="165083"/>
                    <a:pt x="80480" y="165140"/>
                    <a:pt x="80276" y="165140"/>
                  </a:cubicBezTo>
                  <a:cubicBezTo>
                    <a:pt x="79771" y="165140"/>
                    <a:pt x="79377" y="164789"/>
                    <a:pt x="78868" y="163973"/>
                  </a:cubicBezTo>
                  <a:cubicBezTo>
                    <a:pt x="78609" y="163573"/>
                    <a:pt x="78323" y="163172"/>
                    <a:pt x="78037" y="162801"/>
                  </a:cubicBezTo>
                  <a:cubicBezTo>
                    <a:pt x="77494" y="162084"/>
                    <a:pt x="76921" y="161340"/>
                    <a:pt x="76720" y="160653"/>
                  </a:cubicBezTo>
                  <a:cubicBezTo>
                    <a:pt x="76605" y="160309"/>
                    <a:pt x="76548" y="159995"/>
                    <a:pt x="76463" y="159652"/>
                  </a:cubicBezTo>
                  <a:cubicBezTo>
                    <a:pt x="76349" y="159107"/>
                    <a:pt x="76205" y="158534"/>
                    <a:pt x="75948" y="157847"/>
                  </a:cubicBezTo>
                  <a:cubicBezTo>
                    <a:pt x="75575" y="157046"/>
                    <a:pt x="75376" y="156045"/>
                    <a:pt x="75174" y="154985"/>
                  </a:cubicBezTo>
                  <a:cubicBezTo>
                    <a:pt x="74803" y="153153"/>
                    <a:pt x="74459" y="151263"/>
                    <a:pt x="73143" y="150233"/>
                  </a:cubicBezTo>
                  <a:cubicBezTo>
                    <a:pt x="72941" y="150061"/>
                    <a:pt x="72769" y="150004"/>
                    <a:pt x="72655" y="149976"/>
                  </a:cubicBezTo>
                  <a:cubicBezTo>
                    <a:pt x="72540" y="149946"/>
                    <a:pt x="72513" y="149919"/>
                    <a:pt x="72369" y="149633"/>
                  </a:cubicBezTo>
                  <a:cubicBezTo>
                    <a:pt x="72112" y="149232"/>
                    <a:pt x="72082" y="148545"/>
                    <a:pt x="72025" y="148030"/>
                  </a:cubicBezTo>
                  <a:cubicBezTo>
                    <a:pt x="72025" y="147858"/>
                    <a:pt x="71998" y="147713"/>
                    <a:pt x="71998" y="147599"/>
                  </a:cubicBezTo>
                  <a:cubicBezTo>
                    <a:pt x="71911" y="147026"/>
                    <a:pt x="71711" y="146511"/>
                    <a:pt x="71482" y="146026"/>
                  </a:cubicBezTo>
                  <a:cubicBezTo>
                    <a:pt x="71281" y="145481"/>
                    <a:pt x="71082" y="144995"/>
                    <a:pt x="71024" y="144480"/>
                  </a:cubicBezTo>
                  <a:cubicBezTo>
                    <a:pt x="70967" y="143965"/>
                    <a:pt x="71109" y="143449"/>
                    <a:pt x="71253" y="142877"/>
                  </a:cubicBezTo>
                  <a:cubicBezTo>
                    <a:pt x="71368" y="142361"/>
                    <a:pt x="71510" y="141816"/>
                    <a:pt x="71510" y="141187"/>
                  </a:cubicBezTo>
                  <a:cubicBezTo>
                    <a:pt x="71510" y="139641"/>
                    <a:pt x="71425" y="138354"/>
                    <a:pt x="71224" y="137151"/>
                  </a:cubicBezTo>
                  <a:cubicBezTo>
                    <a:pt x="71109" y="136121"/>
                    <a:pt x="71139" y="135033"/>
                    <a:pt x="71196" y="133973"/>
                  </a:cubicBezTo>
                  <a:cubicBezTo>
                    <a:pt x="71224" y="133029"/>
                    <a:pt x="71281" y="132026"/>
                    <a:pt x="71166" y="131083"/>
                  </a:cubicBezTo>
                  <a:cubicBezTo>
                    <a:pt x="71082" y="130338"/>
                    <a:pt x="70937" y="129651"/>
                    <a:pt x="70765" y="128964"/>
                  </a:cubicBezTo>
                  <a:cubicBezTo>
                    <a:pt x="70566" y="127961"/>
                    <a:pt x="70337" y="126988"/>
                    <a:pt x="70337" y="125957"/>
                  </a:cubicBezTo>
                  <a:cubicBezTo>
                    <a:pt x="70422" y="125900"/>
                    <a:pt x="70479" y="125785"/>
                    <a:pt x="70479" y="125671"/>
                  </a:cubicBezTo>
                  <a:lnTo>
                    <a:pt x="70479" y="124727"/>
                  </a:lnTo>
                  <a:cubicBezTo>
                    <a:pt x="70479" y="124269"/>
                    <a:pt x="70479" y="123782"/>
                    <a:pt x="70452" y="123324"/>
                  </a:cubicBezTo>
                  <a:cubicBezTo>
                    <a:pt x="70422" y="122838"/>
                    <a:pt x="70422" y="122380"/>
                    <a:pt x="70422" y="121865"/>
                  </a:cubicBezTo>
                  <a:cubicBezTo>
                    <a:pt x="70394" y="121636"/>
                    <a:pt x="70394" y="121292"/>
                    <a:pt x="70394" y="120949"/>
                  </a:cubicBezTo>
                  <a:cubicBezTo>
                    <a:pt x="70394" y="120289"/>
                    <a:pt x="70422" y="119632"/>
                    <a:pt x="70250" y="119117"/>
                  </a:cubicBezTo>
                  <a:cubicBezTo>
                    <a:pt x="70051" y="118487"/>
                    <a:pt x="69421" y="117972"/>
                    <a:pt x="68791" y="117456"/>
                  </a:cubicBezTo>
                  <a:cubicBezTo>
                    <a:pt x="68505" y="117227"/>
                    <a:pt x="68246" y="116998"/>
                    <a:pt x="68075" y="116826"/>
                  </a:cubicBezTo>
                  <a:cubicBezTo>
                    <a:pt x="67360" y="115995"/>
                    <a:pt x="66586" y="115766"/>
                    <a:pt x="65871" y="115537"/>
                  </a:cubicBezTo>
                  <a:cubicBezTo>
                    <a:pt x="65413" y="115365"/>
                    <a:pt x="64955" y="115223"/>
                    <a:pt x="64497" y="114937"/>
                  </a:cubicBezTo>
                  <a:cubicBezTo>
                    <a:pt x="63208" y="114078"/>
                    <a:pt x="62608" y="112590"/>
                    <a:pt x="61948" y="110987"/>
                  </a:cubicBezTo>
                  <a:cubicBezTo>
                    <a:pt x="61463" y="109755"/>
                    <a:pt x="60918" y="108468"/>
                    <a:pt x="60032" y="107522"/>
                  </a:cubicBezTo>
                  <a:cubicBezTo>
                    <a:pt x="59402" y="106864"/>
                    <a:pt x="59116" y="106148"/>
                    <a:pt x="58799" y="105376"/>
                  </a:cubicBezTo>
                  <a:cubicBezTo>
                    <a:pt x="58570" y="104803"/>
                    <a:pt x="58341" y="104201"/>
                    <a:pt x="57970" y="103601"/>
                  </a:cubicBezTo>
                  <a:cubicBezTo>
                    <a:pt x="57627" y="103028"/>
                    <a:pt x="57226" y="102799"/>
                    <a:pt x="56910" y="102598"/>
                  </a:cubicBezTo>
                  <a:cubicBezTo>
                    <a:pt x="56539" y="102369"/>
                    <a:pt x="56338" y="102227"/>
                    <a:pt x="56223" y="101540"/>
                  </a:cubicBezTo>
                  <a:cubicBezTo>
                    <a:pt x="56051" y="100594"/>
                    <a:pt x="56081" y="100251"/>
                    <a:pt x="56109" y="100109"/>
                  </a:cubicBezTo>
                  <a:cubicBezTo>
                    <a:pt x="56109" y="99964"/>
                    <a:pt x="56109" y="99735"/>
                    <a:pt x="56138" y="99621"/>
                  </a:cubicBezTo>
                  <a:cubicBezTo>
                    <a:pt x="56253" y="99563"/>
                    <a:pt x="56452" y="99479"/>
                    <a:pt x="56738" y="99220"/>
                  </a:cubicBezTo>
                  <a:cubicBezTo>
                    <a:pt x="56853" y="99105"/>
                    <a:pt x="56940" y="99078"/>
                    <a:pt x="57025" y="99021"/>
                  </a:cubicBezTo>
                  <a:cubicBezTo>
                    <a:pt x="57512" y="98849"/>
                    <a:pt x="57570" y="98533"/>
                    <a:pt x="57455" y="97933"/>
                  </a:cubicBezTo>
                  <a:cubicBezTo>
                    <a:pt x="57455" y="97876"/>
                    <a:pt x="57425" y="97789"/>
                    <a:pt x="57368" y="97731"/>
                  </a:cubicBezTo>
                  <a:cubicBezTo>
                    <a:pt x="57082" y="97475"/>
                    <a:pt x="56796" y="97159"/>
                    <a:pt x="56768" y="97102"/>
                  </a:cubicBezTo>
                  <a:cubicBezTo>
                    <a:pt x="56768" y="97074"/>
                    <a:pt x="56738" y="97044"/>
                    <a:pt x="56738" y="97017"/>
                  </a:cubicBezTo>
                  <a:cubicBezTo>
                    <a:pt x="55937" y="95528"/>
                    <a:pt x="56711" y="93868"/>
                    <a:pt x="57712" y="92808"/>
                  </a:cubicBezTo>
                  <a:cubicBezTo>
                    <a:pt x="57741" y="92808"/>
                    <a:pt x="57741" y="92780"/>
                    <a:pt x="57741" y="92780"/>
                  </a:cubicBezTo>
                  <a:cubicBezTo>
                    <a:pt x="57769" y="92750"/>
                    <a:pt x="57826" y="92750"/>
                    <a:pt x="57856" y="92723"/>
                  </a:cubicBezTo>
                  <a:cubicBezTo>
                    <a:pt x="58028" y="92666"/>
                    <a:pt x="58257" y="92579"/>
                    <a:pt x="58399" y="92379"/>
                  </a:cubicBezTo>
                  <a:cubicBezTo>
                    <a:pt x="58600" y="92150"/>
                    <a:pt x="58543" y="91864"/>
                    <a:pt x="58513" y="91663"/>
                  </a:cubicBezTo>
                  <a:cubicBezTo>
                    <a:pt x="58486" y="91663"/>
                    <a:pt x="58486" y="91635"/>
                    <a:pt x="58486" y="91605"/>
                  </a:cubicBezTo>
                  <a:cubicBezTo>
                    <a:pt x="58715" y="91262"/>
                    <a:pt x="58944" y="91090"/>
                    <a:pt x="59402" y="90719"/>
                  </a:cubicBezTo>
                  <a:cubicBezTo>
                    <a:pt x="60547" y="89688"/>
                    <a:pt x="60689" y="88571"/>
                    <a:pt x="60746" y="87169"/>
                  </a:cubicBezTo>
                  <a:cubicBezTo>
                    <a:pt x="60833" y="86253"/>
                    <a:pt x="60833" y="85422"/>
                    <a:pt x="60460" y="84478"/>
                  </a:cubicBezTo>
                  <a:cubicBezTo>
                    <a:pt x="60432" y="84334"/>
                    <a:pt x="60375" y="84192"/>
                    <a:pt x="60318" y="84048"/>
                  </a:cubicBezTo>
                  <a:cubicBezTo>
                    <a:pt x="60059" y="83189"/>
                    <a:pt x="59716" y="82101"/>
                    <a:pt x="59058" y="81558"/>
                  </a:cubicBezTo>
                  <a:cubicBezTo>
                    <a:pt x="58985" y="81502"/>
                    <a:pt x="58899" y="81471"/>
                    <a:pt x="58809" y="81471"/>
                  </a:cubicBezTo>
                  <a:cubicBezTo>
                    <a:pt x="58759" y="81471"/>
                    <a:pt x="58708" y="81481"/>
                    <a:pt x="58658" y="81501"/>
                  </a:cubicBezTo>
                  <a:cubicBezTo>
                    <a:pt x="58199" y="81501"/>
                    <a:pt x="57712" y="81959"/>
                    <a:pt x="57341" y="82360"/>
                  </a:cubicBezTo>
                  <a:cubicBezTo>
                    <a:pt x="56927" y="82774"/>
                    <a:pt x="56466" y="83235"/>
                    <a:pt x="56043" y="83235"/>
                  </a:cubicBezTo>
                  <a:cubicBezTo>
                    <a:pt x="55998" y="83235"/>
                    <a:pt x="55953" y="83230"/>
                    <a:pt x="55909" y="83219"/>
                  </a:cubicBezTo>
                  <a:cubicBezTo>
                    <a:pt x="55307" y="83075"/>
                    <a:pt x="54849" y="82559"/>
                    <a:pt x="54421" y="82074"/>
                  </a:cubicBezTo>
                  <a:cubicBezTo>
                    <a:pt x="54105" y="81758"/>
                    <a:pt x="53818" y="81414"/>
                    <a:pt x="53475" y="81185"/>
                  </a:cubicBezTo>
                  <a:cubicBezTo>
                    <a:pt x="53276" y="81013"/>
                    <a:pt x="53047" y="80871"/>
                    <a:pt x="52845" y="80757"/>
                  </a:cubicBezTo>
                  <a:cubicBezTo>
                    <a:pt x="52131" y="80326"/>
                    <a:pt x="51757" y="80097"/>
                    <a:pt x="51986" y="79181"/>
                  </a:cubicBezTo>
                  <a:cubicBezTo>
                    <a:pt x="51986" y="79124"/>
                    <a:pt x="52044" y="79097"/>
                    <a:pt x="52158" y="79010"/>
                  </a:cubicBezTo>
                  <a:cubicBezTo>
                    <a:pt x="52302" y="78925"/>
                    <a:pt x="52502" y="78781"/>
                    <a:pt x="52559" y="78494"/>
                  </a:cubicBezTo>
                  <a:cubicBezTo>
                    <a:pt x="52589" y="78208"/>
                    <a:pt x="52417" y="77952"/>
                    <a:pt x="52245" y="77750"/>
                  </a:cubicBezTo>
                  <a:cubicBezTo>
                    <a:pt x="52021" y="77527"/>
                    <a:pt x="51740" y="77476"/>
                    <a:pt x="51503" y="77476"/>
                  </a:cubicBezTo>
                  <a:cubicBezTo>
                    <a:pt x="51406" y="77476"/>
                    <a:pt x="51317" y="77485"/>
                    <a:pt x="51242" y="77493"/>
                  </a:cubicBezTo>
                  <a:lnTo>
                    <a:pt x="50956" y="77493"/>
                  </a:lnTo>
                  <a:cubicBezTo>
                    <a:pt x="50669" y="77292"/>
                    <a:pt x="50585" y="77093"/>
                    <a:pt x="50498" y="76834"/>
                  </a:cubicBezTo>
                  <a:cubicBezTo>
                    <a:pt x="50356" y="76490"/>
                    <a:pt x="50184" y="76032"/>
                    <a:pt x="49410" y="75776"/>
                  </a:cubicBezTo>
                  <a:cubicBezTo>
                    <a:pt x="49039" y="75632"/>
                    <a:pt x="48666" y="75547"/>
                    <a:pt x="48295" y="75460"/>
                  </a:cubicBezTo>
                  <a:cubicBezTo>
                    <a:pt x="47665" y="75288"/>
                    <a:pt x="47092" y="75146"/>
                    <a:pt x="46463" y="74773"/>
                  </a:cubicBezTo>
                  <a:cubicBezTo>
                    <a:pt x="46433" y="74773"/>
                    <a:pt x="46433" y="74773"/>
                    <a:pt x="46405" y="74745"/>
                  </a:cubicBezTo>
                  <a:cubicBezTo>
                    <a:pt x="46119" y="74658"/>
                    <a:pt x="45459" y="74429"/>
                    <a:pt x="45230" y="74200"/>
                  </a:cubicBezTo>
                  <a:cubicBezTo>
                    <a:pt x="45088" y="74029"/>
                    <a:pt x="45088" y="73944"/>
                    <a:pt x="45088" y="73772"/>
                  </a:cubicBezTo>
                  <a:cubicBezTo>
                    <a:pt x="45088" y="73600"/>
                    <a:pt x="45088" y="73371"/>
                    <a:pt x="44944" y="73085"/>
                  </a:cubicBezTo>
                  <a:cubicBezTo>
                    <a:pt x="44333" y="72134"/>
                    <a:pt x="43301" y="71791"/>
                    <a:pt x="42296" y="71791"/>
                  </a:cubicBezTo>
                  <a:cubicBezTo>
                    <a:pt x="41938" y="71791"/>
                    <a:pt x="41583" y="71835"/>
                    <a:pt x="41252" y="71910"/>
                  </a:cubicBezTo>
                  <a:cubicBezTo>
                    <a:pt x="40720" y="72062"/>
                    <a:pt x="40339" y="72136"/>
                    <a:pt x="39961" y="72136"/>
                  </a:cubicBezTo>
                  <a:cubicBezTo>
                    <a:pt x="39484" y="72136"/>
                    <a:pt x="39011" y="72019"/>
                    <a:pt x="38245" y="71796"/>
                  </a:cubicBezTo>
                  <a:cubicBezTo>
                    <a:pt x="37874" y="71654"/>
                    <a:pt x="37531" y="71539"/>
                    <a:pt x="37187" y="71452"/>
                  </a:cubicBezTo>
                  <a:cubicBezTo>
                    <a:pt x="36271" y="71166"/>
                    <a:pt x="35497" y="70937"/>
                    <a:pt x="34753" y="70193"/>
                  </a:cubicBezTo>
                  <a:cubicBezTo>
                    <a:pt x="34352" y="69822"/>
                    <a:pt x="33780" y="69478"/>
                    <a:pt x="33237" y="69162"/>
                  </a:cubicBezTo>
                  <a:cubicBezTo>
                    <a:pt x="32435" y="68704"/>
                    <a:pt x="31634" y="68218"/>
                    <a:pt x="31405" y="67589"/>
                  </a:cubicBezTo>
                  <a:cubicBezTo>
                    <a:pt x="31233" y="67131"/>
                    <a:pt x="31375" y="66815"/>
                    <a:pt x="31577" y="66386"/>
                  </a:cubicBezTo>
                  <a:cubicBezTo>
                    <a:pt x="31748" y="66013"/>
                    <a:pt x="31948" y="65585"/>
                    <a:pt x="31920" y="65012"/>
                  </a:cubicBezTo>
                  <a:cubicBezTo>
                    <a:pt x="31863" y="64238"/>
                    <a:pt x="31348" y="63409"/>
                    <a:pt x="30917" y="62665"/>
                  </a:cubicBezTo>
                  <a:cubicBezTo>
                    <a:pt x="30745" y="62406"/>
                    <a:pt x="30603" y="62177"/>
                    <a:pt x="30489" y="61948"/>
                  </a:cubicBezTo>
                  <a:cubicBezTo>
                    <a:pt x="30173" y="61376"/>
                    <a:pt x="29772" y="60890"/>
                    <a:pt x="29371" y="60432"/>
                  </a:cubicBezTo>
                  <a:cubicBezTo>
                    <a:pt x="28970" y="59944"/>
                    <a:pt x="28570" y="59486"/>
                    <a:pt x="28313" y="58943"/>
                  </a:cubicBezTo>
                  <a:cubicBezTo>
                    <a:pt x="28169" y="58600"/>
                    <a:pt x="28054" y="58227"/>
                    <a:pt x="27970" y="57856"/>
                  </a:cubicBezTo>
                  <a:cubicBezTo>
                    <a:pt x="27768" y="57253"/>
                    <a:pt x="27596" y="56596"/>
                    <a:pt x="27196" y="55994"/>
                  </a:cubicBezTo>
                  <a:cubicBezTo>
                    <a:pt x="26596" y="54936"/>
                    <a:pt x="26509" y="54562"/>
                    <a:pt x="26509" y="53504"/>
                  </a:cubicBezTo>
                  <a:cubicBezTo>
                    <a:pt x="26509" y="52703"/>
                    <a:pt x="26424" y="51844"/>
                    <a:pt x="25851" y="51356"/>
                  </a:cubicBezTo>
                  <a:cubicBezTo>
                    <a:pt x="25605" y="51133"/>
                    <a:pt x="25271" y="51014"/>
                    <a:pt x="24865" y="51014"/>
                  </a:cubicBezTo>
                  <a:cubicBezTo>
                    <a:pt x="24750" y="51014"/>
                    <a:pt x="24630" y="51023"/>
                    <a:pt x="24505" y="51042"/>
                  </a:cubicBezTo>
                  <a:cubicBezTo>
                    <a:pt x="24447" y="51042"/>
                    <a:pt x="24420" y="51070"/>
                    <a:pt x="24390" y="51100"/>
                  </a:cubicBezTo>
                  <a:lnTo>
                    <a:pt x="24305" y="51127"/>
                  </a:lnTo>
                  <a:cubicBezTo>
                    <a:pt x="23847" y="51242"/>
                    <a:pt x="23646" y="51501"/>
                    <a:pt x="23531" y="51700"/>
                  </a:cubicBezTo>
                  <a:cubicBezTo>
                    <a:pt x="23218" y="52302"/>
                    <a:pt x="23504" y="53017"/>
                    <a:pt x="23589" y="53218"/>
                  </a:cubicBezTo>
                  <a:cubicBezTo>
                    <a:pt x="23733" y="53504"/>
                    <a:pt x="23905" y="53704"/>
                    <a:pt x="24047" y="53875"/>
                  </a:cubicBezTo>
                  <a:cubicBezTo>
                    <a:pt x="24191" y="54047"/>
                    <a:pt x="24333" y="54162"/>
                    <a:pt x="24420" y="54391"/>
                  </a:cubicBezTo>
                  <a:cubicBezTo>
                    <a:pt x="24420" y="54535"/>
                    <a:pt x="24420" y="54677"/>
                    <a:pt x="24390" y="54849"/>
                  </a:cubicBezTo>
                  <a:cubicBezTo>
                    <a:pt x="24390" y="55078"/>
                    <a:pt x="24363" y="55336"/>
                    <a:pt x="24420" y="55623"/>
                  </a:cubicBezTo>
                  <a:cubicBezTo>
                    <a:pt x="24534" y="56138"/>
                    <a:pt x="24791" y="56566"/>
                    <a:pt x="25050" y="56997"/>
                  </a:cubicBezTo>
                  <a:cubicBezTo>
                    <a:pt x="25279" y="57340"/>
                    <a:pt x="25478" y="57654"/>
                    <a:pt x="25565" y="58027"/>
                  </a:cubicBezTo>
                  <a:cubicBezTo>
                    <a:pt x="25650" y="58314"/>
                    <a:pt x="25679" y="58600"/>
                    <a:pt x="25737" y="58914"/>
                  </a:cubicBezTo>
                  <a:cubicBezTo>
                    <a:pt x="25794" y="59429"/>
                    <a:pt x="25851" y="59944"/>
                    <a:pt x="26080" y="60432"/>
                  </a:cubicBezTo>
                  <a:cubicBezTo>
                    <a:pt x="26108" y="60604"/>
                    <a:pt x="26222" y="60776"/>
                    <a:pt x="26337" y="61005"/>
                  </a:cubicBezTo>
                  <a:cubicBezTo>
                    <a:pt x="26481" y="61261"/>
                    <a:pt x="26909" y="62063"/>
                    <a:pt x="26825" y="62234"/>
                  </a:cubicBezTo>
                  <a:cubicBezTo>
                    <a:pt x="26825" y="62234"/>
                    <a:pt x="26767" y="62264"/>
                    <a:pt x="26653" y="62264"/>
                  </a:cubicBezTo>
                  <a:cubicBezTo>
                    <a:pt x="26050" y="62234"/>
                    <a:pt x="25508" y="60947"/>
                    <a:pt x="25306" y="60059"/>
                  </a:cubicBezTo>
                  <a:cubicBezTo>
                    <a:pt x="25279" y="59917"/>
                    <a:pt x="25249" y="59772"/>
                    <a:pt x="25221" y="59658"/>
                  </a:cubicBezTo>
                  <a:cubicBezTo>
                    <a:pt x="25107" y="59200"/>
                    <a:pt x="25020" y="58856"/>
                    <a:pt x="24534" y="58456"/>
                  </a:cubicBezTo>
                  <a:cubicBezTo>
                    <a:pt x="24305" y="58256"/>
                    <a:pt x="24019" y="58142"/>
                    <a:pt x="23790" y="58055"/>
                  </a:cubicBezTo>
                  <a:cubicBezTo>
                    <a:pt x="23332" y="57913"/>
                    <a:pt x="23131" y="57826"/>
                    <a:pt x="23073" y="57455"/>
                  </a:cubicBezTo>
                  <a:cubicBezTo>
                    <a:pt x="23046" y="57169"/>
                    <a:pt x="23160" y="56910"/>
                    <a:pt x="23302" y="56596"/>
                  </a:cubicBezTo>
                  <a:cubicBezTo>
                    <a:pt x="23561" y="56051"/>
                    <a:pt x="23847" y="55394"/>
                    <a:pt x="23447" y="54535"/>
                  </a:cubicBezTo>
                  <a:cubicBezTo>
                    <a:pt x="23332" y="54191"/>
                    <a:pt x="23131" y="54077"/>
                    <a:pt x="22959" y="53962"/>
                  </a:cubicBezTo>
                  <a:cubicBezTo>
                    <a:pt x="22844" y="53875"/>
                    <a:pt x="22760" y="53848"/>
                    <a:pt x="22730" y="53589"/>
                  </a:cubicBezTo>
                  <a:cubicBezTo>
                    <a:pt x="22702" y="53417"/>
                    <a:pt x="22787" y="53104"/>
                    <a:pt x="22874" y="52875"/>
                  </a:cubicBezTo>
                  <a:cubicBezTo>
                    <a:pt x="22931" y="52703"/>
                    <a:pt x="22959" y="52531"/>
                    <a:pt x="22989" y="52387"/>
                  </a:cubicBezTo>
                  <a:cubicBezTo>
                    <a:pt x="23103" y="51501"/>
                    <a:pt x="22817" y="50726"/>
                    <a:pt x="22501" y="50012"/>
                  </a:cubicBezTo>
                  <a:cubicBezTo>
                    <a:pt x="22416" y="49753"/>
                    <a:pt x="22302" y="49524"/>
                    <a:pt x="22214" y="49210"/>
                  </a:cubicBezTo>
                  <a:cubicBezTo>
                    <a:pt x="22157" y="49096"/>
                    <a:pt x="22100" y="48981"/>
                    <a:pt x="22073" y="48867"/>
                  </a:cubicBezTo>
                  <a:cubicBezTo>
                    <a:pt x="21901" y="48466"/>
                    <a:pt x="21786" y="48207"/>
                    <a:pt x="21241" y="47836"/>
                  </a:cubicBezTo>
                  <a:cubicBezTo>
                    <a:pt x="21069" y="47749"/>
                    <a:pt x="20870" y="47722"/>
                    <a:pt x="20669" y="47692"/>
                  </a:cubicBezTo>
                  <a:cubicBezTo>
                    <a:pt x="20469" y="47665"/>
                    <a:pt x="20240" y="47607"/>
                    <a:pt x="20153" y="47520"/>
                  </a:cubicBezTo>
                  <a:cubicBezTo>
                    <a:pt x="19982" y="47348"/>
                    <a:pt x="20039" y="46547"/>
                    <a:pt x="20039" y="46089"/>
                  </a:cubicBezTo>
                  <a:cubicBezTo>
                    <a:pt x="20069" y="45974"/>
                    <a:pt x="20069" y="45860"/>
                    <a:pt x="20069" y="45745"/>
                  </a:cubicBezTo>
                  <a:cubicBezTo>
                    <a:pt x="20096" y="45688"/>
                    <a:pt x="20126" y="45603"/>
                    <a:pt x="20126" y="45546"/>
                  </a:cubicBezTo>
                  <a:cubicBezTo>
                    <a:pt x="20126" y="44802"/>
                    <a:pt x="20039" y="44028"/>
                    <a:pt x="19897" y="43256"/>
                  </a:cubicBezTo>
                  <a:cubicBezTo>
                    <a:pt x="19840" y="43027"/>
                    <a:pt x="19725" y="42741"/>
                    <a:pt x="19611" y="42425"/>
                  </a:cubicBezTo>
                  <a:cubicBezTo>
                    <a:pt x="19382" y="41852"/>
                    <a:pt x="19123" y="41138"/>
                    <a:pt x="19153" y="40794"/>
                  </a:cubicBezTo>
                  <a:cubicBezTo>
                    <a:pt x="19210" y="40393"/>
                    <a:pt x="19553" y="40164"/>
                    <a:pt x="19924" y="39906"/>
                  </a:cubicBezTo>
                  <a:cubicBezTo>
                    <a:pt x="20268" y="39649"/>
                    <a:pt x="20669" y="39390"/>
                    <a:pt x="20840" y="38962"/>
                  </a:cubicBezTo>
                  <a:cubicBezTo>
                    <a:pt x="21127" y="38390"/>
                    <a:pt x="21099" y="37817"/>
                    <a:pt x="21099" y="37302"/>
                  </a:cubicBezTo>
                  <a:cubicBezTo>
                    <a:pt x="21069" y="36699"/>
                    <a:pt x="21069" y="36157"/>
                    <a:pt x="21470" y="35699"/>
                  </a:cubicBezTo>
                  <a:cubicBezTo>
                    <a:pt x="21814" y="35298"/>
                    <a:pt x="22157" y="35012"/>
                    <a:pt x="22558" y="34696"/>
                  </a:cubicBezTo>
                  <a:cubicBezTo>
                    <a:pt x="23103" y="34267"/>
                    <a:pt x="23676" y="33809"/>
                    <a:pt x="24104" y="33035"/>
                  </a:cubicBezTo>
                  <a:cubicBezTo>
                    <a:pt x="24763" y="32034"/>
                    <a:pt x="25336" y="30947"/>
                    <a:pt x="25707" y="30088"/>
                  </a:cubicBezTo>
                  <a:cubicBezTo>
                    <a:pt x="26138" y="29000"/>
                    <a:pt x="25908" y="28627"/>
                    <a:pt x="25478" y="28169"/>
                  </a:cubicBezTo>
                  <a:cubicBezTo>
                    <a:pt x="25336" y="27997"/>
                    <a:pt x="25164" y="27798"/>
                    <a:pt x="25020" y="27482"/>
                  </a:cubicBezTo>
                  <a:cubicBezTo>
                    <a:pt x="24848" y="27138"/>
                    <a:pt x="24905" y="26824"/>
                    <a:pt x="25077" y="26680"/>
                  </a:cubicBezTo>
                  <a:cubicBezTo>
                    <a:pt x="25136" y="26623"/>
                    <a:pt x="25208" y="26602"/>
                    <a:pt x="25281" y="26602"/>
                  </a:cubicBezTo>
                  <a:cubicBezTo>
                    <a:pt x="25388" y="26602"/>
                    <a:pt x="25497" y="26646"/>
                    <a:pt x="25565" y="26680"/>
                  </a:cubicBezTo>
                  <a:cubicBezTo>
                    <a:pt x="25650" y="26767"/>
                    <a:pt x="25764" y="27195"/>
                    <a:pt x="25851" y="27482"/>
                  </a:cubicBezTo>
                  <a:cubicBezTo>
                    <a:pt x="26080" y="28198"/>
                    <a:pt x="26279" y="28856"/>
                    <a:pt x="26738" y="29057"/>
                  </a:cubicBezTo>
                  <a:cubicBezTo>
                    <a:pt x="26831" y="29096"/>
                    <a:pt x="26923" y="29117"/>
                    <a:pt x="27016" y="29117"/>
                  </a:cubicBezTo>
                  <a:cubicBezTo>
                    <a:pt x="27124" y="29117"/>
                    <a:pt x="27231" y="29089"/>
                    <a:pt x="27340" y="29027"/>
                  </a:cubicBezTo>
                  <a:cubicBezTo>
                    <a:pt x="27454" y="28970"/>
                    <a:pt x="27626" y="28828"/>
                    <a:pt x="27683" y="28512"/>
                  </a:cubicBezTo>
                  <a:cubicBezTo>
                    <a:pt x="27912" y="27626"/>
                    <a:pt x="27168" y="25707"/>
                    <a:pt x="26939" y="25363"/>
                  </a:cubicBezTo>
                  <a:cubicBezTo>
                    <a:pt x="26738" y="25020"/>
                    <a:pt x="26481" y="24676"/>
                    <a:pt x="26195" y="24362"/>
                  </a:cubicBezTo>
                  <a:cubicBezTo>
                    <a:pt x="25794" y="23875"/>
                    <a:pt x="25393" y="23417"/>
                    <a:pt x="25336" y="22901"/>
                  </a:cubicBezTo>
                  <a:cubicBezTo>
                    <a:pt x="25306" y="22416"/>
                    <a:pt x="25508" y="21871"/>
                    <a:pt x="25737" y="21328"/>
                  </a:cubicBezTo>
                  <a:cubicBezTo>
                    <a:pt x="25908" y="20870"/>
                    <a:pt x="26080" y="20412"/>
                    <a:pt x="26138" y="19924"/>
                  </a:cubicBezTo>
                  <a:cubicBezTo>
                    <a:pt x="26451" y="17176"/>
                    <a:pt x="25020" y="14572"/>
                    <a:pt x="22760" y="13741"/>
                  </a:cubicBezTo>
                  <a:cubicBezTo>
                    <a:pt x="22187" y="13569"/>
                    <a:pt x="21642" y="13397"/>
                    <a:pt x="21099" y="13226"/>
                  </a:cubicBezTo>
                  <a:cubicBezTo>
                    <a:pt x="20554" y="13054"/>
                    <a:pt x="20011" y="12912"/>
                    <a:pt x="19466" y="12740"/>
                  </a:cubicBezTo>
                  <a:cubicBezTo>
                    <a:pt x="19120" y="12617"/>
                    <a:pt x="18810" y="12564"/>
                    <a:pt x="18525" y="12564"/>
                  </a:cubicBezTo>
                  <a:cubicBezTo>
                    <a:pt x="17752" y="12564"/>
                    <a:pt x="17158" y="12952"/>
                    <a:pt x="16489" y="13370"/>
                  </a:cubicBezTo>
                  <a:lnTo>
                    <a:pt x="16203" y="13569"/>
                  </a:lnTo>
                  <a:cubicBezTo>
                    <a:pt x="16004" y="13684"/>
                    <a:pt x="15802" y="13855"/>
                    <a:pt x="15546" y="14057"/>
                  </a:cubicBezTo>
                  <a:cubicBezTo>
                    <a:pt x="15028" y="14496"/>
                    <a:pt x="14322" y="15078"/>
                    <a:pt x="13811" y="15078"/>
                  </a:cubicBezTo>
                  <a:cubicBezTo>
                    <a:pt x="13757" y="15078"/>
                    <a:pt x="13705" y="15071"/>
                    <a:pt x="13656" y="15058"/>
                  </a:cubicBezTo>
                  <a:cubicBezTo>
                    <a:pt x="13569" y="15030"/>
                    <a:pt x="13512" y="15000"/>
                    <a:pt x="13484" y="14973"/>
                  </a:cubicBezTo>
                  <a:cubicBezTo>
                    <a:pt x="13626" y="14829"/>
                    <a:pt x="13970" y="14629"/>
                    <a:pt x="14172" y="14515"/>
                  </a:cubicBezTo>
                  <a:cubicBezTo>
                    <a:pt x="14371" y="14371"/>
                    <a:pt x="14572" y="14256"/>
                    <a:pt x="14714" y="14142"/>
                  </a:cubicBezTo>
                  <a:cubicBezTo>
                    <a:pt x="15317" y="13599"/>
                    <a:pt x="15516" y="13168"/>
                    <a:pt x="15317" y="12825"/>
                  </a:cubicBezTo>
                  <a:cubicBezTo>
                    <a:pt x="15195" y="12605"/>
                    <a:pt x="14969" y="12537"/>
                    <a:pt x="14728" y="12537"/>
                  </a:cubicBezTo>
                  <a:cubicBezTo>
                    <a:pt x="14403" y="12537"/>
                    <a:pt x="14050" y="12662"/>
                    <a:pt x="13885" y="12710"/>
                  </a:cubicBezTo>
                  <a:cubicBezTo>
                    <a:pt x="12997" y="12997"/>
                    <a:pt x="12339" y="13512"/>
                    <a:pt x="11652" y="14057"/>
                  </a:cubicBezTo>
                  <a:cubicBezTo>
                    <a:pt x="11394" y="14256"/>
                    <a:pt x="11137" y="14458"/>
                    <a:pt x="10851" y="14657"/>
                  </a:cubicBezTo>
                  <a:cubicBezTo>
                    <a:pt x="10336" y="15030"/>
                    <a:pt x="9763" y="15287"/>
                    <a:pt x="9161" y="15545"/>
                  </a:cubicBezTo>
                  <a:cubicBezTo>
                    <a:pt x="8416" y="15859"/>
                    <a:pt x="7645" y="16203"/>
                    <a:pt x="6985" y="16775"/>
                  </a:cubicBezTo>
                  <a:cubicBezTo>
                    <a:pt x="5813" y="17749"/>
                    <a:pt x="5125" y="17950"/>
                    <a:pt x="3637" y="18294"/>
                  </a:cubicBezTo>
                  <a:cubicBezTo>
                    <a:pt x="3493" y="18351"/>
                    <a:pt x="3321" y="18436"/>
                    <a:pt x="3064" y="18550"/>
                  </a:cubicBezTo>
                  <a:cubicBezTo>
                    <a:pt x="1765" y="19137"/>
                    <a:pt x="1171" y="19279"/>
                    <a:pt x="912" y="19279"/>
                  </a:cubicBezTo>
                  <a:cubicBezTo>
                    <a:pt x="818" y="19279"/>
                    <a:pt x="768" y="19260"/>
                    <a:pt x="744" y="19237"/>
                  </a:cubicBezTo>
                  <a:cubicBezTo>
                    <a:pt x="744" y="19237"/>
                    <a:pt x="744" y="19210"/>
                    <a:pt x="717" y="19210"/>
                  </a:cubicBezTo>
                  <a:cubicBezTo>
                    <a:pt x="831" y="18951"/>
                    <a:pt x="2004" y="18294"/>
                    <a:pt x="2950" y="17893"/>
                  </a:cubicBezTo>
                  <a:cubicBezTo>
                    <a:pt x="3149" y="17778"/>
                    <a:pt x="3522" y="17664"/>
                    <a:pt x="3923" y="17577"/>
                  </a:cubicBezTo>
                  <a:cubicBezTo>
                    <a:pt x="4752" y="17348"/>
                    <a:pt x="5611" y="17119"/>
                    <a:pt x="5927" y="16633"/>
                  </a:cubicBezTo>
                  <a:cubicBezTo>
                    <a:pt x="6069" y="16432"/>
                    <a:pt x="6413" y="15974"/>
                    <a:pt x="6184" y="15603"/>
                  </a:cubicBezTo>
                  <a:cubicBezTo>
                    <a:pt x="6053" y="15406"/>
                    <a:pt x="5845" y="15335"/>
                    <a:pt x="5587" y="15335"/>
                  </a:cubicBezTo>
                  <a:cubicBezTo>
                    <a:pt x="5279" y="15335"/>
                    <a:pt x="4900" y="15436"/>
                    <a:pt x="4496" y="15545"/>
                  </a:cubicBezTo>
                  <a:cubicBezTo>
                    <a:pt x="4267" y="15603"/>
                    <a:pt x="3951" y="15687"/>
                    <a:pt x="3893" y="15687"/>
                  </a:cubicBezTo>
                  <a:cubicBezTo>
                    <a:pt x="3637" y="15630"/>
                    <a:pt x="3522" y="15545"/>
                    <a:pt x="3465" y="15516"/>
                  </a:cubicBezTo>
                  <a:cubicBezTo>
                    <a:pt x="3522" y="15431"/>
                    <a:pt x="3694" y="15259"/>
                    <a:pt x="3779" y="15172"/>
                  </a:cubicBezTo>
                  <a:cubicBezTo>
                    <a:pt x="4008" y="14916"/>
                    <a:pt x="4267" y="14657"/>
                    <a:pt x="4267" y="14313"/>
                  </a:cubicBezTo>
                  <a:cubicBezTo>
                    <a:pt x="4267" y="14199"/>
                    <a:pt x="4209" y="14027"/>
                    <a:pt x="4008" y="13885"/>
                  </a:cubicBezTo>
                  <a:cubicBezTo>
                    <a:pt x="3876" y="13772"/>
                    <a:pt x="3728" y="13729"/>
                    <a:pt x="3573" y="13729"/>
                  </a:cubicBezTo>
                  <a:cubicBezTo>
                    <a:pt x="3293" y="13729"/>
                    <a:pt x="2986" y="13870"/>
                    <a:pt x="2691" y="14000"/>
                  </a:cubicBezTo>
                  <a:cubicBezTo>
                    <a:pt x="2577" y="14057"/>
                    <a:pt x="2377" y="14142"/>
                    <a:pt x="2263" y="14171"/>
                  </a:cubicBezTo>
                  <a:cubicBezTo>
                    <a:pt x="2233" y="14084"/>
                    <a:pt x="2233" y="13942"/>
                    <a:pt x="2290" y="13626"/>
                  </a:cubicBezTo>
                  <a:cubicBezTo>
                    <a:pt x="2634" y="11680"/>
                    <a:pt x="5183" y="11107"/>
                    <a:pt x="7244" y="10622"/>
                  </a:cubicBezTo>
                  <a:cubicBezTo>
                    <a:pt x="8016" y="10450"/>
                    <a:pt x="8732" y="10306"/>
                    <a:pt x="9275" y="10077"/>
                  </a:cubicBezTo>
                  <a:cubicBezTo>
                    <a:pt x="9390" y="10019"/>
                    <a:pt x="9534" y="9962"/>
                    <a:pt x="9676" y="9905"/>
                  </a:cubicBezTo>
                  <a:cubicBezTo>
                    <a:pt x="10878" y="9447"/>
                    <a:pt x="11623" y="9161"/>
                    <a:pt x="11565" y="8618"/>
                  </a:cubicBezTo>
                  <a:cubicBezTo>
                    <a:pt x="11481" y="8160"/>
                    <a:pt x="10851" y="8045"/>
                    <a:pt x="10249" y="7988"/>
                  </a:cubicBezTo>
                  <a:lnTo>
                    <a:pt x="9218" y="7988"/>
                  </a:lnTo>
                  <a:cubicBezTo>
                    <a:pt x="9066" y="7988"/>
                    <a:pt x="8915" y="7990"/>
                    <a:pt x="8764" y="7990"/>
                  </a:cubicBezTo>
                  <a:cubicBezTo>
                    <a:pt x="8373" y="7990"/>
                    <a:pt x="7986" y="7976"/>
                    <a:pt x="7615" y="7874"/>
                  </a:cubicBezTo>
                  <a:cubicBezTo>
                    <a:pt x="7901" y="7500"/>
                    <a:pt x="8531" y="7072"/>
                    <a:pt x="8961" y="6870"/>
                  </a:cubicBezTo>
                  <a:cubicBezTo>
                    <a:pt x="9441" y="6618"/>
                    <a:pt x="9654" y="6522"/>
                    <a:pt x="10052" y="6522"/>
                  </a:cubicBezTo>
                  <a:cubicBezTo>
                    <a:pt x="10105" y="6522"/>
                    <a:pt x="10161" y="6524"/>
                    <a:pt x="10221" y="6527"/>
                  </a:cubicBezTo>
                  <a:cubicBezTo>
                    <a:pt x="10478" y="6614"/>
                    <a:pt x="10707" y="6786"/>
                    <a:pt x="10908" y="6957"/>
                  </a:cubicBezTo>
                  <a:cubicBezTo>
                    <a:pt x="11107" y="7129"/>
                    <a:pt x="11279" y="7301"/>
                    <a:pt x="11508" y="7328"/>
                  </a:cubicBezTo>
                  <a:cubicBezTo>
                    <a:pt x="11585" y="7353"/>
                    <a:pt x="11674" y="7364"/>
                    <a:pt x="11772" y="7364"/>
                  </a:cubicBezTo>
                  <a:cubicBezTo>
                    <a:pt x="12365" y="7364"/>
                    <a:pt x="13275" y="6954"/>
                    <a:pt x="13741" y="6584"/>
                  </a:cubicBezTo>
                  <a:cubicBezTo>
                    <a:pt x="14114" y="6328"/>
                    <a:pt x="14286" y="6041"/>
                    <a:pt x="14286" y="5755"/>
                  </a:cubicBezTo>
                  <a:cubicBezTo>
                    <a:pt x="14286" y="5297"/>
                    <a:pt x="13885" y="4981"/>
                    <a:pt x="13484" y="4695"/>
                  </a:cubicBezTo>
                  <a:cubicBezTo>
                    <a:pt x="12939" y="4324"/>
                    <a:pt x="12797" y="4180"/>
                    <a:pt x="12882" y="3980"/>
                  </a:cubicBezTo>
                  <a:cubicBezTo>
                    <a:pt x="13111" y="3836"/>
                    <a:pt x="14256" y="3664"/>
                    <a:pt x="14886" y="3580"/>
                  </a:cubicBezTo>
                  <a:cubicBezTo>
                    <a:pt x="15516" y="3492"/>
                    <a:pt x="16004" y="3435"/>
                    <a:pt x="16233" y="3351"/>
                  </a:cubicBezTo>
                  <a:cubicBezTo>
                    <a:pt x="17405" y="2977"/>
                    <a:pt x="18665" y="2549"/>
                    <a:pt x="19753" y="2118"/>
                  </a:cubicBezTo>
                  <a:cubicBezTo>
                    <a:pt x="20783" y="1690"/>
                    <a:pt x="21699" y="1690"/>
                    <a:pt x="22874" y="1690"/>
                  </a:cubicBezTo>
                  <a:cubicBezTo>
                    <a:pt x="23561" y="1660"/>
                    <a:pt x="24161" y="1518"/>
                    <a:pt x="24763" y="1374"/>
                  </a:cubicBezTo>
                  <a:cubicBezTo>
                    <a:pt x="25221" y="1289"/>
                    <a:pt x="25679" y="1175"/>
                    <a:pt x="26165" y="1118"/>
                  </a:cubicBezTo>
                  <a:cubicBezTo>
                    <a:pt x="26252" y="1118"/>
                    <a:pt x="26309" y="1088"/>
                    <a:pt x="26367" y="1031"/>
                  </a:cubicBezTo>
                  <a:cubicBezTo>
                    <a:pt x="27054" y="1031"/>
                    <a:pt x="27596" y="1260"/>
                    <a:pt x="28256" y="1518"/>
                  </a:cubicBezTo>
                  <a:cubicBezTo>
                    <a:pt x="28398" y="1546"/>
                    <a:pt x="28542" y="1603"/>
                    <a:pt x="28714" y="1690"/>
                  </a:cubicBezTo>
                  <a:cubicBezTo>
                    <a:pt x="29509" y="1932"/>
                    <a:pt x="30373" y="1988"/>
                    <a:pt x="31225" y="1988"/>
                  </a:cubicBezTo>
                  <a:cubicBezTo>
                    <a:pt x="31478" y="1988"/>
                    <a:pt x="31729" y="1983"/>
                    <a:pt x="31977" y="1976"/>
                  </a:cubicBezTo>
                  <a:lnTo>
                    <a:pt x="32493" y="1976"/>
                  </a:lnTo>
                  <a:cubicBezTo>
                    <a:pt x="32749" y="1976"/>
                    <a:pt x="33065" y="1947"/>
                    <a:pt x="33379" y="1919"/>
                  </a:cubicBezTo>
                  <a:cubicBezTo>
                    <a:pt x="33764" y="1887"/>
                    <a:pt x="34212" y="1846"/>
                    <a:pt x="34607" y="1846"/>
                  </a:cubicBezTo>
                  <a:cubicBezTo>
                    <a:pt x="34917" y="1846"/>
                    <a:pt x="35195" y="1871"/>
                    <a:pt x="35383" y="1947"/>
                  </a:cubicBezTo>
                  <a:cubicBezTo>
                    <a:pt x="35584" y="2034"/>
                    <a:pt x="35584" y="2091"/>
                    <a:pt x="35612" y="2233"/>
                  </a:cubicBezTo>
                  <a:cubicBezTo>
                    <a:pt x="35642" y="2405"/>
                    <a:pt x="35699" y="2663"/>
                    <a:pt x="35955" y="2920"/>
                  </a:cubicBezTo>
                  <a:cubicBezTo>
                    <a:pt x="35985" y="2920"/>
                    <a:pt x="35985" y="2920"/>
                    <a:pt x="36013" y="2950"/>
                  </a:cubicBezTo>
                  <a:cubicBezTo>
                    <a:pt x="36271" y="3092"/>
                    <a:pt x="36700" y="3206"/>
                    <a:pt x="37130" y="3321"/>
                  </a:cubicBezTo>
                  <a:cubicBezTo>
                    <a:pt x="37359" y="3378"/>
                    <a:pt x="37588" y="3435"/>
                    <a:pt x="37730" y="3492"/>
                  </a:cubicBezTo>
                  <a:cubicBezTo>
                    <a:pt x="38174" y="3641"/>
                    <a:pt x="38530" y="3694"/>
                    <a:pt x="38847" y="3694"/>
                  </a:cubicBezTo>
                  <a:cubicBezTo>
                    <a:pt x="39205" y="3694"/>
                    <a:pt x="39515" y="3626"/>
                    <a:pt x="39849" y="3550"/>
                  </a:cubicBezTo>
                  <a:cubicBezTo>
                    <a:pt x="40135" y="3465"/>
                    <a:pt x="40451" y="3408"/>
                    <a:pt x="40822" y="3351"/>
                  </a:cubicBezTo>
                  <a:cubicBezTo>
                    <a:pt x="41882" y="3263"/>
                    <a:pt x="42482" y="2977"/>
                    <a:pt x="43199" y="2663"/>
                  </a:cubicBezTo>
                  <a:cubicBezTo>
                    <a:pt x="43485" y="2519"/>
                    <a:pt x="43772" y="2405"/>
                    <a:pt x="44143" y="2263"/>
                  </a:cubicBezTo>
                  <a:cubicBezTo>
                    <a:pt x="44631" y="2100"/>
                    <a:pt x="45234" y="2024"/>
                    <a:pt x="45974" y="2024"/>
                  </a:cubicBezTo>
                  <a:cubicBezTo>
                    <a:pt x="46276" y="2024"/>
                    <a:pt x="46600" y="2037"/>
                    <a:pt x="46948" y="2061"/>
                  </a:cubicBezTo>
                  <a:cubicBezTo>
                    <a:pt x="47463" y="2091"/>
                    <a:pt x="47692" y="2290"/>
                    <a:pt x="47979" y="2519"/>
                  </a:cubicBezTo>
                  <a:cubicBezTo>
                    <a:pt x="48180" y="2691"/>
                    <a:pt x="48437" y="2920"/>
                    <a:pt x="48837" y="3064"/>
                  </a:cubicBezTo>
                  <a:cubicBezTo>
                    <a:pt x="49158" y="3171"/>
                    <a:pt x="49533" y="3200"/>
                    <a:pt x="49923" y="3200"/>
                  </a:cubicBezTo>
                  <a:cubicBezTo>
                    <a:pt x="50161" y="3200"/>
                    <a:pt x="50404" y="3189"/>
                    <a:pt x="50642" y="3179"/>
                  </a:cubicBezTo>
                  <a:cubicBezTo>
                    <a:pt x="50860" y="3179"/>
                    <a:pt x="51079" y="3171"/>
                    <a:pt x="51287" y="3171"/>
                  </a:cubicBezTo>
                  <a:cubicBezTo>
                    <a:pt x="51487" y="3171"/>
                    <a:pt x="51676" y="3178"/>
                    <a:pt x="51844" y="3206"/>
                  </a:cubicBezTo>
                  <a:cubicBezTo>
                    <a:pt x="52531" y="3293"/>
                    <a:pt x="53131" y="3435"/>
                    <a:pt x="53647" y="3637"/>
                  </a:cubicBezTo>
                  <a:cubicBezTo>
                    <a:pt x="54192" y="3809"/>
                    <a:pt x="54421" y="4122"/>
                    <a:pt x="54707" y="4496"/>
                  </a:cubicBezTo>
                  <a:cubicBezTo>
                    <a:pt x="54936" y="4782"/>
                    <a:pt x="55193" y="5125"/>
                    <a:pt x="55623" y="5412"/>
                  </a:cubicBezTo>
                  <a:cubicBezTo>
                    <a:pt x="56172" y="5723"/>
                    <a:pt x="56717" y="5842"/>
                    <a:pt x="57254" y="5842"/>
                  </a:cubicBezTo>
                  <a:cubicBezTo>
                    <a:pt x="58199" y="5842"/>
                    <a:pt x="59115" y="5472"/>
                    <a:pt x="59974" y="5125"/>
                  </a:cubicBezTo>
                  <a:cubicBezTo>
                    <a:pt x="60762" y="4794"/>
                    <a:pt x="61535" y="4492"/>
                    <a:pt x="62261" y="4492"/>
                  </a:cubicBezTo>
                  <a:cubicBezTo>
                    <a:pt x="62536" y="4492"/>
                    <a:pt x="62805" y="4535"/>
                    <a:pt x="63066" y="4638"/>
                  </a:cubicBezTo>
                  <a:cubicBezTo>
                    <a:pt x="63238" y="4725"/>
                    <a:pt x="63410" y="4867"/>
                    <a:pt x="63609" y="5011"/>
                  </a:cubicBezTo>
                  <a:cubicBezTo>
                    <a:pt x="63810" y="5183"/>
                    <a:pt x="64039" y="5354"/>
                    <a:pt x="64326" y="5439"/>
                  </a:cubicBezTo>
                  <a:cubicBezTo>
                    <a:pt x="64501" y="5495"/>
                    <a:pt x="64655" y="5518"/>
                    <a:pt x="64795" y="5518"/>
                  </a:cubicBezTo>
                  <a:cubicBezTo>
                    <a:pt x="65157" y="5518"/>
                    <a:pt x="65414" y="5364"/>
                    <a:pt x="65642" y="5240"/>
                  </a:cubicBezTo>
                  <a:cubicBezTo>
                    <a:pt x="65784" y="5153"/>
                    <a:pt x="65929" y="5068"/>
                    <a:pt x="66071" y="5011"/>
                  </a:cubicBezTo>
                  <a:cubicBezTo>
                    <a:pt x="66172" y="4998"/>
                    <a:pt x="66276" y="4992"/>
                    <a:pt x="66382" y="4992"/>
                  </a:cubicBezTo>
                  <a:cubicBezTo>
                    <a:pt x="66756" y="4992"/>
                    <a:pt x="67158" y="5064"/>
                    <a:pt x="67559" y="5153"/>
                  </a:cubicBezTo>
                  <a:cubicBezTo>
                    <a:pt x="67875" y="5210"/>
                    <a:pt x="68189" y="5297"/>
                    <a:pt x="68562" y="5325"/>
                  </a:cubicBezTo>
                  <a:cubicBezTo>
                    <a:pt x="69135" y="5325"/>
                    <a:pt x="69391" y="5210"/>
                    <a:pt x="69678" y="5125"/>
                  </a:cubicBezTo>
                  <a:cubicBezTo>
                    <a:pt x="69822" y="5068"/>
                    <a:pt x="69964" y="5011"/>
                    <a:pt x="70193" y="4954"/>
                  </a:cubicBezTo>
                  <a:cubicBezTo>
                    <a:pt x="70536" y="4867"/>
                    <a:pt x="70823" y="4867"/>
                    <a:pt x="71052" y="4839"/>
                  </a:cubicBezTo>
                  <a:cubicBezTo>
                    <a:pt x="71853" y="4782"/>
                    <a:pt x="72341" y="4695"/>
                    <a:pt x="72856" y="3435"/>
                  </a:cubicBezTo>
                  <a:cubicBezTo>
                    <a:pt x="72941" y="3236"/>
                    <a:pt x="72998" y="3064"/>
                    <a:pt x="73028" y="2920"/>
                  </a:cubicBezTo>
                  <a:cubicBezTo>
                    <a:pt x="73113" y="2634"/>
                    <a:pt x="73143" y="2549"/>
                    <a:pt x="73429" y="2405"/>
                  </a:cubicBezTo>
                  <a:cubicBezTo>
                    <a:pt x="73458" y="2391"/>
                    <a:pt x="73486" y="2384"/>
                    <a:pt x="73525" y="2384"/>
                  </a:cubicBezTo>
                  <a:cubicBezTo>
                    <a:pt x="73565" y="2384"/>
                    <a:pt x="73614" y="2391"/>
                    <a:pt x="73685" y="2405"/>
                  </a:cubicBezTo>
                  <a:cubicBezTo>
                    <a:pt x="73743" y="2405"/>
                    <a:pt x="73812" y="2409"/>
                    <a:pt x="73890" y="2409"/>
                  </a:cubicBezTo>
                  <a:cubicBezTo>
                    <a:pt x="74083" y="2409"/>
                    <a:pt x="74329" y="2380"/>
                    <a:pt x="74574" y="2176"/>
                  </a:cubicBezTo>
                  <a:cubicBezTo>
                    <a:pt x="74716" y="2004"/>
                    <a:pt x="74746" y="1775"/>
                    <a:pt x="74773" y="1603"/>
                  </a:cubicBezTo>
                  <a:lnTo>
                    <a:pt x="74773" y="1489"/>
                  </a:lnTo>
                  <a:cubicBezTo>
                    <a:pt x="75494" y="743"/>
                    <a:pt x="75815" y="717"/>
                    <a:pt x="75903" y="717"/>
                  </a:cubicBezTo>
                  <a:close/>
                  <a:moveTo>
                    <a:pt x="75870" y="1"/>
                  </a:moveTo>
                  <a:cubicBezTo>
                    <a:pt x="75299" y="1"/>
                    <a:pt x="74693" y="544"/>
                    <a:pt x="74288" y="973"/>
                  </a:cubicBezTo>
                  <a:cubicBezTo>
                    <a:pt x="74086" y="1118"/>
                    <a:pt x="74059" y="1347"/>
                    <a:pt x="74059" y="1518"/>
                  </a:cubicBezTo>
                  <a:cubicBezTo>
                    <a:pt x="74029" y="1576"/>
                    <a:pt x="74029" y="1633"/>
                    <a:pt x="74029" y="1660"/>
                  </a:cubicBezTo>
                  <a:cubicBezTo>
                    <a:pt x="74000" y="1675"/>
                    <a:pt x="73972" y="1683"/>
                    <a:pt x="73932" y="1683"/>
                  </a:cubicBezTo>
                  <a:cubicBezTo>
                    <a:pt x="73893" y="1683"/>
                    <a:pt x="73843" y="1675"/>
                    <a:pt x="73772" y="1660"/>
                  </a:cubicBezTo>
                  <a:cubicBezTo>
                    <a:pt x="73717" y="1660"/>
                    <a:pt x="73655" y="1657"/>
                    <a:pt x="73587" y="1657"/>
                  </a:cubicBezTo>
                  <a:cubicBezTo>
                    <a:pt x="73446" y="1657"/>
                    <a:pt x="73279" y="1670"/>
                    <a:pt x="73085" y="1747"/>
                  </a:cubicBezTo>
                  <a:cubicBezTo>
                    <a:pt x="72570" y="2061"/>
                    <a:pt x="72456" y="2320"/>
                    <a:pt x="72341" y="2721"/>
                  </a:cubicBezTo>
                  <a:cubicBezTo>
                    <a:pt x="72311" y="2835"/>
                    <a:pt x="72254" y="2977"/>
                    <a:pt x="72197" y="3149"/>
                  </a:cubicBezTo>
                  <a:cubicBezTo>
                    <a:pt x="71826" y="4065"/>
                    <a:pt x="71654" y="4065"/>
                    <a:pt x="71024" y="4122"/>
                  </a:cubicBezTo>
                  <a:cubicBezTo>
                    <a:pt x="70765" y="4122"/>
                    <a:pt x="70452" y="4152"/>
                    <a:pt x="70051" y="4237"/>
                  </a:cubicBezTo>
                  <a:cubicBezTo>
                    <a:pt x="69765" y="4294"/>
                    <a:pt x="69563" y="4381"/>
                    <a:pt x="69421" y="4438"/>
                  </a:cubicBezTo>
                  <a:cubicBezTo>
                    <a:pt x="69162" y="4523"/>
                    <a:pt x="68991" y="4580"/>
                    <a:pt x="68590" y="4580"/>
                  </a:cubicBezTo>
                  <a:cubicBezTo>
                    <a:pt x="68304" y="4580"/>
                    <a:pt x="68017" y="4523"/>
                    <a:pt x="67731" y="4438"/>
                  </a:cubicBezTo>
                  <a:cubicBezTo>
                    <a:pt x="67307" y="4357"/>
                    <a:pt x="66896" y="4276"/>
                    <a:pt x="66469" y="4276"/>
                  </a:cubicBezTo>
                  <a:cubicBezTo>
                    <a:pt x="66293" y="4276"/>
                    <a:pt x="66113" y="4290"/>
                    <a:pt x="65929" y="4324"/>
                  </a:cubicBezTo>
                  <a:cubicBezTo>
                    <a:pt x="65642" y="4381"/>
                    <a:pt x="65441" y="4496"/>
                    <a:pt x="65269" y="4610"/>
                  </a:cubicBezTo>
                  <a:cubicBezTo>
                    <a:pt x="65083" y="4713"/>
                    <a:pt x="64957" y="4787"/>
                    <a:pt x="64782" y="4787"/>
                  </a:cubicBezTo>
                  <a:cubicBezTo>
                    <a:pt x="64715" y="4787"/>
                    <a:pt x="64641" y="4776"/>
                    <a:pt x="64555" y="4752"/>
                  </a:cubicBezTo>
                  <a:cubicBezTo>
                    <a:pt x="64410" y="4695"/>
                    <a:pt x="64239" y="4580"/>
                    <a:pt x="64067" y="4438"/>
                  </a:cubicBezTo>
                  <a:cubicBezTo>
                    <a:pt x="63868" y="4267"/>
                    <a:pt x="63639" y="4095"/>
                    <a:pt x="63352" y="3980"/>
                  </a:cubicBezTo>
                  <a:cubicBezTo>
                    <a:pt x="62989" y="3828"/>
                    <a:pt x="62626" y="3766"/>
                    <a:pt x="62264" y="3766"/>
                  </a:cubicBezTo>
                  <a:cubicBezTo>
                    <a:pt x="61398" y="3766"/>
                    <a:pt x="60536" y="4123"/>
                    <a:pt x="59688" y="4466"/>
                  </a:cubicBezTo>
                  <a:cubicBezTo>
                    <a:pt x="58845" y="4803"/>
                    <a:pt x="58038" y="5128"/>
                    <a:pt x="57245" y="5128"/>
                  </a:cubicBezTo>
                  <a:cubicBezTo>
                    <a:pt x="56826" y="5128"/>
                    <a:pt x="56410" y="5037"/>
                    <a:pt x="55994" y="4809"/>
                  </a:cubicBezTo>
                  <a:cubicBezTo>
                    <a:pt x="55680" y="4580"/>
                    <a:pt x="55509" y="4324"/>
                    <a:pt x="55307" y="4065"/>
                  </a:cubicBezTo>
                  <a:cubicBezTo>
                    <a:pt x="54993" y="3664"/>
                    <a:pt x="54650" y="3179"/>
                    <a:pt x="53876" y="2950"/>
                  </a:cubicBezTo>
                  <a:cubicBezTo>
                    <a:pt x="53360" y="2748"/>
                    <a:pt x="52673" y="2576"/>
                    <a:pt x="51959" y="2492"/>
                  </a:cubicBezTo>
                  <a:cubicBezTo>
                    <a:pt x="51705" y="2458"/>
                    <a:pt x="51441" y="2444"/>
                    <a:pt x="51173" y="2444"/>
                  </a:cubicBezTo>
                  <a:cubicBezTo>
                    <a:pt x="50987" y="2444"/>
                    <a:pt x="50800" y="2451"/>
                    <a:pt x="50612" y="2462"/>
                  </a:cubicBezTo>
                  <a:cubicBezTo>
                    <a:pt x="50378" y="2474"/>
                    <a:pt x="50144" y="2486"/>
                    <a:pt x="49922" y="2486"/>
                  </a:cubicBezTo>
                  <a:cubicBezTo>
                    <a:pt x="49601" y="2486"/>
                    <a:pt x="49303" y="2461"/>
                    <a:pt x="49066" y="2377"/>
                  </a:cubicBezTo>
                  <a:cubicBezTo>
                    <a:pt x="48810" y="2263"/>
                    <a:pt x="48638" y="2118"/>
                    <a:pt x="48437" y="1976"/>
                  </a:cubicBezTo>
                  <a:cubicBezTo>
                    <a:pt x="48123" y="1690"/>
                    <a:pt x="47750" y="1374"/>
                    <a:pt x="46978" y="1347"/>
                  </a:cubicBezTo>
                  <a:cubicBezTo>
                    <a:pt x="46600" y="1313"/>
                    <a:pt x="46248" y="1297"/>
                    <a:pt x="45917" y="1297"/>
                  </a:cubicBezTo>
                  <a:cubicBezTo>
                    <a:pt x="45119" y="1297"/>
                    <a:pt x="44453" y="1393"/>
                    <a:pt x="43886" y="1576"/>
                  </a:cubicBezTo>
                  <a:cubicBezTo>
                    <a:pt x="43513" y="1718"/>
                    <a:pt x="43199" y="1862"/>
                    <a:pt x="42883" y="2004"/>
                  </a:cubicBezTo>
                  <a:cubicBezTo>
                    <a:pt x="42196" y="2320"/>
                    <a:pt x="41681" y="2549"/>
                    <a:pt x="40765" y="2634"/>
                  </a:cubicBezTo>
                  <a:cubicBezTo>
                    <a:pt x="40307" y="2691"/>
                    <a:pt x="39993" y="2778"/>
                    <a:pt x="39677" y="2835"/>
                  </a:cubicBezTo>
                  <a:cubicBezTo>
                    <a:pt x="39356" y="2911"/>
                    <a:pt x="39100" y="2971"/>
                    <a:pt x="38822" y="2971"/>
                  </a:cubicBezTo>
                  <a:cubicBezTo>
                    <a:pt x="38580" y="2971"/>
                    <a:pt x="38321" y="2926"/>
                    <a:pt x="37989" y="2805"/>
                  </a:cubicBezTo>
                  <a:cubicBezTo>
                    <a:pt x="37817" y="2748"/>
                    <a:pt x="37588" y="2691"/>
                    <a:pt x="37302" y="2606"/>
                  </a:cubicBezTo>
                  <a:cubicBezTo>
                    <a:pt x="37016" y="2549"/>
                    <a:pt x="36585" y="2434"/>
                    <a:pt x="36413" y="2347"/>
                  </a:cubicBezTo>
                  <a:cubicBezTo>
                    <a:pt x="36356" y="2290"/>
                    <a:pt x="36356" y="2233"/>
                    <a:pt x="36329" y="2118"/>
                  </a:cubicBezTo>
                  <a:cubicBezTo>
                    <a:pt x="36299" y="1832"/>
                    <a:pt x="36184" y="1518"/>
                    <a:pt x="35642" y="1289"/>
                  </a:cubicBezTo>
                  <a:cubicBezTo>
                    <a:pt x="35339" y="1174"/>
                    <a:pt x="34958" y="1139"/>
                    <a:pt x="34551" y="1139"/>
                  </a:cubicBezTo>
                  <a:cubicBezTo>
                    <a:pt x="34148" y="1139"/>
                    <a:pt x="33721" y="1174"/>
                    <a:pt x="33322" y="1202"/>
                  </a:cubicBezTo>
                  <a:cubicBezTo>
                    <a:pt x="33008" y="1232"/>
                    <a:pt x="32722" y="1260"/>
                    <a:pt x="32493" y="1260"/>
                  </a:cubicBezTo>
                  <a:lnTo>
                    <a:pt x="31977" y="1260"/>
                  </a:lnTo>
                  <a:cubicBezTo>
                    <a:pt x="31800" y="1260"/>
                    <a:pt x="31621" y="1260"/>
                    <a:pt x="31441" y="1260"/>
                  </a:cubicBezTo>
                  <a:cubicBezTo>
                    <a:pt x="30577" y="1260"/>
                    <a:pt x="29701" y="1240"/>
                    <a:pt x="28943" y="1003"/>
                  </a:cubicBezTo>
                  <a:lnTo>
                    <a:pt x="28512" y="831"/>
                  </a:lnTo>
                  <a:cubicBezTo>
                    <a:pt x="27814" y="545"/>
                    <a:pt x="27185" y="308"/>
                    <a:pt x="26328" y="308"/>
                  </a:cubicBezTo>
                  <a:cubicBezTo>
                    <a:pt x="26238" y="308"/>
                    <a:pt x="26146" y="311"/>
                    <a:pt x="26050" y="316"/>
                  </a:cubicBezTo>
                  <a:cubicBezTo>
                    <a:pt x="25936" y="316"/>
                    <a:pt x="25851" y="373"/>
                    <a:pt x="25794" y="431"/>
                  </a:cubicBezTo>
                  <a:cubicBezTo>
                    <a:pt x="25393" y="488"/>
                    <a:pt x="24992" y="602"/>
                    <a:pt x="24592" y="687"/>
                  </a:cubicBezTo>
                  <a:cubicBezTo>
                    <a:pt x="24019" y="802"/>
                    <a:pt x="23447" y="946"/>
                    <a:pt x="22844" y="973"/>
                  </a:cubicBezTo>
                  <a:cubicBezTo>
                    <a:pt x="21672" y="973"/>
                    <a:pt x="20641" y="973"/>
                    <a:pt x="19496" y="1431"/>
                  </a:cubicBezTo>
                  <a:cubicBezTo>
                    <a:pt x="18408" y="1862"/>
                    <a:pt x="17176" y="2290"/>
                    <a:pt x="16004" y="2663"/>
                  </a:cubicBezTo>
                  <a:cubicBezTo>
                    <a:pt x="15832" y="2721"/>
                    <a:pt x="15287" y="2805"/>
                    <a:pt x="14801" y="2863"/>
                  </a:cubicBezTo>
                  <a:cubicBezTo>
                    <a:pt x="13168" y="3092"/>
                    <a:pt x="12424" y="3236"/>
                    <a:pt x="12252" y="3637"/>
                  </a:cubicBezTo>
                  <a:cubicBezTo>
                    <a:pt x="11824" y="4409"/>
                    <a:pt x="12568" y="4924"/>
                    <a:pt x="13054" y="5297"/>
                  </a:cubicBezTo>
                  <a:cubicBezTo>
                    <a:pt x="13226" y="5412"/>
                    <a:pt x="13569" y="5641"/>
                    <a:pt x="13569" y="5725"/>
                  </a:cubicBezTo>
                  <a:cubicBezTo>
                    <a:pt x="13490" y="6048"/>
                    <a:pt x="12223" y="6649"/>
                    <a:pt x="11759" y="6649"/>
                  </a:cubicBezTo>
                  <a:cubicBezTo>
                    <a:pt x="11729" y="6649"/>
                    <a:pt x="11703" y="6647"/>
                    <a:pt x="11680" y="6641"/>
                  </a:cubicBezTo>
                  <a:cubicBezTo>
                    <a:pt x="11623" y="6614"/>
                    <a:pt x="11481" y="6499"/>
                    <a:pt x="11366" y="6412"/>
                  </a:cubicBezTo>
                  <a:cubicBezTo>
                    <a:pt x="11137" y="6213"/>
                    <a:pt x="10821" y="5927"/>
                    <a:pt x="10336" y="5840"/>
                  </a:cubicBezTo>
                  <a:cubicBezTo>
                    <a:pt x="10201" y="5825"/>
                    <a:pt x="10080" y="5818"/>
                    <a:pt x="9968" y="5818"/>
                  </a:cubicBezTo>
                  <a:cubicBezTo>
                    <a:pt x="9435" y="5818"/>
                    <a:pt x="9119" y="5977"/>
                    <a:pt x="8645" y="6213"/>
                  </a:cubicBezTo>
                  <a:cubicBezTo>
                    <a:pt x="8302" y="6385"/>
                    <a:pt x="6928" y="7157"/>
                    <a:pt x="6729" y="7988"/>
                  </a:cubicBezTo>
                  <a:cubicBezTo>
                    <a:pt x="6699" y="8160"/>
                    <a:pt x="6786" y="8332"/>
                    <a:pt x="6958" y="8416"/>
                  </a:cubicBezTo>
                  <a:cubicBezTo>
                    <a:pt x="7548" y="8658"/>
                    <a:pt x="8140" y="8715"/>
                    <a:pt x="8719" y="8715"/>
                  </a:cubicBezTo>
                  <a:cubicBezTo>
                    <a:pt x="8896" y="8715"/>
                    <a:pt x="9073" y="8710"/>
                    <a:pt x="9248" y="8703"/>
                  </a:cubicBezTo>
                  <a:cubicBezTo>
                    <a:pt x="9561" y="8703"/>
                    <a:pt x="9878" y="8703"/>
                    <a:pt x="10191" y="8732"/>
                  </a:cubicBezTo>
                  <a:cubicBezTo>
                    <a:pt x="10363" y="8732"/>
                    <a:pt x="10478" y="8760"/>
                    <a:pt x="10565" y="8760"/>
                  </a:cubicBezTo>
                  <a:cubicBezTo>
                    <a:pt x="10221" y="8932"/>
                    <a:pt x="9706" y="9133"/>
                    <a:pt x="9419" y="9248"/>
                  </a:cubicBezTo>
                  <a:cubicBezTo>
                    <a:pt x="9275" y="9305"/>
                    <a:pt x="9133" y="9362"/>
                    <a:pt x="9019" y="9390"/>
                  </a:cubicBezTo>
                  <a:cubicBezTo>
                    <a:pt x="8531" y="9591"/>
                    <a:pt x="7816" y="9763"/>
                    <a:pt x="7100" y="9935"/>
                  </a:cubicBezTo>
                  <a:cubicBezTo>
                    <a:pt x="4809" y="10450"/>
                    <a:pt x="1977" y="11080"/>
                    <a:pt x="1603" y="13512"/>
                  </a:cubicBezTo>
                  <a:cubicBezTo>
                    <a:pt x="1489" y="13942"/>
                    <a:pt x="1431" y="14485"/>
                    <a:pt x="1775" y="14771"/>
                  </a:cubicBezTo>
                  <a:cubicBezTo>
                    <a:pt x="1893" y="14870"/>
                    <a:pt x="2024" y="14907"/>
                    <a:pt x="2163" y="14907"/>
                  </a:cubicBezTo>
                  <a:cubicBezTo>
                    <a:pt x="2430" y="14907"/>
                    <a:pt x="2724" y="14770"/>
                    <a:pt x="3007" y="14657"/>
                  </a:cubicBezTo>
                  <a:cubicBezTo>
                    <a:pt x="3122" y="14600"/>
                    <a:pt x="3293" y="14515"/>
                    <a:pt x="3435" y="14485"/>
                  </a:cubicBezTo>
                  <a:lnTo>
                    <a:pt x="3435" y="14485"/>
                  </a:lnTo>
                  <a:cubicBezTo>
                    <a:pt x="3378" y="14542"/>
                    <a:pt x="3293" y="14600"/>
                    <a:pt x="3264" y="14657"/>
                  </a:cubicBezTo>
                  <a:cubicBezTo>
                    <a:pt x="2977" y="14943"/>
                    <a:pt x="2634" y="15287"/>
                    <a:pt x="2748" y="15717"/>
                  </a:cubicBezTo>
                  <a:cubicBezTo>
                    <a:pt x="2863" y="16118"/>
                    <a:pt x="3351" y="16290"/>
                    <a:pt x="3751" y="16404"/>
                  </a:cubicBezTo>
                  <a:cubicBezTo>
                    <a:pt x="3785" y="16409"/>
                    <a:pt x="3819" y="16411"/>
                    <a:pt x="3857" y="16411"/>
                  </a:cubicBezTo>
                  <a:cubicBezTo>
                    <a:pt x="4042" y="16411"/>
                    <a:pt x="4286" y="16355"/>
                    <a:pt x="4667" y="16260"/>
                  </a:cubicBezTo>
                  <a:cubicBezTo>
                    <a:pt x="4867" y="16203"/>
                    <a:pt x="5210" y="16118"/>
                    <a:pt x="5439" y="16088"/>
                  </a:cubicBezTo>
                  <a:lnTo>
                    <a:pt x="5439" y="16088"/>
                  </a:lnTo>
                  <a:cubicBezTo>
                    <a:pt x="5412" y="16118"/>
                    <a:pt x="5382" y="16175"/>
                    <a:pt x="5325" y="16203"/>
                  </a:cubicBezTo>
                  <a:cubicBezTo>
                    <a:pt x="5153" y="16489"/>
                    <a:pt x="4351" y="16718"/>
                    <a:pt x="3751" y="16862"/>
                  </a:cubicBezTo>
                  <a:cubicBezTo>
                    <a:pt x="3321" y="16977"/>
                    <a:pt x="2893" y="17091"/>
                    <a:pt x="2634" y="17233"/>
                  </a:cubicBezTo>
                  <a:cubicBezTo>
                    <a:pt x="1832" y="17577"/>
                    <a:pt x="0" y="18408"/>
                    <a:pt x="0" y="19152"/>
                  </a:cubicBezTo>
                  <a:cubicBezTo>
                    <a:pt x="0" y="19466"/>
                    <a:pt x="115" y="19695"/>
                    <a:pt x="344" y="19839"/>
                  </a:cubicBezTo>
                  <a:cubicBezTo>
                    <a:pt x="498" y="19942"/>
                    <a:pt x="690" y="19987"/>
                    <a:pt x="911" y="19987"/>
                  </a:cubicBezTo>
                  <a:cubicBezTo>
                    <a:pt x="1553" y="19987"/>
                    <a:pt x="2441" y="19613"/>
                    <a:pt x="3378" y="19210"/>
                  </a:cubicBezTo>
                  <a:cubicBezTo>
                    <a:pt x="3580" y="19095"/>
                    <a:pt x="3751" y="19008"/>
                    <a:pt x="3809" y="19008"/>
                  </a:cubicBezTo>
                  <a:cubicBezTo>
                    <a:pt x="5325" y="18637"/>
                    <a:pt x="6156" y="18408"/>
                    <a:pt x="7473" y="17320"/>
                  </a:cubicBezTo>
                  <a:cubicBezTo>
                    <a:pt x="8045" y="16833"/>
                    <a:pt x="8732" y="16519"/>
                    <a:pt x="9447" y="16203"/>
                  </a:cubicBezTo>
                  <a:cubicBezTo>
                    <a:pt x="10077" y="15946"/>
                    <a:pt x="10707" y="15660"/>
                    <a:pt x="11279" y="15259"/>
                  </a:cubicBezTo>
                  <a:cubicBezTo>
                    <a:pt x="11565" y="15058"/>
                    <a:pt x="11824" y="14829"/>
                    <a:pt x="12081" y="14629"/>
                  </a:cubicBezTo>
                  <a:cubicBezTo>
                    <a:pt x="12768" y="14114"/>
                    <a:pt x="13340" y="13656"/>
                    <a:pt x="14142" y="13397"/>
                  </a:cubicBezTo>
                  <a:cubicBezTo>
                    <a:pt x="14314" y="13340"/>
                    <a:pt x="14458" y="13313"/>
                    <a:pt x="14543" y="13283"/>
                  </a:cubicBezTo>
                  <a:lnTo>
                    <a:pt x="14543" y="13283"/>
                  </a:lnTo>
                  <a:cubicBezTo>
                    <a:pt x="14485" y="13370"/>
                    <a:pt x="14401" y="13455"/>
                    <a:pt x="14256" y="13599"/>
                  </a:cubicBezTo>
                  <a:cubicBezTo>
                    <a:pt x="14142" y="13656"/>
                    <a:pt x="13970" y="13771"/>
                    <a:pt x="13798" y="13885"/>
                  </a:cubicBezTo>
                  <a:cubicBezTo>
                    <a:pt x="13255" y="14229"/>
                    <a:pt x="12653" y="14572"/>
                    <a:pt x="12710" y="15087"/>
                  </a:cubicBezTo>
                  <a:cubicBezTo>
                    <a:pt x="12768" y="15516"/>
                    <a:pt x="13255" y="15687"/>
                    <a:pt x="13427" y="15745"/>
                  </a:cubicBezTo>
                  <a:cubicBezTo>
                    <a:pt x="13548" y="15780"/>
                    <a:pt x="13670" y="15796"/>
                    <a:pt x="13792" y="15796"/>
                  </a:cubicBezTo>
                  <a:cubicBezTo>
                    <a:pt x="14568" y="15796"/>
                    <a:pt x="15364" y="15148"/>
                    <a:pt x="16031" y="14629"/>
                  </a:cubicBezTo>
                  <a:cubicBezTo>
                    <a:pt x="16233" y="14458"/>
                    <a:pt x="16432" y="14286"/>
                    <a:pt x="16604" y="14171"/>
                  </a:cubicBezTo>
                  <a:lnTo>
                    <a:pt x="16890" y="13970"/>
                  </a:lnTo>
                  <a:cubicBezTo>
                    <a:pt x="17491" y="13578"/>
                    <a:pt x="17956" y="13289"/>
                    <a:pt x="18525" y="13289"/>
                  </a:cubicBezTo>
                  <a:cubicBezTo>
                    <a:pt x="18743" y="13289"/>
                    <a:pt x="18976" y="13332"/>
                    <a:pt x="19237" y="13427"/>
                  </a:cubicBezTo>
                  <a:cubicBezTo>
                    <a:pt x="19782" y="13599"/>
                    <a:pt x="20325" y="13771"/>
                    <a:pt x="20870" y="13913"/>
                  </a:cubicBezTo>
                  <a:cubicBezTo>
                    <a:pt x="21413" y="14084"/>
                    <a:pt x="21985" y="14256"/>
                    <a:pt x="22501" y="14428"/>
                  </a:cubicBezTo>
                  <a:cubicBezTo>
                    <a:pt x="24477" y="15145"/>
                    <a:pt x="25707" y="17405"/>
                    <a:pt x="25421" y="19839"/>
                  </a:cubicBezTo>
                  <a:cubicBezTo>
                    <a:pt x="25393" y="20240"/>
                    <a:pt x="25221" y="20641"/>
                    <a:pt x="25050" y="21042"/>
                  </a:cubicBezTo>
                  <a:cubicBezTo>
                    <a:pt x="24821" y="21672"/>
                    <a:pt x="24562" y="22301"/>
                    <a:pt x="24619" y="22988"/>
                  </a:cubicBezTo>
                  <a:cubicBezTo>
                    <a:pt x="24706" y="23733"/>
                    <a:pt x="25192" y="24305"/>
                    <a:pt x="25650" y="24848"/>
                  </a:cubicBezTo>
                  <a:cubicBezTo>
                    <a:pt x="25908" y="25134"/>
                    <a:pt x="26138" y="25420"/>
                    <a:pt x="26309" y="25737"/>
                  </a:cubicBezTo>
                  <a:cubicBezTo>
                    <a:pt x="26623" y="26222"/>
                    <a:pt x="27168" y="27969"/>
                    <a:pt x="26996" y="28370"/>
                  </a:cubicBezTo>
                  <a:cubicBezTo>
                    <a:pt x="26852" y="28198"/>
                    <a:pt x="26653" y="27596"/>
                    <a:pt x="26566" y="27282"/>
                  </a:cubicBezTo>
                  <a:cubicBezTo>
                    <a:pt x="26367" y="26653"/>
                    <a:pt x="26252" y="26279"/>
                    <a:pt x="25966" y="26108"/>
                  </a:cubicBezTo>
                  <a:cubicBezTo>
                    <a:pt x="25714" y="25954"/>
                    <a:pt x="25462" y="25876"/>
                    <a:pt x="25227" y="25876"/>
                  </a:cubicBezTo>
                  <a:cubicBezTo>
                    <a:pt x="24981" y="25876"/>
                    <a:pt x="24753" y="25962"/>
                    <a:pt x="24562" y="26137"/>
                  </a:cubicBezTo>
                  <a:cubicBezTo>
                    <a:pt x="24161" y="26538"/>
                    <a:pt x="24076" y="27225"/>
                    <a:pt x="24363" y="27798"/>
                  </a:cubicBezTo>
                  <a:cubicBezTo>
                    <a:pt x="24562" y="28198"/>
                    <a:pt x="24763" y="28455"/>
                    <a:pt x="24935" y="28656"/>
                  </a:cubicBezTo>
                  <a:cubicBezTo>
                    <a:pt x="25221" y="28970"/>
                    <a:pt x="25336" y="29085"/>
                    <a:pt x="25050" y="29802"/>
                  </a:cubicBezTo>
                  <a:cubicBezTo>
                    <a:pt x="24706" y="30631"/>
                    <a:pt x="24134" y="31661"/>
                    <a:pt x="23474" y="32664"/>
                  </a:cubicBezTo>
                  <a:cubicBezTo>
                    <a:pt x="23131" y="33321"/>
                    <a:pt x="22645" y="33722"/>
                    <a:pt x="22100" y="34123"/>
                  </a:cubicBezTo>
                  <a:cubicBezTo>
                    <a:pt x="21699" y="34439"/>
                    <a:pt x="21298" y="34783"/>
                    <a:pt x="20927" y="35211"/>
                  </a:cubicBezTo>
                  <a:cubicBezTo>
                    <a:pt x="20325" y="35898"/>
                    <a:pt x="20355" y="36642"/>
                    <a:pt x="20382" y="37302"/>
                  </a:cubicBezTo>
                  <a:cubicBezTo>
                    <a:pt x="20382" y="37787"/>
                    <a:pt x="20382" y="38245"/>
                    <a:pt x="20183" y="38646"/>
                  </a:cubicBezTo>
                  <a:cubicBezTo>
                    <a:pt x="20069" y="38905"/>
                    <a:pt x="19810" y="39104"/>
                    <a:pt x="19524" y="39306"/>
                  </a:cubicBezTo>
                  <a:cubicBezTo>
                    <a:pt x="19066" y="39592"/>
                    <a:pt x="18550" y="39993"/>
                    <a:pt x="18436" y="40707"/>
                  </a:cubicBezTo>
                  <a:cubicBezTo>
                    <a:pt x="18379" y="41252"/>
                    <a:pt x="18665" y="41967"/>
                    <a:pt x="18924" y="42683"/>
                  </a:cubicBezTo>
                  <a:cubicBezTo>
                    <a:pt x="19038" y="42970"/>
                    <a:pt x="19153" y="43256"/>
                    <a:pt x="19210" y="43428"/>
                  </a:cubicBezTo>
                  <a:cubicBezTo>
                    <a:pt x="19295" y="43971"/>
                    <a:pt x="19352" y="44516"/>
                    <a:pt x="19382" y="45058"/>
                  </a:cubicBezTo>
                  <a:cubicBezTo>
                    <a:pt x="19352" y="45116"/>
                    <a:pt x="19324" y="45203"/>
                    <a:pt x="19324" y="45287"/>
                  </a:cubicBezTo>
                  <a:cubicBezTo>
                    <a:pt x="19352" y="45459"/>
                    <a:pt x="19324" y="45745"/>
                    <a:pt x="19324" y="46061"/>
                  </a:cubicBezTo>
                  <a:cubicBezTo>
                    <a:pt x="19295" y="46833"/>
                    <a:pt x="19237" y="47635"/>
                    <a:pt x="19638" y="48036"/>
                  </a:cubicBezTo>
                  <a:cubicBezTo>
                    <a:pt x="19897" y="48294"/>
                    <a:pt x="20268" y="48352"/>
                    <a:pt x="20554" y="48409"/>
                  </a:cubicBezTo>
                  <a:cubicBezTo>
                    <a:pt x="20669" y="48409"/>
                    <a:pt x="20840" y="48436"/>
                    <a:pt x="20840" y="48436"/>
                  </a:cubicBezTo>
                  <a:cubicBezTo>
                    <a:pt x="21214" y="48695"/>
                    <a:pt x="21271" y="48837"/>
                    <a:pt x="21385" y="49123"/>
                  </a:cubicBezTo>
                  <a:cubicBezTo>
                    <a:pt x="21443" y="49238"/>
                    <a:pt x="21470" y="49382"/>
                    <a:pt x="21527" y="49497"/>
                  </a:cubicBezTo>
                  <a:cubicBezTo>
                    <a:pt x="21642" y="49753"/>
                    <a:pt x="21729" y="50012"/>
                    <a:pt x="21843" y="50268"/>
                  </a:cubicBezTo>
                  <a:cubicBezTo>
                    <a:pt x="22130" y="50985"/>
                    <a:pt x="22359" y="51585"/>
                    <a:pt x="22272" y="52272"/>
                  </a:cubicBezTo>
                  <a:cubicBezTo>
                    <a:pt x="22272" y="52387"/>
                    <a:pt x="22214" y="52531"/>
                    <a:pt x="22187" y="52646"/>
                  </a:cubicBezTo>
                  <a:cubicBezTo>
                    <a:pt x="22073" y="52989"/>
                    <a:pt x="21958" y="53390"/>
                    <a:pt x="22015" y="53733"/>
                  </a:cubicBezTo>
                  <a:cubicBezTo>
                    <a:pt x="22100" y="54249"/>
                    <a:pt x="22329" y="54420"/>
                    <a:pt x="22588" y="54592"/>
                  </a:cubicBezTo>
                  <a:cubicBezTo>
                    <a:pt x="22673" y="54649"/>
                    <a:pt x="22730" y="54677"/>
                    <a:pt x="22787" y="54821"/>
                  </a:cubicBezTo>
                  <a:cubicBezTo>
                    <a:pt x="23046" y="55394"/>
                    <a:pt x="22874" y="55822"/>
                    <a:pt x="22645" y="56310"/>
                  </a:cubicBezTo>
                  <a:cubicBezTo>
                    <a:pt x="22473" y="56653"/>
                    <a:pt x="22302" y="57054"/>
                    <a:pt x="22359" y="57540"/>
                  </a:cubicBezTo>
                  <a:cubicBezTo>
                    <a:pt x="22473" y="58371"/>
                    <a:pt x="23073" y="58600"/>
                    <a:pt x="23531" y="58742"/>
                  </a:cubicBezTo>
                  <a:cubicBezTo>
                    <a:pt x="23733" y="58829"/>
                    <a:pt x="23932" y="58886"/>
                    <a:pt x="24047" y="59001"/>
                  </a:cubicBezTo>
                  <a:cubicBezTo>
                    <a:pt x="24390" y="59257"/>
                    <a:pt x="24420" y="59401"/>
                    <a:pt x="24505" y="59802"/>
                  </a:cubicBezTo>
                  <a:cubicBezTo>
                    <a:pt x="24534" y="59944"/>
                    <a:pt x="24562" y="60088"/>
                    <a:pt x="24619" y="60260"/>
                  </a:cubicBezTo>
                  <a:cubicBezTo>
                    <a:pt x="24676" y="60517"/>
                    <a:pt x="25192" y="62894"/>
                    <a:pt x="26623" y="63008"/>
                  </a:cubicBezTo>
                  <a:cubicBezTo>
                    <a:pt x="27111" y="63008"/>
                    <a:pt x="27340" y="62779"/>
                    <a:pt x="27425" y="62608"/>
                  </a:cubicBezTo>
                  <a:cubicBezTo>
                    <a:pt x="27741" y="62092"/>
                    <a:pt x="27340" y="61348"/>
                    <a:pt x="26996" y="60661"/>
                  </a:cubicBezTo>
                  <a:cubicBezTo>
                    <a:pt x="26882" y="60489"/>
                    <a:pt x="26795" y="60288"/>
                    <a:pt x="26738" y="60173"/>
                  </a:cubicBezTo>
                  <a:cubicBezTo>
                    <a:pt x="26566" y="59745"/>
                    <a:pt x="26509" y="59314"/>
                    <a:pt x="26451" y="58829"/>
                  </a:cubicBezTo>
                  <a:cubicBezTo>
                    <a:pt x="26394" y="58513"/>
                    <a:pt x="26367" y="58169"/>
                    <a:pt x="26279" y="57826"/>
                  </a:cubicBezTo>
                  <a:cubicBezTo>
                    <a:pt x="26138" y="57368"/>
                    <a:pt x="25908" y="56967"/>
                    <a:pt x="25679" y="56596"/>
                  </a:cubicBezTo>
                  <a:cubicBezTo>
                    <a:pt x="25421" y="56223"/>
                    <a:pt x="25221" y="55852"/>
                    <a:pt x="25134" y="55478"/>
                  </a:cubicBezTo>
                  <a:cubicBezTo>
                    <a:pt x="25107" y="55307"/>
                    <a:pt x="25107" y="55107"/>
                    <a:pt x="25134" y="54906"/>
                  </a:cubicBezTo>
                  <a:cubicBezTo>
                    <a:pt x="25134" y="54677"/>
                    <a:pt x="25164" y="54448"/>
                    <a:pt x="25107" y="54249"/>
                  </a:cubicBezTo>
                  <a:lnTo>
                    <a:pt x="25107" y="54191"/>
                  </a:lnTo>
                  <a:cubicBezTo>
                    <a:pt x="24963" y="53818"/>
                    <a:pt x="24763" y="53589"/>
                    <a:pt x="24592" y="53390"/>
                  </a:cubicBezTo>
                  <a:cubicBezTo>
                    <a:pt x="24477" y="53246"/>
                    <a:pt x="24363" y="53104"/>
                    <a:pt x="24276" y="52902"/>
                  </a:cubicBezTo>
                  <a:cubicBezTo>
                    <a:pt x="24104" y="52588"/>
                    <a:pt x="24076" y="52215"/>
                    <a:pt x="24161" y="52016"/>
                  </a:cubicBezTo>
                  <a:cubicBezTo>
                    <a:pt x="24218" y="51959"/>
                    <a:pt x="24276" y="51872"/>
                    <a:pt x="24477" y="51844"/>
                  </a:cubicBezTo>
                  <a:cubicBezTo>
                    <a:pt x="24534" y="51844"/>
                    <a:pt x="24562" y="51814"/>
                    <a:pt x="24592" y="51787"/>
                  </a:cubicBezTo>
                  <a:lnTo>
                    <a:pt x="24676" y="51757"/>
                  </a:lnTo>
                  <a:cubicBezTo>
                    <a:pt x="24747" y="51751"/>
                    <a:pt x="24813" y="51747"/>
                    <a:pt x="24875" y="51747"/>
                  </a:cubicBezTo>
                  <a:cubicBezTo>
                    <a:pt x="25091" y="51747"/>
                    <a:pt x="25260" y="51789"/>
                    <a:pt x="25393" y="51901"/>
                  </a:cubicBezTo>
                  <a:cubicBezTo>
                    <a:pt x="25737" y="52188"/>
                    <a:pt x="25764" y="52902"/>
                    <a:pt x="25764" y="53504"/>
                  </a:cubicBezTo>
                  <a:cubicBezTo>
                    <a:pt x="25764" y="54764"/>
                    <a:pt x="25966" y="55279"/>
                    <a:pt x="26596" y="56395"/>
                  </a:cubicBezTo>
                  <a:cubicBezTo>
                    <a:pt x="26939" y="56910"/>
                    <a:pt x="27081" y="57482"/>
                    <a:pt x="27253" y="58055"/>
                  </a:cubicBezTo>
                  <a:cubicBezTo>
                    <a:pt x="27367" y="58456"/>
                    <a:pt x="27482" y="58829"/>
                    <a:pt x="27654" y="59230"/>
                  </a:cubicBezTo>
                  <a:cubicBezTo>
                    <a:pt x="27970" y="59887"/>
                    <a:pt x="28398" y="60402"/>
                    <a:pt x="28828" y="60890"/>
                  </a:cubicBezTo>
                  <a:cubicBezTo>
                    <a:pt x="29229" y="61348"/>
                    <a:pt x="29573" y="61776"/>
                    <a:pt x="29859" y="62292"/>
                  </a:cubicBezTo>
                  <a:cubicBezTo>
                    <a:pt x="29973" y="62521"/>
                    <a:pt x="30115" y="62779"/>
                    <a:pt x="30287" y="63036"/>
                  </a:cubicBezTo>
                  <a:cubicBezTo>
                    <a:pt x="30688" y="63695"/>
                    <a:pt x="31146" y="64467"/>
                    <a:pt x="31176" y="65040"/>
                  </a:cubicBezTo>
                  <a:cubicBezTo>
                    <a:pt x="31203" y="65441"/>
                    <a:pt x="31061" y="65757"/>
                    <a:pt x="30917" y="66070"/>
                  </a:cubicBezTo>
                  <a:cubicBezTo>
                    <a:pt x="30688" y="66558"/>
                    <a:pt x="30432" y="67101"/>
                    <a:pt x="30718" y="67818"/>
                  </a:cubicBezTo>
                  <a:cubicBezTo>
                    <a:pt x="31032" y="68704"/>
                    <a:pt x="31977" y="69276"/>
                    <a:pt x="32893" y="69792"/>
                  </a:cubicBezTo>
                  <a:cubicBezTo>
                    <a:pt x="33409" y="70108"/>
                    <a:pt x="33894" y="70394"/>
                    <a:pt x="34238" y="70708"/>
                  </a:cubicBezTo>
                  <a:cubicBezTo>
                    <a:pt x="35097" y="71596"/>
                    <a:pt x="36013" y="71853"/>
                    <a:pt x="36986" y="72139"/>
                  </a:cubicBezTo>
                  <a:cubicBezTo>
                    <a:pt x="37302" y="72226"/>
                    <a:pt x="37645" y="72341"/>
                    <a:pt x="38016" y="72483"/>
                  </a:cubicBezTo>
                  <a:cubicBezTo>
                    <a:pt x="38868" y="72739"/>
                    <a:pt x="39412" y="72870"/>
                    <a:pt x="39964" y="72870"/>
                  </a:cubicBezTo>
                  <a:cubicBezTo>
                    <a:pt x="40396" y="72870"/>
                    <a:pt x="40833" y="72790"/>
                    <a:pt x="41424" y="72627"/>
                  </a:cubicBezTo>
                  <a:cubicBezTo>
                    <a:pt x="41715" y="72560"/>
                    <a:pt x="42031" y="72520"/>
                    <a:pt x="42347" y="72520"/>
                  </a:cubicBezTo>
                  <a:cubicBezTo>
                    <a:pt x="43117" y="72520"/>
                    <a:pt x="43889" y="72758"/>
                    <a:pt x="44314" y="73429"/>
                  </a:cubicBezTo>
                  <a:cubicBezTo>
                    <a:pt x="44372" y="73543"/>
                    <a:pt x="44372" y="73658"/>
                    <a:pt x="44372" y="73772"/>
                  </a:cubicBezTo>
                  <a:cubicBezTo>
                    <a:pt x="44372" y="74001"/>
                    <a:pt x="44372" y="74345"/>
                    <a:pt x="44715" y="74688"/>
                  </a:cubicBezTo>
                  <a:cubicBezTo>
                    <a:pt x="45031" y="75032"/>
                    <a:pt x="45604" y="75261"/>
                    <a:pt x="46119" y="75432"/>
                  </a:cubicBezTo>
                  <a:cubicBezTo>
                    <a:pt x="46834" y="75803"/>
                    <a:pt x="47493" y="75975"/>
                    <a:pt x="48123" y="76147"/>
                  </a:cubicBezTo>
                  <a:cubicBezTo>
                    <a:pt x="48466" y="76234"/>
                    <a:pt x="48810" y="76348"/>
                    <a:pt x="49181" y="76463"/>
                  </a:cubicBezTo>
                  <a:cubicBezTo>
                    <a:pt x="49639" y="76605"/>
                    <a:pt x="49696" y="76777"/>
                    <a:pt x="49811" y="77093"/>
                  </a:cubicBezTo>
                  <a:cubicBezTo>
                    <a:pt x="49925" y="77406"/>
                    <a:pt x="50069" y="77750"/>
                    <a:pt x="50527" y="78094"/>
                  </a:cubicBezTo>
                  <a:cubicBezTo>
                    <a:pt x="50704" y="78193"/>
                    <a:pt x="50894" y="78224"/>
                    <a:pt x="51071" y="78224"/>
                  </a:cubicBezTo>
                  <a:cubicBezTo>
                    <a:pt x="51151" y="78224"/>
                    <a:pt x="51228" y="78217"/>
                    <a:pt x="51299" y="78208"/>
                  </a:cubicBezTo>
                  <a:cubicBezTo>
                    <a:pt x="51393" y="78197"/>
                    <a:pt x="51468" y="78190"/>
                    <a:pt x="51527" y="78190"/>
                  </a:cubicBezTo>
                  <a:cubicBezTo>
                    <a:pt x="51612" y="78190"/>
                    <a:pt x="51666" y="78204"/>
                    <a:pt x="51700" y="78238"/>
                  </a:cubicBezTo>
                  <a:cubicBezTo>
                    <a:pt x="51757" y="78295"/>
                    <a:pt x="51787" y="78352"/>
                    <a:pt x="51787" y="78380"/>
                  </a:cubicBezTo>
                  <a:cubicBezTo>
                    <a:pt x="51787" y="78380"/>
                    <a:pt x="51787" y="78410"/>
                    <a:pt x="51757" y="78410"/>
                  </a:cubicBezTo>
                  <a:cubicBezTo>
                    <a:pt x="51615" y="78524"/>
                    <a:pt x="51357" y="78666"/>
                    <a:pt x="51272" y="79010"/>
                  </a:cubicBezTo>
                  <a:cubicBezTo>
                    <a:pt x="50956" y="80441"/>
                    <a:pt x="51700" y="80929"/>
                    <a:pt x="52444" y="81387"/>
                  </a:cubicBezTo>
                  <a:cubicBezTo>
                    <a:pt x="52646" y="81501"/>
                    <a:pt x="52845" y="81616"/>
                    <a:pt x="53074" y="81787"/>
                  </a:cubicBezTo>
                  <a:cubicBezTo>
                    <a:pt x="53333" y="81959"/>
                    <a:pt x="53589" y="82246"/>
                    <a:pt x="53876" y="82559"/>
                  </a:cubicBezTo>
                  <a:cubicBezTo>
                    <a:pt x="54363" y="83104"/>
                    <a:pt x="54906" y="83734"/>
                    <a:pt x="55738" y="83933"/>
                  </a:cubicBezTo>
                  <a:cubicBezTo>
                    <a:pt x="55839" y="83957"/>
                    <a:pt x="55938" y="83968"/>
                    <a:pt x="56035" y="83968"/>
                  </a:cubicBezTo>
                  <a:cubicBezTo>
                    <a:pt x="56757" y="83968"/>
                    <a:pt x="57351" y="83354"/>
                    <a:pt x="57856" y="82875"/>
                  </a:cubicBezTo>
                  <a:cubicBezTo>
                    <a:pt x="58200" y="82531"/>
                    <a:pt x="58502" y="82249"/>
                    <a:pt x="58653" y="82249"/>
                  </a:cubicBezTo>
                  <a:cubicBezTo>
                    <a:pt x="58678" y="82249"/>
                    <a:pt x="58699" y="82257"/>
                    <a:pt x="58715" y="82273"/>
                  </a:cubicBezTo>
                  <a:lnTo>
                    <a:pt x="58742" y="82273"/>
                  </a:lnTo>
                  <a:cubicBezTo>
                    <a:pt x="59143" y="82761"/>
                    <a:pt x="59429" y="83620"/>
                    <a:pt x="59631" y="84277"/>
                  </a:cubicBezTo>
                  <a:cubicBezTo>
                    <a:pt x="59688" y="84421"/>
                    <a:pt x="59745" y="84593"/>
                    <a:pt x="59773" y="84735"/>
                  </a:cubicBezTo>
                  <a:cubicBezTo>
                    <a:pt x="60089" y="85479"/>
                    <a:pt x="60116" y="86139"/>
                    <a:pt x="60032" y="87112"/>
                  </a:cubicBezTo>
                  <a:cubicBezTo>
                    <a:pt x="59974" y="88456"/>
                    <a:pt x="59860" y="89315"/>
                    <a:pt x="58944" y="90174"/>
                  </a:cubicBezTo>
                  <a:cubicBezTo>
                    <a:pt x="58428" y="90547"/>
                    <a:pt x="58142" y="90804"/>
                    <a:pt x="57799" y="91319"/>
                  </a:cubicBezTo>
                  <a:cubicBezTo>
                    <a:pt x="57712" y="91491"/>
                    <a:pt x="57769" y="91663"/>
                    <a:pt x="57799" y="91834"/>
                  </a:cubicBezTo>
                  <a:cubicBezTo>
                    <a:pt x="57799" y="91864"/>
                    <a:pt x="57799" y="91921"/>
                    <a:pt x="57826" y="91949"/>
                  </a:cubicBezTo>
                  <a:cubicBezTo>
                    <a:pt x="57769" y="91979"/>
                    <a:pt x="57712" y="92006"/>
                    <a:pt x="57627" y="92036"/>
                  </a:cubicBezTo>
                  <a:cubicBezTo>
                    <a:pt x="57483" y="92093"/>
                    <a:pt x="57283" y="92150"/>
                    <a:pt x="57169" y="92350"/>
                  </a:cubicBezTo>
                  <a:cubicBezTo>
                    <a:pt x="55994" y="93582"/>
                    <a:pt x="55135" y="95528"/>
                    <a:pt x="56081" y="97360"/>
                  </a:cubicBezTo>
                  <a:cubicBezTo>
                    <a:pt x="56196" y="97589"/>
                    <a:pt x="56482" y="97903"/>
                    <a:pt x="56768" y="98162"/>
                  </a:cubicBezTo>
                  <a:lnTo>
                    <a:pt x="56768" y="98361"/>
                  </a:lnTo>
                  <a:cubicBezTo>
                    <a:pt x="56654" y="98418"/>
                    <a:pt x="56452" y="98476"/>
                    <a:pt x="56253" y="98677"/>
                  </a:cubicBezTo>
                  <a:cubicBezTo>
                    <a:pt x="56024" y="98876"/>
                    <a:pt x="55909" y="98934"/>
                    <a:pt x="55822" y="98963"/>
                  </a:cubicBezTo>
                  <a:cubicBezTo>
                    <a:pt x="55422" y="99163"/>
                    <a:pt x="55422" y="99392"/>
                    <a:pt x="55364" y="100022"/>
                  </a:cubicBezTo>
                  <a:cubicBezTo>
                    <a:pt x="55307" y="100338"/>
                    <a:pt x="55364" y="100880"/>
                    <a:pt x="55509" y="101682"/>
                  </a:cubicBezTo>
                  <a:cubicBezTo>
                    <a:pt x="55651" y="102655"/>
                    <a:pt x="56138" y="102971"/>
                    <a:pt x="56539" y="103228"/>
                  </a:cubicBezTo>
                  <a:cubicBezTo>
                    <a:pt x="56825" y="103399"/>
                    <a:pt x="57082" y="103571"/>
                    <a:pt x="57341" y="104002"/>
                  </a:cubicBezTo>
                  <a:cubicBezTo>
                    <a:pt x="57712" y="104545"/>
                    <a:pt x="57913" y="105090"/>
                    <a:pt x="58142" y="105632"/>
                  </a:cubicBezTo>
                  <a:cubicBezTo>
                    <a:pt x="58456" y="106434"/>
                    <a:pt x="58772" y="107265"/>
                    <a:pt x="59516" y="108037"/>
                  </a:cubicBezTo>
                  <a:cubicBezTo>
                    <a:pt x="60318" y="108868"/>
                    <a:pt x="60776" y="110041"/>
                    <a:pt x="61291" y="111273"/>
                  </a:cubicBezTo>
                  <a:cubicBezTo>
                    <a:pt x="61948" y="112876"/>
                    <a:pt x="62608" y="114536"/>
                    <a:pt x="64097" y="115537"/>
                  </a:cubicBezTo>
                  <a:cubicBezTo>
                    <a:pt x="64639" y="115910"/>
                    <a:pt x="65155" y="116052"/>
                    <a:pt x="65642" y="116224"/>
                  </a:cubicBezTo>
                  <a:cubicBezTo>
                    <a:pt x="66329" y="116453"/>
                    <a:pt x="66929" y="116625"/>
                    <a:pt x="67532" y="117312"/>
                  </a:cubicBezTo>
                  <a:cubicBezTo>
                    <a:pt x="67761" y="117541"/>
                    <a:pt x="68047" y="117770"/>
                    <a:pt x="68333" y="118029"/>
                  </a:cubicBezTo>
                  <a:cubicBezTo>
                    <a:pt x="68849" y="118430"/>
                    <a:pt x="69421" y="118915"/>
                    <a:pt x="69563" y="119316"/>
                  </a:cubicBezTo>
                  <a:cubicBezTo>
                    <a:pt x="69678" y="119746"/>
                    <a:pt x="69678" y="120376"/>
                    <a:pt x="69678" y="120949"/>
                  </a:cubicBezTo>
                  <a:cubicBezTo>
                    <a:pt x="69678" y="121320"/>
                    <a:pt x="69678" y="121663"/>
                    <a:pt x="69707" y="121922"/>
                  </a:cubicBezTo>
                  <a:cubicBezTo>
                    <a:pt x="69707" y="122380"/>
                    <a:pt x="69707" y="122866"/>
                    <a:pt x="69735" y="123324"/>
                  </a:cubicBezTo>
                  <a:cubicBezTo>
                    <a:pt x="69735" y="123811"/>
                    <a:pt x="69765" y="124269"/>
                    <a:pt x="69765" y="124727"/>
                  </a:cubicBezTo>
                  <a:lnTo>
                    <a:pt x="69765" y="125472"/>
                  </a:lnTo>
                  <a:cubicBezTo>
                    <a:pt x="69678" y="125529"/>
                    <a:pt x="69620" y="125643"/>
                    <a:pt x="69620" y="125728"/>
                  </a:cubicBezTo>
                  <a:cubicBezTo>
                    <a:pt x="69593" y="126931"/>
                    <a:pt x="69822" y="128048"/>
                    <a:pt x="70078" y="129106"/>
                  </a:cubicBezTo>
                  <a:cubicBezTo>
                    <a:pt x="70223" y="129793"/>
                    <a:pt x="70365" y="130453"/>
                    <a:pt x="70452" y="131140"/>
                  </a:cubicBezTo>
                  <a:cubicBezTo>
                    <a:pt x="70536" y="132056"/>
                    <a:pt x="70509" y="132972"/>
                    <a:pt x="70452" y="133945"/>
                  </a:cubicBezTo>
                  <a:cubicBezTo>
                    <a:pt x="70422" y="135033"/>
                    <a:pt x="70365" y="136148"/>
                    <a:pt x="70509" y="137266"/>
                  </a:cubicBezTo>
                  <a:cubicBezTo>
                    <a:pt x="70708" y="138411"/>
                    <a:pt x="70795" y="139671"/>
                    <a:pt x="70795" y="141187"/>
                  </a:cubicBezTo>
                  <a:cubicBezTo>
                    <a:pt x="70795" y="141702"/>
                    <a:pt x="70651" y="142217"/>
                    <a:pt x="70536" y="142705"/>
                  </a:cubicBezTo>
                  <a:cubicBezTo>
                    <a:pt x="70394" y="143305"/>
                    <a:pt x="70223" y="143907"/>
                    <a:pt x="70307" y="144537"/>
                  </a:cubicBezTo>
                  <a:cubicBezTo>
                    <a:pt x="70337" y="145167"/>
                    <a:pt x="70594" y="145739"/>
                    <a:pt x="70823" y="146282"/>
                  </a:cubicBezTo>
                  <a:cubicBezTo>
                    <a:pt x="71024" y="146770"/>
                    <a:pt x="71224" y="147228"/>
                    <a:pt x="71281" y="147686"/>
                  </a:cubicBezTo>
                  <a:cubicBezTo>
                    <a:pt x="71281" y="147801"/>
                    <a:pt x="71281" y="147942"/>
                    <a:pt x="71311" y="148087"/>
                  </a:cubicBezTo>
                  <a:cubicBezTo>
                    <a:pt x="71368" y="148717"/>
                    <a:pt x="71425" y="149461"/>
                    <a:pt x="71711" y="149976"/>
                  </a:cubicBezTo>
                  <a:cubicBezTo>
                    <a:pt x="71968" y="150434"/>
                    <a:pt x="72140" y="150549"/>
                    <a:pt x="72398" y="150663"/>
                  </a:cubicBezTo>
                  <a:cubicBezTo>
                    <a:pt x="72483" y="150691"/>
                    <a:pt x="72570" y="150720"/>
                    <a:pt x="72712" y="150805"/>
                  </a:cubicBezTo>
                  <a:cubicBezTo>
                    <a:pt x="73800" y="151664"/>
                    <a:pt x="74116" y="153411"/>
                    <a:pt x="74459" y="155099"/>
                  </a:cubicBezTo>
                  <a:cubicBezTo>
                    <a:pt x="74659" y="156187"/>
                    <a:pt x="74860" y="157275"/>
                    <a:pt x="75261" y="158134"/>
                  </a:cubicBezTo>
                  <a:cubicBezTo>
                    <a:pt x="75518" y="158736"/>
                    <a:pt x="75632" y="159279"/>
                    <a:pt x="75747" y="159824"/>
                  </a:cubicBezTo>
                  <a:cubicBezTo>
                    <a:pt x="75834" y="160167"/>
                    <a:pt x="75918" y="160481"/>
                    <a:pt x="76005" y="160854"/>
                  </a:cubicBezTo>
                  <a:cubicBezTo>
                    <a:pt x="76262" y="161683"/>
                    <a:pt x="76864" y="162485"/>
                    <a:pt x="77437" y="163229"/>
                  </a:cubicBezTo>
                  <a:cubicBezTo>
                    <a:pt x="77750" y="163630"/>
                    <a:pt x="78009" y="164003"/>
                    <a:pt x="78238" y="164347"/>
                  </a:cubicBezTo>
                  <a:cubicBezTo>
                    <a:pt x="78729" y="165105"/>
                    <a:pt x="79306" y="165863"/>
                    <a:pt x="80268" y="165863"/>
                  </a:cubicBezTo>
                  <a:cubicBezTo>
                    <a:pt x="80541" y="165863"/>
                    <a:pt x="80844" y="165803"/>
                    <a:pt x="81186" y="165664"/>
                  </a:cubicBezTo>
                  <a:cubicBezTo>
                    <a:pt x="81444" y="165577"/>
                    <a:pt x="81616" y="165405"/>
                    <a:pt x="81758" y="165290"/>
                  </a:cubicBezTo>
                  <a:cubicBezTo>
                    <a:pt x="81871" y="165163"/>
                    <a:pt x="81920" y="165106"/>
                    <a:pt x="81982" y="165106"/>
                  </a:cubicBezTo>
                  <a:cubicBezTo>
                    <a:pt x="82031" y="165106"/>
                    <a:pt x="82087" y="165142"/>
                    <a:pt x="82189" y="165205"/>
                  </a:cubicBezTo>
                  <a:cubicBezTo>
                    <a:pt x="82388" y="165290"/>
                    <a:pt x="82502" y="165577"/>
                    <a:pt x="82617" y="165893"/>
                  </a:cubicBezTo>
                  <a:cubicBezTo>
                    <a:pt x="82731" y="166149"/>
                    <a:pt x="82818" y="166408"/>
                    <a:pt x="82960" y="166607"/>
                  </a:cubicBezTo>
                  <a:cubicBezTo>
                    <a:pt x="83518" y="167479"/>
                    <a:pt x="84156" y="167716"/>
                    <a:pt x="84946" y="167716"/>
                  </a:cubicBezTo>
                  <a:cubicBezTo>
                    <a:pt x="85091" y="167716"/>
                    <a:pt x="85240" y="167708"/>
                    <a:pt x="85395" y="167695"/>
                  </a:cubicBezTo>
                  <a:cubicBezTo>
                    <a:pt x="85509" y="167695"/>
                    <a:pt x="85594" y="167725"/>
                    <a:pt x="85681" y="167725"/>
                  </a:cubicBezTo>
                  <a:cubicBezTo>
                    <a:pt x="85766" y="167752"/>
                    <a:pt x="85880" y="167752"/>
                    <a:pt x="86025" y="167752"/>
                  </a:cubicBezTo>
                  <a:cubicBezTo>
                    <a:pt x="86311" y="167752"/>
                    <a:pt x="86654" y="167667"/>
                    <a:pt x="86826" y="167267"/>
                  </a:cubicBezTo>
                  <a:cubicBezTo>
                    <a:pt x="86968" y="166923"/>
                    <a:pt x="86968" y="166664"/>
                    <a:pt x="86854" y="166435"/>
                  </a:cubicBezTo>
                  <a:cubicBezTo>
                    <a:pt x="86682" y="166122"/>
                    <a:pt x="86311" y="166064"/>
                    <a:pt x="86025" y="166007"/>
                  </a:cubicBezTo>
                  <a:cubicBezTo>
                    <a:pt x="85910" y="166007"/>
                    <a:pt x="85766" y="165977"/>
                    <a:pt x="85709" y="165920"/>
                  </a:cubicBezTo>
                  <a:cubicBezTo>
                    <a:pt x="84880" y="165549"/>
                    <a:pt x="84163" y="165148"/>
                    <a:pt x="83677" y="164260"/>
                  </a:cubicBezTo>
                  <a:cubicBezTo>
                    <a:pt x="83563" y="164088"/>
                    <a:pt x="83506" y="163916"/>
                    <a:pt x="83419" y="163717"/>
                  </a:cubicBezTo>
                  <a:cubicBezTo>
                    <a:pt x="83304" y="163401"/>
                    <a:pt x="83189" y="163087"/>
                    <a:pt x="82960" y="162801"/>
                  </a:cubicBezTo>
                  <a:cubicBezTo>
                    <a:pt x="82818" y="162572"/>
                    <a:pt x="82704" y="162428"/>
                    <a:pt x="82589" y="162286"/>
                  </a:cubicBezTo>
                  <a:cubicBezTo>
                    <a:pt x="82360" y="162027"/>
                    <a:pt x="82273" y="161912"/>
                    <a:pt x="82273" y="161340"/>
                  </a:cubicBezTo>
                  <a:cubicBezTo>
                    <a:pt x="82303" y="160538"/>
                    <a:pt x="82674" y="159938"/>
                    <a:pt x="83018" y="159366"/>
                  </a:cubicBezTo>
                  <a:cubicBezTo>
                    <a:pt x="83361" y="158793"/>
                    <a:pt x="83677" y="158248"/>
                    <a:pt x="83533" y="157648"/>
                  </a:cubicBezTo>
                  <a:cubicBezTo>
                    <a:pt x="83419" y="157160"/>
                    <a:pt x="83018" y="156732"/>
                    <a:pt x="82303" y="156301"/>
                  </a:cubicBezTo>
                  <a:cubicBezTo>
                    <a:pt x="81815" y="155988"/>
                    <a:pt x="81415" y="155729"/>
                    <a:pt x="81357" y="155443"/>
                  </a:cubicBezTo>
                  <a:cubicBezTo>
                    <a:pt x="81330" y="155271"/>
                    <a:pt x="81415" y="155042"/>
                    <a:pt x="81673" y="154698"/>
                  </a:cubicBezTo>
                  <a:cubicBezTo>
                    <a:pt x="81758" y="154584"/>
                    <a:pt x="81873" y="154527"/>
                    <a:pt x="82044" y="154412"/>
                  </a:cubicBezTo>
                  <a:cubicBezTo>
                    <a:pt x="82273" y="154270"/>
                    <a:pt x="82560" y="154098"/>
                    <a:pt x="82731" y="153698"/>
                  </a:cubicBezTo>
                  <a:cubicBezTo>
                    <a:pt x="82818" y="153439"/>
                    <a:pt x="82789" y="153153"/>
                    <a:pt x="82761" y="152866"/>
                  </a:cubicBezTo>
                  <a:cubicBezTo>
                    <a:pt x="82731" y="152667"/>
                    <a:pt x="82704" y="152438"/>
                    <a:pt x="82731" y="152294"/>
                  </a:cubicBezTo>
                  <a:cubicBezTo>
                    <a:pt x="82846" y="151923"/>
                    <a:pt x="82990" y="151721"/>
                    <a:pt x="83132" y="151522"/>
                  </a:cubicBezTo>
                  <a:cubicBezTo>
                    <a:pt x="83277" y="151320"/>
                    <a:pt x="83419" y="151121"/>
                    <a:pt x="83361" y="150835"/>
                  </a:cubicBezTo>
                  <a:cubicBezTo>
                    <a:pt x="83304" y="150519"/>
                    <a:pt x="83018" y="150262"/>
                    <a:pt x="82502" y="149946"/>
                  </a:cubicBezTo>
                  <a:cubicBezTo>
                    <a:pt x="82074" y="149660"/>
                    <a:pt x="81845" y="149431"/>
                    <a:pt x="81731" y="149317"/>
                  </a:cubicBezTo>
                  <a:cubicBezTo>
                    <a:pt x="81845" y="149289"/>
                    <a:pt x="82017" y="149289"/>
                    <a:pt x="82303" y="149289"/>
                  </a:cubicBezTo>
                  <a:cubicBezTo>
                    <a:pt x="82502" y="149317"/>
                    <a:pt x="82647" y="149346"/>
                    <a:pt x="82789" y="149374"/>
                  </a:cubicBezTo>
                  <a:cubicBezTo>
                    <a:pt x="82930" y="149397"/>
                    <a:pt x="83062" y="149416"/>
                    <a:pt x="83186" y="149416"/>
                  </a:cubicBezTo>
                  <a:cubicBezTo>
                    <a:pt x="83363" y="149416"/>
                    <a:pt x="83525" y="149378"/>
                    <a:pt x="83677" y="149259"/>
                  </a:cubicBezTo>
                  <a:cubicBezTo>
                    <a:pt x="83964" y="149030"/>
                    <a:pt x="84021" y="148630"/>
                    <a:pt x="84048" y="147915"/>
                  </a:cubicBezTo>
                  <a:cubicBezTo>
                    <a:pt x="84048" y="147599"/>
                    <a:pt x="83991" y="147285"/>
                    <a:pt x="83964" y="146999"/>
                  </a:cubicBezTo>
                  <a:cubicBezTo>
                    <a:pt x="83906" y="146655"/>
                    <a:pt x="83849" y="146339"/>
                    <a:pt x="83934" y="146225"/>
                  </a:cubicBezTo>
                  <a:cubicBezTo>
                    <a:pt x="83991" y="146168"/>
                    <a:pt x="84135" y="146053"/>
                    <a:pt x="84593" y="146053"/>
                  </a:cubicBezTo>
                  <a:cubicBezTo>
                    <a:pt x="84676" y="146045"/>
                    <a:pt x="84757" y="146042"/>
                    <a:pt x="84837" y="146042"/>
                  </a:cubicBezTo>
                  <a:cubicBezTo>
                    <a:pt x="85031" y="146042"/>
                    <a:pt x="85219" y="146062"/>
                    <a:pt x="85422" y="146083"/>
                  </a:cubicBezTo>
                  <a:cubicBezTo>
                    <a:pt x="85650" y="146107"/>
                    <a:pt x="85887" y="146133"/>
                    <a:pt x="86127" y="146133"/>
                  </a:cubicBezTo>
                  <a:cubicBezTo>
                    <a:pt x="86731" y="146133"/>
                    <a:pt x="87351" y="145965"/>
                    <a:pt x="87884" y="145167"/>
                  </a:cubicBezTo>
                  <a:cubicBezTo>
                    <a:pt x="88514" y="144365"/>
                    <a:pt x="88342" y="142934"/>
                    <a:pt x="87942" y="141988"/>
                  </a:cubicBezTo>
                  <a:cubicBezTo>
                    <a:pt x="87770" y="141645"/>
                    <a:pt x="87571" y="141331"/>
                    <a:pt x="87369" y="141045"/>
                  </a:cubicBezTo>
                  <a:cubicBezTo>
                    <a:pt x="87284" y="140930"/>
                    <a:pt x="87170" y="140758"/>
                    <a:pt x="87112" y="140644"/>
                  </a:cubicBezTo>
                  <a:cubicBezTo>
                    <a:pt x="87197" y="140644"/>
                    <a:pt x="87369" y="140644"/>
                    <a:pt x="87628" y="140671"/>
                  </a:cubicBezTo>
                  <a:cubicBezTo>
                    <a:pt x="87857" y="140701"/>
                    <a:pt x="88056" y="140729"/>
                    <a:pt x="88228" y="140786"/>
                  </a:cubicBezTo>
                  <a:cubicBezTo>
                    <a:pt x="88485" y="140843"/>
                    <a:pt x="88751" y="140900"/>
                    <a:pt x="89044" y="140900"/>
                  </a:cubicBezTo>
                  <a:cubicBezTo>
                    <a:pt x="89338" y="140900"/>
                    <a:pt x="89660" y="140843"/>
                    <a:pt x="90032" y="140671"/>
                  </a:cubicBezTo>
                  <a:cubicBezTo>
                    <a:pt x="90834" y="140385"/>
                    <a:pt x="91063" y="140243"/>
                    <a:pt x="91120" y="139698"/>
                  </a:cubicBezTo>
                  <a:cubicBezTo>
                    <a:pt x="91148" y="139556"/>
                    <a:pt x="91177" y="139412"/>
                    <a:pt x="91235" y="139213"/>
                  </a:cubicBezTo>
                  <a:lnTo>
                    <a:pt x="91407" y="138697"/>
                  </a:lnTo>
                  <a:cubicBezTo>
                    <a:pt x="91464" y="138553"/>
                    <a:pt x="91491" y="138381"/>
                    <a:pt x="91548" y="138239"/>
                  </a:cubicBezTo>
                  <a:lnTo>
                    <a:pt x="91720" y="137980"/>
                  </a:lnTo>
                  <a:cubicBezTo>
                    <a:pt x="91865" y="137751"/>
                    <a:pt x="92094" y="137438"/>
                    <a:pt x="92208" y="136980"/>
                  </a:cubicBezTo>
                  <a:cubicBezTo>
                    <a:pt x="92465" y="135748"/>
                    <a:pt x="92666" y="134976"/>
                    <a:pt x="93468" y="134060"/>
                  </a:cubicBezTo>
                  <a:cubicBezTo>
                    <a:pt x="94842" y="132686"/>
                    <a:pt x="95586" y="131797"/>
                    <a:pt x="95300" y="129479"/>
                  </a:cubicBezTo>
                  <a:cubicBezTo>
                    <a:pt x="95098" y="127705"/>
                    <a:pt x="95098" y="127705"/>
                    <a:pt x="96273" y="126587"/>
                  </a:cubicBezTo>
                  <a:cubicBezTo>
                    <a:pt x="96358" y="126530"/>
                    <a:pt x="96388" y="126445"/>
                    <a:pt x="96388" y="126331"/>
                  </a:cubicBezTo>
                  <a:cubicBezTo>
                    <a:pt x="97075" y="125815"/>
                    <a:pt x="97961" y="125701"/>
                    <a:pt x="98877" y="125614"/>
                  </a:cubicBezTo>
                  <a:cubicBezTo>
                    <a:pt x="100137" y="125472"/>
                    <a:pt x="101396" y="125327"/>
                    <a:pt x="102227" y="124125"/>
                  </a:cubicBezTo>
                  <a:cubicBezTo>
                    <a:pt x="102656" y="123468"/>
                    <a:pt x="102914" y="122666"/>
                    <a:pt x="103171" y="121865"/>
                  </a:cubicBezTo>
                  <a:cubicBezTo>
                    <a:pt x="103315" y="121491"/>
                    <a:pt x="103430" y="121148"/>
                    <a:pt x="103544" y="120834"/>
                  </a:cubicBezTo>
                  <a:cubicBezTo>
                    <a:pt x="103659" y="120575"/>
                    <a:pt x="103773" y="120319"/>
                    <a:pt x="103915" y="120060"/>
                  </a:cubicBezTo>
                  <a:cubicBezTo>
                    <a:pt x="104346" y="119174"/>
                    <a:pt x="104831" y="118171"/>
                    <a:pt x="104889" y="117140"/>
                  </a:cubicBezTo>
                  <a:cubicBezTo>
                    <a:pt x="104889" y="116453"/>
                    <a:pt x="104717" y="115709"/>
                    <a:pt x="104545" y="114907"/>
                  </a:cubicBezTo>
                  <a:cubicBezTo>
                    <a:pt x="104231" y="113620"/>
                    <a:pt x="103915" y="112274"/>
                    <a:pt x="104431" y="111358"/>
                  </a:cubicBezTo>
                  <a:cubicBezTo>
                    <a:pt x="104575" y="111071"/>
                    <a:pt x="104831" y="110900"/>
                    <a:pt x="105090" y="110700"/>
                  </a:cubicBezTo>
                  <a:cubicBezTo>
                    <a:pt x="105232" y="110586"/>
                    <a:pt x="105376" y="110499"/>
                    <a:pt x="105548" y="110357"/>
                  </a:cubicBezTo>
                  <a:cubicBezTo>
                    <a:pt x="106063" y="109784"/>
                    <a:pt x="106178" y="109354"/>
                    <a:pt x="106292" y="108896"/>
                  </a:cubicBezTo>
                  <a:cubicBezTo>
                    <a:pt x="106350" y="108697"/>
                    <a:pt x="106407" y="108468"/>
                    <a:pt x="106521" y="108209"/>
                  </a:cubicBezTo>
                  <a:cubicBezTo>
                    <a:pt x="106693" y="107693"/>
                    <a:pt x="107037" y="107322"/>
                    <a:pt x="107437" y="106949"/>
                  </a:cubicBezTo>
                  <a:cubicBezTo>
                    <a:pt x="107923" y="106434"/>
                    <a:pt x="108438" y="105919"/>
                    <a:pt x="108583" y="105003"/>
                  </a:cubicBezTo>
                  <a:cubicBezTo>
                    <a:pt x="108725" y="104029"/>
                    <a:pt x="108640" y="102742"/>
                    <a:pt x="108525" y="101941"/>
                  </a:cubicBezTo>
                  <a:cubicBezTo>
                    <a:pt x="108381" y="101167"/>
                    <a:pt x="108209" y="100651"/>
                    <a:pt x="107953" y="100308"/>
                  </a:cubicBezTo>
                  <a:cubicBezTo>
                    <a:pt x="107595" y="99856"/>
                    <a:pt x="107376" y="99720"/>
                    <a:pt x="107066" y="99720"/>
                  </a:cubicBezTo>
                  <a:cubicBezTo>
                    <a:pt x="107003" y="99720"/>
                    <a:pt x="106937" y="99726"/>
                    <a:pt x="106865" y="99735"/>
                  </a:cubicBezTo>
                  <a:cubicBezTo>
                    <a:pt x="106789" y="99735"/>
                    <a:pt x="106699" y="99748"/>
                    <a:pt x="106589" y="99748"/>
                  </a:cubicBezTo>
                  <a:cubicBezTo>
                    <a:pt x="106534" y="99748"/>
                    <a:pt x="106473" y="99745"/>
                    <a:pt x="106407" y="99735"/>
                  </a:cubicBezTo>
                  <a:cubicBezTo>
                    <a:pt x="105690" y="99651"/>
                    <a:pt x="105347" y="99334"/>
                    <a:pt x="104831" y="98876"/>
                  </a:cubicBezTo>
                  <a:cubicBezTo>
                    <a:pt x="104632" y="98705"/>
                    <a:pt x="104403" y="98505"/>
                    <a:pt x="104117" y="98276"/>
                  </a:cubicBezTo>
                  <a:cubicBezTo>
                    <a:pt x="102914" y="97475"/>
                    <a:pt x="102026" y="97131"/>
                    <a:pt x="100624" y="96987"/>
                  </a:cubicBezTo>
                  <a:cubicBezTo>
                    <a:pt x="100194" y="96902"/>
                    <a:pt x="99793" y="96845"/>
                    <a:pt x="99365" y="96758"/>
                  </a:cubicBezTo>
                  <a:cubicBezTo>
                    <a:pt x="99193" y="96744"/>
                    <a:pt x="99036" y="96737"/>
                    <a:pt x="98885" y="96737"/>
                  </a:cubicBezTo>
                  <a:cubicBezTo>
                    <a:pt x="98735" y="96737"/>
                    <a:pt x="98592" y="96744"/>
                    <a:pt x="98449" y="96758"/>
                  </a:cubicBezTo>
                  <a:lnTo>
                    <a:pt x="98133" y="96758"/>
                  </a:lnTo>
                  <a:cubicBezTo>
                    <a:pt x="97590" y="96701"/>
                    <a:pt x="97533" y="96644"/>
                    <a:pt x="97418" y="96415"/>
                  </a:cubicBezTo>
                  <a:cubicBezTo>
                    <a:pt x="97331" y="96243"/>
                    <a:pt x="97217" y="96044"/>
                    <a:pt x="96988" y="95785"/>
                  </a:cubicBezTo>
                  <a:cubicBezTo>
                    <a:pt x="96415" y="95212"/>
                    <a:pt x="95384" y="94669"/>
                    <a:pt x="94697" y="94525"/>
                  </a:cubicBezTo>
                  <a:cubicBezTo>
                    <a:pt x="94562" y="94502"/>
                    <a:pt x="94438" y="94491"/>
                    <a:pt x="94325" y="94491"/>
                  </a:cubicBezTo>
                  <a:cubicBezTo>
                    <a:pt x="93891" y="94491"/>
                    <a:pt x="93614" y="94642"/>
                    <a:pt x="93410" y="94754"/>
                  </a:cubicBezTo>
                  <a:cubicBezTo>
                    <a:pt x="93323" y="94811"/>
                    <a:pt x="93266" y="94841"/>
                    <a:pt x="93181" y="94869"/>
                  </a:cubicBezTo>
                  <a:cubicBezTo>
                    <a:pt x="93152" y="94525"/>
                    <a:pt x="93067" y="94154"/>
                    <a:pt x="92865" y="93838"/>
                  </a:cubicBezTo>
                  <a:lnTo>
                    <a:pt x="92808" y="93696"/>
                  </a:lnTo>
                  <a:cubicBezTo>
                    <a:pt x="92808" y="93639"/>
                    <a:pt x="92781" y="93609"/>
                    <a:pt x="92751" y="93552"/>
                  </a:cubicBezTo>
                  <a:cubicBezTo>
                    <a:pt x="92437" y="93208"/>
                    <a:pt x="92151" y="93066"/>
                    <a:pt x="91922" y="92922"/>
                  </a:cubicBezTo>
                  <a:cubicBezTo>
                    <a:pt x="91663" y="92780"/>
                    <a:pt x="91521" y="92723"/>
                    <a:pt x="91377" y="92121"/>
                  </a:cubicBezTo>
                  <a:cubicBezTo>
                    <a:pt x="91349" y="92006"/>
                    <a:pt x="91377" y="91834"/>
                    <a:pt x="91377" y="91663"/>
                  </a:cubicBezTo>
                  <a:cubicBezTo>
                    <a:pt x="91407" y="91434"/>
                    <a:pt x="91434" y="91234"/>
                    <a:pt x="91377" y="91033"/>
                  </a:cubicBezTo>
                  <a:cubicBezTo>
                    <a:pt x="91377" y="91005"/>
                    <a:pt x="91377" y="90975"/>
                    <a:pt x="91349" y="90948"/>
                  </a:cubicBezTo>
                  <a:cubicBezTo>
                    <a:pt x="91205" y="90662"/>
                    <a:pt x="90976" y="90517"/>
                    <a:pt x="90804" y="90403"/>
                  </a:cubicBezTo>
                  <a:cubicBezTo>
                    <a:pt x="90632" y="90288"/>
                    <a:pt x="90575" y="90231"/>
                    <a:pt x="90548" y="90117"/>
                  </a:cubicBezTo>
                  <a:cubicBezTo>
                    <a:pt x="90433" y="89860"/>
                    <a:pt x="90461" y="89574"/>
                    <a:pt x="90461" y="89230"/>
                  </a:cubicBezTo>
                  <a:cubicBezTo>
                    <a:pt x="90490" y="88800"/>
                    <a:pt x="90518" y="88285"/>
                    <a:pt x="90261" y="87769"/>
                  </a:cubicBezTo>
                  <a:cubicBezTo>
                    <a:pt x="89861" y="86998"/>
                    <a:pt x="88773" y="86196"/>
                    <a:pt x="88200" y="85880"/>
                  </a:cubicBezTo>
                  <a:cubicBezTo>
                    <a:pt x="87170" y="85223"/>
                    <a:pt x="86082" y="85193"/>
                    <a:pt x="85136" y="85165"/>
                  </a:cubicBezTo>
                  <a:cubicBezTo>
                    <a:pt x="83877" y="85136"/>
                    <a:pt x="82903" y="85108"/>
                    <a:pt x="82131" y="83963"/>
                  </a:cubicBezTo>
                  <a:cubicBezTo>
                    <a:pt x="81415" y="82903"/>
                    <a:pt x="81128" y="82502"/>
                    <a:pt x="80128" y="81902"/>
                  </a:cubicBezTo>
                  <a:cubicBezTo>
                    <a:pt x="79697" y="81643"/>
                    <a:pt x="79296" y="81185"/>
                    <a:pt x="78895" y="80784"/>
                  </a:cubicBezTo>
                  <a:cubicBezTo>
                    <a:pt x="78696" y="80555"/>
                    <a:pt x="78467" y="80326"/>
                    <a:pt x="78266" y="80127"/>
                  </a:cubicBezTo>
                  <a:cubicBezTo>
                    <a:pt x="78094" y="79983"/>
                    <a:pt x="77952" y="79841"/>
                    <a:pt x="77837" y="79697"/>
                  </a:cubicBezTo>
                  <a:cubicBezTo>
                    <a:pt x="77396" y="79215"/>
                    <a:pt x="77109" y="78945"/>
                    <a:pt x="76542" y="78945"/>
                  </a:cubicBezTo>
                  <a:cubicBezTo>
                    <a:pt x="76301" y="78945"/>
                    <a:pt x="76008" y="78994"/>
                    <a:pt x="75632" y="79097"/>
                  </a:cubicBezTo>
                  <a:cubicBezTo>
                    <a:pt x="75117" y="79268"/>
                    <a:pt x="74673" y="79354"/>
                    <a:pt x="74212" y="79354"/>
                  </a:cubicBezTo>
                  <a:cubicBezTo>
                    <a:pt x="73750" y="79354"/>
                    <a:pt x="73271" y="79268"/>
                    <a:pt x="72685" y="79097"/>
                  </a:cubicBezTo>
                  <a:cubicBezTo>
                    <a:pt x="72513" y="79039"/>
                    <a:pt x="72341" y="79010"/>
                    <a:pt x="72140" y="78982"/>
                  </a:cubicBezTo>
                  <a:cubicBezTo>
                    <a:pt x="71796" y="78895"/>
                    <a:pt x="71453" y="78810"/>
                    <a:pt x="71166" y="78696"/>
                  </a:cubicBezTo>
                  <a:cubicBezTo>
                    <a:pt x="70994" y="78609"/>
                    <a:pt x="70795" y="78467"/>
                    <a:pt x="70594" y="78323"/>
                  </a:cubicBezTo>
                  <a:cubicBezTo>
                    <a:pt x="70250" y="78066"/>
                    <a:pt x="69907" y="77807"/>
                    <a:pt x="69506" y="77722"/>
                  </a:cubicBezTo>
                  <a:cubicBezTo>
                    <a:pt x="69431" y="77712"/>
                    <a:pt x="69358" y="77707"/>
                    <a:pt x="69288" y="77707"/>
                  </a:cubicBezTo>
                  <a:cubicBezTo>
                    <a:pt x="68793" y="77707"/>
                    <a:pt x="68405" y="77954"/>
                    <a:pt x="68104" y="78181"/>
                  </a:cubicBezTo>
                  <a:cubicBezTo>
                    <a:pt x="67933" y="78265"/>
                    <a:pt x="67818" y="78380"/>
                    <a:pt x="67674" y="78437"/>
                  </a:cubicBezTo>
                  <a:cubicBezTo>
                    <a:pt x="67903" y="78066"/>
                    <a:pt x="68132" y="77578"/>
                    <a:pt x="67788" y="77177"/>
                  </a:cubicBezTo>
                  <a:cubicBezTo>
                    <a:pt x="67671" y="77031"/>
                    <a:pt x="67512" y="76975"/>
                    <a:pt x="67336" y="76975"/>
                  </a:cubicBezTo>
                  <a:cubicBezTo>
                    <a:pt x="66997" y="76975"/>
                    <a:pt x="66591" y="77181"/>
                    <a:pt x="66272" y="77349"/>
                  </a:cubicBezTo>
                  <a:cubicBezTo>
                    <a:pt x="66215" y="77379"/>
                    <a:pt x="66128" y="77436"/>
                    <a:pt x="66100" y="77436"/>
                  </a:cubicBezTo>
                  <a:cubicBezTo>
                    <a:pt x="66071" y="77436"/>
                    <a:pt x="66071" y="77464"/>
                    <a:pt x="66043" y="77464"/>
                  </a:cubicBezTo>
                  <a:cubicBezTo>
                    <a:pt x="65670" y="77665"/>
                    <a:pt x="65155" y="77807"/>
                    <a:pt x="64669" y="77952"/>
                  </a:cubicBezTo>
                  <a:cubicBezTo>
                    <a:pt x="64010" y="78151"/>
                    <a:pt x="63323" y="78352"/>
                    <a:pt x="62837" y="78723"/>
                  </a:cubicBezTo>
                  <a:cubicBezTo>
                    <a:pt x="62292" y="79154"/>
                    <a:pt x="62120" y="79868"/>
                    <a:pt x="61948" y="80498"/>
                  </a:cubicBezTo>
                  <a:cubicBezTo>
                    <a:pt x="61777" y="81185"/>
                    <a:pt x="61635" y="81616"/>
                    <a:pt x="61319" y="81700"/>
                  </a:cubicBezTo>
                  <a:cubicBezTo>
                    <a:pt x="61214" y="81739"/>
                    <a:pt x="61144" y="81761"/>
                    <a:pt x="61092" y="81761"/>
                  </a:cubicBezTo>
                  <a:cubicBezTo>
                    <a:pt x="60989" y="81761"/>
                    <a:pt x="60957" y="81673"/>
                    <a:pt x="60861" y="81444"/>
                  </a:cubicBezTo>
                  <a:cubicBezTo>
                    <a:pt x="60803" y="81272"/>
                    <a:pt x="60689" y="81013"/>
                    <a:pt x="60490" y="80814"/>
                  </a:cubicBezTo>
                  <a:cubicBezTo>
                    <a:pt x="60120" y="80550"/>
                    <a:pt x="59784" y="80448"/>
                    <a:pt x="59401" y="80448"/>
                  </a:cubicBezTo>
                  <a:cubicBezTo>
                    <a:pt x="59159" y="80448"/>
                    <a:pt x="58899" y="80489"/>
                    <a:pt x="58600" y="80555"/>
                  </a:cubicBezTo>
                  <a:cubicBezTo>
                    <a:pt x="58570" y="80555"/>
                    <a:pt x="58513" y="80585"/>
                    <a:pt x="58486" y="80585"/>
                  </a:cubicBezTo>
                  <a:cubicBezTo>
                    <a:pt x="58428" y="80578"/>
                    <a:pt x="58371" y="80575"/>
                    <a:pt x="58315" y="80575"/>
                  </a:cubicBezTo>
                  <a:cubicBezTo>
                    <a:pt x="57897" y="80575"/>
                    <a:pt x="57525" y="80751"/>
                    <a:pt x="57196" y="80929"/>
                  </a:cubicBezTo>
                  <a:cubicBezTo>
                    <a:pt x="56899" y="81077"/>
                    <a:pt x="56624" y="81226"/>
                    <a:pt x="56369" y="81226"/>
                  </a:cubicBezTo>
                  <a:cubicBezTo>
                    <a:pt x="56330" y="81226"/>
                    <a:pt x="56291" y="81223"/>
                    <a:pt x="56253" y="81215"/>
                  </a:cubicBezTo>
                  <a:cubicBezTo>
                    <a:pt x="55852" y="81100"/>
                    <a:pt x="55795" y="80986"/>
                    <a:pt x="55593" y="80727"/>
                  </a:cubicBezTo>
                  <a:cubicBezTo>
                    <a:pt x="55479" y="80585"/>
                    <a:pt x="55364" y="80413"/>
                    <a:pt x="55193" y="80242"/>
                  </a:cubicBezTo>
                  <a:cubicBezTo>
                    <a:pt x="55051" y="80040"/>
                    <a:pt x="54849" y="79898"/>
                    <a:pt x="54650" y="79726"/>
                  </a:cubicBezTo>
                  <a:cubicBezTo>
                    <a:pt x="54448" y="79555"/>
                    <a:pt x="54249" y="79383"/>
                    <a:pt x="54134" y="79211"/>
                  </a:cubicBezTo>
                  <a:cubicBezTo>
                    <a:pt x="53704" y="78437"/>
                    <a:pt x="54077" y="77349"/>
                    <a:pt x="54363" y="76605"/>
                  </a:cubicBezTo>
                  <a:lnTo>
                    <a:pt x="54478" y="76319"/>
                  </a:lnTo>
                  <a:cubicBezTo>
                    <a:pt x="54879" y="75174"/>
                    <a:pt x="55135" y="74574"/>
                    <a:pt x="54620" y="73142"/>
                  </a:cubicBezTo>
                  <a:cubicBezTo>
                    <a:pt x="54563" y="72998"/>
                    <a:pt x="54535" y="72856"/>
                    <a:pt x="54505" y="72769"/>
                  </a:cubicBezTo>
                  <a:cubicBezTo>
                    <a:pt x="54391" y="72341"/>
                    <a:pt x="54276" y="72139"/>
                    <a:pt x="53619" y="71883"/>
                  </a:cubicBezTo>
                  <a:cubicBezTo>
                    <a:pt x="53287" y="71725"/>
                    <a:pt x="52894" y="71662"/>
                    <a:pt x="52522" y="71662"/>
                  </a:cubicBezTo>
                  <a:cubicBezTo>
                    <a:pt x="52220" y="71662"/>
                    <a:pt x="51931" y="71703"/>
                    <a:pt x="51700" y="71768"/>
                  </a:cubicBezTo>
                  <a:cubicBezTo>
                    <a:pt x="51501" y="71796"/>
                    <a:pt x="51272" y="71883"/>
                    <a:pt x="50986" y="71967"/>
                  </a:cubicBezTo>
                  <a:cubicBezTo>
                    <a:pt x="50528" y="72120"/>
                    <a:pt x="50082" y="72252"/>
                    <a:pt x="49751" y="72252"/>
                  </a:cubicBezTo>
                  <a:cubicBezTo>
                    <a:pt x="49522" y="72252"/>
                    <a:pt x="49350" y="72189"/>
                    <a:pt x="49268" y="72025"/>
                  </a:cubicBezTo>
                  <a:cubicBezTo>
                    <a:pt x="49039" y="71567"/>
                    <a:pt x="49811" y="70021"/>
                    <a:pt x="50269" y="69077"/>
                  </a:cubicBezTo>
                  <a:cubicBezTo>
                    <a:pt x="50555" y="68532"/>
                    <a:pt x="50784" y="68074"/>
                    <a:pt x="50871" y="67760"/>
                  </a:cubicBezTo>
                  <a:cubicBezTo>
                    <a:pt x="50928" y="67616"/>
                    <a:pt x="51013" y="67417"/>
                    <a:pt x="51128" y="67188"/>
                  </a:cubicBezTo>
                  <a:cubicBezTo>
                    <a:pt x="51558" y="66357"/>
                    <a:pt x="52016" y="65441"/>
                    <a:pt x="51673" y="64868"/>
                  </a:cubicBezTo>
                  <a:cubicBezTo>
                    <a:pt x="51558" y="64639"/>
                    <a:pt x="51329" y="64467"/>
                    <a:pt x="51013" y="64382"/>
                  </a:cubicBezTo>
                  <a:cubicBezTo>
                    <a:pt x="50807" y="64324"/>
                    <a:pt x="50557" y="64299"/>
                    <a:pt x="50292" y="64299"/>
                  </a:cubicBezTo>
                  <a:cubicBezTo>
                    <a:pt x="49527" y="64299"/>
                    <a:pt x="48635" y="64506"/>
                    <a:pt x="48295" y="64696"/>
                  </a:cubicBezTo>
                  <a:cubicBezTo>
                    <a:pt x="47436" y="65154"/>
                    <a:pt x="47292" y="65871"/>
                    <a:pt x="47177" y="66501"/>
                  </a:cubicBezTo>
                  <a:cubicBezTo>
                    <a:pt x="47120" y="66815"/>
                    <a:pt x="47063" y="67101"/>
                    <a:pt x="46921" y="67387"/>
                  </a:cubicBezTo>
                  <a:cubicBezTo>
                    <a:pt x="46604" y="68017"/>
                    <a:pt x="45604" y="68562"/>
                    <a:pt x="44772" y="68818"/>
                  </a:cubicBezTo>
                  <a:cubicBezTo>
                    <a:pt x="44629" y="68876"/>
                    <a:pt x="44436" y="68901"/>
                    <a:pt x="44215" y="68901"/>
                  </a:cubicBezTo>
                  <a:cubicBezTo>
                    <a:pt x="43552" y="68901"/>
                    <a:pt x="42640" y="68675"/>
                    <a:pt x="42081" y="68418"/>
                  </a:cubicBezTo>
                  <a:cubicBezTo>
                    <a:pt x="41424" y="68017"/>
                    <a:pt x="41367" y="67474"/>
                    <a:pt x="41280" y="66730"/>
                  </a:cubicBezTo>
                  <a:cubicBezTo>
                    <a:pt x="41223" y="66386"/>
                    <a:pt x="41195" y="66043"/>
                    <a:pt x="41081" y="65670"/>
                  </a:cubicBezTo>
                  <a:cubicBezTo>
                    <a:pt x="40966" y="65241"/>
                    <a:pt x="40822" y="64868"/>
                    <a:pt x="40680" y="64497"/>
                  </a:cubicBezTo>
                  <a:cubicBezTo>
                    <a:pt x="40364" y="63753"/>
                    <a:pt x="40107" y="63180"/>
                    <a:pt x="40336" y="62292"/>
                  </a:cubicBezTo>
                  <a:cubicBezTo>
                    <a:pt x="40451" y="61834"/>
                    <a:pt x="40680" y="61433"/>
                    <a:pt x="40909" y="60975"/>
                  </a:cubicBezTo>
                  <a:cubicBezTo>
                    <a:pt x="41195" y="60459"/>
                    <a:pt x="41509" y="59917"/>
                    <a:pt x="41623" y="59230"/>
                  </a:cubicBezTo>
                  <a:cubicBezTo>
                    <a:pt x="41681" y="59001"/>
                    <a:pt x="41710" y="58799"/>
                    <a:pt x="41710" y="58627"/>
                  </a:cubicBezTo>
                  <a:cubicBezTo>
                    <a:pt x="41852" y="57769"/>
                    <a:pt x="41910" y="57226"/>
                    <a:pt x="42627" y="56596"/>
                  </a:cubicBezTo>
                  <a:cubicBezTo>
                    <a:pt x="43314" y="55936"/>
                    <a:pt x="44200" y="55394"/>
                    <a:pt x="44974" y="54906"/>
                  </a:cubicBezTo>
                  <a:lnTo>
                    <a:pt x="45116" y="54821"/>
                  </a:lnTo>
                  <a:cubicBezTo>
                    <a:pt x="45639" y="54466"/>
                    <a:pt x="46023" y="54351"/>
                    <a:pt x="46425" y="54351"/>
                  </a:cubicBezTo>
                  <a:cubicBezTo>
                    <a:pt x="46706" y="54351"/>
                    <a:pt x="46996" y="54407"/>
                    <a:pt x="47349" y="54478"/>
                  </a:cubicBezTo>
                  <a:cubicBezTo>
                    <a:pt x="47665" y="54562"/>
                    <a:pt x="48008" y="54620"/>
                    <a:pt x="48437" y="54677"/>
                  </a:cubicBezTo>
                  <a:lnTo>
                    <a:pt x="48551" y="54677"/>
                  </a:lnTo>
                  <a:cubicBezTo>
                    <a:pt x="48824" y="54710"/>
                    <a:pt x="49138" y="54747"/>
                    <a:pt x="49462" y="54747"/>
                  </a:cubicBezTo>
                  <a:cubicBezTo>
                    <a:pt x="49989" y="54747"/>
                    <a:pt x="50542" y="54649"/>
                    <a:pt x="50986" y="54276"/>
                  </a:cubicBezTo>
                  <a:cubicBezTo>
                    <a:pt x="51215" y="54077"/>
                    <a:pt x="51299" y="53848"/>
                    <a:pt x="51386" y="53676"/>
                  </a:cubicBezTo>
                  <a:cubicBezTo>
                    <a:pt x="51444" y="53504"/>
                    <a:pt x="51471" y="53417"/>
                    <a:pt x="51673" y="53303"/>
                  </a:cubicBezTo>
                  <a:cubicBezTo>
                    <a:pt x="51881" y="53191"/>
                    <a:pt x="52638" y="53115"/>
                    <a:pt x="53359" y="53115"/>
                  </a:cubicBezTo>
                  <a:cubicBezTo>
                    <a:pt x="53924" y="53115"/>
                    <a:pt x="54468" y="53162"/>
                    <a:pt x="54707" y="53275"/>
                  </a:cubicBezTo>
                  <a:cubicBezTo>
                    <a:pt x="54906" y="53333"/>
                    <a:pt x="55078" y="53504"/>
                    <a:pt x="55222" y="53646"/>
                  </a:cubicBezTo>
                  <a:cubicBezTo>
                    <a:pt x="55422" y="53848"/>
                    <a:pt x="55651" y="54047"/>
                    <a:pt x="55967" y="54134"/>
                  </a:cubicBezTo>
                  <a:cubicBezTo>
                    <a:pt x="56096" y="54173"/>
                    <a:pt x="56208" y="54188"/>
                    <a:pt x="56305" y="54188"/>
                  </a:cubicBezTo>
                  <a:cubicBezTo>
                    <a:pt x="56422" y="54188"/>
                    <a:pt x="56517" y="54165"/>
                    <a:pt x="56596" y="54134"/>
                  </a:cubicBezTo>
                  <a:cubicBezTo>
                    <a:pt x="56647" y="54125"/>
                    <a:pt x="56685" y="54119"/>
                    <a:pt x="56719" y="54119"/>
                  </a:cubicBezTo>
                  <a:cubicBezTo>
                    <a:pt x="56799" y="54119"/>
                    <a:pt x="56855" y="54155"/>
                    <a:pt x="56997" y="54276"/>
                  </a:cubicBezTo>
                  <a:cubicBezTo>
                    <a:pt x="57398" y="54649"/>
                    <a:pt x="57398" y="55623"/>
                    <a:pt x="57398" y="56566"/>
                  </a:cubicBezTo>
                  <a:cubicBezTo>
                    <a:pt x="57398" y="58027"/>
                    <a:pt x="57368" y="59859"/>
                    <a:pt x="59058" y="59944"/>
                  </a:cubicBezTo>
                  <a:cubicBezTo>
                    <a:pt x="59117" y="59951"/>
                    <a:pt x="59175" y="59954"/>
                    <a:pt x="59232" y="59954"/>
                  </a:cubicBezTo>
                  <a:cubicBezTo>
                    <a:pt x="59675" y="59954"/>
                    <a:pt x="60064" y="59760"/>
                    <a:pt x="60318" y="59429"/>
                  </a:cubicBezTo>
                  <a:cubicBezTo>
                    <a:pt x="61463" y="58085"/>
                    <a:pt x="60574" y="54478"/>
                    <a:pt x="60460" y="54077"/>
                  </a:cubicBezTo>
                  <a:cubicBezTo>
                    <a:pt x="59716" y="51157"/>
                    <a:pt x="61319" y="49840"/>
                    <a:pt x="63952" y="48780"/>
                  </a:cubicBezTo>
                  <a:cubicBezTo>
                    <a:pt x="65269" y="48207"/>
                    <a:pt x="66471" y="47607"/>
                    <a:pt x="67273" y="46462"/>
                  </a:cubicBezTo>
                  <a:cubicBezTo>
                    <a:pt x="67960" y="45459"/>
                    <a:pt x="68047" y="44745"/>
                    <a:pt x="68132" y="43943"/>
                  </a:cubicBezTo>
                  <a:cubicBezTo>
                    <a:pt x="68162" y="43627"/>
                    <a:pt x="68219" y="43313"/>
                    <a:pt x="68276" y="42940"/>
                  </a:cubicBezTo>
                  <a:cubicBezTo>
                    <a:pt x="68384" y="42505"/>
                    <a:pt x="68443" y="42401"/>
                    <a:pt x="68616" y="42401"/>
                  </a:cubicBezTo>
                  <a:cubicBezTo>
                    <a:pt x="68670" y="42401"/>
                    <a:pt x="68736" y="42411"/>
                    <a:pt x="68819" y="42425"/>
                  </a:cubicBezTo>
                  <a:cubicBezTo>
                    <a:pt x="68898" y="42432"/>
                    <a:pt x="68988" y="42440"/>
                    <a:pt x="69087" y="42440"/>
                  </a:cubicBezTo>
                  <a:cubicBezTo>
                    <a:pt x="69383" y="42440"/>
                    <a:pt x="69757" y="42374"/>
                    <a:pt x="70165" y="42054"/>
                  </a:cubicBezTo>
                  <a:cubicBezTo>
                    <a:pt x="70823" y="41481"/>
                    <a:pt x="71368" y="40707"/>
                    <a:pt x="71883" y="39963"/>
                  </a:cubicBezTo>
                  <a:cubicBezTo>
                    <a:pt x="72112" y="39592"/>
                    <a:pt x="72369" y="39248"/>
                    <a:pt x="72598" y="38962"/>
                  </a:cubicBezTo>
                  <a:cubicBezTo>
                    <a:pt x="72627" y="38932"/>
                    <a:pt x="72627" y="38905"/>
                    <a:pt x="72655" y="38875"/>
                  </a:cubicBezTo>
                  <a:lnTo>
                    <a:pt x="72685" y="38790"/>
                  </a:lnTo>
                  <a:cubicBezTo>
                    <a:pt x="72917" y="38538"/>
                    <a:pt x="73109" y="38470"/>
                    <a:pt x="73360" y="38470"/>
                  </a:cubicBezTo>
                  <a:cubicBezTo>
                    <a:pt x="73481" y="38470"/>
                    <a:pt x="73614" y="38485"/>
                    <a:pt x="73772" y="38504"/>
                  </a:cubicBezTo>
                  <a:cubicBezTo>
                    <a:pt x="73944" y="38535"/>
                    <a:pt x="74134" y="38558"/>
                    <a:pt x="74340" y="38558"/>
                  </a:cubicBezTo>
                  <a:cubicBezTo>
                    <a:pt x="74511" y="38558"/>
                    <a:pt x="74694" y="38542"/>
                    <a:pt x="74888" y="38504"/>
                  </a:cubicBezTo>
                  <a:cubicBezTo>
                    <a:pt x="75861" y="38188"/>
                    <a:pt x="75976" y="37473"/>
                    <a:pt x="76090" y="36844"/>
                  </a:cubicBezTo>
                  <a:cubicBezTo>
                    <a:pt x="76147" y="36528"/>
                    <a:pt x="76205" y="36214"/>
                    <a:pt x="76349" y="35928"/>
                  </a:cubicBezTo>
                  <a:cubicBezTo>
                    <a:pt x="76750" y="35096"/>
                    <a:pt x="77265" y="34982"/>
                    <a:pt x="78037" y="34783"/>
                  </a:cubicBezTo>
                  <a:cubicBezTo>
                    <a:pt x="78238" y="34725"/>
                    <a:pt x="78495" y="34668"/>
                    <a:pt x="78753" y="34581"/>
                  </a:cubicBezTo>
                  <a:cubicBezTo>
                    <a:pt x="79212" y="34409"/>
                    <a:pt x="79612" y="34180"/>
                    <a:pt x="79983" y="33951"/>
                  </a:cubicBezTo>
                  <a:cubicBezTo>
                    <a:pt x="80471" y="33695"/>
                    <a:pt x="80929" y="33436"/>
                    <a:pt x="81472" y="33264"/>
                  </a:cubicBezTo>
                  <a:cubicBezTo>
                    <a:pt x="81472" y="33264"/>
                    <a:pt x="81502" y="33264"/>
                    <a:pt x="81529" y="33237"/>
                  </a:cubicBezTo>
                  <a:cubicBezTo>
                    <a:pt x="81737" y="33133"/>
                    <a:pt x="82277" y="33004"/>
                    <a:pt x="82589" y="33004"/>
                  </a:cubicBezTo>
                  <a:cubicBezTo>
                    <a:pt x="82620" y="33004"/>
                    <a:pt x="82648" y="33005"/>
                    <a:pt x="82674" y="33008"/>
                  </a:cubicBezTo>
                  <a:cubicBezTo>
                    <a:pt x="82647" y="33035"/>
                    <a:pt x="82617" y="33122"/>
                    <a:pt x="82532" y="33207"/>
                  </a:cubicBezTo>
                  <a:cubicBezTo>
                    <a:pt x="82475" y="33237"/>
                    <a:pt x="82189" y="33351"/>
                    <a:pt x="81987" y="33408"/>
                  </a:cubicBezTo>
                  <a:cubicBezTo>
                    <a:pt x="81357" y="33637"/>
                    <a:pt x="80728" y="33866"/>
                    <a:pt x="80700" y="34382"/>
                  </a:cubicBezTo>
                  <a:cubicBezTo>
                    <a:pt x="80670" y="34810"/>
                    <a:pt x="81128" y="35096"/>
                    <a:pt x="81502" y="35298"/>
                  </a:cubicBezTo>
                  <a:cubicBezTo>
                    <a:pt x="81677" y="35371"/>
                    <a:pt x="81848" y="35402"/>
                    <a:pt x="82014" y="35402"/>
                  </a:cubicBezTo>
                  <a:cubicBezTo>
                    <a:pt x="82628" y="35402"/>
                    <a:pt x="83169" y="34965"/>
                    <a:pt x="83620" y="34581"/>
                  </a:cubicBezTo>
                  <a:cubicBezTo>
                    <a:pt x="83934" y="34325"/>
                    <a:pt x="84277" y="34066"/>
                    <a:pt x="84564" y="33981"/>
                  </a:cubicBezTo>
                  <a:cubicBezTo>
                    <a:pt x="84678" y="33951"/>
                    <a:pt x="84850" y="33924"/>
                    <a:pt x="85022" y="33894"/>
                  </a:cubicBezTo>
                  <a:cubicBezTo>
                    <a:pt x="85624" y="33779"/>
                    <a:pt x="86396" y="33608"/>
                    <a:pt x="86682" y="33065"/>
                  </a:cubicBezTo>
                  <a:cubicBezTo>
                    <a:pt x="86854" y="32779"/>
                    <a:pt x="86854" y="32435"/>
                    <a:pt x="86712" y="32062"/>
                  </a:cubicBezTo>
                  <a:cubicBezTo>
                    <a:pt x="86453" y="31432"/>
                    <a:pt x="85766" y="31375"/>
                    <a:pt x="85251" y="31347"/>
                  </a:cubicBezTo>
                  <a:cubicBezTo>
                    <a:pt x="84735" y="31290"/>
                    <a:pt x="84422" y="31260"/>
                    <a:pt x="84277" y="31004"/>
                  </a:cubicBezTo>
                  <a:cubicBezTo>
                    <a:pt x="84048" y="30573"/>
                    <a:pt x="84193" y="30344"/>
                    <a:pt x="84907" y="29859"/>
                  </a:cubicBezTo>
                  <a:cubicBezTo>
                    <a:pt x="85251" y="29600"/>
                    <a:pt x="85594" y="29371"/>
                    <a:pt x="85738" y="29000"/>
                  </a:cubicBezTo>
                  <a:cubicBezTo>
                    <a:pt x="85967" y="28455"/>
                    <a:pt x="85853" y="28111"/>
                    <a:pt x="85681" y="27940"/>
                  </a:cubicBezTo>
                  <a:cubicBezTo>
                    <a:pt x="85486" y="27725"/>
                    <a:pt x="85171" y="27633"/>
                    <a:pt x="84754" y="27633"/>
                  </a:cubicBezTo>
                  <a:cubicBezTo>
                    <a:pt x="83948" y="27633"/>
                    <a:pt x="82763" y="27975"/>
                    <a:pt x="81330" y="28427"/>
                  </a:cubicBezTo>
                  <a:cubicBezTo>
                    <a:pt x="80815" y="28569"/>
                    <a:pt x="80212" y="28771"/>
                    <a:pt x="79956" y="28798"/>
                  </a:cubicBezTo>
                  <a:lnTo>
                    <a:pt x="79956" y="28741"/>
                  </a:lnTo>
                  <a:cubicBezTo>
                    <a:pt x="80041" y="28226"/>
                    <a:pt x="81215" y="27424"/>
                    <a:pt x="81673" y="27253"/>
                  </a:cubicBezTo>
                  <a:cubicBezTo>
                    <a:pt x="81957" y="27177"/>
                    <a:pt x="82254" y="27151"/>
                    <a:pt x="82563" y="27151"/>
                  </a:cubicBezTo>
                  <a:cubicBezTo>
                    <a:pt x="82721" y="27151"/>
                    <a:pt x="82883" y="27158"/>
                    <a:pt x="83047" y="27168"/>
                  </a:cubicBezTo>
                  <a:cubicBezTo>
                    <a:pt x="83205" y="27176"/>
                    <a:pt x="83365" y="27182"/>
                    <a:pt x="83528" y="27182"/>
                  </a:cubicBezTo>
                  <a:cubicBezTo>
                    <a:pt x="83897" y="27182"/>
                    <a:pt x="84280" y="27152"/>
                    <a:pt x="84678" y="27053"/>
                  </a:cubicBezTo>
                  <a:lnTo>
                    <a:pt x="84822" y="26996"/>
                  </a:lnTo>
                  <a:cubicBezTo>
                    <a:pt x="85719" y="26771"/>
                    <a:pt x="86333" y="26612"/>
                    <a:pt x="87213" y="26612"/>
                  </a:cubicBezTo>
                  <a:cubicBezTo>
                    <a:pt x="87344" y="26612"/>
                    <a:pt x="87482" y="26615"/>
                    <a:pt x="87628" y="26623"/>
                  </a:cubicBezTo>
                  <a:cubicBezTo>
                    <a:pt x="87857" y="26653"/>
                    <a:pt x="88056" y="26680"/>
                    <a:pt x="88258" y="26710"/>
                  </a:cubicBezTo>
                  <a:cubicBezTo>
                    <a:pt x="88648" y="26781"/>
                    <a:pt x="88980" y="26838"/>
                    <a:pt x="89309" y="26838"/>
                  </a:cubicBezTo>
                  <a:cubicBezTo>
                    <a:pt x="89897" y="26838"/>
                    <a:pt x="90478" y="26657"/>
                    <a:pt x="91377" y="26050"/>
                  </a:cubicBezTo>
                  <a:cubicBezTo>
                    <a:pt x="91720" y="25821"/>
                    <a:pt x="92236" y="25679"/>
                    <a:pt x="92781" y="25508"/>
                  </a:cubicBezTo>
                  <a:cubicBezTo>
                    <a:pt x="94125" y="25107"/>
                    <a:pt x="95758" y="24619"/>
                    <a:pt x="95701" y="22645"/>
                  </a:cubicBezTo>
                  <a:cubicBezTo>
                    <a:pt x="95701" y="21814"/>
                    <a:pt x="95098" y="20870"/>
                    <a:pt x="93839" y="19810"/>
                  </a:cubicBezTo>
                  <a:lnTo>
                    <a:pt x="93410" y="19466"/>
                  </a:lnTo>
                  <a:cubicBezTo>
                    <a:pt x="92723" y="18951"/>
                    <a:pt x="92609" y="18894"/>
                    <a:pt x="92609" y="17721"/>
                  </a:cubicBezTo>
                  <a:cubicBezTo>
                    <a:pt x="92609" y="17492"/>
                    <a:pt x="92636" y="17263"/>
                    <a:pt x="92636" y="17034"/>
                  </a:cubicBezTo>
                  <a:cubicBezTo>
                    <a:pt x="92694" y="16118"/>
                    <a:pt x="92751" y="15115"/>
                    <a:pt x="92064" y="14458"/>
                  </a:cubicBezTo>
                  <a:cubicBezTo>
                    <a:pt x="91668" y="14132"/>
                    <a:pt x="91282" y="14014"/>
                    <a:pt x="90913" y="14014"/>
                  </a:cubicBezTo>
                  <a:cubicBezTo>
                    <a:pt x="90374" y="14014"/>
                    <a:pt x="89872" y="14265"/>
                    <a:pt x="89430" y="14485"/>
                  </a:cubicBezTo>
                  <a:cubicBezTo>
                    <a:pt x="89059" y="14657"/>
                    <a:pt x="88716" y="14858"/>
                    <a:pt x="88372" y="14886"/>
                  </a:cubicBezTo>
                  <a:lnTo>
                    <a:pt x="88315" y="14886"/>
                  </a:lnTo>
                  <a:cubicBezTo>
                    <a:pt x="88224" y="14912"/>
                    <a:pt x="88064" y="14926"/>
                    <a:pt x="87896" y="14926"/>
                  </a:cubicBezTo>
                  <a:cubicBezTo>
                    <a:pt x="87693" y="14926"/>
                    <a:pt x="87480" y="14905"/>
                    <a:pt x="87369" y="14858"/>
                  </a:cubicBezTo>
                  <a:cubicBezTo>
                    <a:pt x="87284" y="14801"/>
                    <a:pt x="87254" y="14744"/>
                    <a:pt x="87197" y="14714"/>
                  </a:cubicBezTo>
                  <a:lnTo>
                    <a:pt x="87227" y="14687"/>
                  </a:lnTo>
                  <a:cubicBezTo>
                    <a:pt x="87399" y="14542"/>
                    <a:pt x="87655" y="14286"/>
                    <a:pt x="87685" y="13798"/>
                  </a:cubicBezTo>
                  <a:cubicBezTo>
                    <a:pt x="87685" y="13111"/>
                    <a:pt x="86682" y="11309"/>
                    <a:pt x="86196" y="10993"/>
                  </a:cubicBezTo>
                  <a:cubicBezTo>
                    <a:pt x="85879" y="10732"/>
                    <a:pt x="84143" y="10471"/>
                    <a:pt x="82741" y="10471"/>
                  </a:cubicBezTo>
                  <a:cubicBezTo>
                    <a:pt x="81989" y="10471"/>
                    <a:pt x="81333" y="10546"/>
                    <a:pt x="81044" y="10736"/>
                  </a:cubicBezTo>
                  <a:cubicBezTo>
                    <a:pt x="80212" y="11222"/>
                    <a:pt x="80185" y="12080"/>
                    <a:pt x="80155" y="12740"/>
                  </a:cubicBezTo>
                  <a:cubicBezTo>
                    <a:pt x="80128" y="13255"/>
                    <a:pt x="80098" y="13684"/>
                    <a:pt x="79784" y="13970"/>
                  </a:cubicBezTo>
                  <a:cubicBezTo>
                    <a:pt x="79670" y="14114"/>
                    <a:pt x="79383" y="14142"/>
                    <a:pt x="79097" y="14171"/>
                  </a:cubicBezTo>
                  <a:cubicBezTo>
                    <a:pt x="78666" y="14229"/>
                    <a:pt x="78181" y="14286"/>
                    <a:pt x="77922" y="14714"/>
                  </a:cubicBezTo>
                  <a:cubicBezTo>
                    <a:pt x="77723" y="15058"/>
                    <a:pt x="77723" y="15516"/>
                    <a:pt x="77922" y="16145"/>
                  </a:cubicBezTo>
                  <a:cubicBezTo>
                    <a:pt x="78009" y="16461"/>
                    <a:pt x="78181" y="16718"/>
                    <a:pt x="78323" y="17004"/>
                  </a:cubicBezTo>
                  <a:cubicBezTo>
                    <a:pt x="78666" y="17577"/>
                    <a:pt x="78868" y="17920"/>
                    <a:pt x="78353" y="18493"/>
                  </a:cubicBezTo>
                  <a:cubicBezTo>
                    <a:pt x="77750" y="19152"/>
                    <a:pt x="77036" y="19267"/>
                    <a:pt x="76262" y="19381"/>
                  </a:cubicBezTo>
                  <a:cubicBezTo>
                    <a:pt x="75231" y="19553"/>
                    <a:pt x="74029" y="19725"/>
                    <a:pt x="73658" y="21699"/>
                  </a:cubicBezTo>
                  <a:cubicBezTo>
                    <a:pt x="73658" y="21843"/>
                    <a:pt x="73628" y="21985"/>
                    <a:pt x="73628" y="22130"/>
                  </a:cubicBezTo>
                  <a:cubicBezTo>
                    <a:pt x="73514" y="22874"/>
                    <a:pt x="73372" y="23932"/>
                    <a:pt x="72799" y="24275"/>
                  </a:cubicBezTo>
                  <a:cubicBezTo>
                    <a:pt x="72702" y="24357"/>
                    <a:pt x="72551" y="24392"/>
                    <a:pt x="72376" y="24392"/>
                  </a:cubicBezTo>
                  <a:cubicBezTo>
                    <a:pt x="72241" y="24392"/>
                    <a:pt x="72090" y="24371"/>
                    <a:pt x="71940" y="24333"/>
                  </a:cubicBezTo>
                  <a:cubicBezTo>
                    <a:pt x="71510" y="24191"/>
                    <a:pt x="71139" y="23932"/>
                    <a:pt x="70994" y="23646"/>
                  </a:cubicBezTo>
                  <a:cubicBezTo>
                    <a:pt x="70651" y="22844"/>
                    <a:pt x="70994" y="22615"/>
                    <a:pt x="71540" y="22214"/>
                  </a:cubicBezTo>
                  <a:cubicBezTo>
                    <a:pt x="71940" y="21928"/>
                    <a:pt x="72369" y="21614"/>
                    <a:pt x="72456" y="21042"/>
                  </a:cubicBezTo>
                  <a:cubicBezTo>
                    <a:pt x="72540" y="20611"/>
                    <a:pt x="72483" y="20268"/>
                    <a:pt x="72254" y="20039"/>
                  </a:cubicBezTo>
                  <a:cubicBezTo>
                    <a:pt x="71970" y="19714"/>
                    <a:pt x="71527" y="19648"/>
                    <a:pt x="71058" y="19648"/>
                  </a:cubicBezTo>
                  <a:cubicBezTo>
                    <a:pt x="70867" y="19648"/>
                    <a:pt x="70671" y="19659"/>
                    <a:pt x="70479" y="19668"/>
                  </a:cubicBezTo>
                  <a:cubicBezTo>
                    <a:pt x="70351" y="19681"/>
                    <a:pt x="70215" y="19688"/>
                    <a:pt x="70094" y="19688"/>
                  </a:cubicBezTo>
                  <a:cubicBezTo>
                    <a:pt x="69972" y="19688"/>
                    <a:pt x="69864" y="19681"/>
                    <a:pt x="69792" y="19668"/>
                  </a:cubicBezTo>
                  <a:cubicBezTo>
                    <a:pt x="69048" y="19466"/>
                    <a:pt x="67846" y="18637"/>
                    <a:pt x="67273" y="18092"/>
                  </a:cubicBezTo>
                  <a:cubicBezTo>
                    <a:pt x="67159" y="17978"/>
                    <a:pt x="67074" y="17836"/>
                    <a:pt x="66987" y="17664"/>
                  </a:cubicBezTo>
                  <a:cubicBezTo>
                    <a:pt x="66815" y="17348"/>
                    <a:pt x="66586" y="16920"/>
                    <a:pt x="65871" y="16833"/>
                  </a:cubicBezTo>
                  <a:cubicBezTo>
                    <a:pt x="65555" y="16833"/>
                    <a:pt x="65299" y="17004"/>
                    <a:pt x="65040" y="17149"/>
                  </a:cubicBezTo>
                  <a:cubicBezTo>
                    <a:pt x="64784" y="17291"/>
                    <a:pt x="64582" y="17405"/>
                    <a:pt x="64410" y="17405"/>
                  </a:cubicBezTo>
                  <a:cubicBezTo>
                    <a:pt x="64440" y="17206"/>
                    <a:pt x="64497" y="17004"/>
                    <a:pt x="64555" y="16833"/>
                  </a:cubicBezTo>
                  <a:cubicBezTo>
                    <a:pt x="64697" y="16432"/>
                    <a:pt x="64811" y="16031"/>
                    <a:pt x="64612" y="15660"/>
                  </a:cubicBezTo>
                  <a:cubicBezTo>
                    <a:pt x="64468" y="15431"/>
                    <a:pt x="64268" y="15287"/>
                    <a:pt x="63982" y="15172"/>
                  </a:cubicBezTo>
                  <a:cubicBezTo>
                    <a:pt x="63982" y="15115"/>
                    <a:pt x="64010" y="15058"/>
                    <a:pt x="64067" y="15000"/>
                  </a:cubicBezTo>
                  <a:cubicBezTo>
                    <a:pt x="64124" y="14886"/>
                    <a:pt x="64124" y="14714"/>
                    <a:pt x="64039" y="14600"/>
                  </a:cubicBezTo>
                  <a:lnTo>
                    <a:pt x="64124" y="14171"/>
                  </a:lnTo>
                  <a:cubicBezTo>
                    <a:pt x="64181" y="13771"/>
                    <a:pt x="64211" y="13569"/>
                    <a:pt x="64468" y="13340"/>
                  </a:cubicBezTo>
                  <a:cubicBezTo>
                    <a:pt x="64582" y="13226"/>
                    <a:pt x="64726" y="13226"/>
                    <a:pt x="64983" y="13226"/>
                  </a:cubicBezTo>
                  <a:cubicBezTo>
                    <a:pt x="65042" y="13226"/>
                    <a:pt x="65108" y="13228"/>
                    <a:pt x="65179" y="13228"/>
                  </a:cubicBezTo>
                  <a:cubicBezTo>
                    <a:pt x="65352" y="13228"/>
                    <a:pt x="65554" y="13213"/>
                    <a:pt x="65757" y="13111"/>
                  </a:cubicBezTo>
                  <a:cubicBezTo>
                    <a:pt x="66215" y="12882"/>
                    <a:pt x="66529" y="12596"/>
                    <a:pt x="66845" y="12339"/>
                  </a:cubicBezTo>
                  <a:cubicBezTo>
                    <a:pt x="67303" y="11938"/>
                    <a:pt x="67704" y="11595"/>
                    <a:pt x="68418" y="11480"/>
                  </a:cubicBezTo>
                  <a:cubicBezTo>
                    <a:pt x="69650" y="11251"/>
                    <a:pt x="70422" y="10764"/>
                    <a:pt x="71482" y="10106"/>
                  </a:cubicBezTo>
                  <a:lnTo>
                    <a:pt x="71682" y="9962"/>
                  </a:lnTo>
                  <a:cubicBezTo>
                    <a:pt x="72227" y="9648"/>
                    <a:pt x="72769" y="9447"/>
                    <a:pt x="73342" y="9248"/>
                  </a:cubicBezTo>
                  <a:cubicBezTo>
                    <a:pt x="73800" y="9046"/>
                    <a:pt x="74315" y="8874"/>
                    <a:pt x="74830" y="8588"/>
                  </a:cubicBezTo>
                  <a:cubicBezTo>
                    <a:pt x="75231" y="8359"/>
                    <a:pt x="75605" y="7988"/>
                    <a:pt x="75948" y="7615"/>
                  </a:cubicBezTo>
                  <a:cubicBezTo>
                    <a:pt x="76319" y="7214"/>
                    <a:pt x="76720" y="6813"/>
                    <a:pt x="77093" y="6671"/>
                  </a:cubicBezTo>
                  <a:cubicBezTo>
                    <a:pt x="77227" y="6623"/>
                    <a:pt x="77371" y="6604"/>
                    <a:pt x="77522" y="6604"/>
                  </a:cubicBezTo>
                  <a:cubicBezTo>
                    <a:pt x="77822" y="6604"/>
                    <a:pt x="78152" y="6680"/>
                    <a:pt x="78495" y="6756"/>
                  </a:cubicBezTo>
                  <a:cubicBezTo>
                    <a:pt x="78857" y="6828"/>
                    <a:pt x="79219" y="6901"/>
                    <a:pt x="79589" y="6901"/>
                  </a:cubicBezTo>
                  <a:cubicBezTo>
                    <a:pt x="79803" y="6901"/>
                    <a:pt x="80021" y="6876"/>
                    <a:pt x="80242" y="6813"/>
                  </a:cubicBezTo>
                  <a:cubicBezTo>
                    <a:pt x="81071" y="6584"/>
                    <a:pt x="82990" y="5011"/>
                    <a:pt x="83448" y="4267"/>
                  </a:cubicBezTo>
                  <a:cubicBezTo>
                    <a:pt x="83677" y="3893"/>
                    <a:pt x="83934" y="3378"/>
                    <a:pt x="83648" y="2977"/>
                  </a:cubicBezTo>
                  <a:cubicBezTo>
                    <a:pt x="83472" y="2714"/>
                    <a:pt x="83162" y="2630"/>
                    <a:pt x="82799" y="2630"/>
                  </a:cubicBezTo>
                  <a:cubicBezTo>
                    <a:pt x="82450" y="2630"/>
                    <a:pt x="82051" y="2707"/>
                    <a:pt x="81673" y="2778"/>
                  </a:cubicBezTo>
                  <a:cubicBezTo>
                    <a:pt x="81559" y="2805"/>
                    <a:pt x="81415" y="2835"/>
                    <a:pt x="81300" y="2863"/>
                  </a:cubicBezTo>
                  <a:cubicBezTo>
                    <a:pt x="80270" y="3064"/>
                    <a:pt x="79899" y="3321"/>
                    <a:pt x="79296" y="3751"/>
                  </a:cubicBezTo>
                  <a:cubicBezTo>
                    <a:pt x="79154" y="3836"/>
                    <a:pt x="79010" y="3951"/>
                    <a:pt x="78811" y="4095"/>
                  </a:cubicBezTo>
                  <a:cubicBezTo>
                    <a:pt x="78437" y="4381"/>
                    <a:pt x="78238" y="4438"/>
                    <a:pt x="78181" y="4466"/>
                  </a:cubicBezTo>
                  <a:cubicBezTo>
                    <a:pt x="78151" y="4381"/>
                    <a:pt x="78094" y="4267"/>
                    <a:pt x="78094" y="4152"/>
                  </a:cubicBezTo>
                  <a:cubicBezTo>
                    <a:pt x="78009" y="3866"/>
                    <a:pt x="77922" y="3492"/>
                    <a:pt x="77693" y="3149"/>
                  </a:cubicBezTo>
                  <a:cubicBezTo>
                    <a:pt x="77437" y="2805"/>
                    <a:pt x="77150" y="2691"/>
                    <a:pt x="76949" y="2606"/>
                  </a:cubicBezTo>
                  <a:cubicBezTo>
                    <a:pt x="76720" y="2519"/>
                    <a:pt x="76635" y="2492"/>
                    <a:pt x="76578" y="2290"/>
                  </a:cubicBezTo>
                  <a:cubicBezTo>
                    <a:pt x="76578" y="2205"/>
                    <a:pt x="76635" y="2034"/>
                    <a:pt x="76692" y="1889"/>
                  </a:cubicBezTo>
                  <a:cubicBezTo>
                    <a:pt x="76807" y="1633"/>
                    <a:pt x="76949" y="1289"/>
                    <a:pt x="76864" y="946"/>
                  </a:cubicBezTo>
                  <a:cubicBezTo>
                    <a:pt x="76720" y="431"/>
                    <a:pt x="76463" y="115"/>
                    <a:pt x="76090" y="30"/>
                  </a:cubicBezTo>
                  <a:cubicBezTo>
                    <a:pt x="76018" y="10"/>
                    <a:pt x="75944" y="1"/>
                    <a:pt x="7587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5"/>
            <p:cNvSpPr/>
            <p:nvPr/>
          </p:nvSpPr>
          <p:spPr>
            <a:xfrm>
              <a:off x="7547504" y="763704"/>
              <a:ext cx="886490" cy="505546"/>
            </a:xfrm>
            <a:custGeom>
              <a:avLst/>
              <a:gdLst/>
              <a:ahLst/>
              <a:cxnLst/>
              <a:rect l="l" t="t" r="r" b="b"/>
              <a:pathLst>
                <a:path w="43826" h="24993" extrusionOk="0">
                  <a:moveTo>
                    <a:pt x="33716" y="0"/>
                  </a:moveTo>
                  <a:cubicBezTo>
                    <a:pt x="31663" y="0"/>
                    <a:pt x="29597" y="184"/>
                    <a:pt x="27625" y="184"/>
                  </a:cubicBezTo>
                  <a:cubicBezTo>
                    <a:pt x="25994" y="184"/>
                    <a:pt x="24677" y="326"/>
                    <a:pt x="23159" y="757"/>
                  </a:cubicBezTo>
                  <a:lnTo>
                    <a:pt x="23044" y="814"/>
                  </a:lnTo>
                  <a:cubicBezTo>
                    <a:pt x="21670" y="956"/>
                    <a:pt x="20440" y="1272"/>
                    <a:pt x="19066" y="1272"/>
                  </a:cubicBezTo>
                  <a:cubicBezTo>
                    <a:pt x="18329" y="1236"/>
                    <a:pt x="17662" y="1190"/>
                    <a:pt x="17020" y="1190"/>
                  </a:cubicBezTo>
                  <a:cubicBezTo>
                    <a:pt x="16116" y="1190"/>
                    <a:pt x="15263" y="1281"/>
                    <a:pt x="14342" y="1616"/>
                  </a:cubicBezTo>
                  <a:cubicBezTo>
                    <a:pt x="13169" y="1987"/>
                    <a:pt x="12081" y="1757"/>
                    <a:pt x="10907" y="1987"/>
                  </a:cubicBezTo>
                  <a:cubicBezTo>
                    <a:pt x="9533" y="2216"/>
                    <a:pt x="8788" y="3132"/>
                    <a:pt x="7673" y="3734"/>
                  </a:cubicBezTo>
                  <a:cubicBezTo>
                    <a:pt x="6384" y="4364"/>
                    <a:pt x="1" y="3505"/>
                    <a:pt x="486" y="5909"/>
                  </a:cubicBezTo>
                  <a:cubicBezTo>
                    <a:pt x="699" y="7009"/>
                    <a:pt x="1561" y="7309"/>
                    <a:pt x="2653" y="7309"/>
                  </a:cubicBezTo>
                  <a:cubicBezTo>
                    <a:pt x="3967" y="7309"/>
                    <a:pt x="5615" y="6875"/>
                    <a:pt x="6867" y="6875"/>
                  </a:cubicBezTo>
                  <a:cubicBezTo>
                    <a:pt x="7664" y="6875"/>
                    <a:pt x="8301" y="7051"/>
                    <a:pt x="8589" y="7627"/>
                  </a:cubicBezTo>
                  <a:cubicBezTo>
                    <a:pt x="8933" y="8429"/>
                    <a:pt x="8245" y="10089"/>
                    <a:pt x="8360" y="11033"/>
                  </a:cubicBezTo>
                  <a:cubicBezTo>
                    <a:pt x="8502" y="11834"/>
                    <a:pt x="8016" y="11548"/>
                    <a:pt x="8704" y="11978"/>
                  </a:cubicBezTo>
                  <a:cubicBezTo>
                    <a:pt x="8849" y="12064"/>
                    <a:pt x="9018" y="12080"/>
                    <a:pt x="9192" y="12080"/>
                  </a:cubicBezTo>
                  <a:cubicBezTo>
                    <a:pt x="9298" y="12080"/>
                    <a:pt x="9407" y="12074"/>
                    <a:pt x="9513" y="12074"/>
                  </a:cubicBezTo>
                  <a:cubicBezTo>
                    <a:pt x="9814" y="12074"/>
                    <a:pt x="10099" y="12123"/>
                    <a:pt x="10277" y="12494"/>
                  </a:cubicBezTo>
                  <a:cubicBezTo>
                    <a:pt x="10563" y="13295"/>
                    <a:pt x="9933" y="12865"/>
                    <a:pt x="9677" y="13151"/>
                  </a:cubicBezTo>
                  <a:cubicBezTo>
                    <a:pt x="9189" y="13581"/>
                    <a:pt x="9333" y="13295"/>
                    <a:pt x="8990" y="14010"/>
                  </a:cubicBezTo>
                  <a:cubicBezTo>
                    <a:pt x="8704" y="14582"/>
                    <a:pt x="9047" y="14669"/>
                    <a:pt x="8502" y="15185"/>
                  </a:cubicBezTo>
                  <a:cubicBezTo>
                    <a:pt x="8158" y="15528"/>
                    <a:pt x="7471" y="15613"/>
                    <a:pt x="7128" y="16128"/>
                  </a:cubicBezTo>
                  <a:cubicBezTo>
                    <a:pt x="5697" y="17846"/>
                    <a:pt x="6727" y="21338"/>
                    <a:pt x="7616" y="23085"/>
                  </a:cubicBezTo>
                  <a:cubicBezTo>
                    <a:pt x="8245" y="24231"/>
                    <a:pt x="8933" y="23800"/>
                    <a:pt x="10078" y="24315"/>
                  </a:cubicBezTo>
                  <a:cubicBezTo>
                    <a:pt x="10542" y="24488"/>
                    <a:pt x="10673" y="24993"/>
                    <a:pt x="11254" y="24993"/>
                  </a:cubicBezTo>
                  <a:cubicBezTo>
                    <a:pt x="11353" y="24993"/>
                    <a:pt x="11465" y="24978"/>
                    <a:pt x="11594" y="24945"/>
                  </a:cubicBezTo>
                  <a:cubicBezTo>
                    <a:pt x="12196" y="24803"/>
                    <a:pt x="12539" y="24144"/>
                    <a:pt x="12883" y="23571"/>
                  </a:cubicBezTo>
                  <a:cubicBezTo>
                    <a:pt x="13112" y="23085"/>
                    <a:pt x="13169" y="22627"/>
                    <a:pt x="13655" y="22284"/>
                  </a:cubicBezTo>
                  <a:cubicBezTo>
                    <a:pt x="14113" y="21911"/>
                    <a:pt x="14601" y="22055"/>
                    <a:pt x="15086" y="21540"/>
                  </a:cubicBezTo>
                  <a:cubicBezTo>
                    <a:pt x="15830" y="20681"/>
                    <a:pt x="15773" y="19449"/>
                    <a:pt x="16948" y="18791"/>
                  </a:cubicBezTo>
                  <a:cubicBezTo>
                    <a:pt x="17333" y="18558"/>
                    <a:pt x="17693" y="18483"/>
                    <a:pt x="18049" y="18483"/>
                  </a:cubicBezTo>
                  <a:cubicBezTo>
                    <a:pt x="18699" y="18483"/>
                    <a:pt x="19338" y="18734"/>
                    <a:pt x="20097" y="18734"/>
                  </a:cubicBezTo>
                  <a:cubicBezTo>
                    <a:pt x="21128" y="18647"/>
                    <a:pt x="21872" y="17704"/>
                    <a:pt x="22758" y="17273"/>
                  </a:cubicBezTo>
                  <a:cubicBezTo>
                    <a:pt x="23589" y="16845"/>
                    <a:pt x="24132" y="16043"/>
                    <a:pt x="24964" y="15613"/>
                  </a:cubicBezTo>
                  <a:cubicBezTo>
                    <a:pt x="25195" y="15489"/>
                    <a:pt x="25442" y="15449"/>
                    <a:pt x="25698" y="15449"/>
                  </a:cubicBezTo>
                  <a:cubicBezTo>
                    <a:pt x="26168" y="15449"/>
                    <a:pt x="26670" y="15584"/>
                    <a:pt x="27174" y="15584"/>
                  </a:cubicBezTo>
                  <a:cubicBezTo>
                    <a:pt x="27344" y="15584"/>
                    <a:pt x="27513" y="15569"/>
                    <a:pt x="27682" y="15528"/>
                  </a:cubicBezTo>
                  <a:cubicBezTo>
                    <a:pt x="28598" y="15384"/>
                    <a:pt x="29601" y="14868"/>
                    <a:pt x="30574" y="14582"/>
                  </a:cubicBezTo>
                  <a:cubicBezTo>
                    <a:pt x="31261" y="14383"/>
                    <a:pt x="31948" y="14239"/>
                    <a:pt x="32205" y="13437"/>
                  </a:cubicBezTo>
                  <a:cubicBezTo>
                    <a:pt x="31948" y="13295"/>
                    <a:pt x="30831" y="13066"/>
                    <a:pt x="30774" y="12865"/>
                  </a:cubicBezTo>
                  <a:cubicBezTo>
                    <a:pt x="30517" y="12265"/>
                    <a:pt x="31117" y="11978"/>
                    <a:pt x="31518" y="11978"/>
                  </a:cubicBezTo>
                  <a:cubicBezTo>
                    <a:pt x="32042" y="11978"/>
                    <a:pt x="32649" y="12993"/>
                    <a:pt x="33149" y="12993"/>
                  </a:cubicBezTo>
                  <a:cubicBezTo>
                    <a:pt x="33305" y="12993"/>
                    <a:pt x="33450" y="12894"/>
                    <a:pt x="33579" y="12636"/>
                  </a:cubicBezTo>
                  <a:cubicBezTo>
                    <a:pt x="34209" y="11491"/>
                    <a:pt x="31948" y="10891"/>
                    <a:pt x="32693" y="10089"/>
                  </a:cubicBezTo>
                  <a:cubicBezTo>
                    <a:pt x="33178" y="9658"/>
                    <a:pt x="34697" y="10032"/>
                    <a:pt x="35354" y="9601"/>
                  </a:cubicBezTo>
                  <a:cubicBezTo>
                    <a:pt x="35842" y="9315"/>
                    <a:pt x="36270" y="8658"/>
                    <a:pt x="36613" y="8142"/>
                  </a:cubicBezTo>
                  <a:cubicBezTo>
                    <a:pt x="36957" y="7570"/>
                    <a:pt x="36872" y="6910"/>
                    <a:pt x="37159" y="6482"/>
                  </a:cubicBezTo>
                  <a:cubicBezTo>
                    <a:pt x="37358" y="6109"/>
                    <a:pt x="38045" y="6051"/>
                    <a:pt x="38189" y="5680"/>
                  </a:cubicBezTo>
                  <a:cubicBezTo>
                    <a:pt x="38446" y="5108"/>
                    <a:pt x="37903" y="4822"/>
                    <a:pt x="38102" y="4306"/>
                  </a:cubicBezTo>
                  <a:cubicBezTo>
                    <a:pt x="38732" y="2932"/>
                    <a:pt x="43656" y="3074"/>
                    <a:pt x="43800" y="1902"/>
                  </a:cubicBezTo>
                  <a:cubicBezTo>
                    <a:pt x="43826" y="1251"/>
                    <a:pt x="43036" y="1074"/>
                    <a:pt x="42101" y="1074"/>
                  </a:cubicBezTo>
                  <a:cubicBezTo>
                    <a:pt x="40980" y="1074"/>
                    <a:pt x="39652" y="1329"/>
                    <a:pt x="39277" y="1329"/>
                  </a:cubicBezTo>
                  <a:cubicBezTo>
                    <a:pt x="37701" y="1272"/>
                    <a:pt x="36815" y="184"/>
                    <a:pt x="35239" y="40"/>
                  </a:cubicBezTo>
                  <a:cubicBezTo>
                    <a:pt x="34733" y="12"/>
                    <a:pt x="34225" y="0"/>
                    <a:pt x="3371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5"/>
            <p:cNvSpPr/>
            <p:nvPr/>
          </p:nvSpPr>
          <p:spPr>
            <a:xfrm>
              <a:off x="7548678" y="756118"/>
              <a:ext cx="892296" cy="520878"/>
            </a:xfrm>
            <a:custGeom>
              <a:avLst/>
              <a:gdLst/>
              <a:ahLst/>
              <a:cxnLst/>
              <a:rect l="l" t="t" r="r" b="b"/>
              <a:pathLst>
                <a:path w="44113" h="25751" extrusionOk="0">
                  <a:moveTo>
                    <a:pt x="33755" y="723"/>
                  </a:moveTo>
                  <a:cubicBezTo>
                    <a:pt x="34215" y="723"/>
                    <a:pt x="34672" y="733"/>
                    <a:pt x="35124" y="758"/>
                  </a:cubicBezTo>
                  <a:cubicBezTo>
                    <a:pt x="35841" y="816"/>
                    <a:pt x="36384" y="1102"/>
                    <a:pt x="36986" y="1388"/>
                  </a:cubicBezTo>
                  <a:cubicBezTo>
                    <a:pt x="37643" y="1704"/>
                    <a:pt x="38303" y="2018"/>
                    <a:pt x="39219" y="2075"/>
                  </a:cubicBezTo>
                  <a:cubicBezTo>
                    <a:pt x="39361" y="2075"/>
                    <a:pt x="39647" y="2048"/>
                    <a:pt x="39991" y="1991"/>
                  </a:cubicBezTo>
                  <a:cubicBezTo>
                    <a:pt x="40479" y="1925"/>
                    <a:pt x="41329" y="1814"/>
                    <a:pt x="42056" y="1814"/>
                  </a:cubicBezTo>
                  <a:cubicBezTo>
                    <a:pt x="42607" y="1814"/>
                    <a:pt x="43086" y="1878"/>
                    <a:pt x="43284" y="2075"/>
                  </a:cubicBezTo>
                  <a:cubicBezTo>
                    <a:pt x="43369" y="2132"/>
                    <a:pt x="43369" y="2190"/>
                    <a:pt x="43369" y="2247"/>
                  </a:cubicBezTo>
                  <a:cubicBezTo>
                    <a:pt x="43341" y="2563"/>
                    <a:pt x="41880" y="2849"/>
                    <a:pt x="41108" y="3021"/>
                  </a:cubicBezTo>
                  <a:cubicBezTo>
                    <a:pt x="39620" y="3335"/>
                    <a:pt x="38101" y="3651"/>
                    <a:pt x="37701" y="4537"/>
                  </a:cubicBezTo>
                  <a:cubicBezTo>
                    <a:pt x="37559" y="4910"/>
                    <a:pt x="37673" y="5224"/>
                    <a:pt x="37758" y="5426"/>
                  </a:cubicBezTo>
                  <a:cubicBezTo>
                    <a:pt x="37845" y="5655"/>
                    <a:pt x="37872" y="5739"/>
                    <a:pt x="37788" y="5911"/>
                  </a:cubicBezTo>
                  <a:cubicBezTo>
                    <a:pt x="37758" y="5968"/>
                    <a:pt x="37559" y="6083"/>
                    <a:pt x="37444" y="6140"/>
                  </a:cubicBezTo>
                  <a:cubicBezTo>
                    <a:pt x="37215" y="6255"/>
                    <a:pt x="36929" y="6399"/>
                    <a:pt x="36784" y="6655"/>
                  </a:cubicBezTo>
                  <a:cubicBezTo>
                    <a:pt x="36613" y="6914"/>
                    <a:pt x="36555" y="7228"/>
                    <a:pt x="36498" y="7514"/>
                  </a:cubicBezTo>
                  <a:cubicBezTo>
                    <a:pt x="36441" y="7801"/>
                    <a:pt x="36384" y="8087"/>
                    <a:pt x="36242" y="8316"/>
                  </a:cubicBezTo>
                  <a:lnTo>
                    <a:pt x="36155" y="8430"/>
                  </a:lnTo>
                  <a:cubicBezTo>
                    <a:pt x="35868" y="8888"/>
                    <a:pt x="35497" y="9433"/>
                    <a:pt x="35124" y="9662"/>
                  </a:cubicBezTo>
                  <a:cubicBezTo>
                    <a:pt x="34868" y="9834"/>
                    <a:pt x="34352" y="9834"/>
                    <a:pt x="33894" y="9862"/>
                  </a:cubicBezTo>
                  <a:cubicBezTo>
                    <a:pt x="33292" y="9891"/>
                    <a:pt x="32719" y="9891"/>
                    <a:pt x="32376" y="10235"/>
                  </a:cubicBezTo>
                  <a:cubicBezTo>
                    <a:pt x="31776" y="10865"/>
                    <a:pt x="32376" y="11465"/>
                    <a:pt x="32749" y="11838"/>
                  </a:cubicBezTo>
                  <a:cubicBezTo>
                    <a:pt x="33207" y="12296"/>
                    <a:pt x="33379" y="12525"/>
                    <a:pt x="33207" y="12839"/>
                  </a:cubicBezTo>
                  <a:cubicBezTo>
                    <a:pt x="33150" y="12983"/>
                    <a:pt x="33093" y="13011"/>
                    <a:pt x="33093" y="13011"/>
                  </a:cubicBezTo>
                  <a:cubicBezTo>
                    <a:pt x="32978" y="13011"/>
                    <a:pt x="32692" y="12754"/>
                    <a:pt x="32548" y="12610"/>
                  </a:cubicBezTo>
                  <a:cubicBezTo>
                    <a:pt x="32204" y="12296"/>
                    <a:pt x="31890" y="12010"/>
                    <a:pt x="31460" y="12010"/>
                  </a:cubicBezTo>
                  <a:cubicBezTo>
                    <a:pt x="31116" y="12010"/>
                    <a:pt x="30631" y="12152"/>
                    <a:pt x="30429" y="12525"/>
                  </a:cubicBezTo>
                  <a:cubicBezTo>
                    <a:pt x="30258" y="12754"/>
                    <a:pt x="30258" y="13068"/>
                    <a:pt x="30372" y="13354"/>
                  </a:cubicBezTo>
                  <a:cubicBezTo>
                    <a:pt x="30487" y="13640"/>
                    <a:pt x="30860" y="13785"/>
                    <a:pt x="31517" y="13984"/>
                  </a:cubicBezTo>
                  <a:cubicBezTo>
                    <a:pt x="31574" y="13984"/>
                    <a:pt x="31604" y="14014"/>
                    <a:pt x="31632" y="14014"/>
                  </a:cubicBezTo>
                  <a:cubicBezTo>
                    <a:pt x="31432" y="14300"/>
                    <a:pt x="31089" y="14414"/>
                    <a:pt x="30574" y="14556"/>
                  </a:cubicBezTo>
                  <a:lnTo>
                    <a:pt x="30402" y="14614"/>
                  </a:lnTo>
                  <a:cubicBezTo>
                    <a:pt x="30029" y="14728"/>
                    <a:pt x="29628" y="14872"/>
                    <a:pt x="29257" y="15014"/>
                  </a:cubicBezTo>
                  <a:cubicBezTo>
                    <a:pt x="28654" y="15243"/>
                    <a:pt x="28082" y="15473"/>
                    <a:pt x="27567" y="15560"/>
                  </a:cubicBezTo>
                  <a:cubicBezTo>
                    <a:pt x="27431" y="15590"/>
                    <a:pt x="27296" y="15602"/>
                    <a:pt x="27158" y="15602"/>
                  </a:cubicBezTo>
                  <a:cubicBezTo>
                    <a:pt x="26919" y="15602"/>
                    <a:pt x="26676" y="15566"/>
                    <a:pt x="26422" y="15530"/>
                  </a:cubicBezTo>
                  <a:cubicBezTo>
                    <a:pt x="26157" y="15491"/>
                    <a:pt x="25892" y="15451"/>
                    <a:pt x="25629" y="15451"/>
                  </a:cubicBezTo>
                  <a:cubicBezTo>
                    <a:pt x="25325" y="15451"/>
                    <a:pt x="25025" y="15504"/>
                    <a:pt x="24734" y="15674"/>
                  </a:cubicBezTo>
                  <a:cubicBezTo>
                    <a:pt x="24276" y="15903"/>
                    <a:pt x="23902" y="16217"/>
                    <a:pt x="23559" y="16560"/>
                  </a:cubicBezTo>
                  <a:cubicBezTo>
                    <a:pt x="23215" y="16847"/>
                    <a:pt x="22902" y="17133"/>
                    <a:pt x="22528" y="17334"/>
                  </a:cubicBezTo>
                  <a:cubicBezTo>
                    <a:pt x="22185" y="17506"/>
                    <a:pt x="21871" y="17735"/>
                    <a:pt x="21555" y="17964"/>
                  </a:cubicBezTo>
                  <a:cubicBezTo>
                    <a:pt x="21040" y="18335"/>
                    <a:pt x="20554" y="18708"/>
                    <a:pt x="20039" y="18736"/>
                  </a:cubicBezTo>
                  <a:cubicBezTo>
                    <a:pt x="19666" y="18736"/>
                    <a:pt x="19322" y="18679"/>
                    <a:pt x="19008" y="18621"/>
                  </a:cubicBezTo>
                  <a:cubicBezTo>
                    <a:pt x="18684" y="18557"/>
                    <a:pt x="18354" y="18499"/>
                    <a:pt x="18011" y="18499"/>
                  </a:cubicBezTo>
                  <a:cubicBezTo>
                    <a:pt x="17595" y="18499"/>
                    <a:pt x="17159" y="18585"/>
                    <a:pt x="16688" y="18850"/>
                  </a:cubicBezTo>
                  <a:cubicBezTo>
                    <a:pt x="15887" y="19308"/>
                    <a:pt x="15601" y="20025"/>
                    <a:pt x="15344" y="20625"/>
                  </a:cubicBezTo>
                  <a:cubicBezTo>
                    <a:pt x="15172" y="21026"/>
                    <a:pt x="15001" y="21399"/>
                    <a:pt x="14772" y="21686"/>
                  </a:cubicBezTo>
                  <a:cubicBezTo>
                    <a:pt x="14570" y="21885"/>
                    <a:pt x="14371" y="21942"/>
                    <a:pt x="14112" y="22029"/>
                  </a:cubicBezTo>
                  <a:cubicBezTo>
                    <a:pt x="13883" y="22086"/>
                    <a:pt x="13627" y="22171"/>
                    <a:pt x="13368" y="22373"/>
                  </a:cubicBezTo>
                  <a:cubicBezTo>
                    <a:pt x="12910" y="22716"/>
                    <a:pt x="12738" y="23117"/>
                    <a:pt x="12596" y="23518"/>
                  </a:cubicBezTo>
                  <a:cubicBezTo>
                    <a:pt x="12566" y="23602"/>
                    <a:pt x="12539" y="23689"/>
                    <a:pt x="12509" y="23804"/>
                  </a:cubicBezTo>
                  <a:lnTo>
                    <a:pt x="12452" y="23889"/>
                  </a:lnTo>
                  <a:cubicBezTo>
                    <a:pt x="12165" y="24377"/>
                    <a:pt x="11879" y="24892"/>
                    <a:pt x="11451" y="24977"/>
                  </a:cubicBezTo>
                  <a:cubicBezTo>
                    <a:pt x="11348" y="24999"/>
                    <a:pt x="11266" y="25010"/>
                    <a:pt x="11197" y="25010"/>
                  </a:cubicBezTo>
                  <a:cubicBezTo>
                    <a:pt x="10996" y="25010"/>
                    <a:pt x="10904" y="24918"/>
                    <a:pt x="10734" y="24748"/>
                  </a:cubicBezTo>
                  <a:cubicBezTo>
                    <a:pt x="10592" y="24606"/>
                    <a:pt x="10420" y="24434"/>
                    <a:pt x="10162" y="24347"/>
                  </a:cubicBezTo>
                  <a:cubicBezTo>
                    <a:pt x="9733" y="24148"/>
                    <a:pt x="9333" y="24090"/>
                    <a:pt x="9017" y="24033"/>
                  </a:cubicBezTo>
                  <a:cubicBezTo>
                    <a:pt x="8474" y="23919"/>
                    <a:pt x="8187" y="23889"/>
                    <a:pt x="7871" y="23289"/>
                  </a:cubicBezTo>
                  <a:cubicBezTo>
                    <a:pt x="7013" y="21571"/>
                    <a:pt x="6069" y="18278"/>
                    <a:pt x="7386" y="16705"/>
                  </a:cubicBezTo>
                  <a:cubicBezTo>
                    <a:pt x="7528" y="16476"/>
                    <a:pt x="7757" y="16361"/>
                    <a:pt x="8016" y="16247"/>
                  </a:cubicBezTo>
                  <a:cubicBezTo>
                    <a:pt x="8272" y="16132"/>
                    <a:pt x="8531" y="15988"/>
                    <a:pt x="8703" y="15816"/>
                  </a:cubicBezTo>
                  <a:cubicBezTo>
                    <a:pt x="9104" y="15445"/>
                    <a:pt x="9131" y="15216"/>
                    <a:pt x="9161" y="14930"/>
                  </a:cubicBezTo>
                  <a:cubicBezTo>
                    <a:pt x="9161" y="14815"/>
                    <a:pt x="9188" y="14728"/>
                    <a:pt x="9275" y="14529"/>
                  </a:cubicBezTo>
                  <a:cubicBezTo>
                    <a:pt x="9475" y="14098"/>
                    <a:pt x="9475" y="14098"/>
                    <a:pt x="9532" y="14041"/>
                  </a:cubicBezTo>
                  <a:cubicBezTo>
                    <a:pt x="9619" y="13984"/>
                    <a:pt x="9704" y="13927"/>
                    <a:pt x="9875" y="13785"/>
                  </a:cubicBezTo>
                  <a:cubicBezTo>
                    <a:pt x="9875" y="13755"/>
                    <a:pt x="9962" y="13755"/>
                    <a:pt x="10020" y="13755"/>
                  </a:cubicBezTo>
                  <a:cubicBezTo>
                    <a:pt x="10162" y="13755"/>
                    <a:pt x="10420" y="13727"/>
                    <a:pt x="10562" y="13498"/>
                  </a:cubicBezTo>
                  <a:cubicBezTo>
                    <a:pt x="10734" y="13269"/>
                    <a:pt x="10649" y="12983"/>
                    <a:pt x="10562" y="12724"/>
                  </a:cubicBezTo>
                  <a:cubicBezTo>
                    <a:pt x="10306" y="12152"/>
                    <a:pt x="9848" y="12095"/>
                    <a:pt x="9475" y="12095"/>
                  </a:cubicBezTo>
                  <a:lnTo>
                    <a:pt x="9303" y="12095"/>
                  </a:lnTo>
                  <a:cubicBezTo>
                    <a:pt x="9104" y="12095"/>
                    <a:pt x="8932" y="12095"/>
                    <a:pt x="8845" y="12067"/>
                  </a:cubicBezTo>
                  <a:cubicBezTo>
                    <a:pt x="8787" y="12010"/>
                    <a:pt x="8730" y="11980"/>
                    <a:pt x="8673" y="11953"/>
                  </a:cubicBezTo>
                  <a:cubicBezTo>
                    <a:pt x="8703" y="11808"/>
                    <a:pt x="8703" y="11637"/>
                    <a:pt x="8673" y="11380"/>
                  </a:cubicBezTo>
                  <a:cubicBezTo>
                    <a:pt x="8616" y="11007"/>
                    <a:pt x="8703" y="10464"/>
                    <a:pt x="8817" y="9949"/>
                  </a:cubicBezTo>
                  <a:cubicBezTo>
                    <a:pt x="8932" y="9204"/>
                    <a:pt x="9074" y="8403"/>
                    <a:pt x="8845" y="7858"/>
                  </a:cubicBezTo>
                  <a:cubicBezTo>
                    <a:pt x="8470" y="7108"/>
                    <a:pt x="7688" y="6896"/>
                    <a:pt x="6749" y="6896"/>
                  </a:cubicBezTo>
                  <a:cubicBezTo>
                    <a:pt x="6111" y="6896"/>
                    <a:pt x="5401" y="6993"/>
                    <a:pt x="4695" y="7086"/>
                  </a:cubicBezTo>
                  <a:cubicBezTo>
                    <a:pt x="3870" y="7214"/>
                    <a:pt x="3150" y="7311"/>
                    <a:pt x="2558" y="7311"/>
                  </a:cubicBezTo>
                  <a:cubicBezTo>
                    <a:pt x="1566" y="7311"/>
                    <a:pt x="934" y="7041"/>
                    <a:pt x="772" y="6197"/>
                  </a:cubicBezTo>
                  <a:cubicBezTo>
                    <a:pt x="745" y="5968"/>
                    <a:pt x="772" y="5826"/>
                    <a:pt x="887" y="5655"/>
                  </a:cubicBezTo>
                  <a:cubicBezTo>
                    <a:pt x="1432" y="4968"/>
                    <a:pt x="3577" y="4853"/>
                    <a:pt x="5123" y="4796"/>
                  </a:cubicBezTo>
                  <a:cubicBezTo>
                    <a:pt x="6326" y="4709"/>
                    <a:pt x="7299" y="4681"/>
                    <a:pt x="7787" y="4423"/>
                  </a:cubicBezTo>
                  <a:cubicBezTo>
                    <a:pt x="8187" y="4223"/>
                    <a:pt x="8531" y="3965"/>
                    <a:pt x="8875" y="3708"/>
                  </a:cubicBezTo>
                  <a:cubicBezTo>
                    <a:pt x="9504" y="3278"/>
                    <a:pt x="10077" y="2849"/>
                    <a:pt x="10906" y="2705"/>
                  </a:cubicBezTo>
                  <a:cubicBezTo>
                    <a:pt x="11394" y="2620"/>
                    <a:pt x="11852" y="2620"/>
                    <a:pt x="12337" y="2591"/>
                  </a:cubicBezTo>
                  <a:cubicBezTo>
                    <a:pt x="12997" y="2591"/>
                    <a:pt x="13654" y="2563"/>
                    <a:pt x="14398" y="2334"/>
                  </a:cubicBezTo>
                  <a:cubicBezTo>
                    <a:pt x="15288" y="2004"/>
                    <a:pt x="16126" y="1924"/>
                    <a:pt x="17035" y="1924"/>
                  </a:cubicBezTo>
                  <a:cubicBezTo>
                    <a:pt x="17471" y="1924"/>
                    <a:pt x="17924" y="1942"/>
                    <a:pt x="18406" y="1961"/>
                  </a:cubicBezTo>
                  <a:lnTo>
                    <a:pt x="19008" y="1991"/>
                  </a:lnTo>
                  <a:cubicBezTo>
                    <a:pt x="19924" y="1991"/>
                    <a:pt x="20783" y="1876"/>
                    <a:pt x="21642" y="1732"/>
                  </a:cubicBezTo>
                  <a:cubicBezTo>
                    <a:pt x="22100" y="1674"/>
                    <a:pt x="22528" y="1617"/>
                    <a:pt x="23016" y="1560"/>
                  </a:cubicBezTo>
                  <a:cubicBezTo>
                    <a:pt x="23101" y="1560"/>
                    <a:pt x="23158" y="1532"/>
                    <a:pt x="23215" y="1475"/>
                  </a:cubicBezTo>
                  <a:cubicBezTo>
                    <a:pt x="24619" y="1074"/>
                    <a:pt x="25879" y="903"/>
                    <a:pt x="27567" y="903"/>
                  </a:cubicBezTo>
                  <a:cubicBezTo>
                    <a:pt x="28540" y="903"/>
                    <a:pt x="29571" y="873"/>
                    <a:pt x="30574" y="816"/>
                  </a:cubicBezTo>
                  <a:cubicBezTo>
                    <a:pt x="31629" y="776"/>
                    <a:pt x="32700" y="723"/>
                    <a:pt x="33755" y="723"/>
                  </a:cubicBezTo>
                  <a:close/>
                  <a:moveTo>
                    <a:pt x="33550" y="1"/>
                  </a:moveTo>
                  <a:cubicBezTo>
                    <a:pt x="32540" y="1"/>
                    <a:pt x="31530" y="45"/>
                    <a:pt x="30544" y="101"/>
                  </a:cubicBezTo>
                  <a:cubicBezTo>
                    <a:pt x="29543" y="129"/>
                    <a:pt x="28540" y="186"/>
                    <a:pt x="27567" y="186"/>
                  </a:cubicBezTo>
                  <a:cubicBezTo>
                    <a:pt x="25792" y="186"/>
                    <a:pt x="24475" y="358"/>
                    <a:pt x="23016" y="788"/>
                  </a:cubicBezTo>
                  <a:cubicBezTo>
                    <a:pt x="22959" y="788"/>
                    <a:pt x="22929" y="816"/>
                    <a:pt x="22872" y="845"/>
                  </a:cubicBezTo>
                  <a:cubicBezTo>
                    <a:pt x="22414" y="903"/>
                    <a:pt x="21986" y="960"/>
                    <a:pt x="21528" y="1017"/>
                  </a:cubicBezTo>
                  <a:cubicBezTo>
                    <a:pt x="20669" y="1159"/>
                    <a:pt x="19867" y="1274"/>
                    <a:pt x="19008" y="1274"/>
                  </a:cubicBezTo>
                  <a:lnTo>
                    <a:pt x="18436" y="1246"/>
                  </a:lnTo>
                  <a:cubicBezTo>
                    <a:pt x="17956" y="1228"/>
                    <a:pt x="17496" y="1210"/>
                    <a:pt x="17046" y="1210"/>
                  </a:cubicBezTo>
                  <a:cubicBezTo>
                    <a:pt x="16073" y="1210"/>
                    <a:pt x="15148" y="1295"/>
                    <a:pt x="14169" y="1647"/>
                  </a:cubicBezTo>
                  <a:cubicBezTo>
                    <a:pt x="13540" y="1846"/>
                    <a:pt x="12940" y="1846"/>
                    <a:pt x="12310" y="1876"/>
                  </a:cubicBezTo>
                  <a:cubicBezTo>
                    <a:pt x="11822" y="1903"/>
                    <a:pt x="11307" y="1903"/>
                    <a:pt x="10791" y="1991"/>
                  </a:cubicBezTo>
                  <a:cubicBezTo>
                    <a:pt x="9791" y="2162"/>
                    <a:pt x="9131" y="2648"/>
                    <a:pt x="8444" y="3136"/>
                  </a:cubicBezTo>
                  <a:cubicBezTo>
                    <a:pt x="8130" y="3365"/>
                    <a:pt x="7814" y="3594"/>
                    <a:pt x="7471" y="3765"/>
                  </a:cubicBezTo>
                  <a:cubicBezTo>
                    <a:pt x="7100" y="3965"/>
                    <a:pt x="6069" y="3994"/>
                    <a:pt x="5096" y="4052"/>
                  </a:cubicBezTo>
                  <a:cubicBezTo>
                    <a:pt x="3206" y="4166"/>
                    <a:pt x="1058" y="4251"/>
                    <a:pt x="314" y="5224"/>
                  </a:cubicBezTo>
                  <a:cubicBezTo>
                    <a:pt x="57" y="5540"/>
                    <a:pt x="0" y="5911"/>
                    <a:pt x="85" y="6342"/>
                  </a:cubicBezTo>
                  <a:cubicBezTo>
                    <a:pt x="324" y="7696"/>
                    <a:pt x="1357" y="8044"/>
                    <a:pt x="2595" y="8044"/>
                  </a:cubicBezTo>
                  <a:cubicBezTo>
                    <a:pt x="3294" y="8044"/>
                    <a:pt x="4057" y="7934"/>
                    <a:pt x="4780" y="7830"/>
                  </a:cubicBezTo>
                  <a:cubicBezTo>
                    <a:pt x="5492" y="7721"/>
                    <a:pt x="6217" y="7611"/>
                    <a:pt x="6821" y="7611"/>
                  </a:cubicBezTo>
                  <a:cubicBezTo>
                    <a:pt x="7479" y="7611"/>
                    <a:pt x="7993" y="7741"/>
                    <a:pt x="8187" y="8144"/>
                  </a:cubicBezTo>
                  <a:cubicBezTo>
                    <a:pt x="8329" y="8488"/>
                    <a:pt x="8215" y="9204"/>
                    <a:pt x="8100" y="9804"/>
                  </a:cubicBezTo>
                  <a:cubicBezTo>
                    <a:pt x="7986" y="10407"/>
                    <a:pt x="7871" y="11007"/>
                    <a:pt x="7958" y="11465"/>
                  </a:cubicBezTo>
                  <a:cubicBezTo>
                    <a:pt x="7986" y="11724"/>
                    <a:pt x="7958" y="11808"/>
                    <a:pt x="7958" y="11866"/>
                  </a:cubicBezTo>
                  <a:cubicBezTo>
                    <a:pt x="7814" y="12266"/>
                    <a:pt x="8043" y="12411"/>
                    <a:pt x="8474" y="12667"/>
                  </a:cubicBezTo>
                  <a:cubicBezTo>
                    <a:pt x="8678" y="12790"/>
                    <a:pt x="8883" y="12825"/>
                    <a:pt x="9087" y="12825"/>
                  </a:cubicBezTo>
                  <a:cubicBezTo>
                    <a:pt x="9169" y="12825"/>
                    <a:pt x="9251" y="12819"/>
                    <a:pt x="9333" y="12811"/>
                  </a:cubicBezTo>
                  <a:cubicBezTo>
                    <a:pt x="9704" y="12811"/>
                    <a:pt x="9818" y="12811"/>
                    <a:pt x="9875" y="12983"/>
                  </a:cubicBezTo>
                  <a:cubicBezTo>
                    <a:pt x="9905" y="13011"/>
                    <a:pt x="9905" y="13011"/>
                    <a:pt x="9905" y="13040"/>
                  </a:cubicBezTo>
                  <a:cubicBezTo>
                    <a:pt x="9733" y="13040"/>
                    <a:pt x="9532" y="13098"/>
                    <a:pt x="9360" y="13240"/>
                  </a:cubicBezTo>
                  <a:cubicBezTo>
                    <a:pt x="9246" y="13354"/>
                    <a:pt x="9161" y="13411"/>
                    <a:pt x="9104" y="13469"/>
                  </a:cubicBezTo>
                  <a:cubicBezTo>
                    <a:pt x="8875" y="13640"/>
                    <a:pt x="8845" y="13698"/>
                    <a:pt x="8588" y="14243"/>
                  </a:cubicBezTo>
                  <a:cubicBezTo>
                    <a:pt x="8474" y="14529"/>
                    <a:pt x="8444" y="14728"/>
                    <a:pt x="8444" y="14872"/>
                  </a:cubicBezTo>
                  <a:cubicBezTo>
                    <a:pt x="8416" y="15014"/>
                    <a:pt x="8416" y="15072"/>
                    <a:pt x="8187" y="15301"/>
                  </a:cubicBezTo>
                  <a:cubicBezTo>
                    <a:pt x="8073" y="15415"/>
                    <a:pt x="7901" y="15502"/>
                    <a:pt x="7700" y="15587"/>
                  </a:cubicBezTo>
                  <a:cubicBezTo>
                    <a:pt x="7386" y="15731"/>
                    <a:pt x="7013" y="15931"/>
                    <a:pt x="6784" y="16247"/>
                  </a:cubicBezTo>
                  <a:cubicBezTo>
                    <a:pt x="5181" y="18221"/>
                    <a:pt x="6383" y="21942"/>
                    <a:pt x="7242" y="23602"/>
                  </a:cubicBezTo>
                  <a:cubicBezTo>
                    <a:pt x="7729" y="24519"/>
                    <a:pt x="8302" y="24633"/>
                    <a:pt x="8902" y="24748"/>
                  </a:cubicBezTo>
                  <a:cubicBezTo>
                    <a:pt x="9188" y="24805"/>
                    <a:pt x="9504" y="24862"/>
                    <a:pt x="9875" y="25006"/>
                  </a:cubicBezTo>
                  <a:cubicBezTo>
                    <a:pt x="10020" y="25064"/>
                    <a:pt x="10104" y="25148"/>
                    <a:pt x="10219" y="25263"/>
                  </a:cubicBezTo>
                  <a:cubicBezTo>
                    <a:pt x="10448" y="25464"/>
                    <a:pt x="10707" y="25751"/>
                    <a:pt x="11192" y="25751"/>
                  </a:cubicBezTo>
                  <a:cubicBezTo>
                    <a:pt x="11336" y="25751"/>
                    <a:pt x="11451" y="25721"/>
                    <a:pt x="11623" y="25693"/>
                  </a:cubicBezTo>
                  <a:cubicBezTo>
                    <a:pt x="12337" y="25522"/>
                    <a:pt x="12738" y="24835"/>
                    <a:pt x="13082" y="24262"/>
                  </a:cubicBezTo>
                  <a:lnTo>
                    <a:pt x="13139" y="24148"/>
                  </a:lnTo>
                  <a:cubicBezTo>
                    <a:pt x="13169" y="24118"/>
                    <a:pt x="13169" y="24118"/>
                    <a:pt x="13169" y="24090"/>
                  </a:cubicBezTo>
                  <a:cubicBezTo>
                    <a:pt x="13226" y="23976"/>
                    <a:pt x="13253" y="23889"/>
                    <a:pt x="13283" y="23774"/>
                  </a:cubicBezTo>
                  <a:cubicBezTo>
                    <a:pt x="13425" y="23431"/>
                    <a:pt x="13512" y="23174"/>
                    <a:pt x="13798" y="22945"/>
                  </a:cubicBezTo>
                  <a:cubicBezTo>
                    <a:pt x="13970" y="22831"/>
                    <a:pt x="14112" y="22773"/>
                    <a:pt x="14314" y="22716"/>
                  </a:cubicBezTo>
                  <a:cubicBezTo>
                    <a:pt x="14600" y="22629"/>
                    <a:pt x="14943" y="22544"/>
                    <a:pt x="15314" y="22171"/>
                  </a:cubicBezTo>
                  <a:cubicBezTo>
                    <a:pt x="15630" y="21770"/>
                    <a:pt x="15830" y="21342"/>
                    <a:pt x="16001" y="20912"/>
                  </a:cubicBezTo>
                  <a:cubicBezTo>
                    <a:pt x="16260" y="20339"/>
                    <a:pt x="16459" y="19824"/>
                    <a:pt x="17062" y="19480"/>
                  </a:cubicBezTo>
                  <a:cubicBezTo>
                    <a:pt x="17386" y="19289"/>
                    <a:pt x="17679" y="19227"/>
                    <a:pt x="17982" y="19227"/>
                  </a:cubicBezTo>
                  <a:cubicBezTo>
                    <a:pt x="18267" y="19227"/>
                    <a:pt x="18560" y="19283"/>
                    <a:pt x="18894" y="19338"/>
                  </a:cubicBezTo>
                  <a:cubicBezTo>
                    <a:pt x="19237" y="19395"/>
                    <a:pt x="19608" y="19453"/>
                    <a:pt x="20039" y="19453"/>
                  </a:cubicBezTo>
                  <a:lnTo>
                    <a:pt x="20066" y="19453"/>
                  </a:lnTo>
                  <a:cubicBezTo>
                    <a:pt x="20811" y="19395"/>
                    <a:pt x="21413" y="18965"/>
                    <a:pt x="21986" y="18537"/>
                  </a:cubicBezTo>
                  <a:cubicBezTo>
                    <a:pt x="22272" y="18335"/>
                    <a:pt x="22558" y="18106"/>
                    <a:pt x="22872" y="17964"/>
                  </a:cubicBezTo>
                  <a:cubicBezTo>
                    <a:pt x="23330" y="17735"/>
                    <a:pt x="23673" y="17392"/>
                    <a:pt x="24047" y="17076"/>
                  </a:cubicBezTo>
                  <a:cubicBezTo>
                    <a:pt x="24360" y="16789"/>
                    <a:pt x="24704" y="16503"/>
                    <a:pt x="25047" y="16304"/>
                  </a:cubicBezTo>
                  <a:cubicBezTo>
                    <a:pt x="25234" y="16218"/>
                    <a:pt x="25428" y="16189"/>
                    <a:pt x="25635" y="16189"/>
                  </a:cubicBezTo>
                  <a:cubicBezTo>
                    <a:pt x="25843" y="16189"/>
                    <a:pt x="26064" y="16218"/>
                    <a:pt x="26307" y="16247"/>
                  </a:cubicBezTo>
                  <a:cubicBezTo>
                    <a:pt x="26582" y="16283"/>
                    <a:pt x="26879" y="16331"/>
                    <a:pt x="27177" y="16331"/>
                  </a:cubicBezTo>
                  <a:cubicBezTo>
                    <a:pt x="27346" y="16331"/>
                    <a:pt x="27515" y="16315"/>
                    <a:pt x="27681" y="16274"/>
                  </a:cubicBezTo>
                  <a:cubicBezTo>
                    <a:pt x="28283" y="16160"/>
                    <a:pt x="28913" y="15931"/>
                    <a:pt x="29513" y="15702"/>
                  </a:cubicBezTo>
                  <a:cubicBezTo>
                    <a:pt x="29887" y="15560"/>
                    <a:pt x="30258" y="15415"/>
                    <a:pt x="30631" y="15301"/>
                  </a:cubicBezTo>
                  <a:lnTo>
                    <a:pt x="30803" y="15273"/>
                  </a:lnTo>
                  <a:cubicBezTo>
                    <a:pt x="31460" y="15072"/>
                    <a:pt x="32177" y="14843"/>
                    <a:pt x="32490" y="13927"/>
                  </a:cubicBezTo>
                  <a:cubicBezTo>
                    <a:pt x="32548" y="13755"/>
                    <a:pt x="32490" y="13583"/>
                    <a:pt x="32319" y="13498"/>
                  </a:cubicBezTo>
                  <a:cubicBezTo>
                    <a:pt x="32204" y="13411"/>
                    <a:pt x="32032" y="13354"/>
                    <a:pt x="31719" y="13269"/>
                  </a:cubicBezTo>
                  <a:cubicBezTo>
                    <a:pt x="31517" y="13212"/>
                    <a:pt x="31174" y="13098"/>
                    <a:pt x="31032" y="13040"/>
                  </a:cubicBezTo>
                  <a:cubicBezTo>
                    <a:pt x="31002" y="12953"/>
                    <a:pt x="31032" y="12926"/>
                    <a:pt x="31032" y="12896"/>
                  </a:cubicBezTo>
                  <a:cubicBezTo>
                    <a:pt x="31089" y="12811"/>
                    <a:pt x="31288" y="12724"/>
                    <a:pt x="31460" y="12724"/>
                  </a:cubicBezTo>
                  <a:cubicBezTo>
                    <a:pt x="31604" y="12724"/>
                    <a:pt x="31861" y="12983"/>
                    <a:pt x="32062" y="13155"/>
                  </a:cubicBezTo>
                  <a:cubicBezTo>
                    <a:pt x="32370" y="13436"/>
                    <a:pt x="32699" y="13740"/>
                    <a:pt x="33094" y="13740"/>
                  </a:cubicBezTo>
                  <a:cubicBezTo>
                    <a:pt x="33140" y="13740"/>
                    <a:pt x="33187" y="13736"/>
                    <a:pt x="33235" y="13727"/>
                  </a:cubicBezTo>
                  <a:cubicBezTo>
                    <a:pt x="33494" y="13670"/>
                    <a:pt x="33693" y="13498"/>
                    <a:pt x="33837" y="13182"/>
                  </a:cubicBezTo>
                  <a:cubicBezTo>
                    <a:pt x="34295" y="12353"/>
                    <a:pt x="33665" y="11724"/>
                    <a:pt x="33235" y="11323"/>
                  </a:cubicBezTo>
                  <a:cubicBezTo>
                    <a:pt x="32777" y="10865"/>
                    <a:pt x="32806" y="10808"/>
                    <a:pt x="32891" y="10750"/>
                  </a:cubicBezTo>
                  <a:cubicBezTo>
                    <a:pt x="33036" y="10606"/>
                    <a:pt x="33521" y="10606"/>
                    <a:pt x="33922" y="10578"/>
                  </a:cubicBezTo>
                  <a:cubicBezTo>
                    <a:pt x="34494" y="10578"/>
                    <a:pt x="35067" y="10549"/>
                    <a:pt x="35497" y="10292"/>
                  </a:cubicBezTo>
                  <a:cubicBezTo>
                    <a:pt x="36013" y="9976"/>
                    <a:pt x="36413" y="9376"/>
                    <a:pt x="36757" y="8861"/>
                  </a:cubicBezTo>
                  <a:lnTo>
                    <a:pt x="36842" y="8717"/>
                  </a:lnTo>
                  <a:cubicBezTo>
                    <a:pt x="37071" y="8346"/>
                    <a:pt x="37128" y="7972"/>
                    <a:pt x="37215" y="7659"/>
                  </a:cubicBezTo>
                  <a:cubicBezTo>
                    <a:pt x="37272" y="7400"/>
                    <a:pt x="37300" y="7201"/>
                    <a:pt x="37414" y="7029"/>
                  </a:cubicBezTo>
                  <a:cubicBezTo>
                    <a:pt x="37444" y="6942"/>
                    <a:pt x="37643" y="6857"/>
                    <a:pt x="37788" y="6800"/>
                  </a:cubicBezTo>
                  <a:cubicBezTo>
                    <a:pt x="38044" y="6655"/>
                    <a:pt x="38330" y="6514"/>
                    <a:pt x="38445" y="6197"/>
                  </a:cubicBezTo>
                  <a:cubicBezTo>
                    <a:pt x="38646" y="5769"/>
                    <a:pt x="38532" y="5426"/>
                    <a:pt x="38445" y="5167"/>
                  </a:cubicBezTo>
                  <a:cubicBezTo>
                    <a:pt x="38360" y="4995"/>
                    <a:pt x="38360" y="4910"/>
                    <a:pt x="38388" y="4823"/>
                  </a:cubicBezTo>
                  <a:cubicBezTo>
                    <a:pt x="38617" y="4281"/>
                    <a:pt x="40078" y="3994"/>
                    <a:pt x="41250" y="3736"/>
                  </a:cubicBezTo>
                  <a:cubicBezTo>
                    <a:pt x="42796" y="3422"/>
                    <a:pt x="43998" y="3163"/>
                    <a:pt x="44113" y="2304"/>
                  </a:cubicBezTo>
                  <a:cubicBezTo>
                    <a:pt x="44113" y="1991"/>
                    <a:pt x="43998" y="1732"/>
                    <a:pt x="43799" y="1532"/>
                  </a:cubicBezTo>
                  <a:cubicBezTo>
                    <a:pt x="43437" y="1201"/>
                    <a:pt x="42821" y="1091"/>
                    <a:pt x="42084" y="1091"/>
                  </a:cubicBezTo>
                  <a:cubicBezTo>
                    <a:pt x="41423" y="1091"/>
                    <a:pt x="40664" y="1179"/>
                    <a:pt x="39906" y="1274"/>
                  </a:cubicBezTo>
                  <a:cubicBezTo>
                    <a:pt x="39620" y="1303"/>
                    <a:pt x="39333" y="1331"/>
                    <a:pt x="39219" y="1331"/>
                  </a:cubicBezTo>
                  <a:cubicBezTo>
                    <a:pt x="38502" y="1303"/>
                    <a:pt x="37902" y="1017"/>
                    <a:pt x="37300" y="731"/>
                  </a:cubicBezTo>
                  <a:cubicBezTo>
                    <a:pt x="36670" y="445"/>
                    <a:pt x="36040" y="129"/>
                    <a:pt x="35181" y="44"/>
                  </a:cubicBezTo>
                  <a:cubicBezTo>
                    <a:pt x="34640" y="13"/>
                    <a:pt x="34095" y="1"/>
                    <a:pt x="3355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5"/>
            <p:cNvSpPr/>
            <p:nvPr/>
          </p:nvSpPr>
          <p:spPr>
            <a:xfrm>
              <a:off x="7197131" y="775052"/>
              <a:ext cx="544322" cy="171893"/>
            </a:xfrm>
            <a:custGeom>
              <a:avLst/>
              <a:gdLst/>
              <a:ahLst/>
              <a:cxnLst/>
              <a:rect l="l" t="t" r="r" b="b"/>
              <a:pathLst>
                <a:path w="26910" h="8498" extrusionOk="0">
                  <a:moveTo>
                    <a:pt x="25058" y="0"/>
                  </a:moveTo>
                  <a:cubicBezTo>
                    <a:pt x="24515" y="0"/>
                    <a:pt x="23947" y="109"/>
                    <a:pt x="23504" y="109"/>
                  </a:cubicBezTo>
                  <a:lnTo>
                    <a:pt x="23504" y="196"/>
                  </a:lnTo>
                  <a:cubicBezTo>
                    <a:pt x="22005" y="356"/>
                    <a:pt x="20784" y="870"/>
                    <a:pt x="19364" y="870"/>
                  </a:cubicBezTo>
                  <a:cubicBezTo>
                    <a:pt x="19021" y="870"/>
                    <a:pt x="18667" y="840"/>
                    <a:pt x="18294" y="768"/>
                  </a:cubicBezTo>
                  <a:cubicBezTo>
                    <a:pt x="17006" y="570"/>
                    <a:pt x="15786" y="262"/>
                    <a:pt x="14550" y="262"/>
                  </a:cubicBezTo>
                  <a:cubicBezTo>
                    <a:pt x="14000" y="262"/>
                    <a:pt x="13447" y="323"/>
                    <a:pt x="12883" y="482"/>
                  </a:cubicBezTo>
                  <a:cubicBezTo>
                    <a:pt x="12489" y="591"/>
                    <a:pt x="11988" y="604"/>
                    <a:pt x="11472" y="604"/>
                  </a:cubicBezTo>
                  <a:cubicBezTo>
                    <a:pt x="11307" y="604"/>
                    <a:pt x="11141" y="603"/>
                    <a:pt x="10977" y="603"/>
                  </a:cubicBezTo>
                  <a:cubicBezTo>
                    <a:pt x="10305" y="603"/>
                    <a:pt x="9660" y="625"/>
                    <a:pt x="9248" y="853"/>
                  </a:cubicBezTo>
                  <a:cubicBezTo>
                    <a:pt x="7386" y="1856"/>
                    <a:pt x="10192" y="1712"/>
                    <a:pt x="10535" y="1998"/>
                  </a:cubicBezTo>
                  <a:cubicBezTo>
                    <a:pt x="11996" y="3173"/>
                    <a:pt x="8905" y="4318"/>
                    <a:pt x="8073" y="4403"/>
                  </a:cubicBezTo>
                  <a:cubicBezTo>
                    <a:pt x="6786" y="4547"/>
                    <a:pt x="5611" y="4318"/>
                    <a:pt x="4867" y="5490"/>
                  </a:cubicBezTo>
                  <a:cubicBezTo>
                    <a:pt x="4581" y="5834"/>
                    <a:pt x="4924" y="6120"/>
                    <a:pt x="4581" y="6436"/>
                  </a:cubicBezTo>
                  <a:cubicBezTo>
                    <a:pt x="4442" y="6555"/>
                    <a:pt x="4245" y="6599"/>
                    <a:pt x="4029" y="6599"/>
                  </a:cubicBezTo>
                  <a:cubicBezTo>
                    <a:pt x="3621" y="6599"/>
                    <a:pt x="3145" y="6444"/>
                    <a:pt x="2863" y="6349"/>
                  </a:cubicBezTo>
                  <a:cubicBezTo>
                    <a:pt x="2363" y="6176"/>
                    <a:pt x="1924" y="5816"/>
                    <a:pt x="1503" y="5816"/>
                  </a:cubicBezTo>
                  <a:cubicBezTo>
                    <a:pt x="1228" y="5816"/>
                    <a:pt x="960" y="5971"/>
                    <a:pt x="688" y="6436"/>
                  </a:cubicBezTo>
                  <a:cubicBezTo>
                    <a:pt x="1" y="7666"/>
                    <a:pt x="1088" y="7810"/>
                    <a:pt x="1920" y="7952"/>
                  </a:cubicBezTo>
                  <a:cubicBezTo>
                    <a:pt x="2981" y="8118"/>
                    <a:pt x="3595" y="8498"/>
                    <a:pt x="4500" y="8498"/>
                  </a:cubicBezTo>
                  <a:cubicBezTo>
                    <a:pt x="4693" y="8498"/>
                    <a:pt x="4899" y="8480"/>
                    <a:pt x="5126" y="8440"/>
                  </a:cubicBezTo>
                  <a:cubicBezTo>
                    <a:pt x="5898" y="8296"/>
                    <a:pt x="7730" y="8440"/>
                    <a:pt x="8218" y="7666"/>
                  </a:cubicBezTo>
                  <a:cubicBezTo>
                    <a:pt x="9104" y="6349"/>
                    <a:pt x="7187" y="6723"/>
                    <a:pt x="6500" y="6578"/>
                  </a:cubicBezTo>
                  <a:cubicBezTo>
                    <a:pt x="6566" y="5790"/>
                    <a:pt x="7289" y="5607"/>
                    <a:pt x="8146" y="5607"/>
                  </a:cubicBezTo>
                  <a:cubicBezTo>
                    <a:pt x="8885" y="5607"/>
                    <a:pt x="9724" y="5743"/>
                    <a:pt x="10326" y="5743"/>
                  </a:cubicBezTo>
                  <a:cubicBezTo>
                    <a:pt x="10519" y="5743"/>
                    <a:pt x="10688" y="5729"/>
                    <a:pt x="10822" y="5692"/>
                  </a:cubicBezTo>
                  <a:cubicBezTo>
                    <a:pt x="11852" y="5406"/>
                    <a:pt x="12798" y="4547"/>
                    <a:pt x="13829" y="4116"/>
                  </a:cubicBezTo>
                  <a:cubicBezTo>
                    <a:pt x="15890" y="3230"/>
                    <a:pt x="17951" y="3230"/>
                    <a:pt x="20069" y="2800"/>
                  </a:cubicBezTo>
                  <a:cubicBezTo>
                    <a:pt x="21042" y="2571"/>
                    <a:pt x="21929" y="2085"/>
                    <a:pt x="22959" y="1856"/>
                  </a:cubicBezTo>
                  <a:cubicBezTo>
                    <a:pt x="23848" y="1655"/>
                    <a:pt x="24878" y="1856"/>
                    <a:pt x="25765" y="1483"/>
                  </a:cubicBezTo>
                  <a:cubicBezTo>
                    <a:pt x="26910" y="1055"/>
                    <a:pt x="26853" y="338"/>
                    <a:pt x="25623" y="51"/>
                  </a:cubicBezTo>
                  <a:cubicBezTo>
                    <a:pt x="25442" y="14"/>
                    <a:pt x="25252" y="0"/>
                    <a:pt x="2505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5"/>
            <p:cNvSpPr/>
            <p:nvPr/>
          </p:nvSpPr>
          <p:spPr>
            <a:xfrm>
              <a:off x="7197738" y="767669"/>
              <a:ext cx="544888" cy="186781"/>
            </a:xfrm>
            <a:custGeom>
              <a:avLst/>
              <a:gdLst/>
              <a:ahLst/>
              <a:cxnLst/>
              <a:rect l="l" t="t" r="r" b="b"/>
              <a:pathLst>
                <a:path w="26938" h="9234" extrusionOk="0">
                  <a:moveTo>
                    <a:pt x="25070" y="717"/>
                  </a:moveTo>
                  <a:cubicBezTo>
                    <a:pt x="25223" y="717"/>
                    <a:pt x="25370" y="729"/>
                    <a:pt x="25506" y="760"/>
                  </a:cubicBezTo>
                  <a:cubicBezTo>
                    <a:pt x="26078" y="904"/>
                    <a:pt x="26193" y="1076"/>
                    <a:pt x="26193" y="1103"/>
                  </a:cubicBezTo>
                  <a:cubicBezTo>
                    <a:pt x="26193" y="1133"/>
                    <a:pt x="26108" y="1332"/>
                    <a:pt x="25593" y="1534"/>
                  </a:cubicBezTo>
                  <a:cubicBezTo>
                    <a:pt x="25135" y="1706"/>
                    <a:pt x="24647" y="1733"/>
                    <a:pt x="24104" y="1733"/>
                  </a:cubicBezTo>
                  <a:cubicBezTo>
                    <a:pt x="23674" y="1763"/>
                    <a:pt x="23245" y="1763"/>
                    <a:pt x="22845" y="1878"/>
                  </a:cubicBezTo>
                  <a:cubicBezTo>
                    <a:pt x="22272" y="1992"/>
                    <a:pt x="21757" y="2191"/>
                    <a:pt x="21269" y="2363"/>
                  </a:cubicBezTo>
                  <a:cubicBezTo>
                    <a:pt x="20811" y="2535"/>
                    <a:pt x="20383" y="2707"/>
                    <a:pt x="19952" y="2821"/>
                  </a:cubicBezTo>
                  <a:cubicBezTo>
                    <a:pt x="19265" y="2965"/>
                    <a:pt x="18578" y="3050"/>
                    <a:pt x="17921" y="3137"/>
                  </a:cubicBezTo>
                  <a:cubicBezTo>
                    <a:pt x="16517" y="3336"/>
                    <a:pt x="15086" y="3538"/>
                    <a:pt x="13654" y="4138"/>
                  </a:cubicBezTo>
                  <a:cubicBezTo>
                    <a:pt x="13196" y="4339"/>
                    <a:pt x="12738" y="4626"/>
                    <a:pt x="12310" y="4882"/>
                  </a:cubicBezTo>
                  <a:cubicBezTo>
                    <a:pt x="11737" y="5226"/>
                    <a:pt x="11222" y="5569"/>
                    <a:pt x="10707" y="5713"/>
                  </a:cubicBezTo>
                  <a:cubicBezTo>
                    <a:pt x="10602" y="5744"/>
                    <a:pt x="10463" y="5756"/>
                    <a:pt x="10303" y="5756"/>
                  </a:cubicBezTo>
                  <a:cubicBezTo>
                    <a:pt x="10023" y="5756"/>
                    <a:pt x="9677" y="5720"/>
                    <a:pt x="9333" y="5684"/>
                  </a:cubicBezTo>
                  <a:cubicBezTo>
                    <a:pt x="8934" y="5650"/>
                    <a:pt x="8514" y="5612"/>
                    <a:pt x="8111" y="5612"/>
                  </a:cubicBezTo>
                  <a:cubicBezTo>
                    <a:pt x="7501" y="5612"/>
                    <a:pt x="6934" y="5700"/>
                    <a:pt x="6555" y="6027"/>
                  </a:cubicBezTo>
                  <a:cubicBezTo>
                    <a:pt x="6298" y="6229"/>
                    <a:pt x="6154" y="6543"/>
                    <a:pt x="6097" y="6916"/>
                  </a:cubicBezTo>
                  <a:cubicBezTo>
                    <a:pt x="6097" y="7088"/>
                    <a:pt x="6211" y="7259"/>
                    <a:pt x="6383" y="7287"/>
                  </a:cubicBezTo>
                  <a:cubicBezTo>
                    <a:pt x="6585" y="7317"/>
                    <a:pt x="6841" y="7344"/>
                    <a:pt x="7100" y="7344"/>
                  </a:cubicBezTo>
                  <a:cubicBezTo>
                    <a:pt x="7386" y="7344"/>
                    <a:pt x="7959" y="7374"/>
                    <a:pt x="8043" y="7459"/>
                  </a:cubicBezTo>
                  <a:cubicBezTo>
                    <a:pt x="8043" y="7459"/>
                    <a:pt x="8073" y="7546"/>
                    <a:pt x="7872" y="7832"/>
                  </a:cubicBezTo>
                  <a:cubicBezTo>
                    <a:pt x="7615" y="8260"/>
                    <a:pt x="6555" y="8317"/>
                    <a:pt x="5840" y="8375"/>
                  </a:cubicBezTo>
                  <a:cubicBezTo>
                    <a:pt x="5524" y="8404"/>
                    <a:pt x="5238" y="8432"/>
                    <a:pt x="5039" y="8462"/>
                  </a:cubicBezTo>
                  <a:cubicBezTo>
                    <a:pt x="4846" y="8490"/>
                    <a:pt x="4671" y="8503"/>
                    <a:pt x="4508" y="8503"/>
                  </a:cubicBezTo>
                  <a:cubicBezTo>
                    <a:pt x="4014" y="8503"/>
                    <a:pt x="3622" y="8389"/>
                    <a:pt x="3149" y="8260"/>
                  </a:cubicBezTo>
                  <a:cubicBezTo>
                    <a:pt x="2806" y="8146"/>
                    <a:pt x="2405" y="8031"/>
                    <a:pt x="1947" y="7946"/>
                  </a:cubicBezTo>
                  <a:lnTo>
                    <a:pt x="1860" y="7946"/>
                  </a:lnTo>
                  <a:cubicBezTo>
                    <a:pt x="1489" y="7859"/>
                    <a:pt x="916" y="7775"/>
                    <a:pt x="829" y="7546"/>
                  </a:cubicBezTo>
                  <a:cubicBezTo>
                    <a:pt x="772" y="7459"/>
                    <a:pt x="829" y="7230"/>
                    <a:pt x="974" y="6973"/>
                  </a:cubicBezTo>
                  <a:cubicBezTo>
                    <a:pt x="1145" y="6657"/>
                    <a:pt x="1287" y="6543"/>
                    <a:pt x="1489" y="6543"/>
                  </a:cubicBezTo>
                  <a:cubicBezTo>
                    <a:pt x="1661" y="6543"/>
                    <a:pt x="1860" y="6657"/>
                    <a:pt x="2119" y="6801"/>
                  </a:cubicBezTo>
                  <a:lnTo>
                    <a:pt x="2719" y="7058"/>
                  </a:lnTo>
                  <a:cubicBezTo>
                    <a:pt x="3082" y="7190"/>
                    <a:pt x="3541" y="7322"/>
                    <a:pt x="3964" y="7322"/>
                  </a:cubicBezTo>
                  <a:cubicBezTo>
                    <a:pt x="4273" y="7322"/>
                    <a:pt x="4562" y="7251"/>
                    <a:pt x="4780" y="7058"/>
                  </a:cubicBezTo>
                  <a:cubicBezTo>
                    <a:pt x="5096" y="6801"/>
                    <a:pt x="5096" y="6485"/>
                    <a:pt x="5066" y="6314"/>
                  </a:cubicBezTo>
                  <a:cubicBezTo>
                    <a:pt x="5066" y="6172"/>
                    <a:pt x="5066" y="6142"/>
                    <a:pt x="5123" y="6057"/>
                  </a:cubicBezTo>
                  <a:cubicBezTo>
                    <a:pt x="5639" y="5283"/>
                    <a:pt x="6326" y="5226"/>
                    <a:pt x="7299" y="5168"/>
                  </a:cubicBezTo>
                  <a:cubicBezTo>
                    <a:pt x="7558" y="5168"/>
                    <a:pt x="7814" y="5141"/>
                    <a:pt x="8073" y="5111"/>
                  </a:cubicBezTo>
                  <a:cubicBezTo>
                    <a:pt x="8760" y="5054"/>
                    <a:pt x="10906" y="4339"/>
                    <a:pt x="11222" y="3279"/>
                  </a:cubicBezTo>
                  <a:cubicBezTo>
                    <a:pt x="11279" y="3050"/>
                    <a:pt x="11337" y="2565"/>
                    <a:pt x="10764" y="2107"/>
                  </a:cubicBezTo>
                  <a:cubicBezTo>
                    <a:pt x="10563" y="1935"/>
                    <a:pt x="10276" y="1905"/>
                    <a:pt x="9791" y="1820"/>
                  </a:cubicBezTo>
                  <a:cubicBezTo>
                    <a:pt x="9589" y="1791"/>
                    <a:pt x="9303" y="1763"/>
                    <a:pt x="9104" y="1706"/>
                  </a:cubicBezTo>
                  <a:cubicBezTo>
                    <a:pt x="9161" y="1649"/>
                    <a:pt x="9246" y="1591"/>
                    <a:pt x="9390" y="1534"/>
                  </a:cubicBezTo>
                  <a:cubicBezTo>
                    <a:pt x="9761" y="1332"/>
                    <a:pt x="10478" y="1332"/>
                    <a:pt x="11165" y="1332"/>
                  </a:cubicBezTo>
                  <a:cubicBezTo>
                    <a:pt x="11795" y="1332"/>
                    <a:pt x="12424" y="1332"/>
                    <a:pt x="12940" y="1190"/>
                  </a:cubicBezTo>
                  <a:cubicBezTo>
                    <a:pt x="13480" y="1050"/>
                    <a:pt x="14008" y="994"/>
                    <a:pt x="14534" y="994"/>
                  </a:cubicBezTo>
                  <a:cubicBezTo>
                    <a:pt x="15399" y="994"/>
                    <a:pt x="16256" y="1144"/>
                    <a:pt x="17147" y="1305"/>
                  </a:cubicBezTo>
                  <a:cubicBezTo>
                    <a:pt x="17490" y="1390"/>
                    <a:pt x="17864" y="1447"/>
                    <a:pt x="18207" y="1504"/>
                  </a:cubicBezTo>
                  <a:cubicBezTo>
                    <a:pt x="18585" y="1577"/>
                    <a:pt x="18947" y="1607"/>
                    <a:pt x="19296" y="1607"/>
                  </a:cubicBezTo>
                  <a:cubicBezTo>
                    <a:pt x="20190" y="1607"/>
                    <a:pt x="21002" y="1412"/>
                    <a:pt x="21784" y="1248"/>
                  </a:cubicBezTo>
                  <a:cubicBezTo>
                    <a:pt x="22329" y="1103"/>
                    <a:pt x="22902" y="989"/>
                    <a:pt x="23502" y="904"/>
                  </a:cubicBezTo>
                  <a:cubicBezTo>
                    <a:pt x="23589" y="904"/>
                    <a:pt x="23646" y="874"/>
                    <a:pt x="23703" y="847"/>
                  </a:cubicBezTo>
                  <a:cubicBezTo>
                    <a:pt x="23875" y="817"/>
                    <a:pt x="24047" y="817"/>
                    <a:pt x="24246" y="790"/>
                  </a:cubicBezTo>
                  <a:cubicBezTo>
                    <a:pt x="24520" y="753"/>
                    <a:pt x="24804" y="717"/>
                    <a:pt x="25070" y="717"/>
                  </a:cubicBezTo>
                  <a:close/>
                  <a:moveTo>
                    <a:pt x="25100" y="1"/>
                  </a:moveTo>
                  <a:cubicBezTo>
                    <a:pt x="24772" y="1"/>
                    <a:pt x="24450" y="37"/>
                    <a:pt x="24161" y="73"/>
                  </a:cubicBezTo>
                  <a:cubicBezTo>
                    <a:pt x="23903" y="103"/>
                    <a:pt x="23674" y="130"/>
                    <a:pt x="23474" y="130"/>
                  </a:cubicBezTo>
                  <a:cubicBezTo>
                    <a:pt x="23360" y="130"/>
                    <a:pt x="23273" y="160"/>
                    <a:pt x="23216" y="217"/>
                  </a:cubicBezTo>
                  <a:cubicBezTo>
                    <a:pt x="22643" y="302"/>
                    <a:pt x="22128" y="416"/>
                    <a:pt x="21642" y="531"/>
                  </a:cubicBezTo>
                  <a:cubicBezTo>
                    <a:pt x="20869" y="715"/>
                    <a:pt x="20124" y="884"/>
                    <a:pt x="19327" y="884"/>
                  </a:cubicBezTo>
                  <a:cubicBezTo>
                    <a:pt x="19002" y="884"/>
                    <a:pt x="18669" y="856"/>
                    <a:pt x="18322" y="790"/>
                  </a:cubicBezTo>
                  <a:cubicBezTo>
                    <a:pt x="17978" y="732"/>
                    <a:pt x="17634" y="675"/>
                    <a:pt x="17291" y="588"/>
                  </a:cubicBezTo>
                  <a:cubicBezTo>
                    <a:pt x="16361" y="431"/>
                    <a:pt x="15464" y="273"/>
                    <a:pt x="14540" y="273"/>
                  </a:cubicBezTo>
                  <a:cubicBezTo>
                    <a:pt x="13955" y="273"/>
                    <a:pt x="13360" y="337"/>
                    <a:pt x="12738" y="503"/>
                  </a:cubicBezTo>
                  <a:cubicBezTo>
                    <a:pt x="12337" y="618"/>
                    <a:pt x="11737" y="618"/>
                    <a:pt x="11165" y="618"/>
                  </a:cubicBezTo>
                  <a:cubicBezTo>
                    <a:pt x="10334" y="618"/>
                    <a:pt x="9589" y="618"/>
                    <a:pt x="9046" y="904"/>
                  </a:cubicBezTo>
                  <a:cubicBezTo>
                    <a:pt x="8588" y="1133"/>
                    <a:pt x="8158" y="1447"/>
                    <a:pt x="8245" y="1848"/>
                  </a:cubicBezTo>
                  <a:cubicBezTo>
                    <a:pt x="8330" y="2336"/>
                    <a:pt x="8959" y="2420"/>
                    <a:pt x="9676" y="2535"/>
                  </a:cubicBezTo>
                  <a:cubicBezTo>
                    <a:pt x="9905" y="2565"/>
                    <a:pt x="10219" y="2622"/>
                    <a:pt x="10276" y="2649"/>
                  </a:cubicBezTo>
                  <a:cubicBezTo>
                    <a:pt x="10592" y="2878"/>
                    <a:pt x="10535" y="3023"/>
                    <a:pt x="10505" y="3080"/>
                  </a:cubicBezTo>
                  <a:cubicBezTo>
                    <a:pt x="10334" y="3680"/>
                    <a:pt x="8616" y="4339"/>
                    <a:pt x="8016" y="4397"/>
                  </a:cubicBezTo>
                  <a:cubicBezTo>
                    <a:pt x="7757" y="4424"/>
                    <a:pt x="7501" y="4454"/>
                    <a:pt x="7242" y="4454"/>
                  </a:cubicBezTo>
                  <a:cubicBezTo>
                    <a:pt x="6269" y="4511"/>
                    <a:pt x="5238" y="4568"/>
                    <a:pt x="4551" y="5626"/>
                  </a:cubicBezTo>
                  <a:cubicBezTo>
                    <a:pt x="4322" y="5913"/>
                    <a:pt x="4352" y="6172"/>
                    <a:pt x="4352" y="6343"/>
                  </a:cubicBezTo>
                  <a:cubicBezTo>
                    <a:pt x="4352" y="6485"/>
                    <a:pt x="4352" y="6485"/>
                    <a:pt x="4322" y="6515"/>
                  </a:cubicBezTo>
                  <a:cubicBezTo>
                    <a:pt x="4281" y="6556"/>
                    <a:pt x="4193" y="6604"/>
                    <a:pt x="4001" y="6604"/>
                  </a:cubicBezTo>
                  <a:cubicBezTo>
                    <a:pt x="3794" y="6604"/>
                    <a:pt x="3467" y="6549"/>
                    <a:pt x="2948" y="6371"/>
                  </a:cubicBezTo>
                  <a:cubicBezTo>
                    <a:pt x="2806" y="6314"/>
                    <a:pt x="2634" y="6229"/>
                    <a:pt x="2462" y="6142"/>
                  </a:cubicBezTo>
                  <a:cubicBezTo>
                    <a:pt x="2179" y="6000"/>
                    <a:pt x="1826" y="5824"/>
                    <a:pt x="1458" y="5824"/>
                  </a:cubicBezTo>
                  <a:cubicBezTo>
                    <a:pt x="1082" y="5824"/>
                    <a:pt x="691" y="6007"/>
                    <a:pt x="344" y="6600"/>
                  </a:cubicBezTo>
                  <a:cubicBezTo>
                    <a:pt x="58" y="7115"/>
                    <a:pt x="0" y="7516"/>
                    <a:pt x="172" y="7859"/>
                  </a:cubicBezTo>
                  <a:cubicBezTo>
                    <a:pt x="429" y="8432"/>
                    <a:pt x="1145" y="8546"/>
                    <a:pt x="1746" y="8661"/>
                  </a:cubicBezTo>
                  <a:lnTo>
                    <a:pt x="1833" y="8661"/>
                  </a:lnTo>
                  <a:cubicBezTo>
                    <a:pt x="2261" y="8748"/>
                    <a:pt x="2604" y="8833"/>
                    <a:pt x="2948" y="8947"/>
                  </a:cubicBezTo>
                  <a:cubicBezTo>
                    <a:pt x="3436" y="9091"/>
                    <a:pt x="3894" y="9233"/>
                    <a:pt x="4494" y="9233"/>
                  </a:cubicBezTo>
                  <a:cubicBezTo>
                    <a:pt x="4695" y="9233"/>
                    <a:pt x="4924" y="9206"/>
                    <a:pt x="5181" y="9176"/>
                  </a:cubicBezTo>
                  <a:cubicBezTo>
                    <a:pt x="5352" y="9149"/>
                    <a:pt x="5611" y="9119"/>
                    <a:pt x="5898" y="9091"/>
                  </a:cubicBezTo>
                  <a:cubicBezTo>
                    <a:pt x="6841" y="9034"/>
                    <a:pt x="8043" y="8947"/>
                    <a:pt x="8474" y="8233"/>
                  </a:cubicBezTo>
                  <a:cubicBezTo>
                    <a:pt x="8588" y="8061"/>
                    <a:pt x="8932" y="7573"/>
                    <a:pt x="8703" y="7145"/>
                  </a:cubicBezTo>
                  <a:cubicBezTo>
                    <a:pt x="8444" y="6657"/>
                    <a:pt x="7757" y="6630"/>
                    <a:pt x="7127" y="6630"/>
                  </a:cubicBezTo>
                  <a:cubicBezTo>
                    <a:pt x="7070" y="6630"/>
                    <a:pt x="7013" y="6630"/>
                    <a:pt x="6985" y="6600"/>
                  </a:cubicBezTo>
                  <a:cubicBezTo>
                    <a:pt x="6985" y="6600"/>
                    <a:pt x="7013" y="6600"/>
                    <a:pt x="7013" y="6572"/>
                  </a:cubicBezTo>
                  <a:cubicBezTo>
                    <a:pt x="7228" y="6403"/>
                    <a:pt x="7625" y="6349"/>
                    <a:pt x="8075" y="6349"/>
                  </a:cubicBezTo>
                  <a:cubicBezTo>
                    <a:pt x="8463" y="6349"/>
                    <a:pt x="8891" y="6389"/>
                    <a:pt x="9275" y="6428"/>
                  </a:cubicBezTo>
                  <a:cubicBezTo>
                    <a:pt x="9606" y="6457"/>
                    <a:pt x="9916" y="6479"/>
                    <a:pt x="10189" y="6479"/>
                  </a:cubicBezTo>
                  <a:cubicBezTo>
                    <a:pt x="10459" y="6479"/>
                    <a:pt x="10693" y="6457"/>
                    <a:pt x="10879" y="6401"/>
                  </a:cubicBezTo>
                  <a:cubicBezTo>
                    <a:pt x="11508" y="6229"/>
                    <a:pt x="12108" y="5855"/>
                    <a:pt x="12681" y="5512"/>
                  </a:cubicBezTo>
                  <a:cubicBezTo>
                    <a:pt x="13111" y="5255"/>
                    <a:pt x="13540" y="4969"/>
                    <a:pt x="13940" y="4797"/>
                  </a:cubicBezTo>
                  <a:cubicBezTo>
                    <a:pt x="15287" y="4252"/>
                    <a:pt x="16604" y="4053"/>
                    <a:pt x="18005" y="3852"/>
                  </a:cubicBezTo>
                  <a:cubicBezTo>
                    <a:pt x="18693" y="3767"/>
                    <a:pt x="19409" y="3680"/>
                    <a:pt x="20124" y="3508"/>
                  </a:cubicBezTo>
                  <a:cubicBezTo>
                    <a:pt x="20612" y="3423"/>
                    <a:pt x="21070" y="3222"/>
                    <a:pt x="21528" y="3050"/>
                  </a:cubicBezTo>
                  <a:cubicBezTo>
                    <a:pt x="22013" y="2878"/>
                    <a:pt x="22501" y="2679"/>
                    <a:pt x="23016" y="2565"/>
                  </a:cubicBezTo>
                  <a:cubicBezTo>
                    <a:pt x="23360" y="2478"/>
                    <a:pt x="23731" y="2478"/>
                    <a:pt x="24132" y="2478"/>
                  </a:cubicBezTo>
                  <a:cubicBezTo>
                    <a:pt x="24704" y="2450"/>
                    <a:pt x="25306" y="2420"/>
                    <a:pt x="25849" y="2191"/>
                  </a:cubicBezTo>
                  <a:cubicBezTo>
                    <a:pt x="26823" y="1848"/>
                    <a:pt x="26937" y="1332"/>
                    <a:pt x="26910" y="1076"/>
                  </a:cubicBezTo>
                  <a:cubicBezTo>
                    <a:pt x="26910" y="790"/>
                    <a:pt x="26708" y="302"/>
                    <a:pt x="25677" y="45"/>
                  </a:cubicBezTo>
                  <a:cubicBezTo>
                    <a:pt x="25487" y="13"/>
                    <a:pt x="25292" y="1"/>
                    <a:pt x="2510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5"/>
            <p:cNvSpPr/>
            <p:nvPr/>
          </p:nvSpPr>
          <p:spPr>
            <a:xfrm>
              <a:off x="7152566" y="960252"/>
              <a:ext cx="379872" cy="269471"/>
            </a:xfrm>
            <a:custGeom>
              <a:avLst/>
              <a:gdLst/>
              <a:ahLst/>
              <a:cxnLst/>
              <a:rect l="l" t="t" r="r" b="b"/>
              <a:pathLst>
                <a:path w="18780" h="13322" extrusionOk="0">
                  <a:moveTo>
                    <a:pt x="2986" y="1"/>
                  </a:moveTo>
                  <a:cubicBezTo>
                    <a:pt x="2474" y="1"/>
                    <a:pt x="2065" y="366"/>
                    <a:pt x="1718" y="687"/>
                  </a:cubicBezTo>
                  <a:cubicBezTo>
                    <a:pt x="1088" y="1117"/>
                    <a:pt x="1" y="2061"/>
                    <a:pt x="1" y="2920"/>
                  </a:cubicBezTo>
                  <a:cubicBezTo>
                    <a:pt x="28" y="3690"/>
                    <a:pt x="518" y="3905"/>
                    <a:pt x="1127" y="3905"/>
                  </a:cubicBezTo>
                  <a:cubicBezTo>
                    <a:pt x="1787" y="3905"/>
                    <a:pt x="2586" y="3653"/>
                    <a:pt x="3092" y="3579"/>
                  </a:cubicBezTo>
                  <a:cubicBezTo>
                    <a:pt x="3765" y="3476"/>
                    <a:pt x="4584" y="3360"/>
                    <a:pt x="5401" y="3360"/>
                  </a:cubicBezTo>
                  <a:cubicBezTo>
                    <a:pt x="6391" y="3360"/>
                    <a:pt x="7379" y="3530"/>
                    <a:pt x="8101" y="4094"/>
                  </a:cubicBezTo>
                  <a:cubicBezTo>
                    <a:pt x="8845" y="4667"/>
                    <a:pt x="9791" y="5526"/>
                    <a:pt x="9532" y="6614"/>
                  </a:cubicBezTo>
                  <a:cubicBezTo>
                    <a:pt x="9390" y="7129"/>
                    <a:pt x="8444" y="8874"/>
                    <a:pt x="8016" y="9075"/>
                  </a:cubicBezTo>
                  <a:cubicBezTo>
                    <a:pt x="7810" y="9173"/>
                    <a:pt x="7584" y="9210"/>
                    <a:pt x="7345" y="9210"/>
                  </a:cubicBezTo>
                  <a:cubicBezTo>
                    <a:pt x="6593" y="9210"/>
                    <a:pt x="5717" y="8842"/>
                    <a:pt x="4975" y="8842"/>
                  </a:cubicBezTo>
                  <a:cubicBezTo>
                    <a:pt x="4708" y="8842"/>
                    <a:pt x="4458" y="8889"/>
                    <a:pt x="4237" y="9018"/>
                  </a:cubicBezTo>
                  <a:cubicBezTo>
                    <a:pt x="2749" y="9877"/>
                    <a:pt x="5153" y="10248"/>
                    <a:pt x="5840" y="10248"/>
                  </a:cubicBezTo>
                  <a:cubicBezTo>
                    <a:pt x="7414" y="10305"/>
                    <a:pt x="7872" y="10534"/>
                    <a:pt x="8646" y="11908"/>
                  </a:cubicBezTo>
                  <a:cubicBezTo>
                    <a:pt x="8989" y="12625"/>
                    <a:pt x="8845" y="12911"/>
                    <a:pt x="9791" y="13198"/>
                  </a:cubicBezTo>
                  <a:cubicBezTo>
                    <a:pt x="9963" y="13249"/>
                    <a:pt x="10331" y="13321"/>
                    <a:pt x="10641" y="13321"/>
                  </a:cubicBezTo>
                  <a:cubicBezTo>
                    <a:pt x="10847" y="13321"/>
                    <a:pt x="11027" y="13289"/>
                    <a:pt x="11108" y="13198"/>
                  </a:cubicBezTo>
                  <a:cubicBezTo>
                    <a:pt x="11786" y="12623"/>
                    <a:pt x="10203" y="11002"/>
                    <a:pt x="11374" y="11002"/>
                  </a:cubicBezTo>
                  <a:cubicBezTo>
                    <a:pt x="11487" y="11002"/>
                    <a:pt x="11626" y="11017"/>
                    <a:pt x="11795" y="11050"/>
                  </a:cubicBezTo>
                  <a:cubicBezTo>
                    <a:pt x="12406" y="11092"/>
                    <a:pt x="12895" y="11820"/>
                    <a:pt x="13499" y="11820"/>
                  </a:cubicBezTo>
                  <a:cubicBezTo>
                    <a:pt x="13714" y="11820"/>
                    <a:pt x="13944" y="11728"/>
                    <a:pt x="14199" y="11480"/>
                  </a:cubicBezTo>
                  <a:cubicBezTo>
                    <a:pt x="15631" y="10163"/>
                    <a:pt x="13025" y="9446"/>
                    <a:pt x="13226" y="8359"/>
                  </a:cubicBezTo>
                  <a:cubicBezTo>
                    <a:pt x="13327" y="7874"/>
                    <a:pt x="13638" y="7703"/>
                    <a:pt x="14015" y="7703"/>
                  </a:cubicBezTo>
                  <a:cubicBezTo>
                    <a:pt x="14708" y="7703"/>
                    <a:pt x="15628" y="8281"/>
                    <a:pt x="15887" y="8560"/>
                  </a:cubicBezTo>
                  <a:cubicBezTo>
                    <a:pt x="16294" y="8948"/>
                    <a:pt x="16438" y="9288"/>
                    <a:pt x="16766" y="9288"/>
                  </a:cubicBezTo>
                  <a:cubicBezTo>
                    <a:pt x="16946" y="9288"/>
                    <a:pt x="17182" y="9185"/>
                    <a:pt x="17548" y="8931"/>
                  </a:cubicBezTo>
                  <a:cubicBezTo>
                    <a:pt x="18093" y="8560"/>
                    <a:pt x="18780" y="7557"/>
                    <a:pt x="18635" y="6756"/>
                  </a:cubicBezTo>
                  <a:cubicBezTo>
                    <a:pt x="18379" y="5668"/>
                    <a:pt x="17463" y="5897"/>
                    <a:pt x="16719" y="5668"/>
                  </a:cubicBezTo>
                  <a:cubicBezTo>
                    <a:pt x="14257" y="5095"/>
                    <a:pt x="17147" y="3636"/>
                    <a:pt x="15429" y="2205"/>
                  </a:cubicBezTo>
                  <a:cubicBezTo>
                    <a:pt x="15030" y="1888"/>
                    <a:pt x="13326" y="1370"/>
                    <a:pt x="12317" y="1370"/>
                  </a:cubicBezTo>
                  <a:cubicBezTo>
                    <a:pt x="11956" y="1370"/>
                    <a:pt x="11684" y="1437"/>
                    <a:pt x="11593" y="1603"/>
                  </a:cubicBezTo>
                  <a:lnTo>
                    <a:pt x="11508" y="1603"/>
                  </a:lnTo>
                  <a:cubicBezTo>
                    <a:pt x="11012" y="1603"/>
                    <a:pt x="10389" y="1705"/>
                    <a:pt x="9825" y="1705"/>
                  </a:cubicBezTo>
                  <a:cubicBezTo>
                    <a:pt x="9543" y="1705"/>
                    <a:pt x="9276" y="1679"/>
                    <a:pt x="9047" y="1603"/>
                  </a:cubicBezTo>
                  <a:cubicBezTo>
                    <a:pt x="8444" y="1461"/>
                    <a:pt x="8215" y="973"/>
                    <a:pt x="7757" y="687"/>
                  </a:cubicBezTo>
                  <a:cubicBezTo>
                    <a:pt x="7381" y="455"/>
                    <a:pt x="7060" y="355"/>
                    <a:pt x="6752" y="355"/>
                  </a:cubicBezTo>
                  <a:cubicBezTo>
                    <a:pt x="6264" y="355"/>
                    <a:pt x="5807" y="605"/>
                    <a:pt x="5211" y="973"/>
                  </a:cubicBezTo>
                  <a:cubicBezTo>
                    <a:pt x="4936" y="1166"/>
                    <a:pt x="4371" y="1778"/>
                    <a:pt x="3972" y="1778"/>
                  </a:cubicBezTo>
                  <a:cubicBezTo>
                    <a:pt x="3955" y="1778"/>
                    <a:pt x="3938" y="1777"/>
                    <a:pt x="3921" y="1775"/>
                  </a:cubicBezTo>
                  <a:cubicBezTo>
                    <a:pt x="3149" y="1546"/>
                    <a:pt x="3921" y="1175"/>
                    <a:pt x="3837" y="744"/>
                  </a:cubicBezTo>
                  <a:cubicBezTo>
                    <a:pt x="3635" y="171"/>
                    <a:pt x="3979" y="171"/>
                    <a:pt x="3234" y="29"/>
                  </a:cubicBezTo>
                  <a:cubicBezTo>
                    <a:pt x="3149" y="10"/>
                    <a:pt x="3066" y="1"/>
                    <a:pt x="2986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5"/>
            <p:cNvSpPr/>
            <p:nvPr/>
          </p:nvSpPr>
          <p:spPr>
            <a:xfrm>
              <a:off x="7145021" y="952606"/>
              <a:ext cx="395529" cy="284439"/>
            </a:xfrm>
            <a:custGeom>
              <a:avLst/>
              <a:gdLst/>
              <a:ahLst/>
              <a:cxnLst/>
              <a:rect l="l" t="t" r="r" b="b"/>
              <a:pathLst>
                <a:path w="19554" h="14062" extrusionOk="0">
                  <a:moveTo>
                    <a:pt x="3368" y="734"/>
                  </a:moveTo>
                  <a:cubicBezTo>
                    <a:pt x="3418" y="734"/>
                    <a:pt x="3470" y="740"/>
                    <a:pt x="3522" y="751"/>
                  </a:cubicBezTo>
                  <a:cubicBezTo>
                    <a:pt x="3637" y="778"/>
                    <a:pt x="3722" y="808"/>
                    <a:pt x="3779" y="808"/>
                  </a:cubicBezTo>
                  <a:cubicBezTo>
                    <a:pt x="3779" y="893"/>
                    <a:pt x="3809" y="1037"/>
                    <a:pt x="3866" y="1209"/>
                  </a:cubicBezTo>
                  <a:cubicBezTo>
                    <a:pt x="3836" y="1236"/>
                    <a:pt x="3779" y="1351"/>
                    <a:pt x="3751" y="1408"/>
                  </a:cubicBezTo>
                  <a:cubicBezTo>
                    <a:pt x="3664" y="1580"/>
                    <a:pt x="3522" y="1809"/>
                    <a:pt x="3607" y="2068"/>
                  </a:cubicBezTo>
                  <a:cubicBezTo>
                    <a:pt x="3722" y="2324"/>
                    <a:pt x="3980" y="2439"/>
                    <a:pt x="4210" y="2496"/>
                  </a:cubicBezTo>
                  <a:cubicBezTo>
                    <a:pt x="4253" y="2503"/>
                    <a:pt x="4296" y="2507"/>
                    <a:pt x="4339" y="2507"/>
                  </a:cubicBezTo>
                  <a:cubicBezTo>
                    <a:pt x="4811" y="2507"/>
                    <a:pt x="5274" y="2096"/>
                    <a:pt x="5641" y="1782"/>
                  </a:cubicBezTo>
                  <a:cubicBezTo>
                    <a:pt x="5698" y="1724"/>
                    <a:pt x="5755" y="1667"/>
                    <a:pt x="5783" y="1667"/>
                  </a:cubicBezTo>
                  <a:cubicBezTo>
                    <a:pt x="6362" y="1298"/>
                    <a:pt x="6747" y="1091"/>
                    <a:pt x="7137" y="1091"/>
                  </a:cubicBezTo>
                  <a:cubicBezTo>
                    <a:pt x="7383" y="1091"/>
                    <a:pt x="7631" y="1174"/>
                    <a:pt x="7931" y="1351"/>
                  </a:cubicBezTo>
                  <a:cubicBezTo>
                    <a:pt x="8073" y="1466"/>
                    <a:pt x="8217" y="1580"/>
                    <a:pt x="8332" y="1724"/>
                  </a:cubicBezTo>
                  <a:cubicBezTo>
                    <a:pt x="8588" y="1953"/>
                    <a:pt x="8847" y="2240"/>
                    <a:pt x="9305" y="2354"/>
                  </a:cubicBezTo>
                  <a:cubicBezTo>
                    <a:pt x="9597" y="2431"/>
                    <a:pt x="9923" y="2458"/>
                    <a:pt x="10256" y="2458"/>
                  </a:cubicBezTo>
                  <a:cubicBezTo>
                    <a:pt x="10541" y="2458"/>
                    <a:pt x="10830" y="2438"/>
                    <a:pt x="11107" y="2411"/>
                  </a:cubicBezTo>
                  <a:cubicBezTo>
                    <a:pt x="11394" y="2382"/>
                    <a:pt x="11652" y="2354"/>
                    <a:pt x="11852" y="2354"/>
                  </a:cubicBezTo>
                  <a:cubicBezTo>
                    <a:pt x="11888" y="2366"/>
                    <a:pt x="11925" y="2372"/>
                    <a:pt x="11960" y="2372"/>
                  </a:cubicBezTo>
                  <a:cubicBezTo>
                    <a:pt x="12091" y="2372"/>
                    <a:pt x="12207" y="2294"/>
                    <a:pt x="12252" y="2182"/>
                  </a:cubicBezTo>
                  <a:cubicBezTo>
                    <a:pt x="12315" y="2137"/>
                    <a:pt x="12460" y="2116"/>
                    <a:pt x="12656" y="2116"/>
                  </a:cubicBezTo>
                  <a:cubicBezTo>
                    <a:pt x="13444" y="2116"/>
                    <a:pt x="15069" y="2451"/>
                    <a:pt x="15573" y="2840"/>
                  </a:cubicBezTo>
                  <a:cubicBezTo>
                    <a:pt x="16175" y="3385"/>
                    <a:pt x="16031" y="3843"/>
                    <a:pt x="15859" y="4443"/>
                  </a:cubicBezTo>
                  <a:cubicBezTo>
                    <a:pt x="15717" y="4843"/>
                    <a:pt x="15573" y="5274"/>
                    <a:pt x="15802" y="5702"/>
                  </a:cubicBezTo>
                  <a:cubicBezTo>
                    <a:pt x="16004" y="6018"/>
                    <a:pt x="16375" y="6247"/>
                    <a:pt x="17005" y="6389"/>
                  </a:cubicBezTo>
                  <a:cubicBezTo>
                    <a:pt x="17206" y="6476"/>
                    <a:pt x="17405" y="6504"/>
                    <a:pt x="17607" y="6534"/>
                  </a:cubicBezTo>
                  <a:cubicBezTo>
                    <a:pt x="18237" y="6618"/>
                    <a:pt x="18523" y="6676"/>
                    <a:pt x="18665" y="7191"/>
                  </a:cubicBezTo>
                  <a:cubicBezTo>
                    <a:pt x="18752" y="7821"/>
                    <a:pt x="18179" y="8709"/>
                    <a:pt x="17721" y="9023"/>
                  </a:cubicBezTo>
                  <a:cubicBezTo>
                    <a:pt x="17443" y="9213"/>
                    <a:pt x="17300" y="9307"/>
                    <a:pt x="17188" y="9307"/>
                  </a:cubicBezTo>
                  <a:cubicBezTo>
                    <a:pt x="17081" y="9307"/>
                    <a:pt x="17003" y="9221"/>
                    <a:pt x="16863" y="9053"/>
                  </a:cubicBezTo>
                  <a:cubicBezTo>
                    <a:pt x="16776" y="8938"/>
                    <a:pt x="16661" y="8824"/>
                    <a:pt x="16546" y="8709"/>
                  </a:cubicBezTo>
                  <a:cubicBezTo>
                    <a:pt x="16248" y="8384"/>
                    <a:pt x="15212" y="7715"/>
                    <a:pt x="14365" y="7715"/>
                  </a:cubicBezTo>
                  <a:cubicBezTo>
                    <a:pt x="14238" y="7715"/>
                    <a:pt x="14115" y="7730"/>
                    <a:pt x="14000" y="7763"/>
                  </a:cubicBezTo>
                  <a:cubicBezTo>
                    <a:pt x="13599" y="7878"/>
                    <a:pt x="13340" y="8194"/>
                    <a:pt x="13256" y="8679"/>
                  </a:cubicBezTo>
                  <a:cubicBezTo>
                    <a:pt x="13111" y="9309"/>
                    <a:pt x="13599" y="9767"/>
                    <a:pt x="14027" y="10198"/>
                  </a:cubicBezTo>
                  <a:cubicBezTo>
                    <a:pt x="14343" y="10512"/>
                    <a:pt x="14630" y="10828"/>
                    <a:pt x="14630" y="11084"/>
                  </a:cubicBezTo>
                  <a:cubicBezTo>
                    <a:pt x="14630" y="11228"/>
                    <a:pt x="14515" y="11400"/>
                    <a:pt x="14314" y="11599"/>
                  </a:cubicBezTo>
                  <a:cubicBezTo>
                    <a:pt x="14140" y="11761"/>
                    <a:pt x="13999" y="11831"/>
                    <a:pt x="13856" y="11831"/>
                  </a:cubicBezTo>
                  <a:cubicBezTo>
                    <a:pt x="13667" y="11831"/>
                    <a:pt x="13474" y="11710"/>
                    <a:pt x="13198" y="11515"/>
                  </a:cubicBezTo>
                  <a:cubicBezTo>
                    <a:pt x="12912" y="11313"/>
                    <a:pt x="12569" y="11084"/>
                    <a:pt x="12225" y="11057"/>
                  </a:cubicBezTo>
                  <a:cubicBezTo>
                    <a:pt x="12082" y="11023"/>
                    <a:pt x="11922" y="10999"/>
                    <a:pt x="11764" y="10999"/>
                  </a:cubicBezTo>
                  <a:cubicBezTo>
                    <a:pt x="11509" y="10999"/>
                    <a:pt x="11256" y="11062"/>
                    <a:pt x="11080" y="11256"/>
                  </a:cubicBezTo>
                  <a:cubicBezTo>
                    <a:pt x="10821" y="11572"/>
                    <a:pt x="10965" y="12030"/>
                    <a:pt x="11107" y="12488"/>
                  </a:cubicBezTo>
                  <a:cubicBezTo>
                    <a:pt x="11222" y="12774"/>
                    <a:pt x="11366" y="13202"/>
                    <a:pt x="11252" y="13317"/>
                  </a:cubicBezTo>
                  <a:cubicBezTo>
                    <a:pt x="11213" y="13336"/>
                    <a:pt x="11129" y="13346"/>
                    <a:pt x="11022" y="13346"/>
                  </a:cubicBezTo>
                  <a:cubicBezTo>
                    <a:pt x="10810" y="13346"/>
                    <a:pt x="10506" y="13308"/>
                    <a:pt x="10278" y="13232"/>
                  </a:cubicBezTo>
                  <a:cubicBezTo>
                    <a:pt x="9706" y="13060"/>
                    <a:pt x="9676" y="12973"/>
                    <a:pt x="9534" y="12573"/>
                  </a:cubicBezTo>
                  <a:cubicBezTo>
                    <a:pt x="9477" y="12458"/>
                    <a:pt x="9420" y="12316"/>
                    <a:pt x="9333" y="12115"/>
                  </a:cubicBezTo>
                  <a:cubicBezTo>
                    <a:pt x="8504" y="10599"/>
                    <a:pt x="7874" y="10340"/>
                    <a:pt x="6213" y="10255"/>
                  </a:cubicBezTo>
                  <a:cubicBezTo>
                    <a:pt x="5668" y="10255"/>
                    <a:pt x="4782" y="10083"/>
                    <a:pt x="4523" y="9912"/>
                  </a:cubicBezTo>
                  <a:cubicBezTo>
                    <a:pt x="4581" y="9854"/>
                    <a:pt x="4638" y="9797"/>
                    <a:pt x="4810" y="9710"/>
                  </a:cubicBezTo>
                  <a:cubicBezTo>
                    <a:pt x="4961" y="9623"/>
                    <a:pt x="5142" y="9590"/>
                    <a:pt x="5343" y="9590"/>
                  </a:cubicBezTo>
                  <a:cubicBezTo>
                    <a:pt x="5671" y="9590"/>
                    <a:pt x="6051" y="9679"/>
                    <a:pt x="6442" y="9767"/>
                  </a:cubicBezTo>
                  <a:cubicBezTo>
                    <a:pt x="6861" y="9852"/>
                    <a:pt x="7289" y="9945"/>
                    <a:pt x="7704" y="9945"/>
                  </a:cubicBezTo>
                  <a:cubicBezTo>
                    <a:pt x="7999" y="9945"/>
                    <a:pt x="8287" y="9898"/>
                    <a:pt x="8561" y="9767"/>
                  </a:cubicBezTo>
                  <a:cubicBezTo>
                    <a:pt x="9133" y="9481"/>
                    <a:pt x="10134" y="7564"/>
                    <a:pt x="10249" y="7076"/>
                  </a:cubicBezTo>
                  <a:cubicBezTo>
                    <a:pt x="10622" y="5645"/>
                    <a:pt x="9218" y="4587"/>
                    <a:pt x="8675" y="4186"/>
                  </a:cubicBezTo>
                  <a:cubicBezTo>
                    <a:pt x="7886" y="3555"/>
                    <a:pt x="6801" y="3376"/>
                    <a:pt x="5747" y="3376"/>
                  </a:cubicBezTo>
                  <a:cubicBezTo>
                    <a:pt x="4888" y="3376"/>
                    <a:pt x="4050" y="3494"/>
                    <a:pt x="3408" y="3584"/>
                  </a:cubicBezTo>
                  <a:cubicBezTo>
                    <a:pt x="3236" y="3614"/>
                    <a:pt x="3035" y="3671"/>
                    <a:pt x="2806" y="3728"/>
                  </a:cubicBezTo>
                  <a:cubicBezTo>
                    <a:pt x="2412" y="3817"/>
                    <a:pt x="1917" y="3917"/>
                    <a:pt x="1518" y="3917"/>
                  </a:cubicBezTo>
                  <a:cubicBezTo>
                    <a:pt x="1279" y="3917"/>
                    <a:pt x="1075" y="3881"/>
                    <a:pt x="946" y="3785"/>
                  </a:cubicBezTo>
                  <a:cubicBezTo>
                    <a:pt x="889" y="3756"/>
                    <a:pt x="745" y="3641"/>
                    <a:pt x="745" y="3298"/>
                  </a:cubicBezTo>
                  <a:cubicBezTo>
                    <a:pt x="745" y="2668"/>
                    <a:pt x="1576" y="1866"/>
                    <a:pt x="2290" y="1351"/>
                  </a:cubicBezTo>
                  <a:cubicBezTo>
                    <a:pt x="2320" y="1351"/>
                    <a:pt x="2348" y="1324"/>
                    <a:pt x="2348" y="1294"/>
                  </a:cubicBezTo>
                  <a:cubicBezTo>
                    <a:pt x="2745" y="972"/>
                    <a:pt x="3036" y="734"/>
                    <a:pt x="3368" y="734"/>
                  </a:cubicBezTo>
                  <a:close/>
                  <a:moveTo>
                    <a:pt x="3379" y="0"/>
                  </a:moveTo>
                  <a:cubicBezTo>
                    <a:pt x="2739" y="0"/>
                    <a:pt x="2262" y="429"/>
                    <a:pt x="1890" y="751"/>
                  </a:cubicBezTo>
                  <a:cubicBezTo>
                    <a:pt x="1317" y="1152"/>
                    <a:pt x="0" y="2182"/>
                    <a:pt x="0" y="3327"/>
                  </a:cubicBezTo>
                  <a:cubicBezTo>
                    <a:pt x="30" y="3785"/>
                    <a:pt x="202" y="4129"/>
                    <a:pt x="488" y="4358"/>
                  </a:cubicBezTo>
                  <a:cubicBezTo>
                    <a:pt x="766" y="4572"/>
                    <a:pt x="1122" y="4647"/>
                    <a:pt x="1501" y="4647"/>
                  </a:cubicBezTo>
                  <a:cubicBezTo>
                    <a:pt x="1982" y="4647"/>
                    <a:pt x="2502" y="4527"/>
                    <a:pt x="2950" y="4415"/>
                  </a:cubicBezTo>
                  <a:cubicBezTo>
                    <a:pt x="3179" y="4385"/>
                    <a:pt x="3351" y="4328"/>
                    <a:pt x="3522" y="4301"/>
                  </a:cubicBezTo>
                  <a:cubicBezTo>
                    <a:pt x="4137" y="4221"/>
                    <a:pt x="4939" y="4109"/>
                    <a:pt x="5745" y="4109"/>
                  </a:cubicBezTo>
                  <a:cubicBezTo>
                    <a:pt x="6665" y="4109"/>
                    <a:pt x="7589" y="4254"/>
                    <a:pt x="8245" y="4759"/>
                  </a:cubicBezTo>
                  <a:cubicBezTo>
                    <a:pt x="8962" y="5301"/>
                    <a:pt x="9763" y="6046"/>
                    <a:pt x="9562" y="6905"/>
                  </a:cubicBezTo>
                  <a:cubicBezTo>
                    <a:pt x="9420" y="7392"/>
                    <a:pt x="8504" y="8966"/>
                    <a:pt x="8245" y="9137"/>
                  </a:cubicBezTo>
                  <a:cubicBezTo>
                    <a:pt x="8093" y="9209"/>
                    <a:pt x="7919" y="9237"/>
                    <a:pt x="7731" y="9237"/>
                  </a:cubicBezTo>
                  <a:cubicBezTo>
                    <a:pt x="7389" y="9237"/>
                    <a:pt x="7001" y="9144"/>
                    <a:pt x="6614" y="9053"/>
                  </a:cubicBezTo>
                  <a:cubicBezTo>
                    <a:pt x="6195" y="8956"/>
                    <a:pt x="5767" y="8859"/>
                    <a:pt x="5356" y="8859"/>
                  </a:cubicBezTo>
                  <a:cubicBezTo>
                    <a:pt x="5036" y="8859"/>
                    <a:pt x="4726" y="8918"/>
                    <a:pt x="4439" y="9080"/>
                  </a:cubicBezTo>
                  <a:cubicBezTo>
                    <a:pt x="3923" y="9366"/>
                    <a:pt x="3694" y="9710"/>
                    <a:pt x="3779" y="10053"/>
                  </a:cubicBezTo>
                  <a:cubicBezTo>
                    <a:pt x="4038" y="10912"/>
                    <a:pt x="6156" y="10970"/>
                    <a:pt x="6184" y="10970"/>
                  </a:cubicBezTo>
                  <a:cubicBezTo>
                    <a:pt x="7615" y="11057"/>
                    <a:pt x="7988" y="11171"/>
                    <a:pt x="8675" y="12431"/>
                  </a:cubicBezTo>
                  <a:cubicBezTo>
                    <a:pt x="8760" y="12602"/>
                    <a:pt x="8790" y="12717"/>
                    <a:pt x="8847" y="12831"/>
                  </a:cubicBezTo>
                  <a:cubicBezTo>
                    <a:pt x="9046" y="13347"/>
                    <a:pt x="9191" y="13660"/>
                    <a:pt x="10077" y="13947"/>
                  </a:cubicBezTo>
                  <a:cubicBezTo>
                    <a:pt x="10191" y="13976"/>
                    <a:pt x="10622" y="14061"/>
                    <a:pt x="11023" y="14061"/>
                  </a:cubicBezTo>
                  <a:cubicBezTo>
                    <a:pt x="11309" y="14061"/>
                    <a:pt x="11565" y="14034"/>
                    <a:pt x="11710" y="13862"/>
                  </a:cubicBezTo>
                  <a:cubicBezTo>
                    <a:pt x="12225" y="13431"/>
                    <a:pt x="11996" y="12744"/>
                    <a:pt x="11794" y="12229"/>
                  </a:cubicBezTo>
                  <a:cubicBezTo>
                    <a:pt x="11767" y="12087"/>
                    <a:pt x="11680" y="11858"/>
                    <a:pt x="11652" y="11744"/>
                  </a:cubicBezTo>
                  <a:cubicBezTo>
                    <a:pt x="11676" y="11731"/>
                    <a:pt x="11715" y="11724"/>
                    <a:pt x="11773" y="11724"/>
                  </a:cubicBezTo>
                  <a:cubicBezTo>
                    <a:pt x="11854" y="11724"/>
                    <a:pt x="11972" y="11738"/>
                    <a:pt x="12138" y="11771"/>
                  </a:cubicBezTo>
                  <a:cubicBezTo>
                    <a:pt x="12340" y="11801"/>
                    <a:pt x="12539" y="11943"/>
                    <a:pt x="12768" y="12115"/>
                  </a:cubicBezTo>
                  <a:cubicBezTo>
                    <a:pt x="13059" y="12303"/>
                    <a:pt x="13430" y="12552"/>
                    <a:pt x="13859" y="12552"/>
                  </a:cubicBezTo>
                  <a:cubicBezTo>
                    <a:pt x="14150" y="12552"/>
                    <a:pt x="14466" y="12438"/>
                    <a:pt x="14801" y="12115"/>
                  </a:cubicBezTo>
                  <a:cubicBezTo>
                    <a:pt x="15172" y="11801"/>
                    <a:pt x="15344" y="11457"/>
                    <a:pt x="15374" y="11084"/>
                  </a:cubicBezTo>
                  <a:cubicBezTo>
                    <a:pt x="15374" y="10512"/>
                    <a:pt x="14943" y="10083"/>
                    <a:pt x="14543" y="9682"/>
                  </a:cubicBezTo>
                  <a:cubicBezTo>
                    <a:pt x="14229" y="9366"/>
                    <a:pt x="13913" y="9053"/>
                    <a:pt x="13943" y="8794"/>
                  </a:cubicBezTo>
                  <a:cubicBezTo>
                    <a:pt x="14000" y="8565"/>
                    <a:pt x="14114" y="8480"/>
                    <a:pt x="14199" y="8450"/>
                  </a:cubicBezTo>
                  <a:cubicBezTo>
                    <a:pt x="14252" y="8436"/>
                    <a:pt x="14311" y="8429"/>
                    <a:pt x="14373" y="8429"/>
                  </a:cubicBezTo>
                  <a:cubicBezTo>
                    <a:pt x="14919" y="8429"/>
                    <a:pt x="15774" y="8941"/>
                    <a:pt x="16031" y="9224"/>
                  </a:cubicBezTo>
                  <a:cubicBezTo>
                    <a:pt x="16146" y="9339"/>
                    <a:pt x="16233" y="9424"/>
                    <a:pt x="16317" y="9538"/>
                  </a:cubicBezTo>
                  <a:cubicBezTo>
                    <a:pt x="16585" y="9852"/>
                    <a:pt x="16825" y="10037"/>
                    <a:pt x="17139" y="10037"/>
                  </a:cubicBezTo>
                  <a:cubicBezTo>
                    <a:pt x="17399" y="10037"/>
                    <a:pt x="17708" y="9910"/>
                    <a:pt x="18122" y="9625"/>
                  </a:cubicBezTo>
                  <a:cubicBezTo>
                    <a:pt x="18752" y="9195"/>
                    <a:pt x="19553" y="8050"/>
                    <a:pt x="19352" y="7049"/>
                  </a:cubicBezTo>
                  <a:cubicBezTo>
                    <a:pt x="19095" y="5989"/>
                    <a:pt x="18294" y="5874"/>
                    <a:pt x="17721" y="5789"/>
                  </a:cubicBezTo>
                  <a:cubicBezTo>
                    <a:pt x="17520" y="5789"/>
                    <a:pt x="17348" y="5760"/>
                    <a:pt x="17176" y="5702"/>
                  </a:cubicBezTo>
                  <a:cubicBezTo>
                    <a:pt x="16634" y="5560"/>
                    <a:pt x="16489" y="5416"/>
                    <a:pt x="16432" y="5331"/>
                  </a:cubicBezTo>
                  <a:cubicBezTo>
                    <a:pt x="16347" y="5217"/>
                    <a:pt x="16432" y="4930"/>
                    <a:pt x="16546" y="4672"/>
                  </a:cubicBezTo>
                  <a:cubicBezTo>
                    <a:pt x="16718" y="4042"/>
                    <a:pt x="17034" y="3156"/>
                    <a:pt x="16031" y="2297"/>
                  </a:cubicBezTo>
                  <a:cubicBezTo>
                    <a:pt x="15542" y="1906"/>
                    <a:pt x="13843" y="1389"/>
                    <a:pt x="12734" y="1389"/>
                  </a:cubicBezTo>
                  <a:cubicBezTo>
                    <a:pt x="12544" y="1389"/>
                    <a:pt x="12371" y="1405"/>
                    <a:pt x="12225" y="1438"/>
                  </a:cubicBezTo>
                  <a:cubicBezTo>
                    <a:pt x="12053" y="1466"/>
                    <a:pt x="11909" y="1523"/>
                    <a:pt x="11794" y="1637"/>
                  </a:cubicBezTo>
                  <a:cubicBezTo>
                    <a:pt x="11565" y="1637"/>
                    <a:pt x="11309" y="1667"/>
                    <a:pt x="11050" y="1667"/>
                  </a:cubicBezTo>
                  <a:cubicBezTo>
                    <a:pt x="10761" y="1698"/>
                    <a:pt x="10463" y="1728"/>
                    <a:pt x="10183" y="1728"/>
                  </a:cubicBezTo>
                  <a:cubicBezTo>
                    <a:pt x="9937" y="1728"/>
                    <a:pt x="9705" y="1705"/>
                    <a:pt x="9504" y="1637"/>
                  </a:cubicBezTo>
                  <a:cubicBezTo>
                    <a:pt x="9218" y="1580"/>
                    <a:pt x="9076" y="1408"/>
                    <a:pt x="8847" y="1209"/>
                  </a:cubicBezTo>
                  <a:cubicBezTo>
                    <a:pt x="8703" y="1037"/>
                    <a:pt x="8531" y="865"/>
                    <a:pt x="8302" y="751"/>
                  </a:cubicBezTo>
                  <a:cubicBezTo>
                    <a:pt x="7879" y="491"/>
                    <a:pt x="7502" y="382"/>
                    <a:pt x="7140" y="382"/>
                  </a:cubicBezTo>
                  <a:cubicBezTo>
                    <a:pt x="6546" y="382"/>
                    <a:pt x="5995" y="674"/>
                    <a:pt x="5355" y="1065"/>
                  </a:cubicBezTo>
                  <a:cubicBezTo>
                    <a:pt x="5297" y="1095"/>
                    <a:pt x="5240" y="1179"/>
                    <a:pt x="5153" y="1236"/>
                  </a:cubicBezTo>
                  <a:cubicBezTo>
                    <a:pt x="4751" y="1587"/>
                    <a:pt x="4498" y="1784"/>
                    <a:pt x="4399" y="1784"/>
                  </a:cubicBezTo>
                  <a:cubicBezTo>
                    <a:pt x="4392" y="1784"/>
                    <a:pt x="4386" y="1783"/>
                    <a:pt x="4381" y="1782"/>
                  </a:cubicBezTo>
                  <a:cubicBezTo>
                    <a:pt x="4466" y="1610"/>
                    <a:pt x="4610" y="1351"/>
                    <a:pt x="4581" y="1065"/>
                  </a:cubicBezTo>
                  <a:cubicBezTo>
                    <a:pt x="4581" y="1037"/>
                    <a:pt x="4553" y="1037"/>
                    <a:pt x="4553" y="1007"/>
                  </a:cubicBezTo>
                  <a:cubicBezTo>
                    <a:pt x="4496" y="865"/>
                    <a:pt x="4496" y="778"/>
                    <a:pt x="4496" y="694"/>
                  </a:cubicBezTo>
                  <a:cubicBezTo>
                    <a:pt x="4439" y="206"/>
                    <a:pt x="4122" y="121"/>
                    <a:pt x="3694" y="34"/>
                  </a:cubicBezTo>
                  <a:cubicBezTo>
                    <a:pt x="3585" y="11"/>
                    <a:pt x="3480" y="0"/>
                    <a:pt x="33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5"/>
            <p:cNvSpPr/>
            <p:nvPr/>
          </p:nvSpPr>
          <p:spPr>
            <a:xfrm>
              <a:off x="7225291" y="804850"/>
              <a:ext cx="153952" cy="47939"/>
            </a:xfrm>
            <a:custGeom>
              <a:avLst/>
              <a:gdLst/>
              <a:ahLst/>
              <a:cxnLst/>
              <a:rect l="l" t="t" r="r" b="b"/>
              <a:pathLst>
                <a:path w="7611" h="2370" extrusionOk="0">
                  <a:moveTo>
                    <a:pt x="5247" y="0"/>
                  </a:moveTo>
                  <a:cubicBezTo>
                    <a:pt x="5132" y="0"/>
                    <a:pt x="5034" y="30"/>
                    <a:pt x="4964" y="97"/>
                  </a:cubicBezTo>
                  <a:lnTo>
                    <a:pt x="4907" y="97"/>
                  </a:lnTo>
                  <a:cubicBezTo>
                    <a:pt x="4219" y="239"/>
                    <a:pt x="3876" y="669"/>
                    <a:pt x="3333" y="898"/>
                  </a:cubicBezTo>
                  <a:cubicBezTo>
                    <a:pt x="3189" y="957"/>
                    <a:pt x="3016" y="974"/>
                    <a:pt x="2834" y="974"/>
                  </a:cubicBezTo>
                  <a:cubicBezTo>
                    <a:pt x="2599" y="974"/>
                    <a:pt x="2350" y="946"/>
                    <a:pt x="2132" y="946"/>
                  </a:cubicBezTo>
                  <a:cubicBezTo>
                    <a:pt x="1947" y="946"/>
                    <a:pt x="1784" y="966"/>
                    <a:pt x="1673" y="1040"/>
                  </a:cubicBezTo>
                  <a:cubicBezTo>
                    <a:pt x="1" y="1961"/>
                    <a:pt x="2039" y="2370"/>
                    <a:pt x="3174" y="2370"/>
                  </a:cubicBezTo>
                  <a:cubicBezTo>
                    <a:pt x="3381" y="2370"/>
                    <a:pt x="3558" y="2356"/>
                    <a:pt x="3677" y="2330"/>
                  </a:cubicBezTo>
                  <a:cubicBezTo>
                    <a:pt x="3758" y="2322"/>
                    <a:pt x="3880" y="2319"/>
                    <a:pt x="4030" y="2319"/>
                  </a:cubicBezTo>
                  <a:cubicBezTo>
                    <a:pt x="4294" y="2319"/>
                    <a:pt x="4645" y="2327"/>
                    <a:pt x="5020" y="2327"/>
                  </a:cubicBezTo>
                  <a:cubicBezTo>
                    <a:pt x="5996" y="2327"/>
                    <a:pt x="7133" y="2275"/>
                    <a:pt x="7311" y="1899"/>
                  </a:cubicBezTo>
                  <a:cubicBezTo>
                    <a:pt x="7610" y="1351"/>
                    <a:pt x="6022" y="0"/>
                    <a:pt x="524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5"/>
            <p:cNvSpPr/>
            <p:nvPr/>
          </p:nvSpPr>
          <p:spPr>
            <a:xfrm>
              <a:off x="7237125" y="797284"/>
              <a:ext cx="148247" cy="62806"/>
            </a:xfrm>
            <a:custGeom>
              <a:avLst/>
              <a:gdLst/>
              <a:ahLst/>
              <a:cxnLst/>
              <a:rect l="l" t="t" r="r" b="b"/>
              <a:pathLst>
                <a:path w="7329" h="3105" extrusionOk="0">
                  <a:moveTo>
                    <a:pt x="4701" y="743"/>
                  </a:moveTo>
                  <a:cubicBezTo>
                    <a:pt x="4852" y="743"/>
                    <a:pt x="5205" y="878"/>
                    <a:pt x="5638" y="1215"/>
                  </a:cubicBezTo>
                  <a:cubicBezTo>
                    <a:pt x="6183" y="1616"/>
                    <a:pt x="6412" y="2017"/>
                    <a:pt x="6412" y="2101"/>
                  </a:cubicBezTo>
                  <a:cubicBezTo>
                    <a:pt x="6154" y="2330"/>
                    <a:pt x="4551" y="2330"/>
                    <a:pt x="3951" y="2330"/>
                  </a:cubicBezTo>
                  <a:cubicBezTo>
                    <a:pt x="3550" y="2330"/>
                    <a:pt x="3234" y="2330"/>
                    <a:pt x="3034" y="2360"/>
                  </a:cubicBezTo>
                  <a:cubicBezTo>
                    <a:pt x="2926" y="2383"/>
                    <a:pt x="2785" y="2393"/>
                    <a:pt x="2628" y="2393"/>
                  </a:cubicBezTo>
                  <a:cubicBezTo>
                    <a:pt x="1996" y="2393"/>
                    <a:pt x="1088" y="2227"/>
                    <a:pt x="859" y="2044"/>
                  </a:cubicBezTo>
                  <a:cubicBezTo>
                    <a:pt x="886" y="1987"/>
                    <a:pt x="1001" y="1872"/>
                    <a:pt x="1287" y="1730"/>
                  </a:cubicBezTo>
                  <a:cubicBezTo>
                    <a:pt x="1331" y="1701"/>
                    <a:pt x="1428" y="1694"/>
                    <a:pt x="1534" y="1694"/>
                  </a:cubicBezTo>
                  <a:cubicBezTo>
                    <a:pt x="1636" y="1694"/>
                    <a:pt x="1748" y="1701"/>
                    <a:pt x="1832" y="1701"/>
                  </a:cubicBezTo>
                  <a:cubicBezTo>
                    <a:pt x="1972" y="1713"/>
                    <a:pt x="2122" y="1725"/>
                    <a:pt x="2272" y="1725"/>
                  </a:cubicBezTo>
                  <a:cubicBezTo>
                    <a:pt x="2489" y="1725"/>
                    <a:pt x="2705" y="1700"/>
                    <a:pt x="2890" y="1616"/>
                  </a:cubicBezTo>
                  <a:cubicBezTo>
                    <a:pt x="3149" y="1501"/>
                    <a:pt x="3348" y="1357"/>
                    <a:pt x="3550" y="1243"/>
                  </a:cubicBezTo>
                  <a:cubicBezTo>
                    <a:pt x="3806" y="1071"/>
                    <a:pt x="4035" y="899"/>
                    <a:pt x="4351" y="842"/>
                  </a:cubicBezTo>
                  <a:cubicBezTo>
                    <a:pt x="4436" y="842"/>
                    <a:pt x="4551" y="814"/>
                    <a:pt x="4638" y="757"/>
                  </a:cubicBezTo>
                  <a:cubicBezTo>
                    <a:pt x="4651" y="748"/>
                    <a:pt x="4672" y="743"/>
                    <a:pt x="4701" y="743"/>
                  </a:cubicBezTo>
                  <a:close/>
                  <a:moveTo>
                    <a:pt x="4657" y="0"/>
                  </a:moveTo>
                  <a:cubicBezTo>
                    <a:pt x="4519" y="0"/>
                    <a:pt x="4385" y="29"/>
                    <a:pt x="4264" y="97"/>
                  </a:cubicBezTo>
                  <a:cubicBezTo>
                    <a:pt x="4264" y="97"/>
                    <a:pt x="4264" y="127"/>
                    <a:pt x="4237" y="127"/>
                  </a:cubicBezTo>
                  <a:cubicBezTo>
                    <a:pt x="3779" y="212"/>
                    <a:pt x="3435" y="441"/>
                    <a:pt x="3149" y="643"/>
                  </a:cubicBezTo>
                  <a:cubicBezTo>
                    <a:pt x="2977" y="757"/>
                    <a:pt x="2805" y="842"/>
                    <a:pt x="2604" y="929"/>
                  </a:cubicBezTo>
                  <a:cubicBezTo>
                    <a:pt x="2500" y="980"/>
                    <a:pt x="2353" y="990"/>
                    <a:pt x="2197" y="990"/>
                  </a:cubicBezTo>
                  <a:cubicBezTo>
                    <a:pt x="2096" y="990"/>
                    <a:pt x="1990" y="986"/>
                    <a:pt x="1889" y="986"/>
                  </a:cubicBezTo>
                  <a:cubicBezTo>
                    <a:pt x="1749" y="975"/>
                    <a:pt x="1612" y="964"/>
                    <a:pt x="1483" y="964"/>
                  </a:cubicBezTo>
                  <a:cubicBezTo>
                    <a:pt x="1269" y="964"/>
                    <a:pt x="1076" y="994"/>
                    <a:pt x="916" y="1101"/>
                  </a:cubicBezTo>
                  <a:cubicBezTo>
                    <a:pt x="257" y="1472"/>
                    <a:pt x="0" y="1845"/>
                    <a:pt x="142" y="2246"/>
                  </a:cubicBezTo>
                  <a:cubicBezTo>
                    <a:pt x="371" y="2933"/>
                    <a:pt x="1860" y="3104"/>
                    <a:pt x="2661" y="3104"/>
                  </a:cubicBezTo>
                  <a:cubicBezTo>
                    <a:pt x="2890" y="3104"/>
                    <a:pt x="3034" y="3104"/>
                    <a:pt x="3119" y="3075"/>
                  </a:cubicBezTo>
                  <a:cubicBezTo>
                    <a:pt x="3167" y="3065"/>
                    <a:pt x="3238" y="3062"/>
                    <a:pt x="3323" y="3062"/>
                  </a:cubicBezTo>
                  <a:cubicBezTo>
                    <a:pt x="3492" y="3062"/>
                    <a:pt x="3722" y="3075"/>
                    <a:pt x="3951" y="3075"/>
                  </a:cubicBezTo>
                  <a:cubicBezTo>
                    <a:pt x="5581" y="3075"/>
                    <a:pt x="6756" y="3017"/>
                    <a:pt x="7042" y="2445"/>
                  </a:cubicBezTo>
                  <a:cubicBezTo>
                    <a:pt x="7328" y="1872"/>
                    <a:pt x="6726" y="1128"/>
                    <a:pt x="6069" y="613"/>
                  </a:cubicBezTo>
                  <a:cubicBezTo>
                    <a:pt x="5840" y="453"/>
                    <a:pt x="5209" y="0"/>
                    <a:pt x="4657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5"/>
            <p:cNvSpPr/>
            <p:nvPr/>
          </p:nvSpPr>
          <p:spPr>
            <a:xfrm>
              <a:off x="7070273" y="1135763"/>
              <a:ext cx="87059" cy="59651"/>
            </a:xfrm>
            <a:custGeom>
              <a:avLst/>
              <a:gdLst/>
              <a:ahLst/>
              <a:cxnLst/>
              <a:rect l="l" t="t" r="r" b="b"/>
              <a:pathLst>
                <a:path w="4304" h="2949" extrusionOk="0">
                  <a:moveTo>
                    <a:pt x="2512" y="1"/>
                  </a:moveTo>
                  <a:cubicBezTo>
                    <a:pt x="2384" y="1"/>
                    <a:pt x="2262" y="35"/>
                    <a:pt x="2149" y="113"/>
                  </a:cubicBezTo>
                  <a:lnTo>
                    <a:pt x="2092" y="198"/>
                  </a:lnTo>
                  <a:cubicBezTo>
                    <a:pt x="1320" y="198"/>
                    <a:pt x="1405" y="628"/>
                    <a:pt x="1062" y="972"/>
                  </a:cubicBezTo>
                  <a:cubicBezTo>
                    <a:pt x="977" y="1114"/>
                    <a:pt x="175" y="2060"/>
                    <a:pt x="175" y="2145"/>
                  </a:cubicBezTo>
                  <a:cubicBezTo>
                    <a:pt x="0" y="2762"/>
                    <a:pt x="171" y="2949"/>
                    <a:pt x="476" y="2949"/>
                  </a:cubicBezTo>
                  <a:cubicBezTo>
                    <a:pt x="920" y="2949"/>
                    <a:pt x="1650" y="2552"/>
                    <a:pt x="2007" y="2518"/>
                  </a:cubicBezTo>
                  <a:cubicBezTo>
                    <a:pt x="2041" y="2514"/>
                    <a:pt x="2076" y="2512"/>
                    <a:pt x="2112" y="2512"/>
                  </a:cubicBezTo>
                  <a:cubicBezTo>
                    <a:pt x="2528" y="2512"/>
                    <a:pt x="3126" y="2739"/>
                    <a:pt x="3580" y="2739"/>
                  </a:cubicBezTo>
                  <a:cubicBezTo>
                    <a:pt x="4005" y="2739"/>
                    <a:pt x="4304" y="2541"/>
                    <a:pt x="4211" y="1774"/>
                  </a:cubicBezTo>
                  <a:cubicBezTo>
                    <a:pt x="4090" y="1093"/>
                    <a:pt x="3225" y="1"/>
                    <a:pt x="251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5"/>
            <p:cNvSpPr/>
            <p:nvPr/>
          </p:nvSpPr>
          <p:spPr>
            <a:xfrm>
              <a:off x="7062788" y="1128521"/>
              <a:ext cx="101380" cy="74397"/>
            </a:xfrm>
            <a:custGeom>
              <a:avLst/>
              <a:gdLst/>
              <a:ahLst/>
              <a:cxnLst/>
              <a:rect l="l" t="t" r="r" b="b"/>
              <a:pathLst>
                <a:path w="5012" h="3678" extrusionOk="0">
                  <a:moveTo>
                    <a:pt x="2867" y="728"/>
                  </a:moveTo>
                  <a:cubicBezTo>
                    <a:pt x="2921" y="728"/>
                    <a:pt x="2992" y="743"/>
                    <a:pt x="3092" y="785"/>
                  </a:cubicBezTo>
                  <a:cubicBezTo>
                    <a:pt x="3607" y="986"/>
                    <a:pt x="4152" y="1758"/>
                    <a:pt x="4210" y="2189"/>
                  </a:cubicBezTo>
                  <a:cubicBezTo>
                    <a:pt x="4267" y="2503"/>
                    <a:pt x="4210" y="2647"/>
                    <a:pt x="4180" y="2704"/>
                  </a:cubicBezTo>
                  <a:cubicBezTo>
                    <a:pt x="4137" y="2739"/>
                    <a:pt x="4066" y="2752"/>
                    <a:pt x="3978" y="2752"/>
                  </a:cubicBezTo>
                  <a:cubicBezTo>
                    <a:pt x="3775" y="2752"/>
                    <a:pt x="3485" y="2678"/>
                    <a:pt x="3264" y="2617"/>
                  </a:cubicBezTo>
                  <a:cubicBezTo>
                    <a:pt x="2966" y="2567"/>
                    <a:pt x="2711" y="2497"/>
                    <a:pt x="2462" y="2497"/>
                  </a:cubicBezTo>
                  <a:cubicBezTo>
                    <a:pt x="2424" y="2497"/>
                    <a:pt x="2386" y="2499"/>
                    <a:pt x="2348" y="2503"/>
                  </a:cubicBezTo>
                  <a:cubicBezTo>
                    <a:pt x="2148" y="2532"/>
                    <a:pt x="1890" y="2617"/>
                    <a:pt x="1633" y="2732"/>
                  </a:cubicBezTo>
                  <a:cubicBezTo>
                    <a:pt x="1432" y="2789"/>
                    <a:pt x="1003" y="2961"/>
                    <a:pt x="832" y="2961"/>
                  </a:cubicBezTo>
                  <a:cubicBezTo>
                    <a:pt x="832" y="2903"/>
                    <a:pt x="832" y="2819"/>
                    <a:pt x="889" y="2647"/>
                  </a:cubicBezTo>
                  <a:cubicBezTo>
                    <a:pt x="946" y="2532"/>
                    <a:pt x="1145" y="2303"/>
                    <a:pt x="1260" y="2132"/>
                  </a:cubicBezTo>
                  <a:cubicBezTo>
                    <a:pt x="1546" y="1816"/>
                    <a:pt x="1661" y="1644"/>
                    <a:pt x="1718" y="1559"/>
                  </a:cubicBezTo>
                  <a:cubicBezTo>
                    <a:pt x="1832" y="1415"/>
                    <a:pt x="1919" y="1300"/>
                    <a:pt x="1977" y="1186"/>
                  </a:cubicBezTo>
                  <a:cubicBezTo>
                    <a:pt x="2091" y="957"/>
                    <a:pt x="2148" y="899"/>
                    <a:pt x="2462" y="899"/>
                  </a:cubicBezTo>
                  <a:cubicBezTo>
                    <a:pt x="2577" y="899"/>
                    <a:pt x="2691" y="842"/>
                    <a:pt x="2748" y="757"/>
                  </a:cubicBezTo>
                  <a:cubicBezTo>
                    <a:pt x="2777" y="743"/>
                    <a:pt x="2813" y="728"/>
                    <a:pt x="2867" y="728"/>
                  </a:cubicBezTo>
                  <a:close/>
                  <a:moveTo>
                    <a:pt x="2892" y="0"/>
                  </a:moveTo>
                  <a:cubicBezTo>
                    <a:pt x="2690" y="0"/>
                    <a:pt x="2496" y="57"/>
                    <a:pt x="2320" y="185"/>
                  </a:cubicBezTo>
                  <a:lnTo>
                    <a:pt x="2290" y="185"/>
                  </a:lnTo>
                  <a:cubicBezTo>
                    <a:pt x="1690" y="242"/>
                    <a:pt x="1489" y="586"/>
                    <a:pt x="1347" y="842"/>
                  </a:cubicBezTo>
                  <a:lnTo>
                    <a:pt x="1175" y="1101"/>
                  </a:lnTo>
                  <a:cubicBezTo>
                    <a:pt x="1145" y="1101"/>
                    <a:pt x="1118" y="1158"/>
                    <a:pt x="1118" y="1186"/>
                  </a:cubicBezTo>
                  <a:cubicBezTo>
                    <a:pt x="1061" y="1243"/>
                    <a:pt x="859" y="1502"/>
                    <a:pt x="717" y="1674"/>
                  </a:cubicBezTo>
                  <a:cubicBezTo>
                    <a:pt x="287" y="2189"/>
                    <a:pt x="202" y="2303"/>
                    <a:pt x="172" y="2445"/>
                  </a:cubicBezTo>
                  <a:cubicBezTo>
                    <a:pt x="115" y="2647"/>
                    <a:pt x="0" y="3190"/>
                    <a:pt x="344" y="3506"/>
                  </a:cubicBezTo>
                  <a:cubicBezTo>
                    <a:pt x="488" y="3620"/>
                    <a:pt x="660" y="3677"/>
                    <a:pt x="832" y="3677"/>
                  </a:cubicBezTo>
                  <a:cubicBezTo>
                    <a:pt x="1175" y="3677"/>
                    <a:pt x="1546" y="3533"/>
                    <a:pt x="1890" y="3391"/>
                  </a:cubicBezTo>
                  <a:cubicBezTo>
                    <a:pt x="2091" y="3334"/>
                    <a:pt x="2320" y="3247"/>
                    <a:pt x="2435" y="3219"/>
                  </a:cubicBezTo>
                  <a:cubicBezTo>
                    <a:pt x="2577" y="3219"/>
                    <a:pt x="2835" y="3277"/>
                    <a:pt x="3092" y="3334"/>
                  </a:cubicBezTo>
                  <a:cubicBezTo>
                    <a:pt x="3380" y="3394"/>
                    <a:pt x="3684" y="3463"/>
                    <a:pt x="3966" y="3463"/>
                  </a:cubicBezTo>
                  <a:cubicBezTo>
                    <a:pt x="4216" y="3463"/>
                    <a:pt x="4449" y="3409"/>
                    <a:pt x="4638" y="3247"/>
                  </a:cubicBezTo>
                  <a:cubicBezTo>
                    <a:pt x="4924" y="2990"/>
                    <a:pt x="5011" y="2617"/>
                    <a:pt x="4924" y="2074"/>
                  </a:cubicBezTo>
                  <a:cubicBezTo>
                    <a:pt x="4810" y="1415"/>
                    <a:pt x="4122" y="441"/>
                    <a:pt x="3378" y="98"/>
                  </a:cubicBezTo>
                  <a:cubicBezTo>
                    <a:pt x="3215" y="35"/>
                    <a:pt x="3051" y="0"/>
                    <a:pt x="289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5"/>
            <p:cNvSpPr/>
            <p:nvPr/>
          </p:nvSpPr>
          <p:spPr>
            <a:xfrm>
              <a:off x="6790319" y="893455"/>
              <a:ext cx="226730" cy="49659"/>
            </a:xfrm>
            <a:custGeom>
              <a:avLst/>
              <a:gdLst/>
              <a:ahLst/>
              <a:cxnLst/>
              <a:rect l="l" t="t" r="r" b="b"/>
              <a:pathLst>
                <a:path w="11209" h="2455" extrusionOk="0">
                  <a:moveTo>
                    <a:pt x="4480" y="0"/>
                  </a:moveTo>
                  <a:cubicBezTo>
                    <a:pt x="2751" y="0"/>
                    <a:pt x="0" y="1492"/>
                    <a:pt x="1877" y="2157"/>
                  </a:cubicBezTo>
                  <a:cubicBezTo>
                    <a:pt x="2127" y="2242"/>
                    <a:pt x="2396" y="2274"/>
                    <a:pt x="2678" y="2274"/>
                  </a:cubicBezTo>
                  <a:cubicBezTo>
                    <a:pt x="3433" y="2274"/>
                    <a:pt x="4277" y="2050"/>
                    <a:pt x="5069" y="2050"/>
                  </a:cubicBezTo>
                  <a:cubicBezTo>
                    <a:pt x="5268" y="2050"/>
                    <a:pt x="5465" y="2064"/>
                    <a:pt x="5655" y="2099"/>
                  </a:cubicBezTo>
                  <a:cubicBezTo>
                    <a:pt x="6328" y="2252"/>
                    <a:pt x="6772" y="2454"/>
                    <a:pt x="7359" y="2454"/>
                  </a:cubicBezTo>
                  <a:cubicBezTo>
                    <a:pt x="7545" y="2454"/>
                    <a:pt x="7746" y="2434"/>
                    <a:pt x="7973" y="2386"/>
                  </a:cubicBezTo>
                  <a:cubicBezTo>
                    <a:pt x="8374" y="2301"/>
                    <a:pt x="10178" y="2157"/>
                    <a:pt x="10435" y="1870"/>
                  </a:cubicBezTo>
                  <a:cubicBezTo>
                    <a:pt x="11209" y="1069"/>
                    <a:pt x="9949" y="641"/>
                    <a:pt x="9347" y="641"/>
                  </a:cubicBezTo>
                  <a:lnTo>
                    <a:pt x="9491" y="641"/>
                  </a:lnTo>
                  <a:cubicBezTo>
                    <a:pt x="9311" y="594"/>
                    <a:pt x="9152" y="574"/>
                    <a:pt x="9010" y="574"/>
                  </a:cubicBezTo>
                  <a:cubicBezTo>
                    <a:pt x="8274" y="574"/>
                    <a:pt x="7974" y="1115"/>
                    <a:pt x="7229" y="1355"/>
                  </a:cubicBezTo>
                  <a:cubicBezTo>
                    <a:pt x="7030" y="1411"/>
                    <a:pt x="6865" y="1436"/>
                    <a:pt x="6727" y="1436"/>
                  </a:cubicBezTo>
                  <a:cubicBezTo>
                    <a:pt x="5951" y="1436"/>
                    <a:pt x="6001" y="647"/>
                    <a:pt x="5369" y="210"/>
                  </a:cubicBezTo>
                  <a:cubicBezTo>
                    <a:pt x="5149" y="63"/>
                    <a:pt x="4836" y="0"/>
                    <a:pt x="4480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5"/>
            <p:cNvSpPr/>
            <p:nvPr/>
          </p:nvSpPr>
          <p:spPr>
            <a:xfrm>
              <a:off x="6807413" y="885909"/>
              <a:ext cx="207878" cy="64526"/>
            </a:xfrm>
            <a:custGeom>
              <a:avLst/>
              <a:gdLst/>
              <a:ahLst/>
              <a:cxnLst/>
              <a:rect l="l" t="t" r="r" b="b"/>
              <a:pathLst>
                <a:path w="10277" h="3190" extrusionOk="0">
                  <a:moveTo>
                    <a:pt x="3665" y="735"/>
                  </a:moveTo>
                  <a:cubicBezTo>
                    <a:pt x="3941" y="735"/>
                    <a:pt x="4172" y="778"/>
                    <a:pt x="4322" y="869"/>
                  </a:cubicBezTo>
                  <a:cubicBezTo>
                    <a:pt x="4524" y="1014"/>
                    <a:pt x="4639" y="1213"/>
                    <a:pt x="4753" y="1414"/>
                  </a:cubicBezTo>
                  <a:cubicBezTo>
                    <a:pt x="4958" y="1734"/>
                    <a:pt x="5218" y="2163"/>
                    <a:pt x="5896" y="2163"/>
                  </a:cubicBezTo>
                  <a:cubicBezTo>
                    <a:pt x="6068" y="2163"/>
                    <a:pt x="6267" y="2136"/>
                    <a:pt x="6498" y="2072"/>
                  </a:cubicBezTo>
                  <a:cubicBezTo>
                    <a:pt x="6842" y="1957"/>
                    <a:pt x="7100" y="1785"/>
                    <a:pt x="7357" y="1643"/>
                  </a:cubicBezTo>
                  <a:cubicBezTo>
                    <a:pt x="7631" y="1469"/>
                    <a:pt x="7840" y="1316"/>
                    <a:pt x="8152" y="1316"/>
                  </a:cubicBezTo>
                  <a:cubicBezTo>
                    <a:pt x="8199" y="1316"/>
                    <a:pt x="8250" y="1320"/>
                    <a:pt x="8303" y="1327"/>
                  </a:cubicBezTo>
                  <a:cubicBezTo>
                    <a:pt x="8360" y="1357"/>
                    <a:pt x="8417" y="1385"/>
                    <a:pt x="8502" y="1385"/>
                  </a:cubicBezTo>
                  <a:cubicBezTo>
                    <a:pt x="8875" y="1385"/>
                    <a:pt x="9391" y="1586"/>
                    <a:pt x="9475" y="1758"/>
                  </a:cubicBezTo>
                  <a:cubicBezTo>
                    <a:pt x="9475" y="1815"/>
                    <a:pt x="9418" y="1900"/>
                    <a:pt x="9333" y="1987"/>
                  </a:cubicBezTo>
                  <a:cubicBezTo>
                    <a:pt x="9132" y="2129"/>
                    <a:pt x="7987" y="2273"/>
                    <a:pt x="7529" y="2330"/>
                  </a:cubicBezTo>
                  <a:cubicBezTo>
                    <a:pt x="7329" y="2358"/>
                    <a:pt x="7158" y="2388"/>
                    <a:pt x="7043" y="2415"/>
                  </a:cubicBezTo>
                  <a:cubicBezTo>
                    <a:pt x="6843" y="2461"/>
                    <a:pt x="6668" y="2481"/>
                    <a:pt x="6505" y="2481"/>
                  </a:cubicBezTo>
                  <a:cubicBezTo>
                    <a:pt x="6156" y="2481"/>
                    <a:pt x="5858" y="2390"/>
                    <a:pt x="5468" y="2273"/>
                  </a:cubicBezTo>
                  <a:cubicBezTo>
                    <a:pt x="5296" y="2216"/>
                    <a:pt x="5097" y="2159"/>
                    <a:pt x="4868" y="2101"/>
                  </a:cubicBezTo>
                  <a:cubicBezTo>
                    <a:pt x="4666" y="2072"/>
                    <a:pt x="4437" y="2044"/>
                    <a:pt x="4238" y="2044"/>
                  </a:cubicBezTo>
                  <a:cubicBezTo>
                    <a:pt x="3807" y="2044"/>
                    <a:pt x="3379" y="2129"/>
                    <a:pt x="2948" y="2186"/>
                  </a:cubicBezTo>
                  <a:cubicBezTo>
                    <a:pt x="2570" y="2236"/>
                    <a:pt x="2200" y="2286"/>
                    <a:pt x="1856" y="2286"/>
                  </a:cubicBezTo>
                  <a:cubicBezTo>
                    <a:pt x="1603" y="2286"/>
                    <a:pt x="1364" y="2259"/>
                    <a:pt x="1146" y="2186"/>
                  </a:cubicBezTo>
                  <a:cubicBezTo>
                    <a:pt x="830" y="2072"/>
                    <a:pt x="773" y="1987"/>
                    <a:pt x="773" y="1957"/>
                  </a:cubicBezTo>
                  <a:cubicBezTo>
                    <a:pt x="773" y="1930"/>
                    <a:pt x="860" y="1701"/>
                    <a:pt x="1345" y="1414"/>
                  </a:cubicBezTo>
                  <a:cubicBezTo>
                    <a:pt x="2056" y="988"/>
                    <a:pt x="2994" y="735"/>
                    <a:pt x="3665" y="735"/>
                  </a:cubicBezTo>
                  <a:close/>
                  <a:moveTo>
                    <a:pt x="3651" y="1"/>
                  </a:moveTo>
                  <a:cubicBezTo>
                    <a:pt x="2748" y="1"/>
                    <a:pt x="1660" y="372"/>
                    <a:pt x="974" y="785"/>
                  </a:cubicBezTo>
                  <a:cubicBezTo>
                    <a:pt x="315" y="1185"/>
                    <a:pt x="1" y="1614"/>
                    <a:pt x="28" y="2044"/>
                  </a:cubicBezTo>
                  <a:cubicBezTo>
                    <a:pt x="86" y="2415"/>
                    <a:pt x="372" y="2701"/>
                    <a:pt x="917" y="2873"/>
                  </a:cubicBezTo>
                  <a:cubicBezTo>
                    <a:pt x="1204" y="2973"/>
                    <a:pt x="1508" y="3008"/>
                    <a:pt x="1822" y="3008"/>
                  </a:cubicBezTo>
                  <a:cubicBezTo>
                    <a:pt x="2225" y="3008"/>
                    <a:pt x="2644" y="2951"/>
                    <a:pt x="3063" y="2903"/>
                  </a:cubicBezTo>
                  <a:cubicBezTo>
                    <a:pt x="3468" y="2841"/>
                    <a:pt x="3874" y="2781"/>
                    <a:pt x="4259" y="2781"/>
                  </a:cubicBezTo>
                  <a:cubicBezTo>
                    <a:pt x="4417" y="2781"/>
                    <a:pt x="4573" y="2791"/>
                    <a:pt x="4723" y="2816"/>
                  </a:cubicBezTo>
                  <a:cubicBezTo>
                    <a:pt x="4925" y="2873"/>
                    <a:pt x="5097" y="2930"/>
                    <a:pt x="5268" y="2960"/>
                  </a:cubicBezTo>
                  <a:cubicBezTo>
                    <a:pt x="5669" y="3075"/>
                    <a:pt x="6040" y="3189"/>
                    <a:pt x="6498" y="3189"/>
                  </a:cubicBezTo>
                  <a:cubicBezTo>
                    <a:pt x="6700" y="3189"/>
                    <a:pt x="6929" y="3159"/>
                    <a:pt x="7185" y="3102"/>
                  </a:cubicBezTo>
                  <a:cubicBezTo>
                    <a:pt x="7272" y="3102"/>
                    <a:pt x="7444" y="3075"/>
                    <a:pt x="7643" y="3045"/>
                  </a:cubicBezTo>
                  <a:cubicBezTo>
                    <a:pt x="8933" y="2903"/>
                    <a:pt x="9590" y="2759"/>
                    <a:pt x="9849" y="2502"/>
                  </a:cubicBezTo>
                  <a:cubicBezTo>
                    <a:pt x="10277" y="2044"/>
                    <a:pt x="10220" y="1643"/>
                    <a:pt x="10135" y="1472"/>
                  </a:cubicBezTo>
                  <a:cubicBezTo>
                    <a:pt x="9906" y="956"/>
                    <a:pt x="9219" y="727"/>
                    <a:pt x="8761" y="670"/>
                  </a:cubicBezTo>
                  <a:lnTo>
                    <a:pt x="8731" y="670"/>
                  </a:lnTo>
                  <a:cubicBezTo>
                    <a:pt x="8523" y="615"/>
                    <a:pt x="8338" y="591"/>
                    <a:pt x="8169" y="591"/>
                  </a:cubicBezTo>
                  <a:cubicBezTo>
                    <a:pt x="7641" y="591"/>
                    <a:pt x="7283" y="824"/>
                    <a:pt x="6956" y="1041"/>
                  </a:cubicBezTo>
                  <a:cubicBezTo>
                    <a:pt x="6727" y="1185"/>
                    <a:pt x="6528" y="1300"/>
                    <a:pt x="6269" y="1385"/>
                  </a:cubicBezTo>
                  <a:cubicBezTo>
                    <a:pt x="6106" y="1433"/>
                    <a:pt x="5983" y="1457"/>
                    <a:pt x="5884" y="1457"/>
                  </a:cubicBezTo>
                  <a:cubicBezTo>
                    <a:pt x="5637" y="1457"/>
                    <a:pt x="5547" y="1308"/>
                    <a:pt x="5383" y="1041"/>
                  </a:cubicBezTo>
                  <a:cubicBezTo>
                    <a:pt x="5239" y="785"/>
                    <a:pt x="5067" y="498"/>
                    <a:pt x="4723" y="269"/>
                  </a:cubicBezTo>
                  <a:cubicBezTo>
                    <a:pt x="4444" y="79"/>
                    <a:pt x="4067" y="1"/>
                    <a:pt x="3651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5"/>
            <p:cNvSpPr/>
            <p:nvPr/>
          </p:nvSpPr>
          <p:spPr>
            <a:xfrm>
              <a:off x="7041932" y="890198"/>
              <a:ext cx="82852" cy="41385"/>
            </a:xfrm>
            <a:custGeom>
              <a:avLst/>
              <a:gdLst/>
              <a:ahLst/>
              <a:cxnLst/>
              <a:rect l="l" t="t" r="r" b="b"/>
              <a:pathLst>
                <a:path w="4096" h="2046" extrusionOk="0">
                  <a:moveTo>
                    <a:pt x="4041" y="864"/>
                  </a:moveTo>
                  <a:cubicBezTo>
                    <a:pt x="4040" y="871"/>
                    <a:pt x="4039" y="879"/>
                    <a:pt x="4038" y="886"/>
                  </a:cubicBezTo>
                  <a:cubicBezTo>
                    <a:pt x="4041" y="875"/>
                    <a:pt x="4042" y="868"/>
                    <a:pt x="4041" y="864"/>
                  </a:cubicBezTo>
                  <a:close/>
                  <a:moveTo>
                    <a:pt x="3408" y="0"/>
                  </a:moveTo>
                  <a:lnTo>
                    <a:pt x="3695" y="142"/>
                  </a:lnTo>
                  <a:cubicBezTo>
                    <a:pt x="2520" y="142"/>
                    <a:pt x="2520" y="229"/>
                    <a:pt x="1634" y="802"/>
                  </a:cubicBezTo>
                  <a:cubicBezTo>
                    <a:pt x="889" y="1230"/>
                    <a:pt x="1" y="1459"/>
                    <a:pt x="1233" y="1974"/>
                  </a:cubicBezTo>
                  <a:cubicBezTo>
                    <a:pt x="1389" y="2023"/>
                    <a:pt x="1653" y="2046"/>
                    <a:pt x="1950" y="2046"/>
                  </a:cubicBezTo>
                  <a:cubicBezTo>
                    <a:pt x="2504" y="2046"/>
                    <a:pt x="3173" y="1968"/>
                    <a:pt x="3469" y="1843"/>
                  </a:cubicBezTo>
                  <a:lnTo>
                    <a:pt x="3469" y="1843"/>
                  </a:lnTo>
                  <a:cubicBezTo>
                    <a:pt x="3469" y="1843"/>
                    <a:pt x="3470" y="1843"/>
                    <a:pt x="3470" y="1843"/>
                  </a:cubicBezTo>
                  <a:cubicBezTo>
                    <a:pt x="3475" y="1843"/>
                    <a:pt x="3483" y="1839"/>
                    <a:pt x="3493" y="1832"/>
                  </a:cubicBezTo>
                  <a:lnTo>
                    <a:pt x="3493" y="1832"/>
                  </a:lnTo>
                  <a:cubicBezTo>
                    <a:pt x="3485" y="1836"/>
                    <a:pt x="3477" y="1839"/>
                    <a:pt x="3469" y="1843"/>
                  </a:cubicBezTo>
                  <a:lnTo>
                    <a:pt x="3469" y="1843"/>
                  </a:lnTo>
                  <a:cubicBezTo>
                    <a:pt x="3387" y="1835"/>
                    <a:pt x="3977" y="859"/>
                    <a:pt x="4036" y="859"/>
                  </a:cubicBezTo>
                  <a:cubicBezTo>
                    <a:pt x="4039" y="859"/>
                    <a:pt x="4040" y="861"/>
                    <a:pt x="4041" y="864"/>
                  </a:cubicBezTo>
                  <a:lnTo>
                    <a:pt x="4041" y="864"/>
                  </a:lnTo>
                  <a:cubicBezTo>
                    <a:pt x="4095" y="360"/>
                    <a:pt x="4085" y="0"/>
                    <a:pt x="340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5"/>
            <p:cNvSpPr/>
            <p:nvPr/>
          </p:nvSpPr>
          <p:spPr>
            <a:xfrm>
              <a:off x="7046564" y="883239"/>
              <a:ext cx="86331" cy="55605"/>
            </a:xfrm>
            <a:custGeom>
              <a:avLst/>
              <a:gdLst/>
              <a:ahLst/>
              <a:cxnLst/>
              <a:rect l="l" t="t" r="r" b="b"/>
              <a:pathLst>
                <a:path w="4268" h="2749" extrusionOk="0">
                  <a:moveTo>
                    <a:pt x="3466" y="859"/>
                  </a:moveTo>
                  <a:lnTo>
                    <a:pt x="3466" y="1031"/>
                  </a:lnTo>
                  <a:cubicBezTo>
                    <a:pt x="3466" y="1059"/>
                    <a:pt x="3436" y="1059"/>
                    <a:pt x="3436" y="1059"/>
                  </a:cubicBezTo>
                  <a:cubicBezTo>
                    <a:pt x="3150" y="1432"/>
                    <a:pt x="3008" y="1718"/>
                    <a:pt x="2921" y="1890"/>
                  </a:cubicBezTo>
                  <a:cubicBezTo>
                    <a:pt x="2634" y="1979"/>
                    <a:pt x="2137" y="2023"/>
                    <a:pt x="1726" y="2023"/>
                  </a:cubicBezTo>
                  <a:cubicBezTo>
                    <a:pt x="1479" y="2023"/>
                    <a:pt x="1264" y="2007"/>
                    <a:pt x="1146" y="1975"/>
                  </a:cubicBezTo>
                  <a:cubicBezTo>
                    <a:pt x="1004" y="1917"/>
                    <a:pt x="917" y="1890"/>
                    <a:pt x="859" y="1860"/>
                  </a:cubicBezTo>
                  <a:cubicBezTo>
                    <a:pt x="974" y="1803"/>
                    <a:pt x="1089" y="1718"/>
                    <a:pt x="1176" y="1688"/>
                  </a:cubicBezTo>
                  <a:cubicBezTo>
                    <a:pt x="1318" y="1604"/>
                    <a:pt x="1462" y="1546"/>
                    <a:pt x="1604" y="1459"/>
                  </a:cubicBezTo>
                  <a:lnTo>
                    <a:pt x="1805" y="1317"/>
                  </a:lnTo>
                  <a:cubicBezTo>
                    <a:pt x="2492" y="887"/>
                    <a:pt x="2520" y="859"/>
                    <a:pt x="3466" y="859"/>
                  </a:cubicBezTo>
                  <a:close/>
                  <a:moveTo>
                    <a:pt x="3179" y="0"/>
                  </a:moveTo>
                  <a:cubicBezTo>
                    <a:pt x="3065" y="0"/>
                    <a:pt x="2950" y="58"/>
                    <a:pt x="2893" y="142"/>
                  </a:cubicBezTo>
                  <a:cubicBezTo>
                    <a:pt x="2234" y="172"/>
                    <a:pt x="2005" y="314"/>
                    <a:pt x="1405" y="715"/>
                  </a:cubicBezTo>
                  <a:lnTo>
                    <a:pt x="1233" y="830"/>
                  </a:lnTo>
                  <a:cubicBezTo>
                    <a:pt x="1089" y="917"/>
                    <a:pt x="974" y="974"/>
                    <a:pt x="859" y="1031"/>
                  </a:cubicBezTo>
                  <a:cubicBezTo>
                    <a:pt x="401" y="1260"/>
                    <a:pt x="1" y="1459"/>
                    <a:pt x="30" y="1860"/>
                  </a:cubicBezTo>
                  <a:cubicBezTo>
                    <a:pt x="30" y="2261"/>
                    <a:pt x="431" y="2462"/>
                    <a:pt x="889" y="2662"/>
                  </a:cubicBezTo>
                  <a:cubicBezTo>
                    <a:pt x="1089" y="2719"/>
                    <a:pt x="1405" y="2749"/>
                    <a:pt x="1776" y="2749"/>
                  </a:cubicBezTo>
                  <a:cubicBezTo>
                    <a:pt x="2378" y="2749"/>
                    <a:pt x="3092" y="2662"/>
                    <a:pt x="3436" y="2490"/>
                  </a:cubicBezTo>
                  <a:lnTo>
                    <a:pt x="3466" y="2462"/>
                  </a:lnTo>
                  <a:cubicBezTo>
                    <a:pt x="3580" y="2375"/>
                    <a:pt x="3637" y="2261"/>
                    <a:pt x="3608" y="2146"/>
                  </a:cubicBezTo>
                  <a:cubicBezTo>
                    <a:pt x="3722" y="1975"/>
                    <a:pt x="3894" y="1661"/>
                    <a:pt x="4008" y="1517"/>
                  </a:cubicBezTo>
                  <a:cubicBezTo>
                    <a:pt x="4066" y="1489"/>
                    <a:pt x="4123" y="1402"/>
                    <a:pt x="4153" y="1317"/>
                  </a:cubicBezTo>
                  <a:lnTo>
                    <a:pt x="4153" y="1260"/>
                  </a:lnTo>
                  <a:cubicBezTo>
                    <a:pt x="4210" y="1001"/>
                    <a:pt x="4267" y="573"/>
                    <a:pt x="4008" y="287"/>
                  </a:cubicBezTo>
                  <a:cubicBezTo>
                    <a:pt x="3837" y="85"/>
                    <a:pt x="3550" y="0"/>
                    <a:pt x="31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5"/>
            <p:cNvSpPr/>
            <p:nvPr/>
          </p:nvSpPr>
          <p:spPr>
            <a:xfrm>
              <a:off x="6969571" y="948438"/>
              <a:ext cx="102493" cy="65092"/>
            </a:xfrm>
            <a:custGeom>
              <a:avLst/>
              <a:gdLst/>
              <a:ahLst/>
              <a:cxnLst/>
              <a:rect l="l" t="t" r="r" b="b"/>
              <a:pathLst>
                <a:path w="5067" h="3218" extrusionOk="0">
                  <a:moveTo>
                    <a:pt x="3405" y="1"/>
                  </a:moveTo>
                  <a:cubicBezTo>
                    <a:pt x="2536" y="1"/>
                    <a:pt x="2229" y="724"/>
                    <a:pt x="1375" y="1129"/>
                  </a:cubicBezTo>
                  <a:cubicBezTo>
                    <a:pt x="1236" y="1180"/>
                    <a:pt x="1100" y="1190"/>
                    <a:pt x="973" y="1190"/>
                  </a:cubicBezTo>
                  <a:cubicBezTo>
                    <a:pt x="890" y="1190"/>
                    <a:pt x="810" y="1185"/>
                    <a:pt x="735" y="1185"/>
                  </a:cubicBezTo>
                  <a:cubicBezTo>
                    <a:pt x="471" y="1185"/>
                    <a:pt x="259" y="1237"/>
                    <a:pt x="142" y="1701"/>
                  </a:cubicBezTo>
                  <a:cubicBezTo>
                    <a:pt x="0" y="2359"/>
                    <a:pt x="543" y="2503"/>
                    <a:pt x="974" y="2789"/>
                  </a:cubicBezTo>
                  <a:cubicBezTo>
                    <a:pt x="1373" y="3096"/>
                    <a:pt x="1643" y="3218"/>
                    <a:pt x="1864" y="3218"/>
                  </a:cubicBezTo>
                  <a:cubicBezTo>
                    <a:pt x="2324" y="3218"/>
                    <a:pt x="2576" y="2689"/>
                    <a:pt x="3349" y="2187"/>
                  </a:cubicBezTo>
                  <a:cubicBezTo>
                    <a:pt x="3779" y="1988"/>
                    <a:pt x="4265" y="2130"/>
                    <a:pt x="4608" y="1759"/>
                  </a:cubicBezTo>
                  <a:cubicBezTo>
                    <a:pt x="5009" y="1328"/>
                    <a:pt x="5066" y="526"/>
                    <a:pt x="4466" y="327"/>
                  </a:cubicBezTo>
                  <a:lnTo>
                    <a:pt x="4265" y="183"/>
                  </a:lnTo>
                  <a:cubicBezTo>
                    <a:pt x="3921" y="54"/>
                    <a:pt x="3642" y="1"/>
                    <a:pt x="3405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5"/>
            <p:cNvSpPr/>
            <p:nvPr/>
          </p:nvSpPr>
          <p:spPr>
            <a:xfrm>
              <a:off x="6962026" y="940974"/>
              <a:ext cx="115823" cy="79494"/>
            </a:xfrm>
            <a:custGeom>
              <a:avLst/>
              <a:gdLst/>
              <a:ahLst/>
              <a:cxnLst/>
              <a:rect l="l" t="t" r="r" b="b"/>
              <a:pathLst>
                <a:path w="5726" h="3930" extrusionOk="0">
                  <a:moveTo>
                    <a:pt x="3816" y="727"/>
                  </a:moveTo>
                  <a:cubicBezTo>
                    <a:pt x="4001" y="727"/>
                    <a:pt x="4219" y="770"/>
                    <a:pt x="4496" y="868"/>
                  </a:cubicBezTo>
                  <a:lnTo>
                    <a:pt x="4523" y="895"/>
                  </a:lnTo>
                  <a:cubicBezTo>
                    <a:pt x="4580" y="953"/>
                    <a:pt x="4638" y="1010"/>
                    <a:pt x="4725" y="1040"/>
                  </a:cubicBezTo>
                  <a:cubicBezTo>
                    <a:pt x="4809" y="1067"/>
                    <a:pt x="4896" y="1124"/>
                    <a:pt x="4924" y="1239"/>
                  </a:cubicBezTo>
                  <a:cubicBezTo>
                    <a:pt x="4954" y="1440"/>
                    <a:pt x="4867" y="1697"/>
                    <a:pt x="4695" y="1899"/>
                  </a:cubicBezTo>
                  <a:cubicBezTo>
                    <a:pt x="4580" y="2013"/>
                    <a:pt x="4466" y="2041"/>
                    <a:pt x="4209" y="2070"/>
                  </a:cubicBezTo>
                  <a:cubicBezTo>
                    <a:pt x="4008" y="2098"/>
                    <a:pt x="3779" y="2128"/>
                    <a:pt x="3550" y="2270"/>
                  </a:cubicBezTo>
                  <a:cubicBezTo>
                    <a:pt x="3179" y="2471"/>
                    <a:pt x="2950" y="2700"/>
                    <a:pt x="2748" y="2899"/>
                  </a:cubicBezTo>
                  <a:cubicBezTo>
                    <a:pt x="2506" y="3100"/>
                    <a:pt x="2370" y="3214"/>
                    <a:pt x="2212" y="3214"/>
                  </a:cubicBezTo>
                  <a:cubicBezTo>
                    <a:pt x="2055" y="3214"/>
                    <a:pt x="1876" y="3100"/>
                    <a:pt x="1546" y="2842"/>
                  </a:cubicBezTo>
                  <a:cubicBezTo>
                    <a:pt x="1461" y="2785"/>
                    <a:pt x="1374" y="2728"/>
                    <a:pt x="1260" y="2670"/>
                  </a:cubicBezTo>
                  <a:cubicBezTo>
                    <a:pt x="889" y="2441"/>
                    <a:pt x="831" y="2384"/>
                    <a:pt x="859" y="2155"/>
                  </a:cubicBezTo>
                  <a:cubicBezTo>
                    <a:pt x="916" y="1926"/>
                    <a:pt x="916" y="1926"/>
                    <a:pt x="1118" y="1926"/>
                  </a:cubicBezTo>
                  <a:lnTo>
                    <a:pt x="1203" y="1926"/>
                  </a:lnTo>
                  <a:cubicBezTo>
                    <a:pt x="1404" y="1926"/>
                    <a:pt x="1633" y="1926"/>
                    <a:pt x="1890" y="1811"/>
                  </a:cubicBezTo>
                  <a:cubicBezTo>
                    <a:pt x="2290" y="1640"/>
                    <a:pt x="2577" y="1411"/>
                    <a:pt x="2806" y="1211"/>
                  </a:cubicBezTo>
                  <a:cubicBezTo>
                    <a:pt x="3160" y="936"/>
                    <a:pt x="3407" y="727"/>
                    <a:pt x="3816" y="727"/>
                  </a:cubicBezTo>
                  <a:close/>
                  <a:moveTo>
                    <a:pt x="3759" y="1"/>
                  </a:moveTo>
                  <a:cubicBezTo>
                    <a:pt x="3120" y="1"/>
                    <a:pt x="2727" y="320"/>
                    <a:pt x="2348" y="639"/>
                  </a:cubicBezTo>
                  <a:cubicBezTo>
                    <a:pt x="2119" y="811"/>
                    <a:pt x="1890" y="1010"/>
                    <a:pt x="1603" y="1154"/>
                  </a:cubicBezTo>
                  <a:cubicBezTo>
                    <a:pt x="1489" y="1182"/>
                    <a:pt x="1374" y="1182"/>
                    <a:pt x="1232" y="1182"/>
                  </a:cubicBezTo>
                  <a:cubicBezTo>
                    <a:pt x="889" y="1182"/>
                    <a:pt x="373" y="1182"/>
                    <a:pt x="144" y="1983"/>
                  </a:cubicBezTo>
                  <a:cubicBezTo>
                    <a:pt x="0" y="2757"/>
                    <a:pt x="545" y="3101"/>
                    <a:pt x="889" y="3300"/>
                  </a:cubicBezTo>
                  <a:cubicBezTo>
                    <a:pt x="973" y="3357"/>
                    <a:pt x="1061" y="3387"/>
                    <a:pt x="1118" y="3444"/>
                  </a:cubicBezTo>
                  <a:cubicBezTo>
                    <a:pt x="1576" y="3788"/>
                    <a:pt x="1947" y="3930"/>
                    <a:pt x="2233" y="3930"/>
                  </a:cubicBezTo>
                  <a:cubicBezTo>
                    <a:pt x="2606" y="3930"/>
                    <a:pt x="2893" y="3731"/>
                    <a:pt x="3206" y="3415"/>
                  </a:cubicBezTo>
                  <a:cubicBezTo>
                    <a:pt x="3408" y="3273"/>
                    <a:pt x="3637" y="3071"/>
                    <a:pt x="3893" y="2899"/>
                  </a:cubicBezTo>
                  <a:cubicBezTo>
                    <a:pt x="4008" y="2842"/>
                    <a:pt x="4152" y="2815"/>
                    <a:pt x="4324" y="2785"/>
                  </a:cubicBezTo>
                  <a:cubicBezTo>
                    <a:pt x="4610" y="2728"/>
                    <a:pt x="4954" y="2700"/>
                    <a:pt x="5240" y="2384"/>
                  </a:cubicBezTo>
                  <a:cubicBezTo>
                    <a:pt x="5584" y="2013"/>
                    <a:pt x="5726" y="1525"/>
                    <a:pt x="5611" y="1067"/>
                  </a:cubicBezTo>
                  <a:cubicBezTo>
                    <a:pt x="5526" y="724"/>
                    <a:pt x="5297" y="467"/>
                    <a:pt x="4954" y="353"/>
                  </a:cubicBezTo>
                  <a:lnTo>
                    <a:pt x="4924" y="323"/>
                  </a:lnTo>
                  <a:cubicBezTo>
                    <a:pt x="4896" y="266"/>
                    <a:pt x="4839" y="238"/>
                    <a:pt x="4752" y="208"/>
                  </a:cubicBezTo>
                  <a:cubicBezTo>
                    <a:pt x="4362" y="61"/>
                    <a:pt x="4037" y="1"/>
                    <a:pt x="375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5"/>
            <p:cNvSpPr/>
            <p:nvPr/>
          </p:nvSpPr>
          <p:spPr>
            <a:xfrm>
              <a:off x="7091736" y="837440"/>
              <a:ext cx="71828" cy="35863"/>
            </a:xfrm>
            <a:custGeom>
              <a:avLst/>
              <a:gdLst/>
              <a:ahLst/>
              <a:cxnLst/>
              <a:rect l="l" t="t" r="r" b="b"/>
              <a:pathLst>
                <a:path w="3551" h="1773" extrusionOk="0">
                  <a:moveTo>
                    <a:pt x="964" y="0"/>
                  </a:moveTo>
                  <a:cubicBezTo>
                    <a:pt x="760" y="0"/>
                    <a:pt x="603" y="23"/>
                    <a:pt x="546" y="89"/>
                  </a:cubicBezTo>
                  <a:cubicBezTo>
                    <a:pt x="1" y="517"/>
                    <a:pt x="889" y="1520"/>
                    <a:pt x="1290" y="1662"/>
                  </a:cubicBezTo>
                  <a:cubicBezTo>
                    <a:pt x="1431" y="1738"/>
                    <a:pt x="1637" y="1773"/>
                    <a:pt x="1861" y="1773"/>
                  </a:cubicBezTo>
                  <a:cubicBezTo>
                    <a:pt x="2319" y="1773"/>
                    <a:pt x="2853" y="1626"/>
                    <a:pt x="3065" y="1376"/>
                  </a:cubicBezTo>
                  <a:cubicBezTo>
                    <a:pt x="3550" y="890"/>
                    <a:pt x="3550" y="89"/>
                    <a:pt x="2749" y="89"/>
                  </a:cubicBezTo>
                  <a:lnTo>
                    <a:pt x="2520" y="146"/>
                  </a:lnTo>
                  <a:cubicBezTo>
                    <a:pt x="2274" y="146"/>
                    <a:pt x="1474" y="0"/>
                    <a:pt x="964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5"/>
            <p:cNvSpPr/>
            <p:nvPr/>
          </p:nvSpPr>
          <p:spPr>
            <a:xfrm>
              <a:off x="7091190" y="830016"/>
              <a:ext cx="78766" cy="50913"/>
            </a:xfrm>
            <a:custGeom>
              <a:avLst/>
              <a:gdLst/>
              <a:ahLst/>
              <a:cxnLst/>
              <a:rect l="l" t="t" r="r" b="b"/>
              <a:pathLst>
                <a:path w="3894" h="2517" extrusionOk="0">
                  <a:moveTo>
                    <a:pt x="983" y="723"/>
                  </a:moveTo>
                  <a:cubicBezTo>
                    <a:pt x="1275" y="723"/>
                    <a:pt x="1734" y="783"/>
                    <a:pt x="1974" y="827"/>
                  </a:cubicBezTo>
                  <a:cubicBezTo>
                    <a:pt x="2191" y="856"/>
                    <a:pt x="2357" y="878"/>
                    <a:pt x="2486" y="878"/>
                  </a:cubicBezTo>
                  <a:cubicBezTo>
                    <a:pt x="2613" y="878"/>
                    <a:pt x="2705" y="856"/>
                    <a:pt x="2776" y="799"/>
                  </a:cubicBezTo>
                  <a:cubicBezTo>
                    <a:pt x="2890" y="799"/>
                    <a:pt x="3005" y="827"/>
                    <a:pt x="3062" y="914"/>
                  </a:cubicBezTo>
                  <a:cubicBezTo>
                    <a:pt x="3092" y="1028"/>
                    <a:pt x="3035" y="1285"/>
                    <a:pt x="2833" y="1514"/>
                  </a:cubicBezTo>
                  <a:cubicBezTo>
                    <a:pt x="2673" y="1674"/>
                    <a:pt x="2207" y="1778"/>
                    <a:pt x="1852" y="1778"/>
                  </a:cubicBezTo>
                  <a:cubicBezTo>
                    <a:pt x="1699" y="1778"/>
                    <a:pt x="1566" y="1758"/>
                    <a:pt x="1489" y="1715"/>
                  </a:cubicBezTo>
                  <a:cubicBezTo>
                    <a:pt x="1489" y="1715"/>
                    <a:pt x="1459" y="1715"/>
                    <a:pt x="1459" y="1686"/>
                  </a:cubicBezTo>
                  <a:cubicBezTo>
                    <a:pt x="1260" y="1628"/>
                    <a:pt x="829" y="1200"/>
                    <a:pt x="772" y="857"/>
                  </a:cubicBezTo>
                  <a:cubicBezTo>
                    <a:pt x="744" y="770"/>
                    <a:pt x="772" y="742"/>
                    <a:pt x="772" y="742"/>
                  </a:cubicBezTo>
                  <a:cubicBezTo>
                    <a:pt x="819" y="729"/>
                    <a:pt x="893" y="723"/>
                    <a:pt x="983" y="723"/>
                  </a:cubicBezTo>
                  <a:close/>
                  <a:moveTo>
                    <a:pt x="954" y="1"/>
                  </a:moveTo>
                  <a:cubicBezTo>
                    <a:pt x="652" y="1"/>
                    <a:pt x="448" y="50"/>
                    <a:pt x="314" y="170"/>
                  </a:cubicBezTo>
                  <a:cubicBezTo>
                    <a:pt x="85" y="369"/>
                    <a:pt x="0" y="655"/>
                    <a:pt x="57" y="971"/>
                  </a:cubicBezTo>
                  <a:cubicBezTo>
                    <a:pt x="142" y="1571"/>
                    <a:pt x="772" y="2201"/>
                    <a:pt x="1173" y="2373"/>
                  </a:cubicBezTo>
                  <a:cubicBezTo>
                    <a:pt x="1374" y="2460"/>
                    <a:pt x="1603" y="2517"/>
                    <a:pt x="1860" y="2517"/>
                  </a:cubicBezTo>
                  <a:cubicBezTo>
                    <a:pt x="2432" y="2517"/>
                    <a:pt x="3062" y="2315"/>
                    <a:pt x="3378" y="2002"/>
                  </a:cubicBezTo>
                  <a:cubicBezTo>
                    <a:pt x="3749" y="1601"/>
                    <a:pt x="3893" y="1056"/>
                    <a:pt x="3722" y="628"/>
                  </a:cubicBezTo>
                  <a:cubicBezTo>
                    <a:pt x="3577" y="284"/>
                    <a:pt x="3234" y="83"/>
                    <a:pt x="2776" y="83"/>
                  </a:cubicBezTo>
                  <a:cubicBezTo>
                    <a:pt x="2691" y="83"/>
                    <a:pt x="2604" y="112"/>
                    <a:pt x="2547" y="170"/>
                  </a:cubicBezTo>
                  <a:cubicBezTo>
                    <a:pt x="2462" y="140"/>
                    <a:pt x="2260" y="140"/>
                    <a:pt x="2061" y="112"/>
                  </a:cubicBezTo>
                  <a:cubicBezTo>
                    <a:pt x="1594" y="43"/>
                    <a:pt x="1233" y="1"/>
                    <a:pt x="95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5"/>
            <p:cNvSpPr/>
            <p:nvPr/>
          </p:nvSpPr>
          <p:spPr>
            <a:xfrm>
              <a:off x="7072053" y="949248"/>
              <a:ext cx="100207" cy="45350"/>
            </a:xfrm>
            <a:custGeom>
              <a:avLst/>
              <a:gdLst/>
              <a:ahLst/>
              <a:cxnLst/>
              <a:rect l="l" t="t" r="r" b="b"/>
              <a:pathLst>
                <a:path w="4954" h="2242" extrusionOk="0">
                  <a:moveTo>
                    <a:pt x="3923" y="1"/>
                  </a:moveTo>
                  <a:cubicBezTo>
                    <a:pt x="3923" y="1"/>
                    <a:pt x="3923" y="1"/>
                    <a:pt x="3923" y="1"/>
                  </a:cubicBezTo>
                  <a:lnTo>
                    <a:pt x="3923" y="1"/>
                  </a:lnTo>
                  <a:cubicBezTo>
                    <a:pt x="3961" y="1"/>
                    <a:pt x="3999" y="1"/>
                    <a:pt x="4038" y="1"/>
                  </a:cubicBezTo>
                  <a:close/>
                  <a:moveTo>
                    <a:pt x="3923" y="1"/>
                  </a:moveTo>
                  <a:cubicBezTo>
                    <a:pt x="2736" y="2"/>
                    <a:pt x="2522" y="24"/>
                    <a:pt x="1661" y="773"/>
                  </a:cubicBezTo>
                  <a:cubicBezTo>
                    <a:pt x="1232" y="1089"/>
                    <a:pt x="0" y="1803"/>
                    <a:pt x="1175" y="2234"/>
                  </a:cubicBezTo>
                  <a:cubicBezTo>
                    <a:pt x="1187" y="2239"/>
                    <a:pt x="1206" y="2241"/>
                    <a:pt x="1230" y="2241"/>
                  </a:cubicBezTo>
                  <a:cubicBezTo>
                    <a:pt x="1616" y="2241"/>
                    <a:pt x="3453" y="1653"/>
                    <a:pt x="3722" y="1517"/>
                  </a:cubicBezTo>
                  <a:cubicBezTo>
                    <a:pt x="4267" y="1231"/>
                    <a:pt x="4954" y="200"/>
                    <a:pt x="392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5"/>
            <p:cNvSpPr/>
            <p:nvPr/>
          </p:nvSpPr>
          <p:spPr>
            <a:xfrm>
              <a:off x="7077293" y="941702"/>
              <a:ext cx="93815" cy="60237"/>
            </a:xfrm>
            <a:custGeom>
              <a:avLst/>
              <a:gdLst/>
              <a:ahLst/>
              <a:cxnLst/>
              <a:rect l="l" t="t" r="r" b="b"/>
              <a:pathLst>
                <a:path w="4638" h="2978" extrusionOk="0">
                  <a:moveTo>
                    <a:pt x="3607" y="717"/>
                  </a:moveTo>
                  <a:cubicBezTo>
                    <a:pt x="3692" y="745"/>
                    <a:pt x="3806" y="775"/>
                    <a:pt x="3836" y="832"/>
                  </a:cubicBezTo>
                  <a:cubicBezTo>
                    <a:pt x="3836" y="1004"/>
                    <a:pt x="3577" y="1404"/>
                    <a:pt x="3291" y="1546"/>
                  </a:cubicBezTo>
                  <a:cubicBezTo>
                    <a:pt x="3062" y="1691"/>
                    <a:pt x="1344" y="2206"/>
                    <a:pt x="1001" y="2234"/>
                  </a:cubicBezTo>
                  <a:cubicBezTo>
                    <a:pt x="859" y="2176"/>
                    <a:pt x="802" y="2149"/>
                    <a:pt x="802" y="2149"/>
                  </a:cubicBezTo>
                  <a:cubicBezTo>
                    <a:pt x="829" y="2034"/>
                    <a:pt x="1058" y="1833"/>
                    <a:pt x="1489" y="1546"/>
                  </a:cubicBezTo>
                  <a:lnTo>
                    <a:pt x="1631" y="1432"/>
                  </a:lnTo>
                  <a:cubicBezTo>
                    <a:pt x="2375" y="745"/>
                    <a:pt x="2519" y="717"/>
                    <a:pt x="3607" y="717"/>
                  </a:cubicBezTo>
                  <a:close/>
                  <a:moveTo>
                    <a:pt x="3635" y="1"/>
                  </a:moveTo>
                  <a:cubicBezTo>
                    <a:pt x="2375" y="1"/>
                    <a:pt x="2089" y="58"/>
                    <a:pt x="1173" y="859"/>
                  </a:cubicBezTo>
                  <a:lnTo>
                    <a:pt x="1058" y="946"/>
                  </a:lnTo>
                  <a:cubicBezTo>
                    <a:pt x="630" y="1233"/>
                    <a:pt x="0" y="1661"/>
                    <a:pt x="57" y="2234"/>
                  </a:cubicBezTo>
                  <a:cubicBezTo>
                    <a:pt x="115" y="2550"/>
                    <a:pt x="344" y="2779"/>
                    <a:pt x="802" y="2950"/>
                  </a:cubicBezTo>
                  <a:cubicBezTo>
                    <a:pt x="829" y="2950"/>
                    <a:pt x="886" y="2978"/>
                    <a:pt x="944" y="2978"/>
                  </a:cubicBezTo>
                  <a:cubicBezTo>
                    <a:pt x="1603" y="2978"/>
                    <a:pt x="3550" y="2234"/>
                    <a:pt x="3607" y="2206"/>
                  </a:cubicBezTo>
                  <a:cubicBezTo>
                    <a:pt x="4065" y="1977"/>
                    <a:pt x="4638" y="1347"/>
                    <a:pt x="4551" y="745"/>
                  </a:cubicBezTo>
                  <a:cubicBezTo>
                    <a:pt x="4523" y="573"/>
                    <a:pt x="4409" y="287"/>
                    <a:pt x="4065" y="115"/>
                  </a:cubicBezTo>
                  <a:cubicBezTo>
                    <a:pt x="3951" y="1"/>
                    <a:pt x="3806" y="1"/>
                    <a:pt x="366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5"/>
            <p:cNvSpPr/>
            <p:nvPr/>
          </p:nvSpPr>
          <p:spPr>
            <a:xfrm>
              <a:off x="7340416" y="951493"/>
              <a:ext cx="50124" cy="27388"/>
            </a:xfrm>
            <a:custGeom>
              <a:avLst/>
              <a:gdLst/>
              <a:ahLst/>
              <a:cxnLst/>
              <a:rect l="l" t="t" r="r" b="b"/>
              <a:pathLst>
                <a:path w="2478" h="1354" extrusionOk="0">
                  <a:moveTo>
                    <a:pt x="1559" y="1"/>
                  </a:moveTo>
                  <a:cubicBezTo>
                    <a:pt x="1473" y="1"/>
                    <a:pt x="1379" y="10"/>
                    <a:pt x="1277" y="32"/>
                  </a:cubicBezTo>
                  <a:lnTo>
                    <a:pt x="1077" y="89"/>
                  </a:lnTo>
                  <a:cubicBezTo>
                    <a:pt x="1" y="408"/>
                    <a:pt x="450" y="1353"/>
                    <a:pt x="1212" y="1353"/>
                  </a:cubicBezTo>
                  <a:cubicBezTo>
                    <a:pt x="1341" y="1353"/>
                    <a:pt x="1479" y="1326"/>
                    <a:pt x="1620" y="1264"/>
                  </a:cubicBezTo>
                  <a:cubicBezTo>
                    <a:pt x="2477" y="926"/>
                    <a:pt x="2392" y="1"/>
                    <a:pt x="1559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5"/>
            <p:cNvSpPr/>
            <p:nvPr/>
          </p:nvSpPr>
          <p:spPr>
            <a:xfrm>
              <a:off x="7340760" y="943948"/>
              <a:ext cx="53886" cy="42397"/>
            </a:xfrm>
            <a:custGeom>
              <a:avLst/>
              <a:gdLst/>
              <a:ahLst/>
              <a:cxnLst/>
              <a:rect l="l" t="t" r="r" b="b"/>
              <a:pathLst>
                <a:path w="2664" h="2096" extrusionOk="0">
                  <a:moveTo>
                    <a:pt x="1507" y="730"/>
                  </a:moveTo>
                  <a:cubicBezTo>
                    <a:pt x="1703" y="730"/>
                    <a:pt x="1811" y="797"/>
                    <a:pt x="1832" y="863"/>
                  </a:cubicBezTo>
                  <a:cubicBezTo>
                    <a:pt x="1862" y="977"/>
                    <a:pt x="1747" y="1179"/>
                    <a:pt x="1431" y="1293"/>
                  </a:cubicBezTo>
                  <a:cubicBezTo>
                    <a:pt x="1339" y="1339"/>
                    <a:pt x="1256" y="1356"/>
                    <a:pt x="1183" y="1356"/>
                  </a:cubicBezTo>
                  <a:cubicBezTo>
                    <a:pt x="1031" y="1356"/>
                    <a:pt x="927" y="1284"/>
                    <a:pt x="889" y="1264"/>
                  </a:cubicBezTo>
                  <a:cubicBezTo>
                    <a:pt x="831" y="1206"/>
                    <a:pt x="774" y="1122"/>
                    <a:pt x="802" y="1064"/>
                  </a:cubicBezTo>
                  <a:cubicBezTo>
                    <a:pt x="802" y="977"/>
                    <a:pt x="916" y="893"/>
                    <a:pt x="1145" y="806"/>
                  </a:cubicBezTo>
                  <a:cubicBezTo>
                    <a:pt x="1202" y="806"/>
                    <a:pt x="1232" y="778"/>
                    <a:pt x="1260" y="748"/>
                  </a:cubicBezTo>
                  <a:lnTo>
                    <a:pt x="1317" y="748"/>
                  </a:lnTo>
                  <a:cubicBezTo>
                    <a:pt x="1388" y="736"/>
                    <a:pt x="1451" y="730"/>
                    <a:pt x="1507" y="730"/>
                  </a:cubicBezTo>
                  <a:close/>
                  <a:moveTo>
                    <a:pt x="1518" y="0"/>
                  </a:moveTo>
                  <a:cubicBezTo>
                    <a:pt x="1411" y="0"/>
                    <a:pt x="1297" y="11"/>
                    <a:pt x="1175" y="34"/>
                  </a:cubicBezTo>
                  <a:cubicBezTo>
                    <a:pt x="1118" y="61"/>
                    <a:pt x="1088" y="61"/>
                    <a:pt x="1031" y="91"/>
                  </a:cubicBezTo>
                  <a:cubicBezTo>
                    <a:pt x="1003" y="91"/>
                    <a:pt x="973" y="119"/>
                    <a:pt x="946" y="119"/>
                  </a:cubicBezTo>
                  <a:cubicBezTo>
                    <a:pt x="286" y="320"/>
                    <a:pt x="115" y="691"/>
                    <a:pt x="87" y="920"/>
                  </a:cubicBezTo>
                  <a:cubicBezTo>
                    <a:pt x="0" y="1236"/>
                    <a:pt x="144" y="1607"/>
                    <a:pt x="458" y="1836"/>
                  </a:cubicBezTo>
                  <a:cubicBezTo>
                    <a:pt x="660" y="2008"/>
                    <a:pt x="916" y="2095"/>
                    <a:pt x="1202" y="2095"/>
                  </a:cubicBezTo>
                  <a:cubicBezTo>
                    <a:pt x="1374" y="2095"/>
                    <a:pt x="1546" y="2038"/>
                    <a:pt x="1718" y="1951"/>
                  </a:cubicBezTo>
                  <a:cubicBezTo>
                    <a:pt x="2434" y="1694"/>
                    <a:pt x="2664" y="1122"/>
                    <a:pt x="2549" y="664"/>
                  </a:cubicBezTo>
                  <a:cubicBezTo>
                    <a:pt x="2428" y="301"/>
                    <a:pt x="2084" y="0"/>
                    <a:pt x="151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5"/>
            <p:cNvSpPr/>
            <p:nvPr/>
          </p:nvSpPr>
          <p:spPr>
            <a:xfrm>
              <a:off x="7178460" y="849658"/>
              <a:ext cx="56050" cy="27449"/>
            </a:xfrm>
            <a:custGeom>
              <a:avLst/>
              <a:gdLst/>
              <a:ahLst/>
              <a:cxnLst/>
              <a:rect l="l" t="t" r="r" b="b"/>
              <a:pathLst>
                <a:path w="2771" h="1357" extrusionOk="0">
                  <a:moveTo>
                    <a:pt x="1737" y="1"/>
                  </a:moveTo>
                  <a:cubicBezTo>
                    <a:pt x="1626" y="1"/>
                    <a:pt x="1507" y="18"/>
                    <a:pt x="1382" y="57"/>
                  </a:cubicBezTo>
                  <a:lnTo>
                    <a:pt x="1267" y="115"/>
                  </a:lnTo>
                  <a:cubicBezTo>
                    <a:pt x="1" y="185"/>
                    <a:pt x="611" y="1356"/>
                    <a:pt x="1447" y="1356"/>
                  </a:cubicBezTo>
                  <a:cubicBezTo>
                    <a:pt x="1611" y="1356"/>
                    <a:pt x="1785" y="1311"/>
                    <a:pt x="1954" y="1202"/>
                  </a:cubicBezTo>
                  <a:cubicBezTo>
                    <a:pt x="2771" y="708"/>
                    <a:pt x="2433" y="1"/>
                    <a:pt x="173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5"/>
            <p:cNvSpPr/>
            <p:nvPr/>
          </p:nvSpPr>
          <p:spPr>
            <a:xfrm>
              <a:off x="7180361" y="842295"/>
              <a:ext cx="56172" cy="42114"/>
            </a:xfrm>
            <a:custGeom>
              <a:avLst/>
              <a:gdLst/>
              <a:ahLst/>
              <a:cxnLst/>
              <a:rect l="l" t="t" r="r" b="b"/>
              <a:pathLst>
                <a:path w="2777" h="2082" extrusionOk="0">
                  <a:moveTo>
                    <a:pt x="1642" y="730"/>
                  </a:moveTo>
                  <a:cubicBezTo>
                    <a:pt x="1818" y="730"/>
                    <a:pt x="1926" y="797"/>
                    <a:pt x="1947" y="879"/>
                  </a:cubicBezTo>
                  <a:cubicBezTo>
                    <a:pt x="2004" y="964"/>
                    <a:pt x="1890" y="1136"/>
                    <a:pt x="1661" y="1280"/>
                  </a:cubicBezTo>
                  <a:cubicBezTo>
                    <a:pt x="1551" y="1349"/>
                    <a:pt x="1445" y="1374"/>
                    <a:pt x="1349" y="1374"/>
                  </a:cubicBezTo>
                  <a:cubicBezTo>
                    <a:pt x="1170" y="1374"/>
                    <a:pt x="1029" y="1288"/>
                    <a:pt x="974" y="1250"/>
                  </a:cubicBezTo>
                  <a:cubicBezTo>
                    <a:pt x="830" y="1136"/>
                    <a:pt x="802" y="994"/>
                    <a:pt x="802" y="964"/>
                  </a:cubicBezTo>
                  <a:cubicBezTo>
                    <a:pt x="802" y="937"/>
                    <a:pt x="887" y="879"/>
                    <a:pt x="1173" y="850"/>
                  </a:cubicBezTo>
                  <a:cubicBezTo>
                    <a:pt x="1260" y="850"/>
                    <a:pt x="1345" y="822"/>
                    <a:pt x="1402" y="765"/>
                  </a:cubicBezTo>
                  <a:cubicBezTo>
                    <a:pt x="1492" y="740"/>
                    <a:pt x="1572" y="730"/>
                    <a:pt x="1642" y="730"/>
                  </a:cubicBezTo>
                  <a:close/>
                  <a:moveTo>
                    <a:pt x="1659" y="0"/>
                  </a:moveTo>
                  <a:cubicBezTo>
                    <a:pt x="1517" y="0"/>
                    <a:pt x="1364" y="24"/>
                    <a:pt x="1203" y="78"/>
                  </a:cubicBezTo>
                  <a:cubicBezTo>
                    <a:pt x="1146" y="78"/>
                    <a:pt x="1116" y="105"/>
                    <a:pt x="1088" y="135"/>
                  </a:cubicBezTo>
                  <a:cubicBezTo>
                    <a:pt x="401" y="192"/>
                    <a:pt x="172" y="536"/>
                    <a:pt x="115" y="735"/>
                  </a:cubicBezTo>
                  <a:cubicBezTo>
                    <a:pt x="1" y="1108"/>
                    <a:pt x="172" y="1537"/>
                    <a:pt x="543" y="1823"/>
                  </a:cubicBezTo>
                  <a:cubicBezTo>
                    <a:pt x="745" y="1967"/>
                    <a:pt x="1031" y="2082"/>
                    <a:pt x="1345" y="2082"/>
                  </a:cubicBezTo>
                  <a:cubicBezTo>
                    <a:pt x="1574" y="2082"/>
                    <a:pt x="1803" y="2024"/>
                    <a:pt x="2032" y="1880"/>
                  </a:cubicBezTo>
                  <a:cubicBezTo>
                    <a:pt x="2719" y="1479"/>
                    <a:pt x="2776" y="907"/>
                    <a:pt x="2634" y="563"/>
                  </a:cubicBezTo>
                  <a:cubicBezTo>
                    <a:pt x="2480" y="256"/>
                    <a:pt x="2125" y="0"/>
                    <a:pt x="165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5"/>
            <p:cNvSpPr/>
            <p:nvPr/>
          </p:nvSpPr>
          <p:spPr>
            <a:xfrm>
              <a:off x="7166626" y="886759"/>
              <a:ext cx="29896" cy="24010"/>
            </a:xfrm>
            <a:custGeom>
              <a:avLst/>
              <a:gdLst/>
              <a:ahLst/>
              <a:cxnLst/>
              <a:rect l="l" t="t" r="r" b="b"/>
              <a:pathLst>
                <a:path w="1478" h="1187" extrusionOk="0">
                  <a:moveTo>
                    <a:pt x="532" y="1"/>
                  </a:moveTo>
                  <a:cubicBezTo>
                    <a:pt x="445" y="1"/>
                    <a:pt x="354" y="16"/>
                    <a:pt x="262" y="52"/>
                  </a:cubicBezTo>
                  <a:lnTo>
                    <a:pt x="262" y="52"/>
                  </a:lnTo>
                  <a:cubicBezTo>
                    <a:pt x="268" y="43"/>
                    <a:pt x="273" y="34"/>
                    <a:pt x="279" y="26"/>
                  </a:cubicBezTo>
                  <a:lnTo>
                    <a:pt x="279" y="26"/>
                  </a:lnTo>
                  <a:lnTo>
                    <a:pt x="135" y="113"/>
                  </a:lnTo>
                  <a:cubicBezTo>
                    <a:pt x="177" y="88"/>
                    <a:pt x="220" y="68"/>
                    <a:pt x="262" y="52"/>
                  </a:cubicBezTo>
                  <a:lnTo>
                    <a:pt x="262" y="52"/>
                  </a:lnTo>
                  <a:cubicBezTo>
                    <a:pt x="1" y="475"/>
                    <a:pt x="32" y="1186"/>
                    <a:pt x="457" y="1186"/>
                  </a:cubicBezTo>
                  <a:cubicBezTo>
                    <a:pt x="556" y="1186"/>
                    <a:pt x="677" y="1147"/>
                    <a:pt x="822" y="1056"/>
                  </a:cubicBezTo>
                  <a:cubicBezTo>
                    <a:pt x="1477" y="682"/>
                    <a:pt x="1099" y="1"/>
                    <a:pt x="53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5"/>
            <p:cNvSpPr/>
            <p:nvPr/>
          </p:nvSpPr>
          <p:spPr>
            <a:xfrm>
              <a:off x="7160071" y="879355"/>
              <a:ext cx="37684" cy="38655"/>
            </a:xfrm>
            <a:custGeom>
              <a:avLst/>
              <a:gdLst/>
              <a:ahLst/>
              <a:cxnLst/>
              <a:rect l="l" t="t" r="r" b="b"/>
              <a:pathLst>
                <a:path w="1863" h="1911" extrusionOk="0">
                  <a:moveTo>
                    <a:pt x="899" y="724"/>
                  </a:moveTo>
                  <a:cubicBezTo>
                    <a:pt x="950" y="724"/>
                    <a:pt x="990" y="744"/>
                    <a:pt x="1031" y="765"/>
                  </a:cubicBezTo>
                  <a:cubicBezTo>
                    <a:pt x="1088" y="822"/>
                    <a:pt x="1146" y="880"/>
                    <a:pt x="1146" y="937"/>
                  </a:cubicBezTo>
                  <a:cubicBezTo>
                    <a:pt x="1146" y="964"/>
                    <a:pt x="1061" y="1051"/>
                    <a:pt x="946" y="1109"/>
                  </a:cubicBezTo>
                  <a:cubicBezTo>
                    <a:pt x="859" y="1166"/>
                    <a:pt x="832" y="1166"/>
                    <a:pt x="802" y="1193"/>
                  </a:cubicBezTo>
                  <a:cubicBezTo>
                    <a:pt x="775" y="1109"/>
                    <a:pt x="745" y="907"/>
                    <a:pt x="832" y="735"/>
                  </a:cubicBezTo>
                  <a:cubicBezTo>
                    <a:pt x="856" y="727"/>
                    <a:pt x="879" y="724"/>
                    <a:pt x="899" y="724"/>
                  </a:cubicBezTo>
                  <a:close/>
                  <a:moveTo>
                    <a:pt x="881" y="0"/>
                  </a:moveTo>
                  <a:cubicBezTo>
                    <a:pt x="775" y="0"/>
                    <a:pt x="670" y="16"/>
                    <a:pt x="573" y="48"/>
                  </a:cubicBezTo>
                  <a:cubicBezTo>
                    <a:pt x="488" y="48"/>
                    <a:pt x="431" y="78"/>
                    <a:pt x="374" y="105"/>
                  </a:cubicBezTo>
                  <a:cubicBezTo>
                    <a:pt x="344" y="105"/>
                    <a:pt x="317" y="135"/>
                    <a:pt x="287" y="163"/>
                  </a:cubicBezTo>
                  <a:cubicBezTo>
                    <a:pt x="115" y="250"/>
                    <a:pt x="58" y="422"/>
                    <a:pt x="115" y="593"/>
                  </a:cubicBezTo>
                  <a:cubicBezTo>
                    <a:pt x="1" y="994"/>
                    <a:pt x="30" y="1452"/>
                    <a:pt x="287" y="1709"/>
                  </a:cubicBezTo>
                  <a:cubicBezTo>
                    <a:pt x="374" y="1796"/>
                    <a:pt x="516" y="1910"/>
                    <a:pt x="775" y="1910"/>
                  </a:cubicBezTo>
                  <a:cubicBezTo>
                    <a:pt x="917" y="1910"/>
                    <a:pt x="1118" y="1880"/>
                    <a:pt x="1317" y="1738"/>
                  </a:cubicBezTo>
                  <a:cubicBezTo>
                    <a:pt x="1661" y="1567"/>
                    <a:pt x="1862" y="1251"/>
                    <a:pt x="1862" y="937"/>
                  </a:cubicBezTo>
                  <a:cubicBezTo>
                    <a:pt x="1862" y="621"/>
                    <a:pt x="1691" y="307"/>
                    <a:pt x="1404" y="135"/>
                  </a:cubicBezTo>
                  <a:cubicBezTo>
                    <a:pt x="1243" y="45"/>
                    <a:pt x="1059" y="0"/>
                    <a:pt x="8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5"/>
            <p:cNvSpPr/>
            <p:nvPr/>
          </p:nvSpPr>
          <p:spPr>
            <a:xfrm>
              <a:off x="7130799" y="913543"/>
              <a:ext cx="33659" cy="21623"/>
            </a:xfrm>
            <a:custGeom>
              <a:avLst/>
              <a:gdLst/>
              <a:ahLst/>
              <a:cxnLst/>
              <a:rect l="l" t="t" r="r" b="b"/>
              <a:pathLst>
                <a:path w="1664" h="1069" extrusionOk="0">
                  <a:moveTo>
                    <a:pt x="957" y="0"/>
                  </a:moveTo>
                  <a:cubicBezTo>
                    <a:pt x="912" y="0"/>
                    <a:pt x="866" y="6"/>
                    <a:pt x="818" y="19"/>
                  </a:cubicBezTo>
                  <a:lnTo>
                    <a:pt x="589" y="163"/>
                  </a:lnTo>
                  <a:cubicBezTo>
                    <a:pt x="0" y="615"/>
                    <a:pt x="432" y="1068"/>
                    <a:pt x="879" y="1068"/>
                  </a:cubicBezTo>
                  <a:cubicBezTo>
                    <a:pt x="997" y="1068"/>
                    <a:pt x="1117" y="1036"/>
                    <a:pt x="1219" y="964"/>
                  </a:cubicBezTo>
                  <a:cubicBezTo>
                    <a:pt x="1663" y="624"/>
                    <a:pt x="1417" y="0"/>
                    <a:pt x="95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5"/>
            <p:cNvSpPr/>
            <p:nvPr/>
          </p:nvSpPr>
          <p:spPr>
            <a:xfrm>
              <a:off x="7128250" y="906260"/>
              <a:ext cx="41102" cy="36066"/>
            </a:xfrm>
            <a:custGeom>
              <a:avLst/>
              <a:gdLst/>
              <a:ahLst/>
              <a:cxnLst/>
              <a:rect l="l" t="t" r="r" b="b"/>
              <a:pathLst>
                <a:path w="2032" h="1783" extrusionOk="0">
                  <a:moveTo>
                    <a:pt x="1073" y="712"/>
                  </a:moveTo>
                  <a:cubicBezTo>
                    <a:pt x="1116" y="712"/>
                    <a:pt x="1159" y="744"/>
                    <a:pt x="1203" y="809"/>
                  </a:cubicBezTo>
                  <a:cubicBezTo>
                    <a:pt x="1203" y="837"/>
                    <a:pt x="1230" y="951"/>
                    <a:pt x="1116" y="1038"/>
                  </a:cubicBezTo>
                  <a:cubicBezTo>
                    <a:pt x="1087" y="1052"/>
                    <a:pt x="1051" y="1059"/>
                    <a:pt x="1016" y="1059"/>
                  </a:cubicBezTo>
                  <a:cubicBezTo>
                    <a:pt x="980" y="1059"/>
                    <a:pt x="945" y="1052"/>
                    <a:pt x="916" y="1038"/>
                  </a:cubicBezTo>
                  <a:cubicBezTo>
                    <a:pt x="829" y="1038"/>
                    <a:pt x="802" y="981"/>
                    <a:pt x="802" y="981"/>
                  </a:cubicBezTo>
                  <a:cubicBezTo>
                    <a:pt x="802" y="981"/>
                    <a:pt x="802" y="924"/>
                    <a:pt x="944" y="809"/>
                  </a:cubicBezTo>
                  <a:lnTo>
                    <a:pt x="1031" y="722"/>
                  </a:lnTo>
                  <a:cubicBezTo>
                    <a:pt x="1045" y="715"/>
                    <a:pt x="1059" y="712"/>
                    <a:pt x="1073" y="712"/>
                  </a:cubicBezTo>
                  <a:close/>
                  <a:moveTo>
                    <a:pt x="1088" y="0"/>
                  </a:moveTo>
                  <a:cubicBezTo>
                    <a:pt x="1004" y="0"/>
                    <a:pt x="917" y="12"/>
                    <a:pt x="829" y="35"/>
                  </a:cubicBezTo>
                  <a:cubicBezTo>
                    <a:pt x="744" y="35"/>
                    <a:pt x="687" y="92"/>
                    <a:pt x="630" y="179"/>
                  </a:cubicBezTo>
                  <a:cubicBezTo>
                    <a:pt x="600" y="179"/>
                    <a:pt x="543" y="207"/>
                    <a:pt x="515" y="237"/>
                  </a:cubicBezTo>
                  <a:cubicBezTo>
                    <a:pt x="0" y="637"/>
                    <a:pt x="0" y="1123"/>
                    <a:pt x="229" y="1439"/>
                  </a:cubicBezTo>
                  <a:cubicBezTo>
                    <a:pt x="401" y="1638"/>
                    <a:pt x="687" y="1782"/>
                    <a:pt x="1001" y="1782"/>
                  </a:cubicBezTo>
                  <a:cubicBezTo>
                    <a:pt x="1203" y="1782"/>
                    <a:pt x="1402" y="1725"/>
                    <a:pt x="1574" y="1611"/>
                  </a:cubicBezTo>
                  <a:cubicBezTo>
                    <a:pt x="1917" y="1324"/>
                    <a:pt x="2032" y="866"/>
                    <a:pt x="1832" y="493"/>
                  </a:cubicBezTo>
                  <a:cubicBezTo>
                    <a:pt x="1696" y="174"/>
                    <a:pt x="1414" y="0"/>
                    <a:pt x="108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5"/>
            <p:cNvSpPr/>
            <p:nvPr/>
          </p:nvSpPr>
          <p:spPr>
            <a:xfrm>
              <a:off x="6941007" y="856294"/>
              <a:ext cx="74336" cy="26033"/>
            </a:xfrm>
            <a:custGeom>
              <a:avLst/>
              <a:gdLst/>
              <a:ahLst/>
              <a:cxnLst/>
              <a:rect l="l" t="t" r="r" b="b"/>
              <a:pathLst>
                <a:path w="3675" h="1287" extrusionOk="0">
                  <a:moveTo>
                    <a:pt x="1903" y="1"/>
                  </a:moveTo>
                  <a:cubicBezTo>
                    <a:pt x="793" y="1"/>
                    <a:pt x="0" y="847"/>
                    <a:pt x="1412" y="1245"/>
                  </a:cubicBezTo>
                  <a:cubicBezTo>
                    <a:pt x="1515" y="1274"/>
                    <a:pt x="1621" y="1287"/>
                    <a:pt x="1727" y="1287"/>
                  </a:cubicBezTo>
                  <a:cubicBezTo>
                    <a:pt x="2689" y="1287"/>
                    <a:pt x="3675" y="230"/>
                    <a:pt x="2386" y="100"/>
                  </a:cubicBezTo>
                  <a:lnTo>
                    <a:pt x="2157" y="16"/>
                  </a:lnTo>
                  <a:cubicBezTo>
                    <a:pt x="2071" y="6"/>
                    <a:pt x="1986" y="1"/>
                    <a:pt x="190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5"/>
            <p:cNvSpPr/>
            <p:nvPr/>
          </p:nvSpPr>
          <p:spPr>
            <a:xfrm>
              <a:off x="6946409" y="848829"/>
              <a:ext cx="63717" cy="40779"/>
            </a:xfrm>
            <a:custGeom>
              <a:avLst/>
              <a:gdLst/>
              <a:ahLst/>
              <a:cxnLst/>
              <a:rect l="l" t="t" r="r" b="b"/>
              <a:pathLst>
                <a:path w="3150" h="2016" extrusionOk="0">
                  <a:moveTo>
                    <a:pt x="1612" y="739"/>
                  </a:moveTo>
                  <a:cubicBezTo>
                    <a:pt x="1691" y="739"/>
                    <a:pt x="1773" y="744"/>
                    <a:pt x="1860" y="756"/>
                  </a:cubicBezTo>
                  <a:lnTo>
                    <a:pt x="1890" y="756"/>
                  </a:lnTo>
                  <a:cubicBezTo>
                    <a:pt x="1947" y="785"/>
                    <a:pt x="2004" y="813"/>
                    <a:pt x="2062" y="813"/>
                  </a:cubicBezTo>
                  <a:cubicBezTo>
                    <a:pt x="2233" y="843"/>
                    <a:pt x="2318" y="870"/>
                    <a:pt x="2348" y="870"/>
                  </a:cubicBezTo>
                  <a:cubicBezTo>
                    <a:pt x="2318" y="927"/>
                    <a:pt x="2233" y="1014"/>
                    <a:pt x="2089" y="1099"/>
                  </a:cubicBezTo>
                  <a:cubicBezTo>
                    <a:pt x="1915" y="1209"/>
                    <a:pt x="1692" y="1301"/>
                    <a:pt x="1470" y="1301"/>
                  </a:cubicBezTo>
                  <a:cubicBezTo>
                    <a:pt x="1399" y="1301"/>
                    <a:pt x="1329" y="1292"/>
                    <a:pt x="1260" y="1271"/>
                  </a:cubicBezTo>
                  <a:cubicBezTo>
                    <a:pt x="859" y="1156"/>
                    <a:pt x="772" y="1042"/>
                    <a:pt x="772" y="1042"/>
                  </a:cubicBezTo>
                  <a:cubicBezTo>
                    <a:pt x="798" y="943"/>
                    <a:pt x="1120" y="739"/>
                    <a:pt x="1612" y="739"/>
                  </a:cubicBezTo>
                  <a:close/>
                  <a:moveTo>
                    <a:pt x="1702" y="0"/>
                  </a:moveTo>
                  <a:cubicBezTo>
                    <a:pt x="883" y="0"/>
                    <a:pt x="162" y="379"/>
                    <a:pt x="58" y="900"/>
                  </a:cubicBezTo>
                  <a:cubicBezTo>
                    <a:pt x="0" y="1129"/>
                    <a:pt x="0" y="1672"/>
                    <a:pt x="1058" y="1958"/>
                  </a:cubicBezTo>
                  <a:cubicBezTo>
                    <a:pt x="1173" y="2015"/>
                    <a:pt x="1317" y="2015"/>
                    <a:pt x="1459" y="2015"/>
                  </a:cubicBezTo>
                  <a:cubicBezTo>
                    <a:pt x="2004" y="2015"/>
                    <a:pt x="2547" y="1759"/>
                    <a:pt x="2833" y="1443"/>
                  </a:cubicBezTo>
                  <a:cubicBezTo>
                    <a:pt x="3062" y="1186"/>
                    <a:pt x="3149" y="870"/>
                    <a:pt x="3062" y="614"/>
                  </a:cubicBezTo>
                  <a:cubicBezTo>
                    <a:pt x="2948" y="327"/>
                    <a:pt x="2634" y="156"/>
                    <a:pt x="2146" y="98"/>
                  </a:cubicBezTo>
                  <a:lnTo>
                    <a:pt x="2119" y="98"/>
                  </a:lnTo>
                  <a:lnTo>
                    <a:pt x="1947" y="11"/>
                  </a:lnTo>
                  <a:cubicBezTo>
                    <a:pt x="1865" y="4"/>
                    <a:pt x="1783" y="0"/>
                    <a:pt x="170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5"/>
            <p:cNvSpPr/>
            <p:nvPr/>
          </p:nvSpPr>
          <p:spPr>
            <a:xfrm>
              <a:off x="7030360" y="887265"/>
              <a:ext cx="28420" cy="19014"/>
            </a:xfrm>
            <a:custGeom>
              <a:avLst/>
              <a:gdLst/>
              <a:ahLst/>
              <a:cxnLst/>
              <a:rect l="l" t="t" r="r" b="b"/>
              <a:pathLst>
                <a:path w="1405" h="940" extrusionOk="0">
                  <a:moveTo>
                    <a:pt x="573" y="1"/>
                  </a:moveTo>
                  <a:lnTo>
                    <a:pt x="344" y="145"/>
                  </a:lnTo>
                  <a:cubicBezTo>
                    <a:pt x="144" y="374"/>
                    <a:pt x="0" y="516"/>
                    <a:pt x="0" y="889"/>
                  </a:cubicBezTo>
                  <a:cubicBezTo>
                    <a:pt x="83" y="924"/>
                    <a:pt x="168" y="939"/>
                    <a:pt x="252" y="939"/>
                  </a:cubicBezTo>
                  <a:cubicBezTo>
                    <a:pt x="862" y="939"/>
                    <a:pt x="1404" y="128"/>
                    <a:pt x="57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5"/>
            <p:cNvSpPr/>
            <p:nvPr/>
          </p:nvSpPr>
          <p:spPr>
            <a:xfrm>
              <a:off x="7023402" y="880185"/>
              <a:ext cx="35358" cy="33193"/>
            </a:xfrm>
            <a:custGeom>
              <a:avLst/>
              <a:gdLst/>
              <a:ahLst/>
              <a:cxnLst/>
              <a:rect l="l" t="t" r="r" b="b"/>
              <a:pathLst>
                <a:path w="1748" h="1641" extrusionOk="0">
                  <a:moveTo>
                    <a:pt x="903" y="0"/>
                  </a:moveTo>
                  <a:cubicBezTo>
                    <a:pt x="785" y="0"/>
                    <a:pt x="674" y="56"/>
                    <a:pt x="603" y="151"/>
                  </a:cubicBezTo>
                  <a:cubicBezTo>
                    <a:pt x="546" y="179"/>
                    <a:pt x="488" y="209"/>
                    <a:pt x="431" y="266"/>
                  </a:cubicBezTo>
                  <a:cubicBezTo>
                    <a:pt x="230" y="495"/>
                    <a:pt x="1" y="724"/>
                    <a:pt x="1" y="1239"/>
                  </a:cubicBezTo>
                  <a:cubicBezTo>
                    <a:pt x="1" y="1381"/>
                    <a:pt x="88" y="1496"/>
                    <a:pt x="230" y="1553"/>
                  </a:cubicBezTo>
                  <a:cubicBezTo>
                    <a:pt x="344" y="1610"/>
                    <a:pt x="488" y="1640"/>
                    <a:pt x="603" y="1640"/>
                  </a:cubicBezTo>
                  <a:cubicBezTo>
                    <a:pt x="889" y="1640"/>
                    <a:pt x="1175" y="1526"/>
                    <a:pt x="1375" y="1324"/>
                  </a:cubicBezTo>
                  <a:cubicBezTo>
                    <a:pt x="1661" y="1095"/>
                    <a:pt x="1748" y="781"/>
                    <a:pt x="1691" y="522"/>
                  </a:cubicBezTo>
                  <a:cubicBezTo>
                    <a:pt x="1633" y="351"/>
                    <a:pt x="1462" y="64"/>
                    <a:pt x="974" y="7"/>
                  </a:cubicBezTo>
                  <a:cubicBezTo>
                    <a:pt x="950" y="3"/>
                    <a:pt x="927" y="0"/>
                    <a:pt x="9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5"/>
            <p:cNvSpPr/>
            <p:nvPr/>
          </p:nvSpPr>
          <p:spPr>
            <a:xfrm>
              <a:off x="6750548" y="878890"/>
              <a:ext cx="75995" cy="24698"/>
            </a:xfrm>
            <a:custGeom>
              <a:avLst/>
              <a:gdLst/>
              <a:ahLst/>
              <a:cxnLst/>
              <a:rect l="l" t="t" r="r" b="b"/>
              <a:pathLst>
                <a:path w="3757" h="1221" extrusionOk="0">
                  <a:moveTo>
                    <a:pt x="3156" y="0"/>
                  </a:moveTo>
                  <a:cubicBezTo>
                    <a:pt x="3057" y="0"/>
                    <a:pt x="2942" y="22"/>
                    <a:pt x="2812" y="71"/>
                  </a:cubicBezTo>
                  <a:lnTo>
                    <a:pt x="2755" y="128"/>
                  </a:lnTo>
                  <a:cubicBezTo>
                    <a:pt x="2722" y="127"/>
                    <a:pt x="2688" y="127"/>
                    <a:pt x="2655" y="127"/>
                  </a:cubicBezTo>
                  <a:cubicBezTo>
                    <a:pt x="1280" y="127"/>
                    <a:pt x="0" y="1221"/>
                    <a:pt x="1673" y="1221"/>
                  </a:cubicBezTo>
                  <a:cubicBezTo>
                    <a:pt x="1733" y="1221"/>
                    <a:pt x="1798" y="1219"/>
                    <a:pt x="1866" y="1216"/>
                  </a:cubicBezTo>
                  <a:cubicBezTo>
                    <a:pt x="2210" y="1216"/>
                    <a:pt x="3011" y="1216"/>
                    <a:pt x="3297" y="987"/>
                  </a:cubicBezTo>
                  <a:cubicBezTo>
                    <a:pt x="3757" y="626"/>
                    <a:pt x="3686" y="0"/>
                    <a:pt x="315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5"/>
            <p:cNvSpPr/>
            <p:nvPr/>
          </p:nvSpPr>
          <p:spPr>
            <a:xfrm>
              <a:off x="6760501" y="871486"/>
              <a:ext cx="72414" cy="39565"/>
            </a:xfrm>
            <a:custGeom>
              <a:avLst/>
              <a:gdLst/>
              <a:ahLst/>
              <a:cxnLst/>
              <a:rect l="l" t="t" r="r" b="b"/>
              <a:pathLst>
                <a:path w="3580" h="1956" extrusionOk="0">
                  <a:moveTo>
                    <a:pt x="2678" y="731"/>
                  </a:moveTo>
                  <a:cubicBezTo>
                    <a:pt x="2713" y="731"/>
                    <a:pt x="2734" y="738"/>
                    <a:pt x="2748" y="753"/>
                  </a:cubicBezTo>
                  <a:cubicBezTo>
                    <a:pt x="2778" y="811"/>
                    <a:pt x="2748" y="952"/>
                    <a:pt x="2576" y="1097"/>
                  </a:cubicBezTo>
                  <a:cubicBezTo>
                    <a:pt x="2519" y="1124"/>
                    <a:pt x="2290" y="1211"/>
                    <a:pt x="1347" y="1211"/>
                  </a:cubicBezTo>
                  <a:cubicBezTo>
                    <a:pt x="1279" y="1220"/>
                    <a:pt x="1219" y="1223"/>
                    <a:pt x="1164" y="1223"/>
                  </a:cubicBezTo>
                  <a:cubicBezTo>
                    <a:pt x="1054" y="1223"/>
                    <a:pt x="965" y="1211"/>
                    <a:pt x="889" y="1211"/>
                  </a:cubicBezTo>
                  <a:cubicBezTo>
                    <a:pt x="1128" y="1051"/>
                    <a:pt x="1593" y="865"/>
                    <a:pt x="2119" y="865"/>
                  </a:cubicBezTo>
                  <a:cubicBezTo>
                    <a:pt x="2157" y="865"/>
                    <a:pt x="2195" y="866"/>
                    <a:pt x="2233" y="868"/>
                  </a:cubicBezTo>
                  <a:cubicBezTo>
                    <a:pt x="2347" y="868"/>
                    <a:pt x="2462" y="811"/>
                    <a:pt x="2519" y="753"/>
                  </a:cubicBezTo>
                  <a:cubicBezTo>
                    <a:pt x="2591" y="738"/>
                    <a:pt x="2642" y="731"/>
                    <a:pt x="2678" y="731"/>
                  </a:cubicBezTo>
                  <a:close/>
                  <a:moveTo>
                    <a:pt x="2665" y="1"/>
                  </a:moveTo>
                  <a:cubicBezTo>
                    <a:pt x="2528" y="1"/>
                    <a:pt x="2375" y="29"/>
                    <a:pt x="2205" y="94"/>
                  </a:cubicBezTo>
                  <a:cubicBezTo>
                    <a:pt x="2176" y="94"/>
                    <a:pt x="2148" y="123"/>
                    <a:pt x="2118" y="123"/>
                  </a:cubicBezTo>
                  <a:cubicBezTo>
                    <a:pt x="1289" y="151"/>
                    <a:pt x="401" y="494"/>
                    <a:pt x="115" y="952"/>
                  </a:cubicBezTo>
                  <a:cubicBezTo>
                    <a:pt x="0" y="1154"/>
                    <a:pt x="0" y="1383"/>
                    <a:pt x="87" y="1555"/>
                  </a:cubicBezTo>
                  <a:cubicBezTo>
                    <a:pt x="259" y="1811"/>
                    <a:pt x="602" y="1956"/>
                    <a:pt x="1202" y="1956"/>
                  </a:cubicBezTo>
                  <a:lnTo>
                    <a:pt x="1374" y="1956"/>
                  </a:lnTo>
                  <a:cubicBezTo>
                    <a:pt x="2034" y="1956"/>
                    <a:pt x="2691" y="1898"/>
                    <a:pt x="3035" y="1640"/>
                  </a:cubicBezTo>
                  <a:cubicBezTo>
                    <a:pt x="3435" y="1326"/>
                    <a:pt x="3580" y="781"/>
                    <a:pt x="3378" y="410"/>
                  </a:cubicBezTo>
                  <a:cubicBezTo>
                    <a:pt x="3255" y="183"/>
                    <a:pt x="3013" y="1"/>
                    <a:pt x="266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5"/>
            <p:cNvSpPr/>
            <p:nvPr/>
          </p:nvSpPr>
          <p:spPr>
            <a:xfrm>
              <a:off x="6663804" y="964521"/>
              <a:ext cx="283751" cy="108177"/>
            </a:xfrm>
            <a:custGeom>
              <a:avLst/>
              <a:gdLst/>
              <a:ahLst/>
              <a:cxnLst/>
              <a:rect l="l" t="t" r="r" b="b"/>
              <a:pathLst>
                <a:path w="14028" h="5348" extrusionOk="0">
                  <a:moveTo>
                    <a:pt x="5662" y="1"/>
                  </a:moveTo>
                  <a:cubicBezTo>
                    <a:pt x="4902" y="1"/>
                    <a:pt x="4434" y="700"/>
                    <a:pt x="3750" y="964"/>
                  </a:cubicBezTo>
                  <a:cubicBezTo>
                    <a:pt x="3525" y="1045"/>
                    <a:pt x="3279" y="1061"/>
                    <a:pt x="3027" y="1061"/>
                  </a:cubicBezTo>
                  <a:cubicBezTo>
                    <a:pt x="2860" y="1061"/>
                    <a:pt x="2691" y="1054"/>
                    <a:pt x="2523" y="1054"/>
                  </a:cubicBezTo>
                  <a:cubicBezTo>
                    <a:pt x="2232" y="1054"/>
                    <a:pt x="1946" y="1076"/>
                    <a:pt x="1688" y="1193"/>
                  </a:cubicBezTo>
                  <a:cubicBezTo>
                    <a:pt x="859" y="1564"/>
                    <a:pt x="802" y="1907"/>
                    <a:pt x="1546" y="2651"/>
                  </a:cubicBezTo>
                  <a:cubicBezTo>
                    <a:pt x="2176" y="3139"/>
                    <a:pt x="3207" y="2853"/>
                    <a:pt x="3951" y="3654"/>
                  </a:cubicBezTo>
                  <a:cubicBezTo>
                    <a:pt x="3899" y="3684"/>
                    <a:pt x="3777" y="3695"/>
                    <a:pt x="3608" y="3695"/>
                  </a:cubicBezTo>
                  <a:cubicBezTo>
                    <a:pt x="3156" y="3695"/>
                    <a:pt x="2372" y="3617"/>
                    <a:pt x="1709" y="3617"/>
                  </a:cubicBezTo>
                  <a:cubicBezTo>
                    <a:pt x="720" y="3617"/>
                    <a:pt x="1" y="3791"/>
                    <a:pt x="1059" y="4655"/>
                  </a:cubicBezTo>
                  <a:cubicBezTo>
                    <a:pt x="1542" y="5042"/>
                    <a:pt x="2823" y="5347"/>
                    <a:pt x="3623" y="5347"/>
                  </a:cubicBezTo>
                  <a:cubicBezTo>
                    <a:pt x="3770" y="5347"/>
                    <a:pt x="3901" y="5337"/>
                    <a:pt x="4008" y="5315"/>
                  </a:cubicBezTo>
                  <a:cubicBezTo>
                    <a:pt x="5112" y="4963"/>
                    <a:pt x="5532" y="3928"/>
                    <a:pt x="6796" y="3928"/>
                  </a:cubicBezTo>
                  <a:cubicBezTo>
                    <a:pt x="6875" y="3928"/>
                    <a:pt x="6957" y="3932"/>
                    <a:pt x="7043" y="3941"/>
                  </a:cubicBezTo>
                  <a:cubicBezTo>
                    <a:pt x="8073" y="4083"/>
                    <a:pt x="8760" y="4884"/>
                    <a:pt x="9761" y="4884"/>
                  </a:cubicBezTo>
                  <a:cubicBezTo>
                    <a:pt x="10334" y="4884"/>
                    <a:pt x="12509" y="4513"/>
                    <a:pt x="12711" y="4312"/>
                  </a:cubicBezTo>
                  <a:cubicBezTo>
                    <a:pt x="13826" y="3281"/>
                    <a:pt x="12310" y="3082"/>
                    <a:pt x="12253" y="2422"/>
                  </a:cubicBezTo>
                  <a:cubicBezTo>
                    <a:pt x="12166" y="1564"/>
                    <a:pt x="14028" y="1335"/>
                    <a:pt x="12997" y="247"/>
                  </a:cubicBezTo>
                  <a:lnTo>
                    <a:pt x="12796" y="247"/>
                  </a:lnTo>
                  <a:cubicBezTo>
                    <a:pt x="12523" y="153"/>
                    <a:pt x="12309" y="111"/>
                    <a:pt x="12124" y="111"/>
                  </a:cubicBezTo>
                  <a:cubicBezTo>
                    <a:pt x="11744" y="111"/>
                    <a:pt x="11482" y="284"/>
                    <a:pt x="11078" y="533"/>
                  </a:cubicBezTo>
                  <a:cubicBezTo>
                    <a:pt x="10504" y="922"/>
                    <a:pt x="10468" y="1051"/>
                    <a:pt x="10294" y="1051"/>
                  </a:cubicBezTo>
                  <a:cubicBezTo>
                    <a:pt x="10173" y="1051"/>
                    <a:pt x="9986" y="988"/>
                    <a:pt x="9505" y="906"/>
                  </a:cubicBezTo>
                  <a:cubicBezTo>
                    <a:pt x="9161" y="834"/>
                    <a:pt x="8818" y="834"/>
                    <a:pt x="8467" y="834"/>
                  </a:cubicBezTo>
                  <a:cubicBezTo>
                    <a:pt x="8116" y="834"/>
                    <a:pt x="7758" y="834"/>
                    <a:pt x="7386" y="762"/>
                  </a:cubicBezTo>
                  <a:cubicBezTo>
                    <a:pt x="6841" y="620"/>
                    <a:pt x="6413" y="162"/>
                    <a:pt x="5868" y="18"/>
                  </a:cubicBezTo>
                  <a:cubicBezTo>
                    <a:pt x="5797" y="6"/>
                    <a:pt x="5728" y="1"/>
                    <a:pt x="566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5"/>
            <p:cNvSpPr/>
            <p:nvPr/>
          </p:nvSpPr>
          <p:spPr>
            <a:xfrm>
              <a:off x="6664371" y="957461"/>
              <a:ext cx="276247" cy="122680"/>
            </a:xfrm>
            <a:custGeom>
              <a:avLst/>
              <a:gdLst/>
              <a:ahLst/>
              <a:cxnLst/>
              <a:rect l="l" t="t" r="r" b="b"/>
              <a:pathLst>
                <a:path w="13657" h="6065" extrusionOk="0">
                  <a:moveTo>
                    <a:pt x="5615" y="729"/>
                  </a:moveTo>
                  <a:cubicBezTo>
                    <a:pt x="5661" y="729"/>
                    <a:pt x="5707" y="733"/>
                    <a:pt x="5755" y="740"/>
                  </a:cubicBezTo>
                  <a:cubicBezTo>
                    <a:pt x="5984" y="797"/>
                    <a:pt x="6183" y="912"/>
                    <a:pt x="6412" y="1054"/>
                  </a:cubicBezTo>
                  <a:cubicBezTo>
                    <a:pt x="6671" y="1198"/>
                    <a:pt x="6928" y="1370"/>
                    <a:pt x="7271" y="1455"/>
                  </a:cubicBezTo>
                  <a:cubicBezTo>
                    <a:pt x="7672" y="1527"/>
                    <a:pt x="8044" y="1527"/>
                    <a:pt x="8399" y="1527"/>
                  </a:cubicBezTo>
                  <a:cubicBezTo>
                    <a:pt x="8753" y="1527"/>
                    <a:pt x="9090" y="1527"/>
                    <a:pt x="9419" y="1599"/>
                  </a:cubicBezTo>
                  <a:cubicBezTo>
                    <a:pt x="9619" y="1656"/>
                    <a:pt x="9763" y="1684"/>
                    <a:pt x="9877" y="1713"/>
                  </a:cubicBezTo>
                  <a:cubicBezTo>
                    <a:pt x="10039" y="1743"/>
                    <a:pt x="10158" y="1762"/>
                    <a:pt x="10259" y="1762"/>
                  </a:cubicBezTo>
                  <a:cubicBezTo>
                    <a:pt x="10445" y="1762"/>
                    <a:pt x="10571" y="1697"/>
                    <a:pt x="10793" y="1512"/>
                  </a:cubicBezTo>
                  <a:cubicBezTo>
                    <a:pt x="10908" y="1455"/>
                    <a:pt x="11022" y="1340"/>
                    <a:pt x="11222" y="1198"/>
                  </a:cubicBezTo>
                  <a:lnTo>
                    <a:pt x="11336" y="1141"/>
                  </a:lnTo>
                  <a:cubicBezTo>
                    <a:pt x="11666" y="939"/>
                    <a:pt x="11855" y="819"/>
                    <a:pt x="12113" y="819"/>
                  </a:cubicBezTo>
                  <a:cubicBezTo>
                    <a:pt x="12259" y="819"/>
                    <a:pt x="12426" y="857"/>
                    <a:pt x="12653" y="939"/>
                  </a:cubicBezTo>
                  <a:cubicBezTo>
                    <a:pt x="12683" y="969"/>
                    <a:pt x="12740" y="969"/>
                    <a:pt x="12797" y="969"/>
                  </a:cubicBezTo>
                  <a:cubicBezTo>
                    <a:pt x="12882" y="1054"/>
                    <a:pt x="12912" y="1141"/>
                    <a:pt x="12912" y="1198"/>
                  </a:cubicBezTo>
                  <a:cubicBezTo>
                    <a:pt x="12912" y="1340"/>
                    <a:pt x="12710" y="1512"/>
                    <a:pt x="12539" y="1656"/>
                  </a:cubicBezTo>
                  <a:cubicBezTo>
                    <a:pt x="12195" y="1913"/>
                    <a:pt x="11824" y="2256"/>
                    <a:pt x="11852" y="2801"/>
                  </a:cubicBezTo>
                  <a:cubicBezTo>
                    <a:pt x="11881" y="3172"/>
                    <a:pt x="12195" y="3431"/>
                    <a:pt x="12424" y="3630"/>
                  </a:cubicBezTo>
                  <a:cubicBezTo>
                    <a:pt x="12568" y="3745"/>
                    <a:pt x="12740" y="3889"/>
                    <a:pt x="12740" y="4003"/>
                  </a:cubicBezTo>
                  <a:cubicBezTo>
                    <a:pt x="12740" y="4061"/>
                    <a:pt x="12653" y="4203"/>
                    <a:pt x="12454" y="4374"/>
                  </a:cubicBezTo>
                  <a:cubicBezTo>
                    <a:pt x="12195" y="4546"/>
                    <a:pt x="10248" y="4862"/>
                    <a:pt x="9733" y="4862"/>
                  </a:cubicBezTo>
                  <a:cubicBezTo>
                    <a:pt x="9275" y="4862"/>
                    <a:pt x="8874" y="4661"/>
                    <a:pt x="8446" y="4432"/>
                  </a:cubicBezTo>
                  <a:cubicBezTo>
                    <a:pt x="8016" y="4232"/>
                    <a:pt x="7587" y="4003"/>
                    <a:pt x="7042" y="3916"/>
                  </a:cubicBezTo>
                  <a:cubicBezTo>
                    <a:pt x="6961" y="3909"/>
                    <a:pt x="6882" y="3906"/>
                    <a:pt x="6805" y="3906"/>
                  </a:cubicBezTo>
                  <a:cubicBezTo>
                    <a:pt x="5944" y="3906"/>
                    <a:pt x="5395" y="4325"/>
                    <a:pt x="4896" y="4718"/>
                  </a:cubicBezTo>
                  <a:cubicBezTo>
                    <a:pt x="4580" y="4947"/>
                    <a:pt x="4294" y="5206"/>
                    <a:pt x="3923" y="5320"/>
                  </a:cubicBezTo>
                  <a:cubicBezTo>
                    <a:pt x="3842" y="5336"/>
                    <a:pt x="3744" y="5343"/>
                    <a:pt x="3632" y="5343"/>
                  </a:cubicBezTo>
                  <a:cubicBezTo>
                    <a:pt x="2912" y="5343"/>
                    <a:pt x="1656" y="5045"/>
                    <a:pt x="1260" y="4748"/>
                  </a:cubicBezTo>
                  <a:cubicBezTo>
                    <a:pt x="1060" y="4576"/>
                    <a:pt x="973" y="4461"/>
                    <a:pt x="916" y="4404"/>
                  </a:cubicBezTo>
                  <a:cubicBezTo>
                    <a:pt x="1072" y="4352"/>
                    <a:pt x="1370" y="4336"/>
                    <a:pt x="1697" y="4336"/>
                  </a:cubicBezTo>
                  <a:cubicBezTo>
                    <a:pt x="2090" y="4336"/>
                    <a:pt x="2524" y="4359"/>
                    <a:pt x="2805" y="4374"/>
                  </a:cubicBezTo>
                  <a:cubicBezTo>
                    <a:pt x="3176" y="4388"/>
                    <a:pt x="3432" y="4401"/>
                    <a:pt x="3620" y="4401"/>
                  </a:cubicBezTo>
                  <a:cubicBezTo>
                    <a:pt x="3854" y="4401"/>
                    <a:pt x="3983" y="4381"/>
                    <a:pt x="4095" y="4317"/>
                  </a:cubicBezTo>
                  <a:cubicBezTo>
                    <a:pt x="4180" y="4260"/>
                    <a:pt x="4267" y="4175"/>
                    <a:pt x="4267" y="4061"/>
                  </a:cubicBezTo>
                  <a:cubicBezTo>
                    <a:pt x="4294" y="3946"/>
                    <a:pt x="4267" y="3832"/>
                    <a:pt x="4180" y="3745"/>
                  </a:cubicBezTo>
                  <a:cubicBezTo>
                    <a:pt x="3694" y="3229"/>
                    <a:pt x="3064" y="3087"/>
                    <a:pt x="2576" y="3000"/>
                  </a:cubicBezTo>
                  <a:cubicBezTo>
                    <a:pt x="2233" y="2916"/>
                    <a:pt x="1947" y="2858"/>
                    <a:pt x="1775" y="2714"/>
                  </a:cubicBezTo>
                  <a:cubicBezTo>
                    <a:pt x="1347" y="2313"/>
                    <a:pt x="1374" y="2171"/>
                    <a:pt x="1374" y="2171"/>
                  </a:cubicBezTo>
                  <a:cubicBezTo>
                    <a:pt x="1374" y="2171"/>
                    <a:pt x="1374" y="2057"/>
                    <a:pt x="1805" y="1855"/>
                  </a:cubicBezTo>
                  <a:cubicBezTo>
                    <a:pt x="1973" y="1780"/>
                    <a:pt x="2180" y="1767"/>
                    <a:pt x="2399" y="1767"/>
                  </a:cubicBezTo>
                  <a:cubicBezTo>
                    <a:pt x="2513" y="1767"/>
                    <a:pt x="2631" y="1771"/>
                    <a:pt x="2748" y="1771"/>
                  </a:cubicBezTo>
                  <a:cubicBezTo>
                    <a:pt x="2852" y="1771"/>
                    <a:pt x="2956" y="1773"/>
                    <a:pt x="3060" y="1773"/>
                  </a:cubicBezTo>
                  <a:cubicBezTo>
                    <a:pt x="3326" y="1773"/>
                    <a:pt x="3588" y="1758"/>
                    <a:pt x="3836" y="1656"/>
                  </a:cubicBezTo>
                  <a:cubicBezTo>
                    <a:pt x="4180" y="1542"/>
                    <a:pt x="4438" y="1340"/>
                    <a:pt x="4667" y="1168"/>
                  </a:cubicBezTo>
                  <a:cubicBezTo>
                    <a:pt x="5041" y="895"/>
                    <a:pt x="5306" y="729"/>
                    <a:pt x="5615" y="729"/>
                  </a:cubicBezTo>
                  <a:close/>
                  <a:moveTo>
                    <a:pt x="5620" y="1"/>
                  </a:moveTo>
                  <a:cubicBezTo>
                    <a:pt x="5052" y="1"/>
                    <a:pt x="4633" y="295"/>
                    <a:pt x="4237" y="568"/>
                  </a:cubicBezTo>
                  <a:cubicBezTo>
                    <a:pt x="4038" y="740"/>
                    <a:pt x="3809" y="882"/>
                    <a:pt x="3607" y="969"/>
                  </a:cubicBezTo>
                  <a:cubicBezTo>
                    <a:pt x="3378" y="1054"/>
                    <a:pt x="3092" y="1054"/>
                    <a:pt x="2778" y="1054"/>
                  </a:cubicBezTo>
                  <a:cubicBezTo>
                    <a:pt x="2663" y="1046"/>
                    <a:pt x="2544" y="1040"/>
                    <a:pt x="2423" y="1040"/>
                  </a:cubicBezTo>
                  <a:cubicBezTo>
                    <a:pt x="2120" y="1040"/>
                    <a:pt x="1805" y="1075"/>
                    <a:pt x="1518" y="1198"/>
                  </a:cubicBezTo>
                  <a:cubicBezTo>
                    <a:pt x="1145" y="1370"/>
                    <a:pt x="717" y="1599"/>
                    <a:pt x="660" y="2027"/>
                  </a:cubicBezTo>
                  <a:cubicBezTo>
                    <a:pt x="573" y="2485"/>
                    <a:pt x="916" y="2916"/>
                    <a:pt x="1289" y="3259"/>
                  </a:cubicBezTo>
                  <a:cubicBezTo>
                    <a:pt x="1518" y="3431"/>
                    <a:pt x="1747" y="3545"/>
                    <a:pt x="1976" y="3603"/>
                  </a:cubicBezTo>
                  <a:cubicBezTo>
                    <a:pt x="1863" y="3599"/>
                    <a:pt x="1754" y="3597"/>
                    <a:pt x="1651" y="3597"/>
                  </a:cubicBezTo>
                  <a:cubicBezTo>
                    <a:pt x="843" y="3597"/>
                    <a:pt x="354" y="3712"/>
                    <a:pt x="202" y="4118"/>
                  </a:cubicBezTo>
                  <a:cubicBezTo>
                    <a:pt x="0" y="4576"/>
                    <a:pt x="431" y="4977"/>
                    <a:pt x="831" y="5290"/>
                  </a:cubicBezTo>
                  <a:cubicBezTo>
                    <a:pt x="1347" y="5721"/>
                    <a:pt x="2691" y="6065"/>
                    <a:pt x="3607" y="6065"/>
                  </a:cubicBezTo>
                  <a:cubicBezTo>
                    <a:pt x="3779" y="6065"/>
                    <a:pt x="3951" y="6035"/>
                    <a:pt x="4095" y="6007"/>
                  </a:cubicBezTo>
                  <a:cubicBezTo>
                    <a:pt x="4638" y="5863"/>
                    <a:pt x="5011" y="5549"/>
                    <a:pt x="5354" y="5263"/>
                  </a:cubicBezTo>
                  <a:cubicBezTo>
                    <a:pt x="5786" y="4931"/>
                    <a:pt x="6150" y="4647"/>
                    <a:pt x="6729" y="4647"/>
                  </a:cubicBezTo>
                  <a:cubicBezTo>
                    <a:pt x="6801" y="4647"/>
                    <a:pt x="6877" y="4651"/>
                    <a:pt x="6957" y="4661"/>
                  </a:cubicBezTo>
                  <a:cubicBezTo>
                    <a:pt x="7358" y="4718"/>
                    <a:pt x="7729" y="4890"/>
                    <a:pt x="8103" y="5091"/>
                  </a:cubicBezTo>
                  <a:cubicBezTo>
                    <a:pt x="8588" y="5348"/>
                    <a:pt x="9103" y="5607"/>
                    <a:pt x="9733" y="5607"/>
                  </a:cubicBezTo>
                  <a:cubicBezTo>
                    <a:pt x="10134" y="5607"/>
                    <a:pt x="12596" y="5290"/>
                    <a:pt x="12939" y="4919"/>
                  </a:cubicBezTo>
                  <a:cubicBezTo>
                    <a:pt x="13283" y="4603"/>
                    <a:pt x="13455" y="4290"/>
                    <a:pt x="13455" y="3974"/>
                  </a:cubicBezTo>
                  <a:cubicBezTo>
                    <a:pt x="13455" y="3573"/>
                    <a:pt x="13141" y="3287"/>
                    <a:pt x="12882" y="3087"/>
                  </a:cubicBezTo>
                  <a:cubicBezTo>
                    <a:pt x="12740" y="2973"/>
                    <a:pt x="12596" y="2829"/>
                    <a:pt x="12568" y="2744"/>
                  </a:cubicBezTo>
                  <a:cubicBezTo>
                    <a:pt x="12568" y="2572"/>
                    <a:pt x="12740" y="2428"/>
                    <a:pt x="12997" y="2199"/>
                  </a:cubicBezTo>
                  <a:cubicBezTo>
                    <a:pt x="13283" y="1970"/>
                    <a:pt x="13626" y="1684"/>
                    <a:pt x="13626" y="1255"/>
                  </a:cubicBezTo>
                  <a:cubicBezTo>
                    <a:pt x="13656" y="939"/>
                    <a:pt x="13512" y="653"/>
                    <a:pt x="13226" y="339"/>
                  </a:cubicBezTo>
                  <a:cubicBezTo>
                    <a:pt x="13164" y="276"/>
                    <a:pt x="13072" y="229"/>
                    <a:pt x="12973" y="229"/>
                  </a:cubicBezTo>
                  <a:cubicBezTo>
                    <a:pt x="12934" y="229"/>
                    <a:pt x="12894" y="236"/>
                    <a:pt x="12855" y="252"/>
                  </a:cubicBezTo>
                  <a:cubicBezTo>
                    <a:pt x="12550" y="148"/>
                    <a:pt x="12302" y="104"/>
                    <a:pt x="12086" y="104"/>
                  </a:cubicBezTo>
                  <a:cubicBezTo>
                    <a:pt x="11653" y="104"/>
                    <a:pt x="11347" y="282"/>
                    <a:pt x="10965" y="511"/>
                  </a:cubicBezTo>
                  <a:lnTo>
                    <a:pt x="10851" y="596"/>
                  </a:lnTo>
                  <a:cubicBezTo>
                    <a:pt x="10592" y="740"/>
                    <a:pt x="10450" y="882"/>
                    <a:pt x="10335" y="969"/>
                  </a:cubicBezTo>
                  <a:cubicBezTo>
                    <a:pt x="10278" y="996"/>
                    <a:pt x="10248" y="1026"/>
                    <a:pt x="10278" y="1026"/>
                  </a:cubicBezTo>
                  <a:cubicBezTo>
                    <a:pt x="10248" y="1026"/>
                    <a:pt x="10134" y="1026"/>
                    <a:pt x="10049" y="996"/>
                  </a:cubicBezTo>
                  <a:cubicBezTo>
                    <a:pt x="9905" y="969"/>
                    <a:pt x="9763" y="939"/>
                    <a:pt x="9561" y="882"/>
                  </a:cubicBezTo>
                  <a:cubicBezTo>
                    <a:pt x="9175" y="811"/>
                    <a:pt x="8811" y="811"/>
                    <a:pt x="8460" y="811"/>
                  </a:cubicBezTo>
                  <a:cubicBezTo>
                    <a:pt x="8109" y="811"/>
                    <a:pt x="7773" y="811"/>
                    <a:pt x="7443" y="740"/>
                  </a:cubicBezTo>
                  <a:cubicBezTo>
                    <a:pt x="7214" y="683"/>
                    <a:pt x="7015" y="568"/>
                    <a:pt x="6786" y="424"/>
                  </a:cubicBezTo>
                  <a:cubicBezTo>
                    <a:pt x="6527" y="282"/>
                    <a:pt x="6270" y="110"/>
                    <a:pt x="5897" y="23"/>
                  </a:cubicBezTo>
                  <a:cubicBezTo>
                    <a:pt x="5801" y="8"/>
                    <a:pt x="5709" y="1"/>
                    <a:pt x="562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5"/>
            <p:cNvSpPr/>
            <p:nvPr/>
          </p:nvSpPr>
          <p:spPr>
            <a:xfrm>
              <a:off x="6940623" y="1040664"/>
              <a:ext cx="61957" cy="30220"/>
            </a:xfrm>
            <a:custGeom>
              <a:avLst/>
              <a:gdLst/>
              <a:ahLst/>
              <a:cxnLst/>
              <a:rect l="l" t="t" r="r" b="b"/>
              <a:pathLst>
                <a:path w="3063" h="1494" extrusionOk="0">
                  <a:moveTo>
                    <a:pt x="1941" y="1"/>
                  </a:moveTo>
                  <a:cubicBezTo>
                    <a:pt x="1849" y="1"/>
                    <a:pt x="1746" y="11"/>
                    <a:pt x="1631" y="32"/>
                  </a:cubicBezTo>
                  <a:lnTo>
                    <a:pt x="1431" y="32"/>
                  </a:lnTo>
                  <a:cubicBezTo>
                    <a:pt x="257" y="177"/>
                    <a:pt x="0" y="1494"/>
                    <a:pt x="1374" y="1494"/>
                  </a:cubicBezTo>
                  <a:cubicBezTo>
                    <a:pt x="2511" y="1494"/>
                    <a:pt x="3063" y="1"/>
                    <a:pt x="1941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5"/>
            <p:cNvSpPr/>
            <p:nvPr/>
          </p:nvSpPr>
          <p:spPr>
            <a:xfrm>
              <a:off x="6941776" y="1033463"/>
              <a:ext cx="59085" cy="44379"/>
            </a:xfrm>
            <a:custGeom>
              <a:avLst/>
              <a:gdLst/>
              <a:ahLst/>
              <a:cxnLst/>
              <a:rect l="l" t="t" r="r" b="b"/>
              <a:pathLst>
                <a:path w="2921" h="2194" extrusionOk="0">
                  <a:moveTo>
                    <a:pt x="1898" y="707"/>
                  </a:moveTo>
                  <a:cubicBezTo>
                    <a:pt x="2037" y="707"/>
                    <a:pt x="2098" y="741"/>
                    <a:pt x="2119" y="762"/>
                  </a:cubicBezTo>
                  <a:cubicBezTo>
                    <a:pt x="2146" y="789"/>
                    <a:pt x="2146" y="876"/>
                    <a:pt x="2089" y="1018"/>
                  </a:cubicBezTo>
                  <a:cubicBezTo>
                    <a:pt x="1974" y="1247"/>
                    <a:pt x="1688" y="1476"/>
                    <a:pt x="1317" y="1476"/>
                  </a:cubicBezTo>
                  <a:cubicBezTo>
                    <a:pt x="974" y="1476"/>
                    <a:pt x="772" y="1392"/>
                    <a:pt x="745" y="1247"/>
                  </a:cubicBezTo>
                  <a:cubicBezTo>
                    <a:pt x="745" y="1075"/>
                    <a:pt x="974" y="819"/>
                    <a:pt x="1432" y="762"/>
                  </a:cubicBezTo>
                  <a:cubicBezTo>
                    <a:pt x="1432" y="732"/>
                    <a:pt x="1459" y="732"/>
                    <a:pt x="1489" y="732"/>
                  </a:cubicBezTo>
                  <a:cubicBezTo>
                    <a:pt x="1518" y="747"/>
                    <a:pt x="1546" y="754"/>
                    <a:pt x="1575" y="754"/>
                  </a:cubicBezTo>
                  <a:cubicBezTo>
                    <a:pt x="1603" y="754"/>
                    <a:pt x="1632" y="747"/>
                    <a:pt x="1661" y="732"/>
                  </a:cubicBezTo>
                  <a:cubicBezTo>
                    <a:pt x="1758" y="714"/>
                    <a:pt x="1836" y="707"/>
                    <a:pt x="1898" y="707"/>
                  </a:cubicBezTo>
                  <a:close/>
                  <a:moveTo>
                    <a:pt x="1916" y="1"/>
                  </a:moveTo>
                  <a:cubicBezTo>
                    <a:pt x="1798" y="1"/>
                    <a:pt x="1665" y="14"/>
                    <a:pt x="1516" y="45"/>
                  </a:cubicBezTo>
                  <a:lnTo>
                    <a:pt x="1489" y="45"/>
                  </a:lnTo>
                  <a:cubicBezTo>
                    <a:pt x="1432" y="17"/>
                    <a:pt x="1374" y="17"/>
                    <a:pt x="1345" y="17"/>
                  </a:cubicBezTo>
                  <a:cubicBezTo>
                    <a:pt x="486" y="132"/>
                    <a:pt x="0" y="762"/>
                    <a:pt x="28" y="1304"/>
                  </a:cubicBezTo>
                  <a:cubicBezTo>
                    <a:pt x="58" y="1705"/>
                    <a:pt x="401" y="2193"/>
                    <a:pt x="1317" y="2193"/>
                  </a:cubicBezTo>
                  <a:cubicBezTo>
                    <a:pt x="2062" y="2193"/>
                    <a:pt x="2547" y="1735"/>
                    <a:pt x="2749" y="1334"/>
                  </a:cubicBezTo>
                  <a:cubicBezTo>
                    <a:pt x="2920" y="991"/>
                    <a:pt x="2891" y="590"/>
                    <a:pt x="2691" y="331"/>
                  </a:cubicBezTo>
                  <a:cubicBezTo>
                    <a:pt x="2578" y="175"/>
                    <a:pt x="2343" y="1"/>
                    <a:pt x="1916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5"/>
            <p:cNvSpPr/>
            <p:nvPr/>
          </p:nvSpPr>
          <p:spPr>
            <a:xfrm>
              <a:off x="6574694" y="928856"/>
              <a:ext cx="221693" cy="69158"/>
            </a:xfrm>
            <a:custGeom>
              <a:avLst/>
              <a:gdLst/>
              <a:ahLst/>
              <a:cxnLst/>
              <a:rect l="l" t="t" r="r" b="b"/>
              <a:pathLst>
                <a:path w="10960" h="3419" extrusionOk="0">
                  <a:moveTo>
                    <a:pt x="6484" y="1"/>
                  </a:moveTo>
                  <a:cubicBezTo>
                    <a:pt x="5826" y="1"/>
                    <a:pt x="5470" y="172"/>
                    <a:pt x="4719" y="693"/>
                  </a:cubicBezTo>
                  <a:cubicBezTo>
                    <a:pt x="3631" y="1437"/>
                    <a:pt x="2315" y="1009"/>
                    <a:pt x="1284" y="1723"/>
                  </a:cubicBezTo>
                  <a:cubicBezTo>
                    <a:pt x="0" y="2572"/>
                    <a:pt x="743" y="3419"/>
                    <a:pt x="1902" y="3419"/>
                  </a:cubicBezTo>
                  <a:cubicBezTo>
                    <a:pt x="2035" y="3419"/>
                    <a:pt x="2173" y="3407"/>
                    <a:pt x="2315" y="3384"/>
                  </a:cubicBezTo>
                  <a:cubicBezTo>
                    <a:pt x="3203" y="3242"/>
                    <a:pt x="4119" y="2582"/>
                    <a:pt x="5006" y="2440"/>
                  </a:cubicBezTo>
                  <a:cubicBezTo>
                    <a:pt x="6380" y="2239"/>
                    <a:pt x="7525" y="1925"/>
                    <a:pt x="8842" y="1581"/>
                  </a:cubicBezTo>
                  <a:cubicBezTo>
                    <a:pt x="9586" y="1352"/>
                    <a:pt x="10960" y="1295"/>
                    <a:pt x="9730" y="407"/>
                  </a:cubicBezTo>
                  <a:cubicBezTo>
                    <a:pt x="9471" y="257"/>
                    <a:pt x="9201" y="223"/>
                    <a:pt x="8930" y="223"/>
                  </a:cubicBezTo>
                  <a:cubicBezTo>
                    <a:pt x="8695" y="223"/>
                    <a:pt x="8461" y="249"/>
                    <a:pt x="8232" y="249"/>
                  </a:cubicBezTo>
                  <a:cubicBezTo>
                    <a:pt x="7966" y="249"/>
                    <a:pt x="7708" y="214"/>
                    <a:pt x="7467" y="63"/>
                  </a:cubicBezTo>
                  <a:lnTo>
                    <a:pt x="7383" y="63"/>
                  </a:lnTo>
                  <a:cubicBezTo>
                    <a:pt x="7017" y="25"/>
                    <a:pt x="6730" y="1"/>
                    <a:pt x="6484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5"/>
            <p:cNvSpPr/>
            <p:nvPr/>
          </p:nvSpPr>
          <p:spPr>
            <a:xfrm>
              <a:off x="6576939" y="921452"/>
              <a:ext cx="213117" cy="83964"/>
            </a:xfrm>
            <a:custGeom>
              <a:avLst/>
              <a:gdLst/>
              <a:ahLst/>
              <a:cxnLst/>
              <a:rect l="l" t="t" r="r" b="b"/>
              <a:pathLst>
                <a:path w="10536" h="4151" extrusionOk="0">
                  <a:moveTo>
                    <a:pt x="6383" y="715"/>
                  </a:moveTo>
                  <a:cubicBezTo>
                    <a:pt x="6612" y="715"/>
                    <a:pt x="6898" y="745"/>
                    <a:pt x="7242" y="773"/>
                  </a:cubicBezTo>
                  <a:cubicBezTo>
                    <a:pt x="7589" y="957"/>
                    <a:pt x="7935" y="975"/>
                    <a:pt x="8252" y="975"/>
                  </a:cubicBezTo>
                  <a:cubicBezTo>
                    <a:pt x="8327" y="975"/>
                    <a:pt x="8402" y="974"/>
                    <a:pt x="8474" y="974"/>
                  </a:cubicBezTo>
                  <a:cubicBezTo>
                    <a:pt x="8614" y="963"/>
                    <a:pt x="8746" y="952"/>
                    <a:pt x="8870" y="952"/>
                  </a:cubicBezTo>
                  <a:cubicBezTo>
                    <a:pt x="9075" y="952"/>
                    <a:pt x="9258" y="982"/>
                    <a:pt x="9418" y="1089"/>
                  </a:cubicBezTo>
                  <a:cubicBezTo>
                    <a:pt x="9562" y="1173"/>
                    <a:pt x="9647" y="1260"/>
                    <a:pt x="9704" y="1318"/>
                  </a:cubicBezTo>
                  <a:cubicBezTo>
                    <a:pt x="9532" y="1375"/>
                    <a:pt x="9246" y="1432"/>
                    <a:pt x="9074" y="1489"/>
                  </a:cubicBezTo>
                  <a:cubicBezTo>
                    <a:pt x="8902" y="1517"/>
                    <a:pt x="8760" y="1547"/>
                    <a:pt x="8616" y="1604"/>
                  </a:cubicBezTo>
                  <a:cubicBezTo>
                    <a:pt x="7329" y="1947"/>
                    <a:pt x="6184" y="2234"/>
                    <a:pt x="4837" y="2463"/>
                  </a:cubicBezTo>
                  <a:cubicBezTo>
                    <a:pt x="4352" y="2520"/>
                    <a:pt x="3864" y="2749"/>
                    <a:pt x="3406" y="2948"/>
                  </a:cubicBezTo>
                  <a:cubicBezTo>
                    <a:pt x="2978" y="3150"/>
                    <a:pt x="2547" y="3322"/>
                    <a:pt x="2146" y="3406"/>
                  </a:cubicBezTo>
                  <a:cubicBezTo>
                    <a:pt x="2043" y="3419"/>
                    <a:pt x="1945" y="3425"/>
                    <a:pt x="1852" y="3425"/>
                  </a:cubicBezTo>
                  <a:cubicBezTo>
                    <a:pt x="1323" y="3425"/>
                    <a:pt x="961" y="3234"/>
                    <a:pt x="887" y="3063"/>
                  </a:cubicBezTo>
                  <a:cubicBezTo>
                    <a:pt x="830" y="2891"/>
                    <a:pt x="1001" y="2635"/>
                    <a:pt x="1402" y="2376"/>
                  </a:cubicBezTo>
                  <a:cubicBezTo>
                    <a:pt x="1833" y="2062"/>
                    <a:pt x="2375" y="2005"/>
                    <a:pt x="2920" y="1947"/>
                  </a:cubicBezTo>
                  <a:cubicBezTo>
                    <a:pt x="3550" y="1860"/>
                    <a:pt x="4208" y="1776"/>
                    <a:pt x="4810" y="1375"/>
                  </a:cubicBezTo>
                  <a:cubicBezTo>
                    <a:pt x="5524" y="887"/>
                    <a:pt x="5811" y="715"/>
                    <a:pt x="6383" y="715"/>
                  </a:cubicBezTo>
                  <a:close/>
                  <a:moveTo>
                    <a:pt x="6412" y="0"/>
                  </a:moveTo>
                  <a:cubicBezTo>
                    <a:pt x="5647" y="0"/>
                    <a:pt x="5245" y="194"/>
                    <a:pt x="4409" y="773"/>
                  </a:cubicBezTo>
                  <a:cubicBezTo>
                    <a:pt x="3951" y="1089"/>
                    <a:pt x="3406" y="1146"/>
                    <a:pt x="2833" y="1231"/>
                  </a:cubicBezTo>
                  <a:cubicBezTo>
                    <a:pt x="2204" y="1288"/>
                    <a:pt x="1574" y="1375"/>
                    <a:pt x="974" y="1776"/>
                  </a:cubicBezTo>
                  <a:cubicBezTo>
                    <a:pt x="1" y="2433"/>
                    <a:pt x="115" y="3063"/>
                    <a:pt x="200" y="3322"/>
                  </a:cubicBezTo>
                  <a:cubicBezTo>
                    <a:pt x="401" y="3837"/>
                    <a:pt x="1059" y="4151"/>
                    <a:pt x="1803" y="4151"/>
                  </a:cubicBezTo>
                  <a:cubicBezTo>
                    <a:pt x="1975" y="4151"/>
                    <a:pt x="2119" y="4123"/>
                    <a:pt x="2261" y="4123"/>
                  </a:cubicBezTo>
                  <a:cubicBezTo>
                    <a:pt x="2776" y="4036"/>
                    <a:pt x="3234" y="3807"/>
                    <a:pt x="3692" y="3608"/>
                  </a:cubicBezTo>
                  <a:cubicBezTo>
                    <a:pt x="4123" y="3406"/>
                    <a:pt x="4551" y="3235"/>
                    <a:pt x="4952" y="3177"/>
                  </a:cubicBezTo>
                  <a:cubicBezTo>
                    <a:pt x="6326" y="2948"/>
                    <a:pt x="7501" y="2662"/>
                    <a:pt x="8818" y="2291"/>
                  </a:cubicBezTo>
                  <a:cubicBezTo>
                    <a:pt x="8960" y="2261"/>
                    <a:pt x="9074" y="2234"/>
                    <a:pt x="9218" y="2204"/>
                  </a:cubicBezTo>
                  <a:cubicBezTo>
                    <a:pt x="9791" y="2062"/>
                    <a:pt x="10363" y="1947"/>
                    <a:pt x="10448" y="1460"/>
                  </a:cubicBezTo>
                  <a:cubicBezTo>
                    <a:pt x="10535" y="1059"/>
                    <a:pt x="10162" y="715"/>
                    <a:pt x="9791" y="459"/>
                  </a:cubicBezTo>
                  <a:cubicBezTo>
                    <a:pt x="9419" y="249"/>
                    <a:pt x="9026" y="229"/>
                    <a:pt x="8678" y="229"/>
                  </a:cubicBezTo>
                  <a:cubicBezTo>
                    <a:pt x="8597" y="229"/>
                    <a:pt x="8519" y="230"/>
                    <a:pt x="8444" y="230"/>
                  </a:cubicBezTo>
                  <a:cubicBezTo>
                    <a:pt x="8339" y="238"/>
                    <a:pt x="8237" y="244"/>
                    <a:pt x="8139" y="244"/>
                  </a:cubicBezTo>
                  <a:cubicBezTo>
                    <a:pt x="7917" y="244"/>
                    <a:pt x="7717" y="214"/>
                    <a:pt x="7558" y="115"/>
                  </a:cubicBezTo>
                  <a:cubicBezTo>
                    <a:pt x="7471" y="58"/>
                    <a:pt x="7386" y="58"/>
                    <a:pt x="7329" y="58"/>
                  </a:cubicBezTo>
                  <a:cubicBezTo>
                    <a:pt x="6963" y="22"/>
                    <a:pt x="6667" y="0"/>
                    <a:pt x="641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5"/>
            <p:cNvSpPr/>
            <p:nvPr/>
          </p:nvSpPr>
          <p:spPr>
            <a:xfrm>
              <a:off x="6641188" y="2259020"/>
              <a:ext cx="229602" cy="96060"/>
            </a:xfrm>
            <a:custGeom>
              <a:avLst/>
              <a:gdLst/>
              <a:ahLst/>
              <a:cxnLst/>
              <a:rect l="l" t="t" r="r" b="b"/>
              <a:pathLst>
                <a:path w="11351" h="4749" extrusionOk="0">
                  <a:moveTo>
                    <a:pt x="3419" y="0"/>
                  </a:moveTo>
                  <a:cubicBezTo>
                    <a:pt x="2765" y="0"/>
                    <a:pt x="2097" y="69"/>
                    <a:pt x="1577" y="237"/>
                  </a:cubicBezTo>
                  <a:cubicBezTo>
                    <a:pt x="489" y="608"/>
                    <a:pt x="1" y="1467"/>
                    <a:pt x="1519" y="1554"/>
                  </a:cubicBezTo>
                  <a:cubicBezTo>
                    <a:pt x="1731" y="1564"/>
                    <a:pt x="1920" y="1566"/>
                    <a:pt x="2092" y="1566"/>
                  </a:cubicBezTo>
                  <a:cubicBezTo>
                    <a:pt x="2271" y="1566"/>
                    <a:pt x="2432" y="1563"/>
                    <a:pt x="2586" y="1563"/>
                  </a:cubicBezTo>
                  <a:cubicBezTo>
                    <a:pt x="3179" y="1563"/>
                    <a:pt x="3650" y="1602"/>
                    <a:pt x="4524" y="1982"/>
                  </a:cubicBezTo>
                  <a:cubicBezTo>
                    <a:pt x="6013" y="2555"/>
                    <a:pt x="6443" y="2555"/>
                    <a:pt x="7272" y="3872"/>
                  </a:cubicBezTo>
                  <a:cubicBezTo>
                    <a:pt x="7657" y="4434"/>
                    <a:pt x="7907" y="4546"/>
                    <a:pt x="8244" y="4546"/>
                  </a:cubicBezTo>
                  <a:cubicBezTo>
                    <a:pt x="8468" y="4546"/>
                    <a:pt x="8730" y="4496"/>
                    <a:pt x="9096" y="4496"/>
                  </a:cubicBezTo>
                  <a:cubicBezTo>
                    <a:pt x="9162" y="4496"/>
                    <a:pt x="9232" y="4498"/>
                    <a:pt x="9306" y="4502"/>
                  </a:cubicBezTo>
                  <a:cubicBezTo>
                    <a:pt x="9543" y="4502"/>
                    <a:pt x="10240" y="4748"/>
                    <a:pt x="10720" y="4748"/>
                  </a:cubicBezTo>
                  <a:cubicBezTo>
                    <a:pt x="11105" y="4748"/>
                    <a:pt x="11351" y="4589"/>
                    <a:pt x="11108" y="4016"/>
                  </a:cubicBezTo>
                  <a:cubicBezTo>
                    <a:pt x="11108" y="3872"/>
                    <a:pt x="10879" y="3730"/>
                    <a:pt x="10822" y="3643"/>
                  </a:cubicBezTo>
                  <a:cubicBezTo>
                    <a:pt x="9047" y="2127"/>
                    <a:pt x="7043" y="466"/>
                    <a:pt x="4726" y="93"/>
                  </a:cubicBezTo>
                  <a:cubicBezTo>
                    <a:pt x="4335" y="34"/>
                    <a:pt x="3880" y="0"/>
                    <a:pt x="3419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5"/>
            <p:cNvSpPr/>
            <p:nvPr/>
          </p:nvSpPr>
          <p:spPr>
            <a:xfrm>
              <a:off x="6643514" y="2251637"/>
              <a:ext cx="233405" cy="111191"/>
            </a:xfrm>
            <a:custGeom>
              <a:avLst/>
              <a:gdLst/>
              <a:ahLst/>
              <a:cxnLst/>
              <a:rect l="l" t="t" r="r" b="b"/>
              <a:pathLst>
                <a:path w="11539" h="5497" extrusionOk="0">
                  <a:moveTo>
                    <a:pt x="3294" y="717"/>
                  </a:moveTo>
                  <a:cubicBezTo>
                    <a:pt x="3722" y="717"/>
                    <a:pt x="4152" y="744"/>
                    <a:pt x="4553" y="802"/>
                  </a:cubicBezTo>
                  <a:cubicBezTo>
                    <a:pt x="6843" y="1175"/>
                    <a:pt x="8847" y="2893"/>
                    <a:pt x="10450" y="4267"/>
                  </a:cubicBezTo>
                  <a:cubicBezTo>
                    <a:pt x="10478" y="4294"/>
                    <a:pt x="10508" y="4294"/>
                    <a:pt x="10535" y="4324"/>
                  </a:cubicBezTo>
                  <a:cubicBezTo>
                    <a:pt x="10535" y="4351"/>
                    <a:pt x="10592" y="4409"/>
                    <a:pt x="10622" y="4438"/>
                  </a:cubicBezTo>
                  <a:cubicBezTo>
                    <a:pt x="10622" y="4466"/>
                    <a:pt x="10650" y="4496"/>
                    <a:pt x="10650" y="4523"/>
                  </a:cubicBezTo>
                  <a:cubicBezTo>
                    <a:pt x="10707" y="4638"/>
                    <a:pt x="10707" y="4695"/>
                    <a:pt x="10707" y="4752"/>
                  </a:cubicBezTo>
                  <a:lnTo>
                    <a:pt x="10592" y="4752"/>
                  </a:lnTo>
                  <a:cubicBezTo>
                    <a:pt x="10363" y="4752"/>
                    <a:pt x="10020" y="4667"/>
                    <a:pt x="9734" y="4610"/>
                  </a:cubicBezTo>
                  <a:cubicBezTo>
                    <a:pt x="9505" y="4553"/>
                    <a:pt x="9333" y="4523"/>
                    <a:pt x="9218" y="4523"/>
                  </a:cubicBezTo>
                  <a:cubicBezTo>
                    <a:pt x="9114" y="4514"/>
                    <a:pt x="9015" y="4511"/>
                    <a:pt x="8922" y="4511"/>
                  </a:cubicBezTo>
                  <a:cubicBezTo>
                    <a:pt x="8735" y="4511"/>
                    <a:pt x="8569" y="4523"/>
                    <a:pt x="8417" y="4523"/>
                  </a:cubicBezTo>
                  <a:cubicBezTo>
                    <a:pt x="8332" y="4553"/>
                    <a:pt x="8217" y="4553"/>
                    <a:pt x="8130" y="4553"/>
                  </a:cubicBezTo>
                  <a:cubicBezTo>
                    <a:pt x="7959" y="4553"/>
                    <a:pt x="7787" y="4553"/>
                    <a:pt x="7443" y="4038"/>
                  </a:cubicBezTo>
                  <a:cubicBezTo>
                    <a:pt x="6672" y="2806"/>
                    <a:pt x="6184" y="2606"/>
                    <a:pt x="5069" y="2205"/>
                  </a:cubicBezTo>
                  <a:cubicBezTo>
                    <a:pt x="4924" y="2148"/>
                    <a:pt x="4725" y="2091"/>
                    <a:pt x="4553" y="2004"/>
                  </a:cubicBezTo>
                  <a:cubicBezTo>
                    <a:pt x="3607" y="1603"/>
                    <a:pt x="3092" y="1576"/>
                    <a:pt x="2435" y="1576"/>
                  </a:cubicBezTo>
                  <a:lnTo>
                    <a:pt x="2119" y="1576"/>
                  </a:lnTo>
                  <a:cubicBezTo>
                    <a:pt x="1920" y="1576"/>
                    <a:pt x="1691" y="1546"/>
                    <a:pt x="1404" y="1546"/>
                  </a:cubicBezTo>
                  <a:cubicBezTo>
                    <a:pt x="1031" y="1518"/>
                    <a:pt x="859" y="1461"/>
                    <a:pt x="802" y="1431"/>
                  </a:cubicBezTo>
                  <a:cubicBezTo>
                    <a:pt x="859" y="1317"/>
                    <a:pt x="1088" y="1118"/>
                    <a:pt x="1576" y="946"/>
                  </a:cubicBezTo>
                  <a:cubicBezTo>
                    <a:pt x="2004" y="802"/>
                    <a:pt x="2607" y="717"/>
                    <a:pt x="3294" y="717"/>
                  </a:cubicBezTo>
                  <a:close/>
                  <a:moveTo>
                    <a:pt x="3294" y="0"/>
                  </a:moveTo>
                  <a:cubicBezTo>
                    <a:pt x="2778" y="0"/>
                    <a:pt x="2004" y="57"/>
                    <a:pt x="1347" y="259"/>
                  </a:cubicBezTo>
                  <a:cubicBezTo>
                    <a:pt x="516" y="545"/>
                    <a:pt x="0" y="1060"/>
                    <a:pt x="87" y="1546"/>
                  </a:cubicBezTo>
                  <a:cubicBezTo>
                    <a:pt x="115" y="1832"/>
                    <a:pt x="374" y="2233"/>
                    <a:pt x="1375" y="2263"/>
                  </a:cubicBezTo>
                  <a:cubicBezTo>
                    <a:pt x="1661" y="2290"/>
                    <a:pt x="1890" y="2290"/>
                    <a:pt x="2119" y="2290"/>
                  </a:cubicBezTo>
                  <a:lnTo>
                    <a:pt x="2435" y="2290"/>
                  </a:lnTo>
                  <a:cubicBezTo>
                    <a:pt x="3035" y="2290"/>
                    <a:pt x="3436" y="2320"/>
                    <a:pt x="4267" y="2691"/>
                  </a:cubicBezTo>
                  <a:cubicBezTo>
                    <a:pt x="4466" y="2748"/>
                    <a:pt x="4668" y="2835"/>
                    <a:pt x="4840" y="2893"/>
                  </a:cubicBezTo>
                  <a:cubicBezTo>
                    <a:pt x="5870" y="3293"/>
                    <a:pt x="6184" y="3408"/>
                    <a:pt x="6843" y="4438"/>
                  </a:cubicBezTo>
                  <a:cubicBezTo>
                    <a:pt x="7272" y="5038"/>
                    <a:pt x="7615" y="5267"/>
                    <a:pt x="8130" y="5267"/>
                  </a:cubicBezTo>
                  <a:lnTo>
                    <a:pt x="8474" y="5267"/>
                  </a:lnTo>
                  <a:cubicBezTo>
                    <a:pt x="8618" y="5240"/>
                    <a:pt x="8760" y="5240"/>
                    <a:pt x="8932" y="5240"/>
                  </a:cubicBezTo>
                  <a:lnTo>
                    <a:pt x="9191" y="5240"/>
                  </a:lnTo>
                  <a:cubicBezTo>
                    <a:pt x="9248" y="5240"/>
                    <a:pt x="9447" y="5297"/>
                    <a:pt x="9592" y="5325"/>
                  </a:cubicBezTo>
                  <a:cubicBezTo>
                    <a:pt x="9878" y="5382"/>
                    <a:pt x="10279" y="5496"/>
                    <a:pt x="10592" y="5496"/>
                  </a:cubicBezTo>
                  <a:cubicBezTo>
                    <a:pt x="10936" y="5496"/>
                    <a:pt x="11195" y="5382"/>
                    <a:pt x="11337" y="5153"/>
                  </a:cubicBezTo>
                  <a:cubicBezTo>
                    <a:pt x="11538" y="4839"/>
                    <a:pt x="11424" y="4466"/>
                    <a:pt x="11337" y="4294"/>
                  </a:cubicBezTo>
                  <a:cubicBezTo>
                    <a:pt x="11309" y="4038"/>
                    <a:pt x="11108" y="3893"/>
                    <a:pt x="10993" y="3779"/>
                  </a:cubicBezTo>
                  <a:lnTo>
                    <a:pt x="10936" y="3751"/>
                  </a:lnTo>
                  <a:cubicBezTo>
                    <a:pt x="9248" y="2290"/>
                    <a:pt x="7157" y="488"/>
                    <a:pt x="4668" y="87"/>
                  </a:cubicBezTo>
                  <a:cubicBezTo>
                    <a:pt x="4237" y="30"/>
                    <a:pt x="3779" y="0"/>
                    <a:pt x="3294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5"/>
            <p:cNvSpPr/>
            <p:nvPr/>
          </p:nvSpPr>
          <p:spPr>
            <a:xfrm>
              <a:off x="6856610" y="2351105"/>
              <a:ext cx="143635" cy="53097"/>
            </a:xfrm>
            <a:custGeom>
              <a:avLst/>
              <a:gdLst/>
              <a:ahLst/>
              <a:cxnLst/>
              <a:rect l="l" t="t" r="r" b="b"/>
              <a:pathLst>
                <a:path w="7101" h="2625" extrusionOk="0">
                  <a:moveTo>
                    <a:pt x="2525" y="0"/>
                  </a:moveTo>
                  <a:cubicBezTo>
                    <a:pt x="2306" y="0"/>
                    <a:pt x="2103" y="45"/>
                    <a:pt x="1948" y="179"/>
                  </a:cubicBezTo>
                  <a:cubicBezTo>
                    <a:pt x="1691" y="465"/>
                    <a:pt x="1890" y="895"/>
                    <a:pt x="1691" y="1182"/>
                  </a:cubicBezTo>
                  <a:cubicBezTo>
                    <a:pt x="1405" y="1495"/>
                    <a:pt x="1004" y="1411"/>
                    <a:pt x="803" y="1640"/>
                  </a:cubicBezTo>
                  <a:cubicBezTo>
                    <a:pt x="1" y="2479"/>
                    <a:pt x="1060" y="2625"/>
                    <a:pt x="2141" y="2625"/>
                  </a:cubicBezTo>
                  <a:cubicBezTo>
                    <a:pt x="2717" y="2625"/>
                    <a:pt x="3300" y="2583"/>
                    <a:pt x="3608" y="2583"/>
                  </a:cubicBezTo>
                  <a:cubicBezTo>
                    <a:pt x="4295" y="2583"/>
                    <a:pt x="7101" y="2270"/>
                    <a:pt x="6615" y="980"/>
                  </a:cubicBezTo>
                  <a:cubicBezTo>
                    <a:pt x="6272" y="37"/>
                    <a:pt x="4210" y="552"/>
                    <a:pt x="3608" y="179"/>
                  </a:cubicBezTo>
                  <a:lnTo>
                    <a:pt x="3665" y="179"/>
                  </a:lnTo>
                  <a:cubicBezTo>
                    <a:pt x="3355" y="142"/>
                    <a:pt x="2914" y="0"/>
                    <a:pt x="2525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5"/>
            <p:cNvSpPr/>
            <p:nvPr/>
          </p:nvSpPr>
          <p:spPr>
            <a:xfrm>
              <a:off x="6857784" y="2343862"/>
              <a:ext cx="142462" cy="67621"/>
            </a:xfrm>
            <a:custGeom>
              <a:avLst/>
              <a:gdLst/>
              <a:ahLst/>
              <a:cxnLst/>
              <a:rect l="l" t="t" r="r" b="b"/>
              <a:pathLst>
                <a:path w="7043" h="3343" extrusionOk="0">
                  <a:moveTo>
                    <a:pt x="2488" y="732"/>
                  </a:moveTo>
                  <a:cubicBezTo>
                    <a:pt x="2716" y="732"/>
                    <a:pt x="2998" y="788"/>
                    <a:pt x="3207" y="823"/>
                  </a:cubicBezTo>
                  <a:cubicBezTo>
                    <a:pt x="3264" y="853"/>
                    <a:pt x="3321" y="853"/>
                    <a:pt x="3378" y="880"/>
                  </a:cubicBezTo>
                  <a:cubicBezTo>
                    <a:pt x="3694" y="1024"/>
                    <a:pt x="4152" y="1052"/>
                    <a:pt x="4668" y="1052"/>
                  </a:cubicBezTo>
                  <a:cubicBezTo>
                    <a:pt x="5297" y="1082"/>
                    <a:pt x="6099" y="1109"/>
                    <a:pt x="6214" y="1453"/>
                  </a:cubicBezTo>
                  <a:cubicBezTo>
                    <a:pt x="6271" y="1624"/>
                    <a:pt x="6241" y="1739"/>
                    <a:pt x="6184" y="1796"/>
                  </a:cubicBezTo>
                  <a:cubicBezTo>
                    <a:pt x="5840" y="2311"/>
                    <a:pt x="4294" y="2570"/>
                    <a:pt x="3550" y="2570"/>
                  </a:cubicBezTo>
                  <a:lnTo>
                    <a:pt x="2978" y="2570"/>
                  </a:lnTo>
                  <a:cubicBezTo>
                    <a:pt x="2780" y="2582"/>
                    <a:pt x="2408" y="2599"/>
                    <a:pt x="2025" y="2599"/>
                  </a:cubicBezTo>
                  <a:cubicBezTo>
                    <a:pt x="1519" y="2599"/>
                    <a:pt x="995" y="2569"/>
                    <a:pt x="832" y="2456"/>
                  </a:cubicBezTo>
                  <a:cubicBezTo>
                    <a:pt x="832" y="2426"/>
                    <a:pt x="889" y="2341"/>
                    <a:pt x="1003" y="2227"/>
                  </a:cubicBezTo>
                  <a:cubicBezTo>
                    <a:pt x="1031" y="2197"/>
                    <a:pt x="1145" y="2169"/>
                    <a:pt x="1232" y="2169"/>
                  </a:cubicBezTo>
                  <a:cubicBezTo>
                    <a:pt x="1404" y="2112"/>
                    <a:pt x="1661" y="2025"/>
                    <a:pt x="1890" y="1796"/>
                  </a:cubicBezTo>
                  <a:lnTo>
                    <a:pt x="1919" y="1769"/>
                  </a:lnTo>
                  <a:cubicBezTo>
                    <a:pt x="2091" y="1540"/>
                    <a:pt x="2091" y="1311"/>
                    <a:pt x="2091" y="1109"/>
                  </a:cubicBezTo>
                  <a:cubicBezTo>
                    <a:pt x="2091" y="937"/>
                    <a:pt x="2119" y="853"/>
                    <a:pt x="2149" y="823"/>
                  </a:cubicBezTo>
                  <a:cubicBezTo>
                    <a:pt x="2216" y="756"/>
                    <a:pt x="2340" y="732"/>
                    <a:pt x="2488" y="732"/>
                  </a:cubicBezTo>
                  <a:close/>
                  <a:moveTo>
                    <a:pt x="2481" y="0"/>
                  </a:moveTo>
                  <a:cubicBezTo>
                    <a:pt x="2177" y="0"/>
                    <a:pt x="1876" y="65"/>
                    <a:pt x="1633" y="280"/>
                  </a:cubicBezTo>
                  <a:cubicBezTo>
                    <a:pt x="1404" y="537"/>
                    <a:pt x="1374" y="853"/>
                    <a:pt x="1374" y="1082"/>
                  </a:cubicBezTo>
                  <a:cubicBezTo>
                    <a:pt x="1374" y="1166"/>
                    <a:pt x="1374" y="1281"/>
                    <a:pt x="1347" y="1338"/>
                  </a:cubicBezTo>
                  <a:cubicBezTo>
                    <a:pt x="1260" y="1395"/>
                    <a:pt x="1175" y="1425"/>
                    <a:pt x="1031" y="1453"/>
                  </a:cubicBezTo>
                  <a:cubicBezTo>
                    <a:pt x="859" y="1510"/>
                    <a:pt x="630" y="1567"/>
                    <a:pt x="458" y="1739"/>
                  </a:cubicBezTo>
                  <a:cubicBezTo>
                    <a:pt x="115" y="2112"/>
                    <a:pt x="0" y="2456"/>
                    <a:pt x="145" y="2770"/>
                  </a:cubicBezTo>
                  <a:cubicBezTo>
                    <a:pt x="344" y="3228"/>
                    <a:pt x="1061" y="3342"/>
                    <a:pt x="2004" y="3342"/>
                  </a:cubicBezTo>
                  <a:cubicBezTo>
                    <a:pt x="2320" y="3342"/>
                    <a:pt x="2664" y="3315"/>
                    <a:pt x="3035" y="3315"/>
                  </a:cubicBezTo>
                  <a:cubicBezTo>
                    <a:pt x="3236" y="3315"/>
                    <a:pt x="3408" y="3285"/>
                    <a:pt x="3550" y="3285"/>
                  </a:cubicBezTo>
                  <a:cubicBezTo>
                    <a:pt x="3580" y="3285"/>
                    <a:pt x="6069" y="3257"/>
                    <a:pt x="6786" y="2227"/>
                  </a:cubicBezTo>
                  <a:cubicBezTo>
                    <a:pt x="6985" y="1911"/>
                    <a:pt x="7043" y="1567"/>
                    <a:pt x="6901" y="1224"/>
                  </a:cubicBezTo>
                  <a:cubicBezTo>
                    <a:pt x="6614" y="395"/>
                    <a:pt x="5554" y="365"/>
                    <a:pt x="4695" y="337"/>
                  </a:cubicBezTo>
                  <a:cubicBezTo>
                    <a:pt x="4409" y="337"/>
                    <a:pt x="4065" y="308"/>
                    <a:pt x="3866" y="280"/>
                  </a:cubicBezTo>
                  <a:cubicBezTo>
                    <a:pt x="3809" y="223"/>
                    <a:pt x="3752" y="193"/>
                    <a:pt x="3665" y="193"/>
                  </a:cubicBezTo>
                  <a:cubicBezTo>
                    <a:pt x="3580" y="166"/>
                    <a:pt x="3465" y="136"/>
                    <a:pt x="3351" y="108"/>
                  </a:cubicBezTo>
                  <a:cubicBezTo>
                    <a:pt x="3093" y="65"/>
                    <a:pt x="2785" y="0"/>
                    <a:pt x="24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5"/>
            <p:cNvSpPr/>
            <p:nvPr/>
          </p:nvSpPr>
          <p:spPr>
            <a:xfrm>
              <a:off x="7346202" y="1505738"/>
              <a:ext cx="161335" cy="116146"/>
            </a:xfrm>
            <a:custGeom>
              <a:avLst/>
              <a:gdLst/>
              <a:ahLst/>
              <a:cxnLst/>
              <a:rect l="l" t="t" r="r" b="b"/>
              <a:pathLst>
                <a:path w="7976" h="5742" extrusionOk="0">
                  <a:moveTo>
                    <a:pt x="5085" y="1"/>
                  </a:moveTo>
                  <a:cubicBezTo>
                    <a:pt x="4341" y="317"/>
                    <a:pt x="4140" y="1089"/>
                    <a:pt x="3654" y="1691"/>
                  </a:cubicBezTo>
                  <a:cubicBezTo>
                    <a:pt x="3052" y="2406"/>
                    <a:pt x="2078" y="2836"/>
                    <a:pt x="1334" y="3409"/>
                  </a:cubicBezTo>
                  <a:cubicBezTo>
                    <a:pt x="1" y="4523"/>
                    <a:pt x="717" y="4743"/>
                    <a:pt x="1852" y="4743"/>
                  </a:cubicBezTo>
                  <a:cubicBezTo>
                    <a:pt x="2595" y="4743"/>
                    <a:pt x="3517" y="4649"/>
                    <a:pt x="4162" y="4649"/>
                  </a:cubicBezTo>
                  <a:cubicBezTo>
                    <a:pt x="4455" y="4649"/>
                    <a:pt x="4691" y="4669"/>
                    <a:pt x="4827" y="4726"/>
                  </a:cubicBezTo>
                  <a:cubicBezTo>
                    <a:pt x="5517" y="4938"/>
                    <a:pt x="5813" y="5742"/>
                    <a:pt x="6493" y="5742"/>
                  </a:cubicBezTo>
                  <a:cubicBezTo>
                    <a:pt x="6545" y="5742"/>
                    <a:pt x="6601" y="5737"/>
                    <a:pt x="6659" y="5726"/>
                  </a:cubicBezTo>
                  <a:cubicBezTo>
                    <a:pt x="7976" y="5440"/>
                    <a:pt x="7147" y="4868"/>
                    <a:pt x="7002" y="4295"/>
                  </a:cubicBezTo>
                  <a:cubicBezTo>
                    <a:pt x="6888" y="3780"/>
                    <a:pt x="6746" y="4009"/>
                    <a:pt x="6803" y="3409"/>
                  </a:cubicBezTo>
                  <a:cubicBezTo>
                    <a:pt x="6803" y="3065"/>
                    <a:pt x="7433" y="2921"/>
                    <a:pt x="7289" y="2406"/>
                  </a:cubicBezTo>
                  <a:cubicBezTo>
                    <a:pt x="7210" y="1942"/>
                    <a:pt x="7010" y="1787"/>
                    <a:pt x="6763" y="1787"/>
                  </a:cubicBezTo>
                  <a:cubicBezTo>
                    <a:pt x="6386" y="1787"/>
                    <a:pt x="5900" y="2148"/>
                    <a:pt x="5571" y="2321"/>
                  </a:cubicBezTo>
                  <a:cubicBezTo>
                    <a:pt x="5028" y="1691"/>
                    <a:pt x="6746" y="317"/>
                    <a:pt x="537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5"/>
            <p:cNvSpPr/>
            <p:nvPr/>
          </p:nvSpPr>
          <p:spPr>
            <a:xfrm>
              <a:off x="7347699" y="1498577"/>
              <a:ext cx="157532" cy="130589"/>
            </a:xfrm>
            <a:custGeom>
              <a:avLst/>
              <a:gdLst/>
              <a:ahLst/>
              <a:cxnLst/>
              <a:rect l="l" t="t" r="r" b="b"/>
              <a:pathLst>
                <a:path w="7788" h="6456" extrusionOk="0">
                  <a:moveTo>
                    <a:pt x="5153" y="699"/>
                  </a:moveTo>
                  <a:cubicBezTo>
                    <a:pt x="5183" y="699"/>
                    <a:pt x="5211" y="728"/>
                    <a:pt x="5211" y="728"/>
                  </a:cubicBezTo>
                  <a:cubicBezTo>
                    <a:pt x="5440" y="756"/>
                    <a:pt x="5469" y="843"/>
                    <a:pt x="5469" y="843"/>
                  </a:cubicBezTo>
                  <a:cubicBezTo>
                    <a:pt x="5527" y="928"/>
                    <a:pt x="5355" y="1271"/>
                    <a:pt x="5298" y="1443"/>
                  </a:cubicBezTo>
                  <a:cubicBezTo>
                    <a:pt x="5096" y="1901"/>
                    <a:pt x="4840" y="2473"/>
                    <a:pt x="5211" y="2931"/>
                  </a:cubicBezTo>
                  <a:cubicBezTo>
                    <a:pt x="5287" y="3008"/>
                    <a:pt x="5403" y="3047"/>
                    <a:pt x="5514" y="3047"/>
                  </a:cubicBezTo>
                  <a:cubicBezTo>
                    <a:pt x="5568" y="3047"/>
                    <a:pt x="5622" y="3037"/>
                    <a:pt x="5669" y="3018"/>
                  </a:cubicBezTo>
                  <a:cubicBezTo>
                    <a:pt x="5756" y="2961"/>
                    <a:pt x="5840" y="2904"/>
                    <a:pt x="5955" y="2847"/>
                  </a:cubicBezTo>
                  <a:cubicBezTo>
                    <a:pt x="6131" y="2747"/>
                    <a:pt x="6503" y="2515"/>
                    <a:pt x="6671" y="2515"/>
                  </a:cubicBezTo>
                  <a:cubicBezTo>
                    <a:pt x="6695" y="2515"/>
                    <a:pt x="6715" y="2520"/>
                    <a:pt x="6729" y="2531"/>
                  </a:cubicBezTo>
                  <a:cubicBezTo>
                    <a:pt x="6757" y="2531"/>
                    <a:pt x="6814" y="2618"/>
                    <a:pt x="6871" y="2847"/>
                  </a:cubicBezTo>
                  <a:cubicBezTo>
                    <a:pt x="6871" y="2931"/>
                    <a:pt x="6871" y="2961"/>
                    <a:pt x="6699" y="3133"/>
                  </a:cubicBezTo>
                  <a:cubicBezTo>
                    <a:pt x="6557" y="3275"/>
                    <a:pt x="6386" y="3476"/>
                    <a:pt x="6386" y="3733"/>
                  </a:cubicBezTo>
                  <a:cubicBezTo>
                    <a:pt x="6328" y="4134"/>
                    <a:pt x="6356" y="4278"/>
                    <a:pt x="6470" y="4477"/>
                  </a:cubicBezTo>
                  <a:cubicBezTo>
                    <a:pt x="6527" y="4534"/>
                    <a:pt x="6557" y="4592"/>
                    <a:pt x="6585" y="4736"/>
                  </a:cubicBezTo>
                  <a:cubicBezTo>
                    <a:pt x="6642" y="4935"/>
                    <a:pt x="6729" y="5107"/>
                    <a:pt x="6814" y="5251"/>
                  </a:cubicBezTo>
                  <a:cubicBezTo>
                    <a:pt x="6871" y="5366"/>
                    <a:pt x="6958" y="5538"/>
                    <a:pt x="6958" y="5565"/>
                  </a:cubicBezTo>
                  <a:cubicBezTo>
                    <a:pt x="6958" y="5565"/>
                    <a:pt x="6901" y="5652"/>
                    <a:pt x="6527" y="5737"/>
                  </a:cubicBezTo>
                  <a:cubicBezTo>
                    <a:pt x="6491" y="5744"/>
                    <a:pt x="6455" y="5748"/>
                    <a:pt x="6422" y="5748"/>
                  </a:cubicBezTo>
                  <a:cubicBezTo>
                    <a:pt x="6195" y="5748"/>
                    <a:pt x="6032" y="5585"/>
                    <a:pt x="5783" y="5336"/>
                  </a:cubicBezTo>
                  <a:cubicBezTo>
                    <a:pt x="5527" y="5107"/>
                    <a:pt x="5240" y="4851"/>
                    <a:pt x="4897" y="4736"/>
                  </a:cubicBezTo>
                  <a:cubicBezTo>
                    <a:pt x="4695" y="4679"/>
                    <a:pt x="4466" y="4649"/>
                    <a:pt x="4123" y="4649"/>
                  </a:cubicBezTo>
                  <a:cubicBezTo>
                    <a:pt x="3809" y="4649"/>
                    <a:pt x="3436" y="4649"/>
                    <a:pt x="3008" y="4679"/>
                  </a:cubicBezTo>
                  <a:cubicBezTo>
                    <a:pt x="2672" y="4709"/>
                    <a:pt x="2190" y="4740"/>
                    <a:pt x="1765" y="4740"/>
                  </a:cubicBezTo>
                  <a:cubicBezTo>
                    <a:pt x="1393" y="4740"/>
                    <a:pt x="1064" y="4716"/>
                    <a:pt x="917" y="4649"/>
                  </a:cubicBezTo>
                  <a:cubicBezTo>
                    <a:pt x="946" y="4564"/>
                    <a:pt x="1088" y="4392"/>
                    <a:pt x="1462" y="4049"/>
                  </a:cubicBezTo>
                  <a:cubicBezTo>
                    <a:pt x="1718" y="3877"/>
                    <a:pt x="2004" y="3676"/>
                    <a:pt x="2291" y="3504"/>
                  </a:cubicBezTo>
                  <a:cubicBezTo>
                    <a:pt x="2863" y="3133"/>
                    <a:pt x="3436" y="2789"/>
                    <a:pt x="3866" y="2274"/>
                  </a:cubicBezTo>
                  <a:cubicBezTo>
                    <a:pt x="4038" y="2045"/>
                    <a:pt x="4180" y="1844"/>
                    <a:pt x="4295" y="1615"/>
                  </a:cubicBezTo>
                  <a:cubicBezTo>
                    <a:pt x="4553" y="1214"/>
                    <a:pt x="4753" y="870"/>
                    <a:pt x="5153" y="699"/>
                  </a:cubicBezTo>
                  <a:close/>
                  <a:moveTo>
                    <a:pt x="5309" y="0"/>
                  </a:moveTo>
                  <a:cubicBezTo>
                    <a:pt x="5250" y="0"/>
                    <a:pt x="5194" y="20"/>
                    <a:pt x="5153" y="41"/>
                  </a:cubicBezTo>
                  <a:cubicBezTo>
                    <a:pt x="5105" y="24"/>
                    <a:pt x="5055" y="8"/>
                    <a:pt x="5006" y="8"/>
                  </a:cubicBezTo>
                  <a:cubicBezTo>
                    <a:pt x="4970" y="8"/>
                    <a:pt x="4933" y="17"/>
                    <a:pt x="4897" y="41"/>
                  </a:cubicBezTo>
                  <a:cubicBezTo>
                    <a:pt x="4267" y="270"/>
                    <a:pt x="3951" y="786"/>
                    <a:pt x="3665" y="1244"/>
                  </a:cubicBezTo>
                  <a:cubicBezTo>
                    <a:pt x="3550" y="1443"/>
                    <a:pt x="3436" y="1644"/>
                    <a:pt x="3294" y="1786"/>
                  </a:cubicBezTo>
                  <a:cubicBezTo>
                    <a:pt x="2950" y="2217"/>
                    <a:pt x="2435" y="2560"/>
                    <a:pt x="1920" y="2874"/>
                  </a:cubicBezTo>
                  <a:cubicBezTo>
                    <a:pt x="1604" y="3076"/>
                    <a:pt x="1317" y="3275"/>
                    <a:pt x="1031" y="3504"/>
                  </a:cubicBezTo>
                  <a:cubicBezTo>
                    <a:pt x="546" y="3905"/>
                    <a:pt x="1" y="4420"/>
                    <a:pt x="202" y="4935"/>
                  </a:cubicBezTo>
                  <a:cubicBezTo>
                    <a:pt x="382" y="5357"/>
                    <a:pt x="913" y="5469"/>
                    <a:pt x="1766" y="5469"/>
                  </a:cubicBezTo>
                  <a:cubicBezTo>
                    <a:pt x="2131" y="5469"/>
                    <a:pt x="2555" y="5448"/>
                    <a:pt x="3035" y="5423"/>
                  </a:cubicBezTo>
                  <a:cubicBezTo>
                    <a:pt x="3366" y="5392"/>
                    <a:pt x="3749" y="5368"/>
                    <a:pt x="4064" y="5368"/>
                  </a:cubicBezTo>
                  <a:cubicBezTo>
                    <a:pt x="4322" y="5368"/>
                    <a:pt x="4535" y="5384"/>
                    <a:pt x="4638" y="5423"/>
                  </a:cubicBezTo>
                  <a:cubicBezTo>
                    <a:pt x="4867" y="5480"/>
                    <a:pt x="5069" y="5680"/>
                    <a:pt x="5268" y="5881"/>
                  </a:cubicBezTo>
                  <a:cubicBezTo>
                    <a:pt x="5543" y="6128"/>
                    <a:pt x="5872" y="6455"/>
                    <a:pt x="6382" y="6455"/>
                  </a:cubicBezTo>
                  <a:cubicBezTo>
                    <a:pt x="6402" y="6455"/>
                    <a:pt x="6422" y="6455"/>
                    <a:pt x="6443" y="6454"/>
                  </a:cubicBezTo>
                  <a:lnTo>
                    <a:pt x="6672" y="6454"/>
                  </a:lnTo>
                  <a:cubicBezTo>
                    <a:pt x="7015" y="6367"/>
                    <a:pt x="7473" y="6225"/>
                    <a:pt x="7615" y="5881"/>
                  </a:cubicBezTo>
                  <a:cubicBezTo>
                    <a:pt x="7787" y="5508"/>
                    <a:pt x="7615" y="5194"/>
                    <a:pt x="7444" y="4908"/>
                  </a:cubicBezTo>
                  <a:cubicBezTo>
                    <a:pt x="7386" y="4793"/>
                    <a:pt x="7329" y="4649"/>
                    <a:pt x="7302" y="4534"/>
                  </a:cubicBezTo>
                  <a:cubicBezTo>
                    <a:pt x="7215" y="4305"/>
                    <a:pt x="7157" y="4191"/>
                    <a:pt x="7073" y="4076"/>
                  </a:cubicBezTo>
                  <a:cubicBezTo>
                    <a:pt x="7073" y="4049"/>
                    <a:pt x="7073" y="4019"/>
                    <a:pt x="7100" y="3790"/>
                  </a:cubicBezTo>
                  <a:cubicBezTo>
                    <a:pt x="7100" y="3763"/>
                    <a:pt x="7187" y="3676"/>
                    <a:pt x="7215" y="3648"/>
                  </a:cubicBezTo>
                  <a:cubicBezTo>
                    <a:pt x="7416" y="3447"/>
                    <a:pt x="7702" y="3160"/>
                    <a:pt x="7588" y="2702"/>
                  </a:cubicBezTo>
                  <a:cubicBezTo>
                    <a:pt x="7501" y="2274"/>
                    <a:pt x="7329" y="1988"/>
                    <a:pt x="7043" y="1844"/>
                  </a:cubicBezTo>
                  <a:cubicBezTo>
                    <a:pt x="6936" y="1798"/>
                    <a:pt x="6826" y="1779"/>
                    <a:pt x="6714" y="1779"/>
                  </a:cubicBezTo>
                  <a:cubicBezTo>
                    <a:pt x="6405" y="1779"/>
                    <a:pt x="6085" y="1926"/>
                    <a:pt x="5813" y="2073"/>
                  </a:cubicBezTo>
                  <a:cubicBezTo>
                    <a:pt x="5840" y="1958"/>
                    <a:pt x="5898" y="1844"/>
                    <a:pt x="5955" y="1729"/>
                  </a:cubicBezTo>
                  <a:cubicBezTo>
                    <a:pt x="6127" y="1328"/>
                    <a:pt x="6328" y="900"/>
                    <a:pt x="6127" y="499"/>
                  </a:cubicBezTo>
                  <a:cubicBezTo>
                    <a:pt x="5985" y="240"/>
                    <a:pt x="5726" y="98"/>
                    <a:pt x="5382" y="11"/>
                  </a:cubicBezTo>
                  <a:cubicBezTo>
                    <a:pt x="5358" y="3"/>
                    <a:pt x="5333" y="0"/>
                    <a:pt x="530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5"/>
            <p:cNvSpPr/>
            <p:nvPr/>
          </p:nvSpPr>
          <p:spPr>
            <a:xfrm>
              <a:off x="6688221" y="1563008"/>
              <a:ext cx="241375" cy="204925"/>
            </a:xfrm>
            <a:custGeom>
              <a:avLst/>
              <a:gdLst/>
              <a:ahLst/>
              <a:cxnLst/>
              <a:rect l="l" t="t" r="r" b="b"/>
              <a:pathLst>
                <a:path w="11933" h="10131" extrusionOk="0">
                  <a:moveTo>
                    <a:pt x="6503" y="0"/>
                  </a:moveTo>
                  <a:cubicBezTo>
                    <a:pt x="5954" y="0"/>
                    <a:pt x="5368" y="281"/>
                    <a:pt x="4805" y="578"/>
                  </a:cubicBezTo>
                  <a:cubicBezTo>
                    <a:pt x="3775" y="1178"/>
                    <a:pt x="2744" y="1093"/>
                    <a:pt x="1713" y="1608"/>
                  </a:cubicBezTo>
                  <a:cubicBezTo>
                    <a:pt x="661" y="2197"/>
                    <a:pt x="0" y="3017"/>
                    <a:pt x="1253" y="3017"/>
                  </a:cubicBezTo>
                  <a:cubicBezTo>
                    <a:pt x="1399" y="3017"/>
                    <a:pt x="1571" y="3006"/>
                    <a:pt x="1771" y="2982"/>
                  </a:cubicBezTo>
                  <a:cubicBezTo>
                    <a:pt x="2720" y="2865"/>
                    <a:pt x="3614" y="2375"/>
                    <a:pt x="4544" y="2375"/>
                  </a:cubicBezTo>
                  <a:cubicBezTo>
                    <a:pt x="4762" y="2375"/>
                    <a:pt x="4983" y="2402"/>
                    <a:pt x="5206" y="2467"/>
                  </a:cubicBezTo>
                  <a:cubicBezTo>
                    <a:pt x="6866" y="2895"/>
                    <a:pt x="5836" y="3555"/>
                    <a:pt x="4805" y="3926"/>
                  </a:cubicBezTo>
                  <a:cubicBezTo>
                    <a:pt x="3573" y="4356"/>
                    <a:pt x="3630" y="4727"/>
                    <a:pt x="3030" y="5872"/>
                  </a:cubicBezTo>
                  <a:cubicBezTo>
                    <a:pt x="2687" y="6589"/>
                    <a:pt x="1313" y="7677"/>
                    <a:pt x="1713" y="8621"/>
                  </a:cubicBezTo>
                  <a:cubicBezTo>
                    <a:pt x="1882" y="9049"/>
                    <a:pt x="2072" y="9214"/>
                    <a:pt x="2269" y="9214"/>
                  </a:cubicBezTo>
                  <a:cubicBezTo>
                    <a:pt x="2809" y="9214"/>
                    <a:pt x="3394" y="7974"/>
                    <a:pt x="3688" y="7533"/>
                  </a:cubicBezTo>
                  <a:cubicBezTo>
                    <a:pt x="4175" y="6761"/>
                    <a:pt x="5492" y="4929"/>
                    <a:pt x="6436" y="4727"/>
                  </a:cubicBezTo>
                  <a:cubicBezTo>
                    <a:pt x="6522" y="4709"/>
                    <a:pt x="6604" y="4700"/>
                    <a:pt x="6681" y="4700"/>
                  </a:cubicBezTo>
                  <a:cubicBezTo>
                    <a:pt x="7783" y="4700"/>
                    <a:pt x="7976" y="6507"/>
                    <a:pt x="7466" y="7391"/>
                  </a:cubicBezTo>
                  <a:cubicBezTo>
                    <a:pt x="7210" y="8048"/>
                    <a:pt x="6378" y="8048"/>
                    <a:pt x="6237" y="8765"/>
                  </a:cubicBezTo>
                  <a:cubicBezTo>
                    <a:pt x="6092" y="9566"/>
                    <a:pt x="6637" y="9937"/>
                    <a:pt x="7324" y="10082"/>
                  </a:cubicBezTo>
                  <a:cubicBezTo>
                    <a:pt x="7472" y="10115"/>
                    <a:pt x="7643" y="10130"/>
                    <a:pt x="7830" y="10130"/>
                  </a:cubicBezTo>
                  <a:cubicBezTo>
                    <a:pt x="8951" y="10130"/>
                    <a:pt x="10636" y="9565"/>
                    <a:pt x="11103" y="8708"/>
                  </a:cubicBezTo>
                  <a:lnTo>
                    <a:pt x="11046" y="8708"/>
                  </a:lnTo>
                  <a:cubicBezTo>
                    <a:pt x="11825" y="8075"/>
                    <a:pt x="11646" y="7884"/>
                    <a:pt x="11143" y="7884"/>
                  </a:cubicBezTo>
                  <a:cubicBezTo>
                    <a:pt x="10372" y="7884"/>
                    <a:pt x="8840" y="8334"/>
                    <a:pt x="8840" y="8334"/>
                  </a:cubicBezTo>
                  <a:cubicBezTo>
                    <a:pt x="7753" y="7849"/>
                    <a:pt x="10015" y="5815"/>
                    <a:pt x="10416" y="5586"/>
                  </a:cubicBezTo>
                  <a:cubicBezTo>
                    <a:pt x="11046" y="5300"/>
                    <a:pt x="11932" y="5586"/>
                    <a:pt x="11646" y="4269"/>
                  </a:cubicBezTo>
                  <a:cubicBezTo>
                    <a:pt x="11447" y="3353"/>
                    <a:pt x="10902" y="3555"/>
                    <a:pt x="10072" y="3498"/>
                  </a:cubicBezTo>
                  <a:cubicBezTo>
                    <a:pt x="9470" y="3411"/>
                    <a:pt x="8554" y="3411"/>
                    <a:pt x="8211" y="2696"/>
                  </a:cubicBezTo>
                  <a:cubicBezTo>
                    <a:pt x="7897" y="2124"/>
                    <a:pt x="8497" y="1521"/>
                    <a:pt x="8011" y="1036"/>
                  </a:cubicBezTo>
                  <a:lnTo>
                    <a:pt x="7897" y="949"/>
                  </a:lnTo>
                  <a:cubicBezTo>
                    <a:pt x="7496" y="245"/>
                    <a:pt x="7015" y="0"/>
                    <a:pt x="650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5"/>
            <p:cNvSpPr/>
            <p:nvPr/>
          </p:nvSpPr>
          <p:spPr>
            <a:xfrm>
              <a:off x="6688686" y="1555765"/>
              <a:ext cx="244368" cy="219286"/>
            </a:xfrm>
            <a:custGeom>
              <a:avLst/>
              <a:gdLst/>
              <a:ahLst/>
              <a:cxnLst/>
              <a:rect l="l" t="t" r="r" b="b"/>
              <a:pathLst>
                <a:path w="12081" h="10841" extrusionOk="0">
                  <a:moveTo>
                    <a:pt x="6490" y="735"/>
                  </a:moveTo>
                  <a:cubicBezTo>
                    <a:pt x="6911" y="735"/>
                    <a:pt x="7239" y="955"/>
                    <a:pt x="7530" y="1478"/>
                  </a:cubicBezTo>
                  <a:cubicBezTo>
                    <a:pt x="7588" y="1565"/>
                    <a:pt x="7672" y="1623"/>
                    <a:pt x="7759" y="1650"/>
                  </a:cubicBezTo>
                  <a:cubicBezTo>
                    <a:pt x="7844" y="1765"/>
                    <a:pt x="7844" y="1879"/>
                    <a:pt x="7787" y="2166"/>
                  </a:cubicBezTo>
                  <a:cubicBezTo>
                    <a:pt x="7730" y="2452"/>
                    <a:pt x="7672" y="2853"/>
                    <a:pt x="7874" y="3196"/>
                  </a:cubicBezTo>
                  <a:cubicBezTo>
                    <a:pt x="8275" y="4027"/>
                    <a:pt x="9191" y="4112"/>
                    <a:pt x="9791" y="4169"/>
                  </a:cubicBezTo>
                  <a:lnTo>
                    <a:pt x="10020" y="4199"/>
                  </a:lnTo>
                  <a:cubicBezTo>
                    <a:pt x="10191" y="4227"/>
                    <a:pt x="10363" y="4227"/>
                    <a:pt x="10508" y="4227"/>
                  </a:cubicBezTo>
                  <a:cubicBezTo>
                    <a:pt x="11050" y="4227"/>
                    <a:pt x="11165" y="4227"/>
                    <a:pt x="11279" y="4714"/>
                  </a:cubicBezTo>
                  <a:cubicBezTo>
                    <a:pt x="11366" y="5115"/>
                    <a:pt x="11309" y="5230"/>
                    <a:pt x="11279" y="5287"/>
                  </a:cubicBezTo>
                  <a:cubicBezTo>
                    <a:pt x="11222" y="5372"/>
                    <a:pt x="11023" y="5401"/>
                    <a:pt x="10821" y="5459"/>
                  </a:cubicBezTo>
                  <a:cubicBezTo>
                    <a:pt x="10650" y="5486"/>
                    <a:pt x="10450" y="5516"/>
                    <a:pt x="10221" y="5630"/>
                  </a:cubicBezTo>
                  <a:cubicBezTo>
                    <a:pt x="9878" y="5802"/>
                    <a:pt x="8130" y="7291"/>
                    <a:pt x="8160" y="8292"/>
                  </a:cubicBezTo>
                  <a:cubicBezTo>
                    <a:pt x="8160" y="8608"/>
                    <a:pt x="8359" y="8894"/>
                    <a:pt x="8675" y="9036"/>
                  </a:cubicBezTo>
                  <a:cubicBezTo>
                    <a:pt x="8704" y="9051"/>
                    <a:pt x="8747" y="9058"/>
                    <a:pt x="8793" y="9058"/>
                  </a:cubicBezTo>
                  <a:cubicBezTo>
                    <a:pt x="8840" y="9058"/>
                    <a:pt x="8890" y="9051"/>
                    <a:pt x="8932" y="9036"/>
                  </a:cubicBezTo>
                  <a:cubicBezTo>
                    <a:pt x="9706" y="8807"/>
                    <a:pt x="10535" y="8635"/>
                    <a:pt x="10993" y="8608"/>
                  </a:cubicBezTo>
                  <a:lnTo>
                    <a:pt x="10993" y="8608"/>
                  </a:lnTo>
                  <a:cubicBezTo>
                    <a:pt x="10936" y="8665"/>
                    <a:pt x="10879" y="8722"/>
                    <a:pt x="10794" y="8779"/>
                  </a:cubicBezTo>
                  <a:cubicBezTo>
                    <a:pt x="10707" y="8837"/>
                    <a:pt x="10650" y="8951"/>
                    <a:pt x="10650" y="9066"/>
                  </a:cubicBezTo>
                  <a:cubicBezTo>
                    <a:pt x="10135" y="9704"/>
                    <a:pt x="8712" y="10132"/>
                    <a:pt x="7794" y="10132"/>
                  </a:cubicBezTo>
                  <a:cubicBezTo>
                    <a:pt x="7642" y="10132"/>
                    <a:pt x="7504" y="10121"/>
                    <a:pt x="7386" y="10096"/>
                  </a:cubicBezTo>
                  <a:cubicBezTo>
                    <a:pt x="6557" y="9895"/>
                    <a:pt x="6527" y="9524"/>
                    <a:pt x="6585" y="9208"/>
                  </a:cubicBezTo>
                  <a:cubicBezTo>
                    <a:pt x="6614" y="8979"/>
                    <a:pt x="6756" y="8864"/>
                    <a:pt x="7043" y="8692"/>
                  </a:cubicBezTo>
                  <a:cubicBezTo>
                    <a:pt x="7301" y="8521"/>
                    <a:pt x="7615" y="8292"/>
                    <a:pt x="7759" y="7948"/>
                  </a:cubicBezTo>
                  <a:cubicBezTo>
                    <a:pt x="8217" y="7176"/>
                    <a:pt x="8188" y="5887"/>
                    <a:pt x="7672" y="5230"/>
                  </a:cubicBezTo>
                  <a:cubicBezTo>
                    <a:pt x="7416" y="4856"/>
                    <a:pt x="7072" y="4685"/>
                    <a:pt x="6672" y="4685"/>
                  </a:cubicBezTo>
                  <a:cubicBezTo>
                    <a:pt x="6557" y="4685"/>
                    <a:pt x="6443" y="4685"/>
                    <a:pt x="6328" y="4714"/>
                  </a:cubicBezTo>
                  <a:cubicBezTo>
                    <a:pt x="5011" y="5028"/>
                    <a:pt x="3436" y="7605"/>
                    <a:pt x="3378" y="7692"/>
                  </a:cubicBezTo>
                  <a:cubicBezTo>
                    <a:pt x="3321" y="7806"/>
                    <a:pt x="3236" y="7948"/>
                    <a:pt x="3122" y="8092"/>
                  </a:cubicBezTo>
                  <a:cubicBezTo>
                    <a:pt x="2950" y="8379"/>
                    <a:pt x="2462" y="9208"/>
                    <a:pt x="2233" y="9208"/>
                  </a:cubicBezTo>
                  <a:cubicBezTo>
                    <a:pt x="2233" y="9208"/>
                    <a:pt x="2149" y="9180"/>
                    <a:pt x="2034" y="8837"/>
                  </a:cubicBezTo>
                  <a:cubicBezTo>
                    <a:pt x="1832" y="8379"/>
                    <a:pt x="2320" y="7776"/>
                    <a:pt x="2749" y="7204"/>
                  </a:cubicBezTo>
                  <a:cubicBezTo>
                    <a:pt x="2978" y="6918"/>
                    <a:pt x="3207" y="6661"/>
                    <a:pt x="3321" y="6402"/>
                  </a:cubicBezTo>
                  <a:cubicBezTo>
                    <a:pt x="3436" y="6173"/>
                    <a:pt x="3523" y="5974"/>
                    <a:pt x="3607" y="5802"/>
                  </a:cubicBezTo>
                  <a:cubicBezTo>
                    <a:pt x="3951" y="5115"/>
                    <a:pt x="4038" y="4914"/>
                    <a:pt x="4897" y="4627"/>
                  </a:cubicBezTo>
                  <a:cubicBezTo>
                    <a:pt x="5927" y="4256"/>
                    <a:pt x="6443" y="3826"/>
                    <a:pt x="6413" y="3368"/>
                  </a:cubicBezTo>
                  <a:cubicBezTo>
                    <a:pt x="6385" y="2825"/>
                    <a:pt x="5755" y="2596"/>
                    <a:pt x="5297" y="2482"/>
                  </a:cubicBezTo>
                  <a:cubicBezTo>
                    <a:pt x="5027" y="2400"/>
                    <a:pt x="4762" y="2367"/>
                    <a:pt x="4502" y="2367"/>
                  </a:cubicBezTo>
                  <a:cubicBezTo>
                    <a:pt x="3937" y="2367"/>
                    <a:pt x="3393" y="2524"/>
                    <a:pt x="2863" y="2681"/>
                  </a:cubicBezTo>
                  <a:cubicBezTo>
                    <a:pt x="2462" y="2825"/>
                    <a:pt x="2091" y="2940"/>
                    <a:pt x="1718" y="2967"/>
                  </a:cubicBezTo>
                  <a:cubicBezTo>
                    <a:pt x="1499" y="2996"/>
                    <a:pt x="1340" y="3003"/>
                    <a:pt x="1221" y="3003"/>
                  </a:cubicBezTo>
                  <a:cubicBezTo>
                    <a:pt x="1107" y="3003"/>
                    <a:pt x="1030" y="2997"/>
                    <a:pt x="974" y="2997"/>
                  </a:cubicBezTo>
                  <a:cubicBezTo>
                    <a:pt x="1061" y="2825"/>
                    <a:pt x="1347" y="2566"/>
                    <a:pt x="1862" y="2280"/>
                  </a:cubicBezTo>
                  <a:cubicBezTo>
                    <a:pt x="2290" y="2051"/>
                    <a:pt x="2749" y="1966"/>
                    <a:pt x="3236" y="1852"/>
                  </a:cubicBezTo>
                  <a:cubicBezTo>
                    <a:pt x="3779" y="1737"/>
                    <a:pt x="4352" y="1593"/>
                    <a:pt x="4954" y="1279"/>
                  </a:cubicBezTo>
                  <a:cubicBezTo>
                    <a:pt x="5587" y="941"/>
                    <a:pt x="6082" y="735"/>
                    <a:pt x="6490" y="735"/>
                  </a:cubicBezTo>
                  <a:close/>
                  <a:moveTo>
                    <a:pt x="6472" y="0"/>
                  </a:moveTo>
                  <a:cubicBezTo>
                    <a:pt x="5769" y="0"/>
                    <a:pt x="5079" y="370"/>
                    <a:pt x="4610" y="620"/>
                  </a:cubicBezTo>
                  <a:cubicBezTo>
                    <a:pt x="4095" y="906"/>
                    <a:pt x="3607" y="1020"/>
                    <a:pt x="3065" y="1135"/>
                  </a:cubicBezTo>
                  <a:cubicBezTo>
                    <a:pt x="2577" y="1249"/>
                    <a:pt x="2061" y="1364"/>
                    <a:pt x="1519" y="1650"/>
                  </a:cubicBezTo>
                  <a:cubicBezTo>
                    <a:pt x="1061" y="1909"/>
                    <a:pt x="0" y="2566"/>
                    <a:pt x="229" y="3226"/>
                  </a:cubicBezTo>
                  <a:cubicBezTo>
                    <a:pt x="349" y="3623"/>
                    <a:pt x="772" y="3731"/>
                    <a:pt x="1221" y="3731"/>
                  </a:cubicBezTo>
                  <a:cubicBezTo>
                    <a:pt x="1418" y="3731"/>
                    <a:pt x="1621" y="3710"/>
                    <a:pt x="1805" y="3684"/>
                  </a:cubicBezTo>
                  <a:cubicBezTo>
                    <a:pt x="2233" y="3654"/>
                    <a:pt x="2664" y="3512"/>
                    <a:pt x="3065" y="3398"/>
                  </a:cubicBezTo>
                  <a:cubicBezTo>
                    <a:pt x="3573" y="3235"/>
                    <a:pt x="4053" y="3086"/>
                    <a:pt x="4524" y="3086"/>
                  </a:cubicBezTo>
                  <a:cubicBezTo>
                    <a:pt x="4716" y="3086"/>
                    <a:pt x="4906" y="3110"/>
                    <a:pt x="5096" y="3169"/>
                  </a:cubicBezTo>
                  <a:cubicBezTo>
                    <a:pt x="5439" y="3283"/>
                    <a:pt x="5611" y="3368"/>
                    <a:pt x="5668" y="3398"/>
                  </a:cubicBezTo>
                  <a:cubicBezTo>
                    <a:pt x="5554" y="3512"/>
                    <a:pt x="5268" y="3711"/>
                    <a:pt x="4668" y="3940"/>
                  </a:cubicBezTo>
                  <a:cubicBezTo>
                    <a:pt x="3550" y="4314"/>
                    <a:pt x="3351" y="4685"/>
                    <a:pt x="2950" y="5486"/>
                  </a:cubicBezTo>
                  <a:cubicBezTo>
                    <a:pt x="2893" y="5658"/>
                    <a:pt x="2778" y="5859"/>
                    <a:pt x="2664" y="6088"/>
                  </a:cubicBezTo>
                  <a:cubicBezTo>
                    <a:pt x="2577" y="6260"/>
                    <a:pt x="2378" y="6517"/>
                    <a:pt x="2176" y="6776"/>
                  </a:cubicBezTo>
                  <a:cubicBezTo>
                    <a:pt x="1661" y="7433"/>
                    <a:pt x="1003" y="8292"/>
                    <a:pt x="1347" y="9123"/>
                  </a:cubicBezTo>
                  <a:cubicBezTo>
                    <a:pt x="1546" y="9638"/>
                    <a:pt x="1832" y="9895"/>
                    <a:pt x="2176" y="9924"/>
                  </a:cubicBezTo>
                  <a:cubicBezTo>
                    <a:pt x="2206" y="9928"/>
                    <a:pt x="2237" y="9930"/>
                    <a:pt x="2266" y="9930"/>
                  </a:cubicBezTo>
                  <a:cubicBezTo>
                    <a:pt x="2883" y="9930"/>
                    <a:pt x="3369" y="9119"/>
                    <a:pt x="3752" y="8463"/>
                  </a:cubicBezTo>
                  <a:cubicBezTo>
                    <a:pt x="3836" y="8321"/>
                    <a:pt x="3923" y="8207"/>
                    <a:pt x="3981" y="8092"/>
                  </a:cubicBezTo>
                  <a:cubicBezTo>
                    <a:pt x="4610" y="7089"/>
                    <a:pt x="5783" y="5601"/>
                    <a:pt x="6500" y="5429"/>
                  </a:cubicBezTo>
                  <a:cubicBezTo>
                    <a:pt x="6560" y="5415"/>
                    <a:pt x="6618" y="5408"/>
                    <a:pt x="6672" y="5408"/>
                  </a:cubicBezTo>
                  <a:cubicBezTo>
                    <a:pt x="6848" y="5408"/>
                    <a:pt x="6991" y="5483"/>
                    <a:pt x="7100" y="5658"/>
                  </a:cubicBezTo>
                  <a:cubicBezTo>
                    <a:pt x="7416" y="6088"/>
                    <a:pt x="7443" y="7062"/>
                    <a:pt x="7130" y="7605"/>
                  </a:cubicBezTo>
                  <a:cubicBezTo>
                    <a:pt x="7043" y="7806"/>
                    <a:pt x="6843" y="7948"/>
                    <a:pt x="6642" y="8063"/>
                  </a:cubicBezTo>
                  <a:cubicBezTo>
                    <a:pt x="6328" y="8264"/>
                    <a:pt x="5955" y="8521"/>
                    <a:pt x="5870" y="9066"/>
                  </a:cubicBezTo>
                  <a:cubicBezTo>
                    <a:pt x="5698" y="9952"/>
                    <a:pt x="6214" y="10582"/>
                    <a:pt x="7244" y="10783"/>
                  </a:cubicBezTo>
                  <a:cubicBezTo>
                    <a:pt x="7416" y="10841"/>
                    <a:pt x="7588" y="10841"/>
                    <a:pt x="7817" y="10841"/>
                  </a:cubicBezTo>
                  <a:cubicBezTo>
                    <a:pt x="9046" y="10841"/>
                    <a:pt x="10851" y="10238"/>
                    <a:pt x="11394" y="9237"/>
                  </a:cubicBezTo>
                  <a:lnTo>
                    <a:pt x="11424" y="9208"/>
                  </a:lnTo>
                  <a:cubicBezTo>
                    <a:pt x="11710" y="8951"/>
                    <a:pt x="12053" y="8578"/>
                    <a:pt x="11852" y="8207"/>
                  </a:cubicBezTo>
                  <a:cubicBezTo>
                    <a:pt x="11802" y="8089"/>
                    <a:pt x="11692" y="7882"/>
                    <a:pt x="11078" y="7882"/>
                  </a:cubicBezTo>
                  <a:cubicBezTo>
                    <a:pt x="10645" y="7882"/>
                    <a:pt x="9962" y="7984"/>
                    <a:pt x="8875" y="8292"/>
                  </a:cubicBezTo>
                  <a:lnTo>
                    <a:pt x="8875" y="8264"/>
                  </a:lnTo>
                  <a:cubicBezTo>
                    <a:pt x="8875" y="7749"/>
                    <a:pt x="10221" y="6459"/>
                    <a:pt x="10535" y="6288"/>
                  </a:cubicBezTo>
                  <a:cubicBezTo>
                    <a:pt x="10679" y="6230"/>
                    <a:pt x="10821" y="6203"/>
                    <a:pt x="10966" y="6146"/>
                  </a:cubicBezTo>
                  <a:cubicBezTo>
                    <a:pt x="11279" y="6088"/>
                    <a:pt x="11653" y="6031"/>
                    <a:pt x="11882" y="5688"/>
                  </a:cubicBezTo>
                  <a:cubicBezTo>
                    <a:pt x="12053" y="5401"/>
                    <a:pt x="12081" y="5058"/>
                    <a:pt x="11996" y="4570"/>
                  </a:cubicBezTo>
                  <a:cubicBezTo>
                    <a:pt x="11767" y="3540"/>
                    <a:pt x="11108" y="3512"/>
                    <a:pt x="10508" y="3512"/>
                  </a:cubicBezTo>
                  <a:cubicBezTo>
                    <a:pt x="10393" y="3512"/>
                    <a:pt x="10249" y="3512"/>
                    <a:pt x="10107" y="3482"/>
                  </a:cubicBezTo>
                  <a:lnTo>
                    <a:pt x="9878" y="3455"/>
                  </a:lnTo>
                  <a:cubicBezTo>
                    <a:pt x="9218" y="3398"/>
                    <a:pt x="8733" y="3311"/>
                    <a:pt x="8504" y="2853"/>
                  </a:cubicBezTo>
                  <a:cubicBezTo>
                    <a:pt x="8417" y="2711"/>
                    <a:pt x="8446" y="2566"/>
                    <a:pt x="8504" y="2310"/>
                  </a:cubicBezTo>
                  <a:cubicBezTo>
                    <a:pt x="8561" y="1966"/>
                    <a:pt x="8646" y="1536"/>
                    <a:pt x="8275" y="1135"/>
                  </a:cubicBezTo>
                  <a:cubicBezTo>
                    <a:pt x="8217" y="1078"/>
                    <a:pt x="8160" y="1050"/>
                    <a:pt x="8130" y="1050"/>
                  </a:cubicBezTo>
                  <a:cubicBezTo>
                    <a:pt x="7650" y="256"/>
                    <a:pt x="7057" y="0"/>
                    <a:pt x="647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5"/>
            <p:cNvSpPr/>
            <p:nvPr/>
          </p:nvSpPr>
          <p:spPr>
            <a:xfrm>
              <a:off x="6028501" y="1042465"/>
              <a:ext cx="248454" cy="389743"/>
            </a:xfrm>
            <a:custGeom>
              <a:avLst/>
              <a:gdLst/>
              <a:ahLst/>
              <a:cxnLst/>
              <a:rect l="l" t="t" r="r" b="b"/>
              <a:pathLst>
                <a:path w="12283" h="19268" extrusionOk="0">
                  <a:moveTo>
                    <a:pt x="11939" y="1"/>
                  </a:moveTo>
                  <a:cubicBezTo>
                    <a:pt x="10852" y="1118"/>
                    <a:pt x="9619" y="2149"/>
                    <a:pt x="8447" y="3150"/>
                  </a:cubicBezTo>
                  <a:cubicBezTo>
                    <a:pt x="7474" y="3981"/>
                    <a:pt x="6470" y="4840"/>
                    <a:pt x="5527" y="5699"/>
                  </a:cubicBezTo>
                  <a:cubicBezTo>
                    <a:pt x="4783" y="6443"/>
                    <a:pt x="3951" y="7015"/>
                    <a:pt x="3093" y="7615"/>
                  </a:cubicBezTo>
                  <a:cubicBezTo>
                    <a:pt x="2836" y="7760"/>
                    <a:pt x="2607" y="7931"/>
                    <a:pt x="2378" y="8103"/>
                  </a:cubicBezTo>
                  <a:cubicBezTo>
                    <a:pt x="2206" y="8245"/>
                    <a:pt x="2005" y="8360"/>
                    <a:pt x="1833" y="8474"/>
                  </a:cubicBezTo>
                  <a:cubicBezTo>
                    <a:pt x="1318" y="8818"/>
                    <a:pt x="775" y="9191"/>
                    <a:pt x="489" y="9706"/>
                  </a:cubicBezTo>
                  <a:cubicBezTo>
                    <a:pt x="31" y="10393"/>
                    <a:pt x="1" y="10478"/>
                    <a:pt x="58" y="10650"/>
                  </a:cubicBezTo>
                  <a:cubicBezTo>
                    <a:pt x="145" y="10794"/>
                    <a:pt x="287" y="10822"/>
                    <a:pt x="344" y="10822"/>
                  </a:cubicBezTo>
                  <a:cubicBezTo>
                    <a:pt x="431" y="10822"/>
                    <a:pt x="546" y="10851"/>
                    <a:pt x="631" y="11108"/>
                  </a:cubicBezTo>
                  <a:cubicBezTo>
                    <a:pt x="1061" y="12111"/>
                    <a:pt x="1260" y="12425"/>
                    <a:pt x="1547" y="12512"/>
                  </a:cubicBezTo>
                  <a:cubicBezTo>
                    <a:pt x="1594" y="12529"/>
                    <a:pt x="1642" y="12537"/>
                    <a:pt x="1690" y="12537"/>
                  </a:cubicBezTo>
                  <a:cubicBezTo>
                    <a:pt x="1871" y="12537"/>
                    <a:pt x="2052" y="12424"/>
                    <a:pt x="2234" y="12310"/>
                  </a:cubicBezTo>
                  <a:cubicBezTo>
                    <a:pt x="2493" y="12138"/>
                    <a:pt x="2806" y="11939"/>
                    <a:pt x="3294" y="11825"/>
                  </a:cubicBezTo>
                  <a:cubicBezTo>
                    <a:pt x="3494" y="11787"/>
                    <a:pt x="3667" y="11765"/>
                    <a:pt x="3807" y="11765"/>
                  </a:cubicBezTo>
                  <a:cubicBezTo>
                    <a:pt x="3988" y="11765"/>
                    <a:pt x="4116" y="11801"/>
                    <a:pt x="4180" y="11882"/>
                  </a:cubicBezTo>
                  <a:cubicBezTo>
                    <a:pt x="4439" y="12196"/>
                    <a:pt x="4066" y="13141"/>
                    <a:pt x="3837" y="13714"/>
                  </a:cubicBezTo>
                  <a:cubicBezTo>
                    <a:pt x="3780" y="13856"/>
                    <a:pt x="3695" y="13970"/>
                    <a:pt x="3638" y="14085"/>
                  </a:cubicBezTo>
                  <a:cubicBezTo>
                    <a:pt x="3436" y="14429"/>
                    <a:pt x="3264" y="14715"/>
                    <a:pt x="3264" y="15402"/>
                  </a:cubicBezTo>
                  <a:cubicBezTo>
                    <a:pt x="3322" y="15688"/>
                    <a:pt x="3523" y="15974"/>
                    <a:pt x="3722" y="16233"/>
                  </a:cubicBezTo>
                  <a:cubicBezTo>
                    <a:pt x="3924" y="16519"/>
                    <a:pt x="4123" y="16776"/>
                    <a:pt x="4096" y="17062"/>
                  </a:cubicBezTo>
                  <a:cubicBezTo>
                    <a:pt x="4038" y="17550"/>
                    <a:pt x="2092" y="18695"/>
                    <a:pt x="1547" y="18780"/>
                  </a:cubicBezTo>
                  <a:lnTo>
                    <a:pt x="1634" y="19268"/>
                  </a:lnTo>
                  <a:cubicBezTo>
                    <a:pt x="2234" y="19153"/>
                    <a:pt x="4467" y="17951"/>
                    <a:pt x="4581" y="17119"/>
                  </a:cubicBezTo>
                  <a:cubicBezTo>
                    <a:pt x="4638" y="16634"/>
                    <a:pt x="4352" y="16261"/>
                    <a:pt x="4096" y="15917"/>
                  </a:cubicBezTo>
                  <a:cubicBezTo>
                    <a:pt x="3951" y="15718"/>
                    <a:pt x="3780" y="15516"/>
                    <a:pt x="3752" y="15345"/>
                  </a:cubicBezTo>
                  <a:cubicBezTo>
                    <a:pt x="3752" y="14859"/>
                    <a:pt x="3867" y="14658"/>
                    <a:pt x="4066" y="14344"/>
                  </a:cubicBezTo>
                  <a:cubicBezTo>
                    <a:pt x="4123" y="14199"/>
                    <a:pt x="4210" y="14085"/>
                    <a:pt x="4295" y="13886"/>
                  </a:cubicBezTo>
                  <a:cubicBezTo>
                    <a:pt x="4611" y="13084"/>
                    <a:pt x="4982" y="12111"/>
                    <a:pt x="4554" y="11566"/>
                  </a:cubicBezTo>
                  <a:cubicBezTo>
                    <a:pt x="4377" y="11371"/>
                    <a:pt x="4122" y="11269"/>
                    <a:pt x="3761" y="11269"/>
                  </a:cubicBezTo>
                  <a:cubicBezTo>
                    <a:pt x="3591" y="11269"/>
                    <a:pt x="3399" y="11292"/>
                    <a:pt x="3180" y="11337"/>
                  </a:cubicBezTo>
                  <a:cubicBezTo>
                    <a:pt x="2607" y="11481"/>
                    <a:pt x="2234" y="11738"/>
                    <a:pt x="1977" y="11882"/>
                  </a:cubicBezTo>
                  <a:cubicBezTo>
                    <a:pt x="1863" y="11967"/>
                    <a:pt x="1718" y="12054"/>
                    <a:pt x="1691" y="12054"/>
                  </a:cubicBezTo>
                  <a:cubicBezTo>
                    <a:pt x="1576" y="12024"/>
                    <a:pt x="1375" y="11653"/>
                    <a:pt x="1089" y="10909"/>
                  </a:cubicBezTo>
                  <a:cubicBezTo>
                    <a:pt x="947" y="10593"/>
                    <a:pt x="775" y="10451"/>
                    <a:pt x="631" y="10393"/>
                  </a:cubicBezTo>
                  <a:cubicBezTo>
                    <a:pt x="688" y="10279"/>
                    <a:pt x="775" y="10135"/>
                    <a:pt x="889" y="9963"/>
                  </a:cubicBezTo>
                  <a:cubicBezTo>
                    <a:pt x="1146" y="9534"/>
                    <a:pt x="1604" y="9218"/>
                    <a:pt x="2092" y="8875"/>
                  </a:cubicBezTo>
                  <a:cubicBezTo>
                    <a:pt x="2291" y="8760"/>
                    <a:pt x="2493" y="8618"/>
                    <a:pt x="2664" y="8504"/>
                  </a:cubicBezTo>
                  <a:cubicBezTo>
                    <a:pt x="2893" y="8332"/>
                    <a:pt x="3122" y="8160"/>
                    <a:pt x="3351" y="8016"/>
                  </a:cubicBezTo>
                  <a:cubicBezTo>
                    <a:pt x="4210" y="7444"/>
                    <a:pt x="5069" y="6844"/>
                    <a:pt x="5870" y="6070"/>
                  </a:cubicBezTo>
                  <a:cubicBezTo>
                    <a:pt x="6787" y="5183"/>
                    <a:pt x="7787" y="4324"/>
                    <a:pt x="8761" y="3493"/>
                  </a:cubicBezTo>
                  <a:cubicBezTo>
                    <a:pt x="9963" y="2492"/>
                    <a:pt x="11165" y="1462"/>
                    <a:pt x="12283" y="344"/>
                  </a:cubicBezTo>
                  <a:lnTo>
                    <a:pt x="1193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5"/>
            <p:cNvSpPr/>
            <p:nvPr/>
          </p:nvSpPr>
          <p:spPr>
            <a:xfrm>
              <a:off x="6099162" y="1544923"/>
              <a:ext cx="647988" cy="37279"/>
            </a:xfrm>
            <a:custGeom>
              <a:avLst/>
              <a:gdLst/>
              <a:ahLst/>
              <a:cxnLst/>
              <a:rect l="l" t="t" r="r" b="b"/>
              <a:pathLst>
                <a:path w="32035" h="1843" extrusionOk="0">
                  <a:moveTo>
                    <a:pt x="25773" y="0"/>
                  </a:moveTo>
                  <a:cubicBezTo>
                    <a:pt x="25137" y="0"/>
                    <a:pt x="24479" y="34"/>
                    <a:pt x="23875" y="68"/>
                  </a:cubicBezTo>
                  <a:cubicBezTo>
                    <a:pt x="23390" y="98"/>
                    <a:pt x="22931" y="125"/>
                    <a:pt x="22588" y="125"/>
                  </a:cubicBezTo>
                  <a:cubicBezTo>
                    <a:pt x="20012" y="155"/>
                    <a:pt x="17378" y="327"/>
                    <a:pt x="14829" y="498"/>
                  </a:cubicBezTo>
                  <a:cubicBezTo>
                    <a:pt x="11943" y="683"/>
                    <a:pt x="9006" y="879"/>
                    <a:pt x="6090" y="879"/>
                  </a:cubicBezTo>
                  <a:cubicBezTo>
                    <a:pt x="4062" y="879"/>
                    <a:pt x="2043" y="784"/>
                    <a:pt x="58" y="526"/>
                  </a:cubicBezTo>
                  <a:lnTo>
                    <a:pt x="0" y="984"/>
                  </a:lnTo>
                  <a:cubicBezTo>
                    <a:pt x="2039" y="1260"/>
                    <a:pt x="4118" y="1360"/>
                    <a:pt x="6205" y="1360"/>
                  </a:cubicBezTo>
                  <a:cubicBezTo>
                    <a:pt x="9101" y="1360"/>
                    <a:pt x="12014" y="1168"/>
                    <a:pt x="14859" y="984"/>
                  </a:cubicBezTo>
                  <a:cubicBezTo>
                    <a:pt x="17405" y="812"/>
                    <a:pt x="20039" y="640"/>
                    <a:pt x="22588" y="613"/>
                  </a:cubicBezTo>
                  <a:cubicBezTo>
                    <a:pt x="22959" y="613"/>
                    <a:pt x="23417" y="583"/>
                    <a:pt x="23905" y="556"/>
                  </a:cubicBezTo>
                  <a:cubicBezTo>
                    <a:pt x="24481" y="519"/>
                    <a:pt x="25149" y="483"/>
                    <a:pt x="25795" y="483"/>
                  </a:cubicBezTo>
                  <a:cubicBezTo>
                    <a:pt x="26688" y="483"/>
                    <a:pt x="27540" y="552"/>
                    <a:pt x="28055" y="785"/>
                  </a:cubicBezTo>
                  <a:cubicBezTo>
                    <a:pt x="28084" y="812"/>
                    <a:pt x="28142" y="927"/>
                    <a:pt x="28142" y="1014"/>
                  </a:cubicBezTo>
                  <a:cubicBezTo>
                    <a:pt x="28226" y="1270"/>
                    <a:pt x="28341" y="1671"/>
                    <a:pt x="28714" y="1758"/>
                  </a:cubicBezTo>
                  <a:cubicBezTo>
                    <a:pt x="28841" y="1815"/>
                    <a:pt x="28959" y="1836"/>
                    <a:pt x="29068" y="1836"/>
                  </a:cubicBezTo>
                  <a:cubicBezTo>
                    <a:pt x="29228" y="1836"/>
                    <a:pt x="29367" y="1792"/>
                    <a:pt x="29486" y="1758"/>
                  </a:cubicBezTo>
                  <a:cubicBezTo>
                    <a:pt x="29600" y="1701"/>
                    <a:pt x="29715" y="1671"/>
                    <a:pt x="29802" y="1671"/>
                  </a:cubicBezTo>
                  <a:cubicBezTo>
                    <a:pt x="30116" y="1671"/>
                    <a:pt x="30374" y="1586"/>
                    <a:pt x="30603" y="1499"/>
                  </a:cubicBezTo>
                  <a:cubicBezTo>
                    <a:pt x="30791" y="1429"/>
                    <a:pt x="30935" y="1373"/>
                    <a:pt x="31064" y="1373"/>
                  </a:cubicBezTo>
                  <a:cubicBezTo>
                    <a:pt x="31249" y="1373"/>
                    <a:pt x="31402" y="1489"/>
                    <a:pt x="31604" y="1843"/>
                  </a:cubicBezTo>
                  <a:lnTo>
                    <a:pt x="32035" y="1614"/>
                  </a:lnTo>
                  <a:cubicBezTo>
                    <a:pt x="31717" y="1047"/>
                    <a:pt x="31391" y="888"/>
                    <a:pt x="31077" y="888"/>
                  </a:cubicBezTo>
                  <a:cubicBezTo>
                    <a:pt x="30852" y="888"/>
                    <a:pt x="30634" y="969"/>
                    <a:pt x="30432" y="1041"/>
                  </a:cubicBezTo>
                  <a:cubicBezTo>
                    <a:pt x="30230" y="1098"/>
                    <a:pt x="30031" y="1185"/>
                    <a:pt x="29802" y="1185"/>
                  </a:cubicBezTo>
                  <a:cubicBezTo>
                    <a:pt x="29630" y="1185"/>
                    <a:pt x="29486" y="1243"/>
                    <a:pt x="29344" y="1300"/>
                  </a:cubicBezTo>
                  <a:cubicBezTo>
                    <a:pt x="29220" y="1335"/>
                    <a:pt x="29140" y="1359"/>
                    <a:pt x="29064" y="1359"/>
                  </a:cubicBezTo>
                  <a:cubicBezTo>
                    <a:pt x="29016" y="1359"/>
                    <a:pt x="28969" y="1350"/>
                    <a:pt x="28913" y="1327"/>
                  </a:cubicBezTo>
                  <a:lnTo>
                    <a:pt x="28856" y="1300"/>
                  </a:lnTo>
                  <a:cubicBezTo>
                    <a:pt x="28742" y="1270"/>
                    <a:pt x="28684" y="1128"/>
                    <a:pt x="28627" y="899"/>
                  </a:cubicBezTo>
                  <a:cubicBezTo>
                    <a:pt x="28542" y="670"/>
                    <a:pt x="28485" y="411"/>
                    <a:pt x="28256" y="354"/>
                  </a:cubicBezTo>
                  <a:cubicBezTo>
                    <a:pt x="27652" y="78"/>
                    <a:pt x="26737" y="0"/>
                    <a:pt x="2577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5"/>
            <p:cNvSpPr/>
            <p:nvPr/>
          </p:nvSpPr>
          <p:spPr>
            <a:xfrm>
              <a:off x="6917460" y="1603851"/>
              <a:ext cx="258831" cy="120252"/>
            </a:xfrm>
            <a:custGeom>
              <a:avLst/>
              <a:gdLst/>
              <a:ahLst/>
              <a:cxnLst/>
              <a:rect l="l" t="t" r="r" b="b"/>
              <a:pathLst>
                <a:path w="12796" h="5945" extrusionOk="0">
                  <a:moveTo>
                    <a:pt x="11553" y="0"/>
                  </a:moveTo>
                  <a:cubicBezTo>
                    <a:pt x="11499" y="0"/>
                    <a:pt x="11446" y="6"/>
                    <a:pt x="11394" y="18"/>
                  </a:cubicBezTo>
                  <a:cubicBezTo>
                    <a:pt x="10993" y="105"/>
                    <a:pt x="10764" y="505"/>
                    <a:pt x="10562" y="819"/>
                  </a:cubicBezTo>
                  <a:cubicBezTo>
                    <a:pt x="10477" y="991"/>
                    <a:pt x="10390" y="1135"/>
                    <a:pt x="10276" y="1250"/>
                  </a:cubicBezTo>
                  <a:cubicBezTo>
                    <a:pt x="9247" y="2279"/>
                    <a:pt x="8569" y="2755"/>
                    <a:pt x="7549" y="2755"/>
                  </a:cubicBezTo>
                  <a:cubicBezTo>
                    <a:pt x="7237" y="2755"/>
                    <a:pt x="6893" y="2711"/>
                    <a:pt x="6497" y="2624"/>
                  </a:cubicBezTo>
                  <a:lnTo>
                    <a:pt x="6268" y="2594"/>
                  </a:lnTo>
                  <a:cubicBezTo>
                    <a:pt x="5925" y="2520"/>
                    <a:pt x="5614" y="2452"/>
                    <a:pt x="5311" y="2452"/>
                  </a:cubicBezTo>
                  <a:cubicBezTo>
                    <a:pt x="4907" y="2452"/>
                    <a:pt x="4518" y="2574"/>
                    <a:pt x="4093" y="2967"/>
                  </a:cubicBezTo>
                  <a:cubicBezTo>
                    <a:pt x="3749" y="3253"/>
                    <a:pt x="3607" y="3567"/>
                    <a:pt x="3463" y="3826"/>
                  </a:cubicBezTo>
                  <a:cubicBezTo>
                    <a:pt x="3321" y="4140"/>
                    <a:pt x="3206" y="4369"/>
                    <a:pt x="2748" y="4456"/>
                  </a:cubicBezTo>
                  <a:cubicBezTo>
                    <a:pt x="2567" y="4490"/>
                    <a:pt x="2407" y="4504"/>
                    <a:pt x="2264" y="4504"/>
                  </a:cubicBezTo>
                  <a:cubicBezTo>
                    <a:pt x="1931" y="4504"/>
                    <a:pt x="1689" y="4430"/>
                    <a:pt x="1489" y="4369"/>
                  </a:cubicBezTo>
                  <a:cubicBezTo>
                    <a:pt x="1324" y="4318"/>
                    <a:pt x="1185" y="4289"/>
                    <a:pt x="1062" y="4289"/>
                  </a:cubicBezTo>
                  <a:cubicBezTo>
                    <a:pt x="629" y="4289"/>
                    <a:pt x="402" y="4657"/>
                    <a:pt x="0" y="5773"/>
                  </a:cubicBezTo>
                  <a:lnTo>
                    <a:pt x="458" y="5944"/>
                  </a:lnTo>
                  <a:cubicBezTo>
                    <a:pt x="804" y="4993"/>
                    <a:pt x="921" y="4776"/>
                    <a:pt x="1118" y="4776"/>
                  </a:cubicBezTo>
                  <a:cubicBezTo>
                    <a:pt x="1182" y="4776"/>
                    <a:pt x="1254" y="4799"/>
                    <a:pt x="1344" y="4827"/>
                  </a:cubicBezTo>
                  <a:cubicBezTo>
                    <a:pt x="1576" y="4891"/>
                    <a:pt x="1885" y="4984"/>
                    <a:pt x="2315" y="4984"/>
                  </a:cubicBezTo>
                  <a:cubicBezTo>
                    <a:pt x="2471" y="4984"/>
                    <a:pt x="2643" y="4972"/>
                    <a:pt x="2833" y="4941"/>
                  </a:cubicBezTo>
                  <a:cubicBezTo>
                    <a:pt x="3550" y="4799"/>
                    <a:pt x="3749" y="4399"/>
                    <a:pt x="3921" y="4025"/>
                  </a:cubicBezTo>
                  <a:cubicBezTo>
                    <a:pt x="4035" y="3796"/>
                    <a:pt x="4150" y="3540"/>
                    <a:pt x="4409" y="3338"/>
                  </a:cubicBezTo>
                  <a:cubicBezTo>
                    <a:pt x="4738" y="3026"/>
                    <a:pt x="5019" y="2922"/>
                    <a:pt x="5346" y="2922"/>
                  </a:cubicBezTo>
                  <a:cubicBezTo>
                    <a:pt x="5588" y="2922"/>
                    <a:pt x="5854" y="2979"/>
                    <a:pt x="6183" y="3052"/>
                  </a:cubicBezTo>
                  <a:lnTo>
                    <a:pt x="6383" y="3109"/>
                  </a:lnTo>
                  <a:cubicBezTo>
                    <a:pt x="6804" y="3197"/>
                    <a:pt x="7177" y="3241"/>
                    <a:pt x="7518" y="3241"/>
                  </a:cubicBezTo>
                  <a:cubicBezTo>
                    <a:pt x="8729" y="3241"/>
                    <a:pt x="9532" y="2687"/>
                    <a:pt x="10649" y="1593"/>
                  </a:cubicBezTo>
                  <a:cubicBezTo>
                    <a:pt x="10764" y="1449"/>
                    <a:pt x="10878" y="1250"/>
                    <a:pt x="10993" y="1078"/>
                  </a:cubicBezTo>
                  <a:cubicBezTo>
                    <a:pt x="11135" y="819"/>
                    <a:pt x="11306" y="533"/>
                    <a:pt x="11478" y="505"/>
                  </a:cubicBezTo>
                  <a:cubicBezTo>
                    <a:pt x="11504" y="500"/>
                    <a:pt x="11529" y="498"/>
                    <a:pt x="11555" y="498"/>
                  </a:cubicBezTo>
                  <a:cubicBezTo>
                    <a:pt x="11674" y="498"/>
                    <a:pt x="11800" y="553"/>
                    <a:pt x="11966" y="647"/>
                  </a:cubicBezTo>
                  <a:cubicBezTo>
                    <a:pt x="12252" y="849"/>
                    <a:pt x="12280" y="1479"/>
                    <a:pt x="12280" y="2051"/>
                  </a:cubicBezTo>
                  <a:cubicBezTo>
                    <a:pt x="12280" y="2280"/>
                    <a:pt x="12310" y="2509"/>
                    <a:pt x="12310" y="2708"/>
                  </a:cubicBezTo>
                  <a:lnTo>
                    <a:pt x="12795" y="2651"/>
                  </a:lnTo>
                  <a:cubicBezTo>
                    <a:pt x="12768" y="2479"/>
                    <a:pt x="12768" y="2250"/>
                    <a:pt x="12768" y="2021"/>
                  </a:cubicBezTo>
                  <a:cubicBezTo>
                    <a:pt x="12768" y="1364"/>
                    <a:pt x="12738" y="620"/>
                    <a:pt x="12252" y="247"/>
                  </a:cubicBezTo>
                  <a:cubicBezTo>
                    <a:pt x="12000" y="88"/>
                    <a:pt x="11767" y="0"/>
                    <a:pt x="1155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5"/>
            <p:cNvSpPr/>
            <p:nvPr/>
          </p:nvSpPr>
          <p:spPr>
            <a:xfrm>
              <a:off x="7144454" y="1573527"/>
              <a:ext cx="18549" cy="37643"/>
            </a:xfrm>
            <a:custGeom>
              <a:avLst/>
              <a:gdLst/>
              <a:ahLst/>
              <a:cxnLst/>
              <a:rect l="l" t="t" r="r" b="b"/>
              <a:pathLst>
                <a:path w="917" h="1861" extrusionOk="0">
                  <a:moveTo>
                    <a:pt x="688" y="0"/>
                  </a:moveTo>
                  <a:cubicBezTo>
                    <a:pt x="1" y="344"/>
                    <a:pt x="1" y="1146"/>
                    <a:pt x="1" y="1860"/>
                  </a:cubicBezTo>
                  <a:lnTo>
                    <a:pt x="486" y="1860"/>
                  </a:lnTo>
                  <a:cubicBezTo>
                    <a:pt x="486" y="1230"/>
                    <a:pt x="486" y="658"/>
                    <a:pt x="917" y="429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5"/>
            <p:cNvSpPr/>
            <p:nvPr/>
          </p:nvSpPr>
          <p:spPr>
            <a:xfrm>
              <a:off x="5988568" y="1983880"/>
              <a:ext cx="385678" cy="200576"/>
            </a:xfrm>
            <a:custGeom>
              <a:avLst/>
              <a:gdLst/>
              <a:ahLst/>
              <a:cxnLst/>
              <a:rect l="l" t="t" r="r" b="b"/>
              <a:pathLst>
                <a:path w="19067" h="9916" extrusionOk="0">
                  <a:moveTo>
                    <a:pt x="1647" y="1"/>
                  </a:moveTo>
                  <a:cubicBezTo>
                    <a:pt x="1585" y="1"/>
                    <a:pt x="1522" y="4"/>
                    <a:pt x="1460" y="11"/>
                  </a:cubicBezTo>
                  <a:cubicBezTo>
                    <a:pt x="917" y="68"/>
                    <a:pt x="429" y="384"/>
                    <a:pt x="1" y="927"/>
                  </a:cubicBezTo>
                  <a:lnTo>
                    <a:pt x="372" y="1243"/>
                  </a:lnTo>
                  <a:cubicBezTo>
                    <a:pt x="745" y="785"/>
                    <a:pt x="1089" y="556"/>
                    <a:pt x="1517" y="498"/>
                  </a:cubicBezTo>
                  <a:cubicBezTo>
                    <a:pt x="1560" y="494"/>
                    <a:pt x="1604" y="492"/>
                    <a:pt x="1647" y="492"/>
                  </a:cubicBezTo>
                  <a:cubicBezTo>
                    <a:pt x="2476" y="492"/>
                    <a:pt x="3426" y="1252"/>
                    <a:pt x="4322" y="1987"/>
                  </a:cubicBezTo>
                  <a:cubicBezTo>
                    <a:pt x="5124" y="2644"/>
                    <a:pt x="5868" y="3274"/>
                    <a:pt x="6642" y="3446"/>
                  </a:cubicBezTo>
                  <a:cubicBezTo>
                    <a:pt x="6751" y="3470"/>
                    <a:pt x="6860" y="3481"/>
                    <a:pt x="6971" y="3481"/>
                  </a:cubicBezTo>
                  <a:cubicBezTo>
                    <a:pt x="7646" y="3481"/>
                    <a:pt x="8354" y="3064"/>
                    <a:pt x="9017" y="2644"/>
                  </a:cubicBezTo>
                  <a:cubicBezTo>
                    <a:pt x="9633" y="2265"/>
                    <a:pt x="10229" y="1907"/>
                    <a:pt x="10757" y="1907"/>
                  </a:cubicBezTo>
                  <a:cubicBezTo>
                    <a:pt x="10867" y="1907"/>
                    <a:pt x="10974" y="1923"/>
                    <a:pt x="11078" y="1957"/>
                  </a:cubicBezTo>
                  <a:cubicBezTo>
                    <a:pt x="11509" y="2101"/>
                    <a:pt x="11880" y="2530"/>
                    <a:pt x="12223" y="3304"/>
                  </a:cubicBezTo>
                  <a:cubicBezTo>
                    <a:pt x="12368" y="3618"/>
                    <a:pt x="12338" y="4018"/>
                    <a:pt x="12338" y="4449"/>
                  </a:cubicBezTo>
                  <a:cubicBezTo>
                    <a:pt x="12310" y="5221"/>
                    <a:pt x="12280" y="6224"/>
                    <a:pt x="13483" y="6453"/>
                  </a:cubicBezTo>
                  <a:cubicBezTo>
                    <a:pt x="13572" y="6472"/>
                    <a:pt x="13656" y="6482"/>
                    <a:pt x="13736" y="6482"/>
                  </a:cubicBezTo>
                  <a:cubicBezTo>
                    <a:pt x="14354" y="6482"/>
                    <a:pt x="14721" y="5936"/>
                    <a:pt x="15001" y="5479"/>
                  </a:cubicBezTo>
                  <a:cubicBezTo>
                    <a:pt x="15316" y="4994"/>
                    <a:pt x="15528" y="4673"/>
                    <a:pt x="15899" y="4673"/>
                  </a:cubicBezTo>
                  <a:cubicBezTo>
                    <a:pt x="15966" y="4673"/>
                    <a:pt x="16038" y="4684"/>
                    <a:pt x="16116" y="4705"/>
                  </a:cubicBezTo>
                  <a:cubicBezTo>
                    <a:pt x="16891" y="4934"/>
                    <a:pt x="16918" y="5651"/>
                    <a:pt x="16948" y="6766"/>
                  </a:cubicBezTo>
                  <a:cubicBezTo>
                    <a:pt x="16948" y="8026"/>
                    <a:pt x="16948" y="9572"/>
                    <a:pt x="18979" y="9915"/>
                  </a:cubicBezTo>
                  <a:lnTo>
                    <a:pt x="19066" y="9457"/>
                  </a:lnTo>
                  <a:cubicBezTo>
                    <a:pt x="17433" y="9171"/>
                    <a:pt x="17433" y="7999"/>
                    <a:pt x="17433" y="6766"/>
                  </a:cubicBezTo>
                  <a:cubicBezTo>
                    <a:pt x="17406" y="5708"/>
                    <a:pt x="17406" y="4591"/>
                    <a:pt x="16231" y="4247"/>
                  </a:cubicBezTo>
                  <a:cubicBezTo>
                    <a:pt x="16103" y="4209"/>
                    <a:pt x="15985" y="4192"/>
                    <a:pt x="15875" y="4192"/>
                  </a:cubicBezTo>
                  <a:cubicBezTo>
                    <a:pt x="15247" y="4192"/>
                    <a:pt x="14893" y="4759"/>
                    <a:pt x="14600" y="5221"/>
                  </a:cubicBezTo>
                  <a:cubicBezTo>
                    <a:pt x="14302" y="5669"/>
                    <a:pt x="14089" y="5987"/>
                    <a:pt x="13738" y="5987"/>
                  </a:cubicBezTo>
                  <a:cubicBezTo>
                    <a:pt x="13685" y="5987"/>
                    <a:pt x="13630" y="5980"/>
                    <a:pt x="13570" y="5965"/>
                  </a:cubicBezTo>
                  <a:cubicBezTo>
                    <a:pt x="12826" y="5823"/>
                    <a:pt x="12796" y="5335"/>
                    <a:pt x="12826" y="4449"/>
                  </a:cubicBezTo>
                  <a:cubicBezTo>
                    <a:pt x="12826" y="3991"/>
                    <a:pt x="12853" y="3503"/>
                    <a:pt x="12654" y="3102"/>
                  </a:cubicBezTo>
                  <a:cubicBezTo>
                    <a:pt x="12280" y="2216"/>
                    <a:pt x="11822" y="1671"/>
                    <a:pt x="11250" y="1499"/>
                  </a:cubicBezTo>
                  <a:cubicBezTo>
                    <a:pt x="11086" y="1442"/>
                    <a:pt x="10921" y="1417"/>
                    <a:pt x="10757" y="1417"/>
                  </a:cubicBezTo>
                  <a:cubicBezTo>
                    <a:pt x="10091" y="1417"/>
                    <a:pt x="9425" y="1830"/>
                    <a:pt x="8761" y="2243"/>
                  </a:cubicBezTo>
                  <a:cubicBezTo>
                    <a:pt x="8150" y="2626"/>
                    <a:pt x="7495" y="3007"/>
                    <a:pt x="6934" y="3007"/>
                  </a:cubicBezTo>
                  <a:cubicBezTo>
                    <a:pt x="6863" y="3007"/>
                    <a:pt x="6794" y="3001"/>
                    <a:pt x="6727" y="2988"/>
                  </a:cubicBezTo>
                  <a:cubicBezTo>
                    <a:pt x="6097" y="2816"/>
                    <a:pt x="5383" y="2243"/>
                    <a:pt x="4638" y="1614"/>
                  </a:cubicBezTo>
                  <a:cubicBezTo>
                    <a:pt x="3668" y="833"/>
                    <a:pt x="2648" y="1"/>
                    <a:pt x="164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5"/>
            <p:cNvSpPr/>
            <p:nvPr/>
          </p:nvSpPr>
          <p:spPr>
            <a:xfrm>
              <a:off x="6443142" y="2381954"/>
              <a:ext cx="110038" cy="91509"/>
            </a:xfrm>
            <a:custGeom>
              <a:avLst/>
              <a:gdLst/>
              <a:ahLst/>
              <a:cxnLst/>
              <a:rect l="l" t="t" r="r" b="b"/>
              <a:pathLst>
                <a:path w="5440" h="4524" extrusionOk="0">
                  <a:moveTo>
                    <a:pt x="5355" y="0"/>
                  </a:moveTo>
                  <a:cubicBezTo>
                    <a:pt x="5011" y="85"/>
                    <a:pt x="4753" y="286"/>
                    <a:pt x="4524" y="516"/>
                  </a:cubicBezTo>
                  <a:cubicBezTo>
                    <a:pt x="4324" y="657"/>
                    <a:pt x="4153" y="829"/>
                    <a:pt x="3981" y="887"/>
                  </a:cubicBezTo>
                  <a:cubicBezTo>
                    <a:pt x="3809" y="916"/>
                    <a:pt x="3466" y="916"/>
                    <a:pt x="3179" y="916"/>
                  </a:cubicBezTo>
                  <a:cubicBezTo>
                    <a:pt x="2749" y="916"/>
                    <a:pt x="2492" y="916"/>
                    <a:pt x="2378" y="1001"/>
                  </a:cubicBezTo>
                  <a:lnTo>
                    <a:pt x="2321" y="1031"/>
                  </a:lnTo>
                  <a:cubicBezTo>
                    <a:pt x="1805" y="1516"/>
                    <a:pt x="1947" y="1974"/>
                    <a:pt x="2034" y="2318"/>
                  </a:cubicBezTo>
                  <a:cubicBezTo>
                    <a:pt x="2119" y="2634"/>
                    <a:pt x="2149" y="2806"/>
                    <a:pt x="2004" y="3035"/>
                  </a:cubicBezTo>
                  <a:cubicBezTo>
                    <a:pt x="1920" y="3149"/>
                    <a:pt x="1661" y="3234"/>
                    <a:pt x="1375" y="3348"/>
                  </a:cubicBezTo>
                  <a:cubicBezTo>
                    <a:pt x="917" y="3520"/>
                    <a:pt x="344" y="3722"/>
                    <a:pt x="1" y="4264"/>
                  </a:cubicBezTo>
                  <a:lnTo>
                    <a:pt x="401" y="4523"/>
                  </a:lnTo>
                  <a:cubicBezTo>
                    <a:pt x="660" y="4122"/>
                    <a:pt x="1146" y="3951"/>
                    <a:pt x="1546" y="3806"/>
                  </a:cubicBezTo>
                  <a:cubicBezTo>
                    <a:pt x="1920" y="3664"/>
                    <a:pt x="2263" y="3550"/>
                    <a:pt x="2405" y="3291"/>
                  </a:cubicBezTo>
                  <a:cubicBezTo>
                    <a:pt x="2664" y="2890"/>
                    <a:pt x="2577" y="2519"/>
                    <a:pt x="2492" y="2203"/>
                  </a:cubicBezTo>
                  <a:cubicBezTo>
                    <a:pt x="2405" y="1890"/>
                    <a:pt x="2348" y="1688"/>
                    <a:pt x="2607" y="1432"/>
                  </a:cubicBezTo>
                  <a:cubicBezTo>
                    <a:pt x="2721" y="1402"/>
                    <a:pt x="3008" y="1402"/>
                    <a:pt x="3179" y="1402"/>
                  </a:cubicBezTo>
                  <a:cubicBezTo>
                    <a:pt x="3523" y="1402"/>
                    <a:pt x="3894" y="1402"/>
                    <a:pt x="4123" y="1345"/>
                  </a:cubicBezTo>
                  <a:cubicBezTo>
                    <a:pt x="4409" y="1230"/>
                    <a:pt x="4638" y="1031"/>
                    <a:pt x="4840" y="859"/>
                  </a:cubicBezTo>
                  <a:cubicBezTo>
                    <a:pt x="5039" y="687"/>
                    <a:pt x="5211" y="516"/>
                    <a:pt x="5440" y="486"/>
                  </a:cubicBezTo>
                  <a:lnTo>
                    <a:pt x="5355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5"/>
            <p:cNvSpPr/>
            <p:nvPr/>
          </p:nvSpPr>
          <p:spPr>
            <a:xfrm>
              <a:off x="6477896" y="2461860"/>
              <a:ext cx="66629" cy="50387"/>
            </a:xfrm>
            <a:custGeom>
              <a:avLst/>
              <a:gdLst/>
              <a:ahLst/>
              <a:cxnLst/>
              <a:rect l="l" t="t" r="r" b="b"/>
              <a:pathLst>
                <a:path w="3294" h="2491" extrusionOk="0">
                  <a:moveTo>
                    <a:pt x="2806" y="1"/>
                  </a:moveTo>
                  <a:cubicBezTo>
                    <a:pt x="2606" y="860"/>
                    <a:pt x="2119" y="1001"/>
                    <a:pt x="1489" y="1173"/>
                  </a:cubicBezTo>
                  <a:cubicBezTo>
                    <a:pt x="946" y="1345"/>
                    <a:pt x="344" y="1517"/>
                    <a:pt x="0" y="2291"/>
                  </a:cubicBezTo>
                  <a:lnTo>
                    <a:pt x="431" y="2490"/>
                  </a:lnTo>
                  <a:cubicBezTo>
                    <a:pt x="687" y="1918"/>
                    <a:pt x="1118" y="1776"/>
                    <a:pt x="1633" y="1631"/>
                  </a:cubicBezTo>
                  <a:cubicBezTo>
                    <a:pt x="2263" y="1460"/>
                    <a:pt x="3007" y="1231"/>
                    <a:pt x="3293" y="115"/>
                  </a:cubicBezTo>
                  <a:lnTo>
                    <a:pt x="2806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5"/>
            <p:cNvSpPr/>
            <p:nvPr/>
          </p:nvSpPr>
          <p:spPr>
            <a:xfrm>
              <a:off x="6514390" y="2487350"/>
              <a:ext cx="35317" cy="46341"/>
            </a:xfrm>
            <a:custGeom>
              <a:avLst/>
              <a:gdLst/>
              <a:ahLst/>
              <a:cxnLst/>
              <a:rect l="l" t="t" r="r" b="b"/>
              <a:pathLst>
                <a:path w="1746" h="2291" extrusionOk="0">
                  <a:moveTo>
                    <a:pt x="268" y="1"/>
                  </a:moveTo>
                  <a:cubicBezTo>
                    <a:pt x="185" y="1"/>
                    <a:pt x="96" y="9"/>
                    <a:pt x="1" y="28"/>
                  </a:cubicBezTo>
                  <a:lnTo>
                    <a:pt x="86" y="486"/>
                  </a:lnTo>
                  <a:cubicBezTo>
                    <a:pt x="139" y="477"/>
                    <a:pt x="189" y="473"/>
                    <a:pt x="236" y="473"/>
                  </a:cubicBezTo>
                  <a:cubicBezTo>
                    <a:pt x="665" y="473"/>
                    <a:pt x="828" y="826"/>
                    <a:pt x="1059" y="1574"/>
                  </a:cubicBezTo>
                  <a:cubicBezTo>
                    <a:pt x="1116" y="1832"/>
                    <a:pt x="1203" y="2089"/>
                    <a:pt x="1288" y="2290"/>
                  </a:cubicBezTo>
                  <a:lnTo>
                    <a:pt x="1746" y="2089"/>
                  </a:lnTo>
                  <a:cubicBezTo>
                    <a:pt x="1661" y="1917"/>
                    <a:pt x="1574" y="1688"/>
                    <a:pt x="1517" y="1459"/>
                  </a:cubicBezTo>
                  <a:cubicBezTo>
                    <a:pt x="1336" y="836"/>
                    <a:pt x="1084" y="1"/>
                    <a:pt x="268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5"/>
            <p:cNvSpPr/>
            <p:nvPr/>
          </p:nvSpPr>
          <p:spPr>
            <a:xfrm>
              <a:off x="6553170" y="2479784"/>
              <a:ext cx="85724" cy="63717"/>
            </a:xfrm>
            <a:custGeom>
              <a:avLst/>
              <a:gdLst/>
              <a:ahLst/>
              <a:cxnLst/>
              <a:rect l="l" t="t" r="r" b="b"/>
              <a:pathLst>
                <a:path w="4238" h="3150" extrusionOk="0">
                  <a:moveTo>
                    <a:pt x="4095" y="1"/>
                  </a:moveTo>
                  <a:cubicBezTo>
                    <a:pt x="3924" y="58"/>
                    <a:pt x="3752" y="145"/>
                    <a:pt x="3550" y="230"/>
                  </a:cubicBezTo>
                  <a:cubicBezTo>
                    <a:pt x="3294" y="345"/>
                    <a:pt x="3065" y="432"/>
                    <a:pt x="2806" y="489"/>
                  </a:cubicBezTo>
                  <a:cubicBezTo>
                    <a:pt x="2692" y="546"/>
                    <a:pt x="2463" y="603"/>
                    <a:pt x="2234" y="661"/>
                  </a:cubicBezTo>
                  <a:cubicBezTo>
                    <a:pt x="1947" y="745"/>
                    <a:pt x="1661" y="832"/>
                    <a:pt x="1519" y="890"/>
                  </a:cubicBezTo>
                  <a:cubicBezTo>
                    <a:pt x="431" y="1405"/>
                    <a:pt x="1" y="1691"/>
                    <a:pt x="1" y="3150"/>
                  </a:cubicBezTo>
                  <a:lnTo>
                    <a:pt x="488" y="3150"/>
                  </a:lnTo>
                  <a:cubicBezTo>
                    <a:pt x="488" y="1920"/>
                    <a:pt x="745" y="1806"/>
                    <a:pt x="1691" y="1348"/>
                  </a:cubicBezTo>
                  <a:cubicBezTo>
                    <a:pt x="1833" y="1290"/>
                    <a:pt x="2119" y="1203"/>
                    <a:pt x="2378" y="1146"/>
                  </a:cubicBezTo>
                  <a:cubicBezTo>
                    <a:pt x="2607" y="1061"/>
                    <a:pt x="2836" y="1004"/>
                    <a:pt x="2950" y="974"/>
                  </a:cubicBezTo>
                  <a:cubicBezTo>
                    <a:pt x="3207" y="890"/>
                    <a:pt x="3493" y="775"/>
                    <a:pt x="3722" y="661"/>
                  </a:cubicBezTo>
                  <a:cubicBezTo>
                    <a:pt x="3924" y="603"/>
                    <a:pt x="4095" y="516"/>
                    <a:pt x="4237" y="489"/>
                  </a:cubicBezTo>
                  <a:lnTo>
                    <a:pt x="4095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5"/>
            <p:cNvSpPr/>
            <p:nvPr/>
          </p:nvSpPr>
          <p:spPr>
            <a:xfrm>
              <a:off x="6597796" y="2583480"/>
              <a:ext cx="26640" cy="13310"/>
            </a:xfrm>
            <a:custGeom>
              <a:avLst/>
              <a:gdLst/>
              <a:ahLst/>
              <a:cxnLst/>
              <a:rect l="l" t="t" r="r" b="b"/>
              <a:pathLst>
                <a:path w="1317" h="658" extrusionOk="0">
                  <a:moveTo>
                    <a:pt x="1317" y="0"/>
                  </a:moveTo>
                  <a:cubicBezTo>
                    <a:pt x="916" y="0"/>
                    <a:pt x="543" y="85"/>
                    <a:pt x="172" y="142"/>
                  </a:cubicBezTo>
                  <a:lnTo>
                    <a:pt x="0" y="200"/>
                  </a:lnTo>
                  <a:lnTo>
                    <a:pt x="85" y="658"/>
                  </a:lnTo>
                  <a:lnTo>
                    <a:pt x="286" y="630"/>
                  </a:lnTo>
                  <a:cubicBezTo>
                    <a:pt x="630" y="543"/>
                    <a:pt x="944" y="486"/>
                    <a:pt x="1317" y="486"/>
                  </a:cubicBezTo>
                  <a:lnTo>
                    <a:pt x="1317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5"/>
            <p:cNvSpPr/>
            <p:nvPr/>
          </p:nvSpPr>
          <p:spPr>
            <a:xfrm>
              <a:off x="6635402" y="2624019"/>
              <a:ext cx="21482" cy="40556"/>
            </a:xfrm>
            <a:custGeom>
              <a:avLst/>
              <a:gdLst/>
              <a:ahLst/>
              <a:cxnLst/>
              <a:rect l="l" t="t" r="r" b="b"/>
              <a:pathLst>
                <a:path w="1062" h="2005" extrusionOk="0">
                  <a:moveTo>
                    <a:pt x="660" y="0"/>
                  </a:moveTo>
                  <a:cubicBezTo>
                    <a:pt x="1" y="687"/>
                    <a:pt x="344" y="1431"/>
                    <a:pt x="603" y="2004"/>
                  </a:cubicBezTo>
                  <a:lnTo>
                    <a:pt x="1061" y="1802"/>
                  </a:lnTo>
                  <a:cubicBezTo>
                    <a:pt x="745" y="1173"/>
                    <a:pt x="603" y="772"/>
                    <a:pt x="1004" y="344"/>
                  </a:cubicBezTo>
                  <a:lnTo>
                    <a:pt x="660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5"/>
            <p:cNvSpPr/>
            <p:nvPr/>
          </p:nvSpPr>
          <p:spPr>
            <a:xfrm>
              <a:off x="6758174" y="2647182"/>
              <a:ext cx="38837" cy="47494"/>
            </a:xfrm>
            <a:custGeom>
              <a:avLst/>
              <a:gdLst/>
              <a:ahLst/>
              <a:cxnLst/>
              <a:rect l="l" t="t" r="r" b="b"/>
              <a:pathLst>
                <a:path w="1920" h="2348" extrusionOk="0">
                  <a:moveTo>
                    <a:pt x="1576" y="0"/>
                  </a:moveTo>
                  <a:lnTo>
                    <a:pt x="1118" y="172"/>
                  </a:lnTo>
                  <a:cubicBezTo>
                    <a:pt x="1290" y="687"/>
                    <a:pt x="1347" y="1459"/>
                    <a:pt x="1" y="1890"/>
                  </a:cubicBezTo>
                  <a:lnTo>
                    <a:pt x="145" y="2348"/>
                  </a:lnTo>
                  <a:cubicBezTo>
                    <a:pt x="1404" y="1947"/>
                    <a:pt x="1920" y="1116"/>
                    <a:pt x="1576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5"/>
            <p:cNvSpPr/>
            <p:nvPr/>
          </p:nvSpPr>
          <p:spPr>
            <a:xfrm>
              <a:off x="6853151" y="2585199"/>
              <a:ext cx="538537" cy="1196315"/>
            </a:xfrm>
            <a:custGeom>
              <a:avLst/>
              <a:gdLst/>
              <a:ahLst/>
              <a:cxnLst/>
              <a:rect l="l" t="t" r="r" b="b"/>
              <a:pathLst>
                <a:path w="26624" h="59143" extrusionOk="0">
                  <a:moveTo>
                    <a:pt x="2691" y="0"/>
                  </a:moveTo>
                  <a:cubicBezTo>
                    <a:pt x="2520" y="172"/>
                    <a:pt x="2577" y="458"/>
                    <a:pt x="2691" y="1118"/>
                  </a:cubicBezTo>
                  <a:cubicBezTo>
                    <a:pt x="2749" y="1489"/>
                    <a:pt x="2920" y="2462"/>
                    <a:pt x="2749" y="2576"/>
                  </a:cubicBezTo>
                  <a:cubicBezTo>
                    <a:pt x="2749" y="2576"/>
                    <a:pt x="2745" y="2577"/>
                    <a:pt x="2735" y="2577"/>
                  </a:cubicBezTo>
                  <a:cubicBezTo>
                    <a:pt x="2696" y="2577"/>
                    <a:pt x="2559" y="2558"/>
                    <a:pt x="2233" y="2347"/>
                  </a:cubicBezTo>
                  <a:cubicBezTo>
                    <a:pt x="2148" y="2263"/>
                    <a:pt x="2034" y="1718"/>
                    <a:pt x="1977" y="1404"/>
                  </a:cubicBezTo>
                  <a:cubicBezTo>
                    <a:pt x="1832" y="717"/>
                    <a:pt x="1718" y="172"/>
                    <a:pt x="1347" y="115"/>
                  </a:cubicBezTo>
                  <a:cubicBezTo>
                    <a:pt x="1334" y="113"/>
                    <a:pt x="1322" y="113"/>
                    <a:pt x="1309" y="113"/>
                  </a:cubicBezTo>
                  <a:cubicBezTo>
                    <a:pt x="1010" y="113"/>
                    <a:pt x="761" y="434"/>
                    <a:pt x="431" y="1232"/>
                  </a:cubicBezTo>
                  <a:cubicBezTo>
                    <a:pt x="58" y="2205"/>
                    <a:pt x="172" y="3206"/>
                    <a:pt x="717" y="4152"/>
                  </a:cubicBezTo>
                  <a:cubicBezTo>
                    <a:pt x="1546" y="5554"/>
                    <a:pt x="3236" y="6499"/>
                    <a:pt x="4466" y="6671"/>
                  </a:cubicBezTo>
                  <a:cubicBezTo>
                    <a:pt x="4725" y="6699"/>
                    <a:pt x="4954" y="6728"/>
                    <a:pt x="5153" y="6728"/>
                  </a:cubicBezTo>
                  <a:cubicBezTo>
                    <a:pt x="6099" y="6813"/>
                    <a:pt x="6271" y="6843"/>
                    <a:pt x="6271" y="7988"/>
                  </a:cubicBezTo>
                  <a:cubicBezTo>
                    <a:pt x="6271" y="8187"/>
                    <a:pt x="6184" y="8446"/>
                    <a:pt x="6099" y="8703"/>
                  </a:cubicBezTo>
                  <a:cubicBezTo>
                    <a:pt x="5984" y="9019"/>
                    <a:pt x="5840" y="9390"/>
                    <a:pt x="5897" y="9763"/>
                  </a:cubicBezTo>
                  <a:cubicBezTo>
                    <a:pt x="5955" y="10248"/>
                    <a:pt x="6271" y="10592"/>
                    <a:pt x="6527" y="10878"/>
                  </a:cubicBezTo>
                  <a:cubicBezTo>
                    <a:pt x="6729" y="11107"/>
                    <a:pt x="6871" y="11309"/>
                    <a:pt x="6928" y="11508"/>
                  </a:cubicBezTo>
                  <a:cubicBezTo>
                    <a:pt x="6985" y="11909"/>
                    <a:pt x="6985" y="12167"/>
                    <a:pt x="6871" y="12339"/>
                  </a:cubicBezTo>
                  <a:cubicBezTo>
                    <a:pt x="6729" y="12511"/>
                    <a:pt x="6385" y="12538"/>
                    <a:pt x="5984" y="12568"/>
                  </a:cubicBezTo>
                  <a:cubicBezTo>
                    <a:pt x="5641" y="12596"/>
                    <a:pt x="5210" y="12626"/>
                    <a:pt x="4867" y="12768"/>
                  </a:cubicBezTo>
                  <a:cubicBezTo>
                    <a:pt x="3264" y="13484"/>
                    <a:pt x="3637" y="14428"/>
                    <a:pt x="4008" y="15344"/>
                  </a:cubicBezTo>
                  <a:cubicBezTo>
                    <a:pt x="4095" y="15573"/>
                    <a:pt x="4210" y="15832"/>
                    <a:pt x="4267" y="16061"/>
                  </a:cubicBezTo>
                  <a:cubicBezTo>
                    <a:pt x="4496" y="16920"/>
                    <a:pt x="4237" y="17549"/>
                    <a:pt x="4008" y="18236"/>
                  </a:cubicBezTo>
                  <a:cubicBezTo>
                    <a:pt x="3836" y="18637"/>
                    <a:pt x="3694" y="19065"/>
                    <a:pt x="3637" y="19553"/>
                  </a:cubicBezTo>
                  <a:cubicBezTo>
                    <a:pt x="3580" y="19897"/>
                    <a:pt x="3665" y="20126"/>
                    <a:pt x="3722" y="20325"/>
                  </a:cubicBezTo>
                  <a:cubicBezTo>
                    <a:pt x="3809" y="20554"/>
                    <a:pt x="3866" y="20641"/>
                    <a:pt x="3493" y="20955"/>
                  </a:cubicBezTo>
                  <a:cubicBezTo>
                    <a:pt x="3378" y="21069"/>
                    <a:pt x="3092" y="21069"/>
                    <a:pt x="2778" y="21069"/>
                  </a:cubicBezTo>
                  <a:cubicBezTo>
                    <a:pt x="2673" y="21061"/>
                    <a:pt x="2566" y="21055"/>
                    <a:pt x="2458" y="21055"/>
                  </a:cubicBezTo>
                  <a:cubicBezTo>
                    <a:pt x="2212" y="21055"/>
                    <a:pt x="1966" y="21085"/>
                    <a:pt x="1748" y="21184"/>
                  </a:cubicBezTo>
                  <a:cubicBezTo>
                    <a:pt x="516" y="21786"/>
                    <a:pt x="0" y="23618"/>
                    <a:pt x="58" y="25134"/>
                  </a:cubicBezTo>
                  <a:cubicBezTo>
                    <a:pt x="115" y="26882"/>
                    <a:pt x="832" y="28226"/>
                    <a:pt x="1947" y="28684"/>
                  </a:cubicBezTo>
                  <a:cubicBezTo>
                    <a:pt x="2075" y="28732"/>
                    <a:pt x="2194" y="28751"/>
                    <a:pt x="2304" y="28751"/>
                  </a:cubicBezTo>
                  <a:cubicBezTo>
                    <a:pt x="2588" y="28751"/>
                    <a:pt x="2813" y="28624"/>
                    <a:pt x="2978" y="28542"/>
                  </a:cubicBezTo>
                  <a:cubicBezTo>
                    <a:pt x="3144" y="28442"/>
                    <a:pt x="3252" y="28381"/>
                    <a:pt x="3370" y="28381"/>
                  </a:cubicBezTo>
                  <a:cubicBezTo>
                    <a:pt x="3455" y="28381"/>
                    <a:pt x="3545" y="28413"/>
                    <a:pt x="3665" y="28485"/>
                  </a:cubicBezTo>
                  <a:cubicBezTo>
                    <a:pt x="3836" y="28569"/>
                    <a:pt x="3866" y="28741"/>
                    <a:pt x="3894" y="29057"/>
                  </a:cubicBezTo>
                  <a:cubicBezTo>
                    <a:pt x="3923" y="29343"/>
                    <a:pt x="3981" y="29687"/>
                    <a:pt x="4237" y="30001"/>
                  </a:cubicBezTo>
                  <a:cubicBezTo>
                    <a:pt x="4656" y="30388"/>
                    <a:pt x="5048" y="30536"/>
                    <a:pt x="5414" y="30536"/>
                  </a:cubicBezTo>
                  <a:cubicBezTo>
                    <a:pt x="6076" y="30536"/>
                    <a:pt x="6650" y="30053"/>
                    <a:pt x="7130" y="29630"/>
                  </a:cubicBezTo>
                  <a:cubicBezTo>
                    <a:pt x="7530" y="29286"/>
                    <a:pt x="7931" y="28970"/>
                    <a:pt x="8302" y="28885"/>
                  </a:cubicBezTo>
                  <a:cubicBezTo>
                    <a:pt x="8404" y="28866"/>
                    <a:pt x="8496" y="28856"/>
                    <a:pt x="8582" y="28856"/>
                  </a:cubicBezTo>
                  <a:cubicBezTo>
                    <a:pt x="9244" y="28856"/>
                    <a:pt x="9452" y="29431"/>
                    <a:pt x="9706" y="30344"/>
                  </a:cubicBezTo>
                  <a:cubicBezTo>
                    <a:pt x="9878" y="30860"/>
                    <a:pt x="10020" y="31405"/>
                    <a:pt x="10363" y="31718"/>
                  </a:cubicBezTo>
                  <a:cubicBezTo>
                    <a:pt x="10851" y="32234"/>
                    <a:pt x="11538" y="32263"/>
                    <a:pt x="12195" y="32263"/>
                  </a:cubicBezTo>
                  <a:cubicBezTo>
                    <a:pt x="12768" y="32291"/>
                    <a:pt x="13283" y="32291"/>
                    <a:pt x="13656" y="32577"/>
                  </a:cubicBezTo>
                  <a:cubicBezTo>
                    <a:pt x="13885" y="32836"/>
                    <a:pt x="13970" y="33122"/>
                    <a:pt x="14057" y="33379"/>
                  </a:cubicBezTo>
                  <a:cubicBezTo>
                    <a:pt x="14114" y="33665"/>
                    <a:pt x="14199" y="33951"/>
                    <a:pt x="14458" y="34210"/>
                  </a:cubicBezTo>
                  <a:cubicBezTo>
                    <a:pt x="14715" y="34524"/>
                    <a:pt x="14944" y="34725"/>
                    <a:pt x="15145" y="34897"/>
                  </a:cubicBezTo>
                  <a:cubicBezTo>
                    <a:pt x="15402" y="35126"/>
                    <a:pt x="15631" y="35298"/>
                    <a:pt x="15802" y="35612"/>
                  </a:cubicBezTo>
                  <a:cubicBezTo>
                    <a:pt x="15802" y="35641"/>
                    <a:pt x="15745" y="35841"/>
                    <a:pt x="15745" y="35928"/>
                  </a:cubicBezTo>
                  <a:cubicBezTo>
                    <a:pt x="15688" y="36184"/>
                    <a:pt x="15631" y="36413"/>
                    <a:pt x="15718" y="36585"/>
                  </a:cubicBezTo>
                  <a:cubicBezTo>
                    <a:pt x="15917" y="36958"/>
                    <a:pt x="16146" y="37073"/>
                    <a:pt x="16405" y="37157"/>
                  </a:cubicBezTo>
                  <a:cubicBezTo>
                    <a:pt x="16547" y="37244"/>
                    <a:pt x="16691" y="37302"/>
                    <a:pt x="16863" y="37444"/>
                  </a:cubicBezTo>
                  <a:cubicBezTo>
                    <a:pt x="17034" y="37588"/>
                    <a:pt x="17234" y="37730"/>
                    <a:pt x="17405" y="37874"/>
                  </a:cubicBezTo>
                  <a:cubicBezTo>
                    <a:pt x="18207" y="38447"/>
                    <a:pt x="18951" y="39019"/>
                    <a:pt x="18894" y="40135"/>
                  </a:cubicBezTo>
                  <a:cubicBezTo>
                    <a:pt x="18837" y="40650"/>
                    <a:pt x="18695" y="40936"/>
                    <a:pt x="18523" y="41252"/>
                  </a:cubicBezTo>
                  <a:cubicBezTo>
                    <a:pt x="18264" y="41738"/>
                    <a:pt x="18008" y="42196"/>
                    <a:pt x="18638" y="43284"/>
                  </a:cubicBezTo>
                  <a:cubicBezTo>
                    <a:pt x="18894" y="43714"/>
                    <a:pt x="19238" y="44028"/>
                    <a:pt x="19581" y="44344"/>
                  </a:cubicBezTo>
                  <a:cubicBezTo>
                    <a:pt x="19840" y="44600"/>
                    <a:pt x="20096" y="44829"/>
                    <a:pt x="20298" y="45145"/>
                  </a:cubicBezTo>
                  <a:cubicBezTo>
                    <a:pt x="20497" y="45374"/>
                    <a:pt x="20641" y="45661"/>
                    <a:pt x="20783" y="45917"/>
                  </a:cubicBezTo>
                  <a:cubicBezTo>
                    <a:pt x="21012" y="46348"/>
                    <a:pt x="21241" y="46776"/>
                    <a:pt x="21729" y="47119"/>
                  </a:cubicBezTo>
                  <a:cubicBezTo>
                    <a:pt x="22157" y="47378"/>
                    <a:pt x="22673" y="47436"/>
                    <a:pt x="23103" y="47493"/>
                  </a:cubicBezTo>
                  <a:cubicBezTo>
                    <a:pt x="23589" y="47550"/>
                    <a:pt x="23990" y="47578"/>
                    <a:pt x="24161" y="47836"/>
                  </a:cubicBezTo>
                  <a:cubicBezTo>
                    <a:pt x="24306" y="48036"/>
                    <a:pt x="24306" y="48379"/>
                    <a:pt x="24191" y="48894"/>
                  </a:cubicBezTo>
                  <a:lnTo>
                    <a:pt x="24191" y="48952"/>
                  </a:lnTo>
                  <a:cubicBezTo>
                    <a:pt x="24191" y="49009"/>
                    <a:pt x="24019" y="49123"/>
                    <a:pt x="23905" y="49181"/>
                  </a:cubicBezTo>
                  <a:cubicBezTo>
                    <a:pt x="23676" y="49325"/>
                    <a:pt x="23417" y="49467"/>
                    <a:pt x="23360" y="49753"/>
                  </a:cubicBezTo>
                  <a:cubicBezTo>
                    <a:pt x="23275" y="50097"/>
                    <a:pt x="23474" y="50326"/>
                    <a:pt x="23589" y="50497"/>
                  </a:cubicBezTo>
                  <a:cubicBezTo>
                    <a:pt x="23646" y="50555"/>
                    <a:pt x="23733" y="50642"/>
                    <a:pt x="23733" y="50669"/>
                  </a:cubicBezTo>
                  <a:cubicBezTo>
                    <a:pt x="23733" y="50985"/>
                    <a:pt x="23790" y="51242"/>
                    <a:pt x="23848" y="51471"/>
                  </a:cubicBezTo>
                  <a:cubicBezTo>
                    <a:pt x="23932" y="51871"/>
                    <a:pt x="24019" y="52158"/>
                    <a:pt x="23761" y="52588"/>
                  </a:cubicBezTo>
                  <a:cubicBezTo>
                    <a:pt x="23532" y="52932"/>
                    <a:pt x="23161" y="53131"/>
                    <a:pt x="22787" y="53333"/>
                  </a:cubicBezTo>
                  <a:cubicBezTo>
                    <a:pt x="22100" y="53704"/>
                    <a:pt x="21299" y="54134"/>
                    <a:pt x="21443" y="55451"/>
                  </a:cubicBezTo>
                  <a:cubicBezTo>
                    <a:pt x="21557" y="56596"/>
                    <a:pt x="22416" y="56853"/>
                    <a:pt x="23245" y="57082"/>
                  </a:cubicBezTo>
                  <a:cubicBezTo>
                    <a:pt x="23733" y="57226"/>
                    <a:pt x="24248" y="57398"/>
                    <a:pt x="24619" y="57711"/>
                  </a:cubicBezTo>
                  <a:cubicBezTo>
                    <a:pt x="24677" y="57769"/>
                    <a:pt x="24706" y="57856"/>
                    <a:pt x="24734" y="58027"/>
                  </a:cubicBezTo>
                  <a:cubicBezTo>
                    <a:pt x="24791" y="58227"/>
                    <a:pt x="24848" y="58513"/>
                    <a:pt x="25192" y="58799"/>
                  </a:cubicBezTo>
                  <a:cubicBezTo>
                    <a:pt x="25622" y="59143"/>
                    <a:pt x="26138" y="59143"/>
                    <a:pt x="26623" y="59143"/>
                  </a:cubicBezTo>
                  <a:lnTo>
                    <a:pt x="26623" y="58657"/>
                  </a:lnTo>
                  <a:cubicBezTo>
                    <a:pt x="26195" y="58657"/>
                    <a:pt x="25794" y="58657"/>
                    <a:pt x="25478" y="58428"/>
                  </a:cubicBezTo>
                  <a:cubicBezTo>
                    <a:pt x="25279" y="58256"/>
                    <a:pt x="25249" y="58085"/>
                    <a:pt x="25222" y="57913"/>
                  </a:cubicBezTo>
                  <a:cubicBezTo>
                    <a:pt x="25164" y="57741"/>
                    <a:pt x="25135" y="57540"/>
                    <a:pt x="24935" y="57368"/>
                  </a:cubicBezTo>
                  <a:cubicBezTo>
                    <a:pt x="24477" y="56940"/>
                    <a:pt x="23905" y="56768"/>
                    <a:pt x="23390" y="56624"/>
                  </a:cubicBezTo>
                  <a:cubicBezTo>
                    <a:pt x="22501" y="56367"/>
                    <a:pt x="22015" y="56195"/>
                    <a:pt x="21928" y="55394"/>
                  </a:cubicBezTo>
                  <a:cubicBezTo>
                    <a:pt x="21814" y="54391"/>
                    <a:pt x="22329" y="54104"/>
                    <a:pt x="23016" y="53761"/>
                  </a:cubicBezTo>
                  <a:cubicBezTo>
                    <a:pt x="23417" y="53532"/>
                    <a:pt x="23848" y="53303"/>
                    <a:pt x="24161" y="52845"/>
                  </a:cubicBezTo>
                  <a:cubicBezTo>
                    <a:pt x="24535" y="52245"/>
                    <a:pt x="24420" y="51787"/>
                    <a:pt x="24306" y="51356"/>
                  </a:cubicBezTo>
                  <a:cubicBezTo>
                    <a:pt x="24248" y="51157"/>
                    <a:pt x="24219" y="50928"/>
                    <a:pt x="24219" y="50669"/>
                  </a:cubicBezTo>
                  <a:cubicBezTo>
                    <a:pt x="24219" y="50470"/>
                    <a:pt x="24077" y="50326"/>
                    <a:pt x="23990" y="50184"/>
                  </a:cubicBezTo>
                  <a:cubicBezTo>
                    <a:pt x="23848" y="50039"/>
                    <a:pt x="23818" y="49955"/>
                    <a:pt x="23848" y="49868"/>
                  </a:cubicBezTo>
                  <a:cubicBezTo>
                    <a:pt x="23848" y="49783"/>
                    <a:pt x="24019" y="49696"/>
                    <a:pt x="24161" y="49611"/>
                  </a:cubicBezTo>
                  <a:cubicBezTo>
                    <a:pt x="24363" y="49467"/>
                    <a:pt x="24649" y="49295"/>
                    <a:pt x="24649" y="48981"/>
                  </a:cubicBezTo>
                  <a:cubicBezTo>
                    <a:pt x="24821" y="48322"/>
                    <a:pt x="24791" y="47894"/>
                    <a:pt x="24562" y="47550"/>
                  </a:cubicBezTo>
                  <a:cubicBezTo>
                    <a:pt x="24276" y="47149"/>
                    <a:pt x="23733" y="47062"/>
                    <a:pt x="23161" y="47005"/>
                  </a:cubicBezTo>
                  <a:cubicBezTo>
                    <a:pt x="22760" y="46948"/>
                    <a:pt x="22329" y="46890"/>
                    <a:pt x="21986" y="46719"/>
                  </a:cubicBezTo>
                  <a:cubicBezTo>
                    <a:pt x="21615" y="46462"/>
                    <a:pt x="21413" y="46089"/>
                    <a:pt x="21214" y="45688"/>
                  </a:cubicBezTo>
                  <a:cubicBezTo>
                    <a:pt x="21070" y="45402"/>
                    <a:pt x="20898" y="45116"/>
                    <a:pt x="20699" y="44859"/>
                  </a:cubicBezTo>
                  <a:cubicBezTo>
                    <a:pt x="20470" y="44516"/>
                    <a:pt x="20183" y="44257"/>
                    <a:pt x="19925" y="44000"/>
                  </a:cubicBezTo>
                  <a:cubicBezTo>
                    <a:pt x="19581" y="43684"/>
                    <a:pt x="19295" y="43428"/>
                    <a:pt x="19066" y="43027"/>
                  </a:cubicBezTo>
                  <a:cubicBezTo>
                    <a:pt x="18550" y="42196"/>
                    <a:pt x="18722" y="41909"/>
                    <a:pt x="18951" y="41481"/>
                  </a:cubicBezTo>
                  <a:cubicBezTo>
                    <a:pt x="19123" y="41165"/>
                    <a:pt x="19325" y="40794"/>
                    <a:pt x="19352" y="40164"/>
                  </a:cubicBezTo>
                  <a:cubicBezTo>
                    <a:pt x="19439" y="38790"/>
                    <a:pt x="18523" y="38103"/>
                    <a:pt x="17721" y="37473"/>
                  </a:cubicBezTo>
                  <a:cubicBezTo>
                    <a:pt x="17520" y="37359"/>
                    <a:pt x="17348" y="37215"/>
                    <a:pt x="17176" y="37073"/>
                  </a:cubicBezTo>
                  <a:cubicBezTo>
                    <a:pt x="16947" y="36871"/>
                    <a:pt x="16748" y="36786"/>
                    <a:pt x="16604" y="36729"/>
                  </a:cubicBezTo>
                  <a:cubicBezTo>
                    <a:pt x="16375" y="36642"/>
                    <a:pt x="16260" y="36585"/>
                    <a:pt x="16146" y="36386"/>
                  </a:cubicBezTo>
                  <a:cubicBezTo>
                    <a:pt x="16146" y="36328"/>
                    <a:pt x="16176" y="36157"/>
                    <a:pt x="16203" y="36042"/>
                  </a:cubicBezTo>
                  <a:cubicBezTo>
                    <a:pt x="16260" y="35813"/>
                    <a:pt x="16318" y="35584"/>
                    <a:pt x="16233" y="35412"/>
                  </a:cubicBezTo>
                  <a:cubicBezTo>
                    <a:pt x="16004" y="34982"/>
                    <a:pt x="15745" y="34753"/>
                    <a:pt x="15459" y="34524"/>
                  </a:cubicBezTo>
                  <a:cubicBezTo>
                    <a:pt x="15260" y="34352"/>
                    <a:pt x="15058" y="34180"/>
                    <a:pt x="14829" y="33894"/>
                  </a:cubicBezTo>
                  <a:cubicBezTo>
                    <a:pt x="14630" y="33722"/>
                    <a:pt x="14573" y="33493"/>
                    <a:pt x="14515" y="33237"/>
                  </a:cubicBezTo>
                  <a:cubicBezTo>
                    <a:pt x="14428" y="32950"/>
                    <a:pt x="14314" y="32607"/>
                    <a:pt x="13970" y="32234"/>
                  </a:cubicBezTo>
                  <a:cubicBezTo>
                    <a:pt x="13485" y="31805"/>
                    <a:pt x="12825" y="31805"/>
                    <a:pt x="12195" y="31776"/>
                  </a:cubicBezTo>
                  <a:cubicBezTo>
                    <a:pt x="11623" y="31776"/>
                    <a:pt x="11050" y="31748"/>
                    <a:pt x="10707" y="31375"/>
                  </a:cubicBezTo>
                  <a:cubicBezTo>
                    <a:pt x="10450" y="31146"/>
                    <a:pt x="10306" y="30660"/>
                    <a:pt x="10191" y="30202"/>
                  </a:cubicBezTo>
                  <a:cubicBezTo>
                    <a:pt x="9964" y="29390"/>
                    <a:pt x="9668" y="28375"/>
                    <a:pt x="8626" y="28375"/>
                  </a:cubicBezTo>
                  <a:cubicBezTo>
                    <a:pt x="8493" y="28375"/>
                    <a:pt x="8347" y="28392"/>
                    <a:pt x="8188" y="28427"/>
                  </a:cubicBezTo>
                  <a:cubicBezTo>
                    <a:pt x="7702" y="28542"/>
                    <a:pt x="7244" y="28913"/>
                    <a:pt x="6814" y="29256"/>
                  </a:cubicBezTo>
                  <a:cubicBezTo>
                    <a:pt x="6276" y="29722"/>
                    <a:pt x="5850" y="30054"/>
                    <a:pt x="5411" y="30054"/>
                  </a:cubicBezTo>
                  <a:cubicBezTo>
                    <a:pt x="5148" y="30054"/>
                    <a:pt x="4880" y="29936"/>
                    <a:pt x="4581" y="29657"/>
                  </a:cubicBezTo>
                  <a:cubicBezTo>
                    <a:pt x="4439" y="29485"/>
                    <a:pt x="4409" y="29256"/>
                    <a:pt x="4381" y="29000"/>
                  </a:cubicBezTo>
                  <a:cubicBezTo>
                    <a:pt x="4324" y="28656"/>
                    <a:pt x="4294" y="28256"/>
                    <a:pt x="3894" y="28054"/>
                  </a:cubicBezTo>
                  <a:cubicBezTo>
                    <a:pt x="3708" y="27934"/>
                    <a:pt x="3534" y="27889"/>
                    <a:pt x="3376" y="27889"/>
                  </a:cubicBezTo>
                  <a:cubicBezTo>
                    <a:pt x="3122" y="27889"/>
                    <a:pt x="2908" y="28005"/>
                    <a:pt x="2749" y="28111"/>
                  </a:cubicBezTo>
                  <a:cubicBezTo>
                    <a:pt x="2575" y="28209"/>
                    <a:pt x="2452" y="28267"/>
                    <a:pt x="2320" y="28267"/>
                  </a:cubicBezTo>
                  <a:cubicBezTo>
                    <a:pt x="2258" y="28267"/>
                    <a:pt x="2193" y="28254"/>
                    <a:pt x="2119" y="28226"/>
                  </a:cubicBezTo>
                  <a:cubicBezTo>
                    <a:pt x="1031" y="27798"/>
                    <a:pt x="573" y="26337"/>
                    <a:pt x="545" y="25134"/>
                  </a:cubicBezTo>
                  <a:cubicBezTo>
                    <a:pt x="488" y="23504"/>
                    <a:pt x="1088" y="22043"/>
                    <a:pt x="1977" y="21614"/>
                  </a:cubicBezTo>
                  <a:cubicBezTo>
                    <a:pt x="2176" y="21527"/>
                    <a:pt x="2462" y="21527"/>
                    <a:pt x="2749" y="21527"/>
                  </a:cubicBezTo>
                  <a:cubicBezTo>
                    <a:pt x="2858" y="21535"/>
                    <a:pt x="2965" y="21540"/>
                    <a:pt x="3068" y="21540"/>
                  </a:cubicBezTo>
                  <a:cubicBezTo>
                    <a:pt x="3373" y="21540"/>
                    <a:pt x="3645" y="21491"/>
                    <a:pt x="3836" y="21298"/>
                  </a:cubicBezTo>
                  <a:cubicBezTo>
                    <a:pt x="4381" y="20813"/>
                    <a:pt x="4324" y="20497"/>
                    <a:pt x="4180" y="20153"/>
                  </a:cubicBezTo>
                  <a:cubicBezTo>
                    <a:pt x="4123" y="19981"/>
                    <a:pt x="4065" y="19839"/>
                    <a:pt x="4095" y="19610"/>
                  </a:cubicBezTo>
                  <a:cubicBezTo>
                    <a:pt x="4152" y="19180"/>
                    <a:pt x="4324" y="18779"/>
                    <a:pt x="4439" y="18408"/>
                  </a:cubicBezTo>
                  <a:cubicBezTo>
                    <a:pt x="4725" y="17691"/>
                    <a:pt x="4981" y="16947"/>
                    <a:pt x="4725" y="15916"/>
                  </a:cubicBezTo>
                  <a:cubicBezTo>
                    <a:pt x="4668" y="15660"/>
                    <a:pt x="4553" y="15401"/>
                    <a:pt x="4466" y="15172"/>
                  </a:cubicBezTo>
                  <a:cubicBezTo>
                    <a:pt x="4095" y="14256"/>
                    <a:pt x="3894" y="13741"/>
                    <a:pt x="5068" y="13226"/>
                  </a:cubicBezTo>
                  <a:cubicBezTo>
                    <a:pt x="5355" y="13084"/>
                    <a:pt x="5698" y="13054"/>
                    <a:pt x="6042" y="13054"/>
                  </a:cubicBezTo>
                  <a:cubicBezTo>
                    <a:pt x="6500" y="12997"/>
                    <a:pt x="6985" y="12969"/>
                    <a:pt x="7244" y="12626"/>
                  </a:cubicBezTo>
                  <a:cubicBezTo>
                    <a:pt x="7443" y="12339"/>
                    <a:pt x="7501" y="11966"/>
                    <a:pt x="7386" y="11423"/>
                  </a:cubicBezTo>
                  <a:cubicBezTo>
                    <a:pt x="7329" y="11080"/>
                    <a:pt x="7100" y="10821"/>
                    <a:pt x="6901" y="10564"/>
                  </a:cubicBezTo>
                  <a:cubicBezTo>
                    <a:pt x="6642" y="10306"/>
                    <a:pt x="6443" y="10049"/>
                    <a:pt x="6385" y="9676"/>
                  </a:cubicBezTo>
                  <a:cubicBezTo>
                    <a:pt x="6355" y="9419"/>
                    <a:pt x="6443" y="9133"/>
                    <a:pt x="6557" y="8847"/>
                  </a:cubicBezTo>
                  <a:cubicBezTo>
                    <a:pt x="6642" y="8561"/>
                    <a:pt x="6756" y="8274"/>
                    <a:pt x="6756" y="7988"/>
                  </a:cubicBezTo>
                  <a:cubicBezTo>
                    <a:pt x="6756" y="6470"/>
                    <a:pt x="6241" y="6355"/>
                    <a:pt x="5183" y="6270"/>
                  </a:cubicBezTo>
                  <a:cubicBezTo>
                    <a:pt x="5011" y="6241"/>
                    <a:pt x="4782" y="6213"/>
                    <a:pt x="4523" y="6183"/>
                  </a:cubicBezTo>
                  <a:cubicBezTo>
                    <a:pt x="3408" y="6041"/>
                    <a:pt x="1890" y="5183"/>
                    <a:pt x="1118" y="3893"/>
                  </a:cubicBezTo>
                  <a:cubicBezTo>
                    <a:pt x="660" y="3064"/>
                    <a:pt x="573" y="2233"/>
                    <a:pt x="889" y="1404"/>
                  </a:cubicBezTo>
                  <a:cubicBezTo>
                    <a:pt x="1088" y="946"/>
                    <a:pt x="1203" y="744"/>
                    <a:pt x="1290" y="660"/>
                  </a:cubicBezTo>
                  <a:cubicBezTo>
                    <a:pt x="1374" y="831"/>
                    <a:pt x="1432" y="1232"/>
                    <a:pt x="1489" y="1489"/>
                  </a:cubicBezTo>
                  <a:cubicBezTo>
                    <a:pt x="1633" y="2205"/>
                    <a:pt x="1748" y="2634"/>
                    <a:pt x="2004" y="2778"/>
                  </a:cubicBezTo>
                  <a:cubicBezTo>
                    <a:pt x="2113" y="2842"/>
                    <a:pt x="2435" y="3055"/>
                    <a:pt x="2734" y="3055"/>
                  </a:cubicBezTo>
                  <a:cubicBezTo>
                    <a:pt x="2830" y="3055"/>
                    <a:pt x="2924" y="3033"/>
                    <a:pt x="3007" y="2977"/>
                  </a:cubicBezTo>
                  <a:cubicBezTo>
                    <a:pt x="3436" y="2691"/>
                    <a:pt x="3294" y="1862"/>
                    <a:pt x="3149" y="1060"/>
                  </a:cubicBezTo>
                  <a:cubicBezTo>
                    <a:pt x="3122" y="774"/>
                    <a:pt x="3035" y="373"/>
                    <a:pt x="3065" y="286"/>
                  </a:cubicBezTo>
                  <a:lnTo>
                    <a:pt x="3065" y="286"/>
                  </a:lnTo>
                  <a:lnTo>
                    <a:pt x="3035" y="31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5"/>
            <p:cNvSpPr/>
            <p:nvPr/>
          </p:nvSpPr>
          <p:spPr>
            <a:xfrm>
              <a:off x="6719961" y="2843468"/>
              <a:ext cx="216576" cy="158685"/>
            </a:xfrm>
            <a:custGeom>
              <a:avLst/>
              <a:gdLst/>
              <a:ahLst/>
              <a:cxnLst/>
              <a:rect l="l" t="t" r="r" b="b"/>
              <a:pathLst>
                <a:path w="10707" h="7845" extrusionOk="0">
                  <a:moveTo>
                    <a:pt x="57" y="1"/>
                  </a:moveTo>
                  <a:lnTo>
                    <a:pt x="0" y="488"/>
                  </a:lnTo>
                  <a:cubicBezTo>
                    <a:pt x="545" y="546"/>
                    <a:pt x="889" y="917"/>
                    <a:pt x="1232" y="1317"/>
                  </a:cubicBezTo>
                  <a:cubicBezTo>
                    <a:pt x="1603" y="1718"/>
                    <a:pt x="2004" y="2206"/>
                    <a:pt x="2721" y="2320"/>
                  </a:cubicBezTo>
                  <a:cubicBezTo>
                    <a:pt x="2761" y="2324"/>
                    <a:pt x="2801" y="2326"/>
                    <a:pt x="2839" y="2326"/>
                  </a:cubicBezTo>
                  <a:cubicBezTo>
                    <a:pt x="3101" y="2326"/>
                    <a:pt x="3323" y="2248"/>
                    <a:pt x="3522" y="2149"/>
                  </a:cubicBezTo>
                  <a:cubicBezTo>
                    <a:pt x="3721" y="2076"/>
                    <a:pt x="3885" y="2004"/>
                    <a:pt x="4066" y="2004"/>
                  </a:cubicBezTo>
                  <a:cubicBezTo>
                    <a:pt x="4172" y="2004"/>
                    <a:pt x="4282" y="2028"/>
                    <a:pt x="4409" y="2091"/>
                  </a:cubicBezTo>
                  <a:cubicBezTo>
                    <a:pt x="4782" y="2291"/>
                    <a:pt x="4839" y="2462"/>
                    <a:pt x="4954" y="2778"/>
                  </a:cubicBezTo>
                  <a:cubicBezTo>
                    <a:pt x="5011" y="2950"/>
                    <a:pt x="5068" y="3122"/>
                    <a:pt x="5240" y="3378"/>
                  </a:cubicBezTo>
                  <a:cubicBezTo>
                    <a:pt x="6126" y="4524"/>
                    <a:pt x="6813" y="4782"/>
                    <a:pt x="7958" y="5211"/>
                  </a:cubicBezTo>
                  <a:lnTo>
                    <a:pt x="8160" y="5298"/>
                  </a:lnTo>
                  <a:cubicBezTo>
                    <a:pt x="8274" y="5325"/>
                    <a:pt x="8359" y="5382"/>
                    <a:pt x="8474" y="5440"/>
                  </a:cubicBezTo>
                  <a:cubicBezTo>
                    <a:pt x="8989" y="5641"/>
                    <a:pt x="9420" y="5840"/>
                    <a:pt x="9706" y="6271"/>
                  </a:cubicBezTo>
                  <a:cubicBezTo>
                    <a:pt x="9820" y="6443"/>
                    <a:pt x="9848" y="6614"/>
                    <a:pt x="9905" y="6843"/>
                  </a:cubicBezTo>
                  <a:cubicBezTo>
                    <a:pt x="9962" y="7157"/>
                    <a:pt x="10020" y="7530"/>
                    <a:pt x="10393" y="7844"/>
                  </a:cubicBezTo>
                  <a:lnTo>
                    <a:pt x="10707" y="7501"/>
                  </a:lnTo>
                  <a:cubicBezTo>
                    <a:pt x="10450" y="7272"/>
                    <a:pt x="10420" y="7043"/>
                    <a:pt x="10363" y="6756"/>
                  </a:cubicBezTo>
                  <a:cubicBezTo>
                    <a:pt x="10336" y="6527"/>
                    <a:pt x="10278" y="6241"/>
                    <a:pt x="10107" y="6012"/>
                  </a:cubicBezTo>
                  <a:cubicBezTo>
                    <a:pt x="9763" y="5440"/>
                    <a:pt x="9191" y="5211"/>
                    <a:pt x="8675" y="4982"/>
                  </a:cubicBezTo>
                  <a:cubicBezTo>
                    <a:pt x="8561" y="4924"/>
                    <a:pt x="8446" y="4897"/>
                    <a:pt x="8332" y="4840"/>
                  </a:cubicBezTo>
                  <a:lnTo>
                    <a:pt x="8130" y="4753"/>
                  </a:lnTo>
                  <a:cubicBezTo>
                    <a:pt x="7015" y="4324"/>
                    <a:pt x="6442" y="4123"/>
                    <a:pt x="5641" y="3092"/>
                  </a:cubicBezTo>
                  <a:cubicBezTo>
                    <a:pt x="5526" y="2920"/>
                    <a:pt x="5469" y="2778"/>
                    <a:pt x="5412" y="2607"/>
                  </a:cubicBezTo>
                  <a:cubicBezTo>
                    <a:pt x="5297" y="2291"/>
                    <a:pt x="5183" y="1947"/>
                    <a:pt x="4610" y="1661"/>
                  </a:cubicBezTo>
                  <a:cubicBezTo>
                    <a:pt x="4411" y="1550"/>
                    <a:pt x="4224" y="1508"/>
                    <a:pt x="4049" y="1508"/>
                  </a:cubicBezTo>
                  <a:cubicBezTo>
                    <a:pt x="3774" y="1508"/>
                    <a:pt x="3531" y="1613"/>
                    <a:pt x="3321" y="1718"/>
                  </a:cubicBezTo>
                  <a:cubicBezTo>
                    <a:pt x="3173" y="1767"/>
                    <a:pt x="3025" y="1839"/>
                    <a:pt x="2878" y="1839"/>
                  </a:cubicBezTo>
                  <a:cubicBezTo>
                    <a:pt x="2854" y="1839"/>
                    <a:pt x="2830" y="1837"/>
                    <a:pt x="2806" y="1833"/>
                  </a:cubicBezTo>
                  <a:cubicBezTo>
                    <a:pt x="2263" y="1748"/>
                    <a:pt x="1919" y="1375"/>
                    <a:pt x="1576" y="1004"/>
                  </a:cubicBezTo>
                  <a:cubicBezTo>
                    <a:pt x="1203" y="573"/>
                    <a:pt x="802" y="11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5"/>
            <p:cNvSpPr/>
            <p:nvPr/>
          </p:nvSpPr>
          <p:spPr>
            <a:xfrm>
              <a:off x="6689839" y="2886921"/>
              <a:ext cx="129719" cy="149421"/>
            </a:xfrm>
            <a:custGeom>
              <a:avLst/>
              <a:gdLst/>
              <a:ahLst/>
              <a:cxnLst/>
              <a:rect l="l" t="t" r="r" b="b"/>
              <a:pathLst>
                <a:path w="6413" h="7387" extrusionOk="0">
                  <a:moveTo>
                    <a:pt x="6069" y="1"/>
                  </a:moveTo>
                  <a:lnTo>
                    <a:pt x="5584" y="28"/>
                  </a:lnTo>
                  <a:cubicBezTo>
                    <a:pt x="5584" y="172"/>
                    <a:pt x="5611" y="344"/>
                    <a:pt x="5641" y="516"/>
                  </a:cubicBezTo>
                  <a:cubicBezTo>
                    <a:pt x="5726" y="1489"/>
                    <a:pt x="5898" y="2921"/>
                    <a:pt x="5355" y="3436"/>
                  </a:cubicBezTo>
                  <a:cubicBezTo>
                    <a:pt x="5126" y="3692"/>
                    <a:pt x="4695" y="3779"/>
                    <a:pt x="4267" y="3837"/>
                  </a:cubicBezTo>
                  <a:cubicBezTo>
                    <a:pt x="3779" y="3921"/>
                    <a:pt x="3179" y="4036"/>
                    <a:pt x="2806" y="4524"/>
                  </a:cubicBezTo>
                  <a:cubicBezTo>
                    <a:pt x="2577" y="4810"/>
                    <a:pt x="2520" y="5268"/>
                    <a:pt x="2463" y="5696"/>
                  </a:cubicBezTo>
                  <a:cubicBezTo>
                    <a:pt x="2378" y="6356"/>
                    <a:pt x="2321" y="6757"/>
                    <a:pt x="1977" y="6841"/>
                  </a:cubicBezTo>
                  <a:cubicBezTo>
                    <a:pt x="1909" y="6866"/>
                    <a:pt x="1846" y="6878"/>
                    <a:pt x="1787" y="6878"/>
                  </a:cubicBezTo>
                  <a:cubicBezTo>
                    <a:pt x="1495" y="6878"/>
                    <a:pt x="1289" y="6588"/>
                    <a:pt x="1004" y="6040"/>
                  </a:cubicBezTo>
                  <a:cubicBezTo>
                    <a:pt x="745" y="5639"/>
                    <a:pt x="516" y="5211"/>
                    <a:pt x="115" y="5096"/>
                  </a:cubicBezTo>
                  <a:lnTo>
                    <a:pt x="1" y="5554"/>
                  </a:lnTo>
                  <a:cubicBezTo>
                    <a:pt x="202" y="5611"/>
                    <a:pt x="374" y="5955"/>
                    <a:pt x="573" y="6269"/>
                  </a:cubicBezTo>
                  <a:cubicBezTo>
                    <a:pt x="832" y="6757"/>
                    <a:pt x="1175" y="7386"/>
                    <a:pt x="1775" y="7386"/>
                  </a:cubicBezTo>
                  <a:cubicBezTo>
                    <a:pt x="1890" y="7386"/>
                    <a:pt x="2004" y="7357"/>
                    <a:pt x="2119" y="7299"/>
                  </a:cubicBezTo>
                  <a:cubicBezTo>
                    <a:pt x="2779" y="7157"/>
                    <a:pt x="2863" y="6413"/>
                    <a:pt x="2950" y="5753"/>
                  </a:cubicBezTo>
                  <a:cubicBezTo>
                    <a:pt x="2978" y="5382"/>
                    <a:pt x="3035" y="4982"/>
                    <a:pt x="3179" y="4810"/>
                  </a:cubicBezTo>
                  <a:cubicBezTo>
                    <a:pt x="3436" y="4466"/>
                    <a:pt x="3894" y="4409"/>
                    <a:pt x="4352" y="4322"/>
                  </a:cubicBezTo>
                  <a:cubicBezTo>
                    <a:pt x="4840" y="4237"/>
                    <a:pt x="5355" y="4150"/>
                    <a:pt x="5698" y="3779"/>
                  </a:cubicBezTo>
                  <a:cubicBezTo>
                    <a:pt x="6413" y="3120"/>
                    <a:pt x="6241" y="1574"/>
                    <a:pt x="6099" y="459"/>
                  </a:cubicBezTo>
                  <a:cubicBezTo>
                    <a:pt x="6099" y="287"/>
                    <a:pt x="6069" y="143"/>
                    <a:pt x="606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5"/>
            <p:cNvSpPr/>
            <p:nvPr/>
          </p:nvSpPr>
          <p:spPr>
            <a:xfrm>
              <a:off x="6988668" y="2660473"/>
              <a:ext cx="184151" cy="217749"/>
            </a:xfrm>
            <a:custGeom>
              <a:avLst/>
              <a:gdLst/>
              <a:ahLst/>
              <a:cxnLst/>
              <a:rect l="l" t="t" r="r" b="b"/>
              <a:pathLst>
                <a:path w="9104" h="10765" extrusionOk="0">
                  <a:moveTo>
                    <a:pt x="8618" y="0"/>
                  </a:moveTo>
                  <a:cubicBezTo>
                    <a:pt x="8618" y="603"/>
                    <a:pt x="8389" y="889"/>
                    <a:pt x="8073" y="1260"/>
                  </a:cubicBezTo>
                  <a:cubicBezTo>
                    <a:pt x="7844" y="1519"/>
                    <a:pt x="7615" y="1805"/>
                    <a:pt x="7443" y="2233"/>
                  </a:cubicBezTo>
                  <a:cubicBezTo>
                    <a:pt x="7214" y="2836"/>
                    <a:pt x="7301" y="3236"/>
                    <a:pt x="7386" y="3580"/>
                  </a:cubicBezTo>
                  <a:cubicBezTo>
                    <a:pt x="7443" y="3836"/>
                    <a:pt x="7500" y="4065"/>
                    <a:pt x="7443" y="4382"/>
                  </a:cubicBezTo>
                  <a:cubicBezTo>
                    <a:pt x="7214" y="5320"/>
                    <a:pt x="6787" y="5529"/>
                    <a:pt x="6217" y="5529"/>
                  </a:cubicBezTo>
                  <a:cubicBezTo>
                    <a:pt x="6005" y="5529"/>
                    <a:pt x="5774" y="5500"/>
                    <a:pt x="5526" y="5469"/>
                  </a:cubicBezTo>
                  <a:cubicBezTo>
                    <a:pt x="5253" y="5421"/>
                    <a:pt x="4990" y="5381"/>
                    <a:pt x="4730" y="5381"/>
                  </a:cubicBezTo>
                  <a:cubicBezTo>
                    <a:pt x="4526" y="5381"/>
                    <a:pt x="4324" y="5406"/>
                    <a:pt x="4122" y="5469"/>
                  </a:cubicBezTo>
                  <a:cubicBezTo>
                    <a:pt x="3751" y="5611"/>
                    <a:pt x="3522" y="5783"/>
                    <a:pt x="3408" y="6042"/>
                  </a:cubicBezTo>
                  <a:cubicBezTo>
                    <a:pt x="3206" y="6443"/>
                    <a:pt x="3408" y="6901"/>
                    <a:pt x="3579" y="7416"/>
                  </a:cubicBezTo>
                  <a:cubicBezTo>
                    <a:pt x="3809" y="8016"/>
                    <a:pt x="4038" y="8646"/>
                    <a:pt x="3721" y="9248"/>
                  </a:cubicBezTo>
                  <a:cubicBezTo>
                    <a:pt x="3378" y="9791"/>
                    <a:pt x="2920" y="10164"/>
                    <a:pt x="2462" y="10249"/>
                  </a:cubicBezTo>
                  <a:cubicBezTo>
                    <a:pt x="2372" y="10272"/>
                    <a:pt x="2284" y="10283"/>
                    <a:pt x="2197" y="10283"/>
                  </a:cubicBezTo>
                  <a:cubicBezTo>
                    <a:pt x="1954" y="10283"/>
                    <a:pt x="1722" y="10197"/>
                    <a:pt x="1489" y="10050"/>
                  </a:cubicBezTo>
                  <a:cubicBezTo>
                    <a:pt x="1289" y="9905"/>
                    <a:pt x="1202" y="9676"/>
                    <a:pt x="1088" y="9420"/>
                  </a:cubicBezTo>
                  <a:cubicBezTo>
                    <a:pt x="973" y="9019"/>
                    <a:pt x="774" y="8531"/>
                    <a:pt x="172" y="8275"/>
                  </a:cubicBezTo>
                  <a:lnTo>
                    <a:pt x="0" y="8733"/>
                  </a:lnTo>
                  <a:cubicBezTo>
                    <a:pt x="401" y="8905"/>
                    <a:pt x="515" y="9218"/>
                    <a:pt x="630" y="9562"/>
                  </a:cubicBezTo>
                  <a:cubicBezTo>
                    <a:pt x="744" y="9878"/>
                    <a:pt x="889" y="10249"/>
                    <a:pt x="1232" y="10450"/>
                  </a:cubicBezTo>
                  <a:cubicBezTo>
                    <a:pt x="1546" y="10650"/>
                    <a:pt x="1889" y="10764"/>
                    <a:pt x="2205" y="10764"/>
                  </a:cubicBezTo>
                  <a:cubicBezTo>
                    <a:pt x="2320" y="10764"/>
                    <a:pt x="2434" y="10764"/>
                    <a:pt x="2549" y="10737"/>
                  </a:cubicBezTo>
                  <a:cubicBezTo>
                    <a:pt x="3149" y="10592"/>
                    <a:pt x="3721" y="10164"/>
                    <a:pt x="4152" y="9505"/>
                  </a:cubicBezTo>
                  <a:cubicBezTo>
                    <a:pt x="4580" y="8676"/>
                    <a:pt x="4267" y="7874"/>
                    <a:pt x="4038" y="7244"/>
                  </a:cubicBezTo>
                  <a:cubicBezTo>
                    <a:pt x="3866" y="6814"/>
                    <a:pt x="3751" y="6470"/>
                    <a:pt x="3836" y="6241"/>
                  </a:cubicBezTo>
                  <a:cubicBezTo>
                    <a:pt x="3893" y="6127"/>
                    <a:pt x="4038" y="6012"/>
                    <a:pt x="4267" y="5927"/>
                  </a:cubicBezTo>
                  <a:cubicBezTo>
                    <a:pt x="4421" y="5888"/>
                    <a:pt x="4587" y="5873"/>
                    <a:pt x="4762" y="5873"/>
                  </a:cubicBezTo>
                  <a:cubicBezTo>
                    <a:pt x="4976" y="5873"/>
                    <a:pt x="5204" y="5896"/>
                    <a:pt x="5439" y="5927"/>
                  </a:cubicBezTo>
                  <a:cubicBezTo>
                    <a:pt x="5693" y="5967"/>
                    <a:pt x="5962" y="6006"/>
                    <a:pt x="6228" y="6006"/>
                  </a:cubicBezTo>
                  <a:cubicBezTo>
                    <a:pt x="6922" y="6006"/>
                    <a:pt x="7591" y="5737"/>
                    <a:pt x="7901" y="4496"/>
                  </a:cubicBezTo>
                  <a:cubicBezTo>
                    <a:pt x="7988" y="4065"/>
                    <a:pt x="7931" y="3752"/>
                    <a:pt x="7874" y="3465"/>
                  </a:cubicBezTo>
                  <a:cubicBezTo>
                    <a:pt x="7786" y="3149"/>
                    <a:pt x="7729" y="2893"/>
                    <a:pt x="7901" y="2405"/>
                  </a:cubicBezTo>
                  <a:cubicBezTo>
                    <a:pt x="8045" y="2062"/>
                    <a:pt x="8217" y="1833"/>
                    <a:pt x="8446" y="1576"/>
                  </a:cubicBezTo>
                  <a:cubicBezTo>
                    <a:pt x="8760" y="1175"/>
                    <a:pt x="9103" y="775"/>
                    <a:pt x="91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5"/>
            <p:cNvSpPr/>
            <p:nvPr/>
          </p:nvSpPr>
          <p:spPr>
            <a:xfrm>
              <a:off x="7145021" y="2743858"/>
              <a:ext cx="226447" cy="119909"/>
            </a:xfrm>
            <a:custGeom>
              <a:avLst/>
              <a:gdLst/>
              <a:ahLst/>
              <a:cxnLst/>
              <a:rect l="l" t="t" r="r" b="b"/>
              <a:pathLst>
                <a:path w="11195" h="5928" extrusionOk="0">
                  <a:moveTo>
                    <a:pt x="57" y="1"/>
                  </a:moveTo>
                  <a:lnTo>
                    <a:pt x="0" y="459"/>
                  </a:lnTo>
                  <a:cubicBezTo>
                    <a:pt x="1088" y="573"/>
                    <a:pt x="1118" y="1661"/>
                    <a:pt x="1061" y="3321"/>
                  </a:cubicBezTo>
                  <a:cubicBezTo>
                    <a:pt x="1031" y="4409"/>
                    <a:pt x="1003" y="5440"/>
                    <a:pt x="1633" y="5813"/>
                  </a:cubicBezTo>
                  <a:cubicBezTo>
                    <a:pt x="1775" y="5898"/>
                    <a:pt x="1947" y="5928"/>
                    <a:pt x="2119" y="5928"/>
                  </a:cubicBezTo>
                  <a:cubicBezTo>
                    <a:pt x="2634" y="5928"/>
                    <a:pt x="3293" y="5669"/>
                    <a:pt x="4180" y="5096"/>
                  </a:cubicBezTo>
                  <a:cubicBezTo>
                    <a:pt x="4210" y="5069"/>
                    <a:pt x="4352" y="5069"/>
                    <a:pt x="4439" y="5069"/>
                  </a:cubicBezTo>
                  <a:cubicBezTo>
                    <a:pt x="4581" y="5069"/>
                    <a:pt x="4782" y="5069"/>
                    <a:pt x="4981" y="4982"/>
                  </a:cubicBezTo>
                  <a:cubicBezTo>
                    <a:pt x="5240" y="4867"/>
                    <a:pt x="5325" y="4638"/>
                    <a:pt x="5382" y="4439"/>
                  </a:cubicBezTo>
                  <a:cubicBezTo>
                    <a:pt x="5439" y="4210"/>
                    <a:pt x="5497" y="4095"/>
                    <a:pt x="5668" y="4038"/>
                  </a:cubicBezTo>
                  <a:cubicBezTo>
                    <a:pt x="5788" y="4008"/>
                    <a:pt x="5887" y="3994"/>
                    <a:pt x="5971" y="3994"/>
                  </a:cubicBezTo>
                  <a:cubicBezTo>
                    <a:pt x="6292" y="3994"/>
                    <a:pt x="6397" y="4195"/>
                    <a:pt x="6557" y="4466"/>
                  </a:cubicBezTo>
                  <a:cubicBezTo>
                    <a:pt x="6699" y="4695"/>
                    <a:pt x="6843" y="4954"/>
                    <a:pt x="7157" y="5096"/>
                  </a:cubicBezTo>
                  <a:cubicBezTo>
                    <a:pt x="7516" y="5253"/>
                    <a:pt x="7827" y="5320"/>
                    <a:pt x="8100" y="5320"/>
                  </a:cubicBezTo>
                  <a:cubicBezTo>
                    <a:pt x="9029" y="5320"/>
                    <a:pt x="9527" y="4544"/>
                    <a:pt x="9992" y="3837"/>
                  </a:cubicBezTo>
                  <a:cubicBezTo>
                    <a:pt x="10336" y="3321"/>
                    <a:pt x="10679" y="2779"/>
                    <a:pt x="11194" y="2463"/>
                  </a:cubicBezTo>
                  <a:lnTo>
                    <a:pt x="10965" y="2062"/>
                  </a:lnTo>
                  <a:cubicBezTo>
                    <a:pt x="10336" y="2405"/>
                    <a:pt x="9935" y="3035"/>
                    <a:pt x="9591" y="3580"/>
                  </a:cubicBezTo>
                  <a:cubicBezTo>
                    <a:pt x="9116" y="4271"/>
                    <a:pt x="8755" y="4832"/>
                    <a:pt x="8103" y="4832"/>
                  </a:cubicBezTo>
                  <a:cubicBezTo>
                    <a:pt x="7890" y="4832"/>
                    <a:pt x="7647" y="4772"/>
                    <a:pt x="7358" y="4638"/>
                  </a:cubicBezTo>
                  <a:cubicBezTo>
                    <a:pt x="7187" y="4581"/>
                    <a:pt x="7100" y="4409"/>
                    <a:pt x="6985" y="4210"/>
                  </a:cubicBezTo>
                  <a:cubicBezTo>
                    <a:pt x="6797" y="3903"/>
                    <a:pt x="6570" y="3521"/>
                    <a:pt x="5973" y="3521"/>
                  </a:cubicBezTo>
                  <a:cubicBezTo>
                    <a:pt x="5843" y="3521"/>
                    <a:pt x="5695" y="3539"/>
                    <a:pt x="5526" y="3580"/>
                  </a:cubicBezTo>
                  <a:cubicBezTo>
                    <a:pt x="5096" y="3722"/>
                    <a:pt x="5011" y="4038"/>
                    <a:pt x="4924" y="4295"/>
                  </a:cubicBezTo>
                  <a:cubicBezTo>
                    <a:pt x="4867" y="4439"/>
                    <a:pt x="4839" y="4524"/>
                    <a:pt x="4810" y="4554"/>
                  </a:cubicBezTo>
                  <a:cubicBezTo>
                    <a:pt x="4725" y="4585"/>
                    <a:pt x="4621" y="4589"/>
                    <a:pt x="4508" y="4589"/>
                  </a:cubicBezTo>
                  <a:cubicBezTo>
                    <a:pt x="4469" y="4589"/>
                    <a:pt x="4429" y="4588"/>
                    <a:pt x="4388" y="4588"/>
                  </a:cubicBezTo>
                  <a:cubicBezTo>
                    <a:pt x="4231" y="4588"/>
                    <a:pt x="4066" y="4596"/>
                    <a:pt x="3923" y="4668"/>
                  </a:cubicBezTo>
                  <a:cubicBezTo>
                    <a:pt x="2991" y="5268"/>
                    <a:pt x="2449" y="5449"/>
                    <a:pt x="2134" y="5449"/>
                  </a:cubicBezTo>
                  <a:cubicBezTo>
                    <a:pt x="2013" y="5449"/>
                    <a:pt x="1926" y="5422"/>
                    <a:pt x="1862" y="5383"/>
                  </a:cubicBezTo>
                  <a:cubicBezTo>
                    <a:pt x="1489" y="5183"/>
                    <a:pt x="1519" y="4237"/>
                    <a:pt x="1546" y="3351"/>
                  </a:cubicBezTo>
                  <a:cubicBezTo>
                    <a:pt x="1603" y="1920"/>
                    <a:pt x="1661" y="14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5"/>
            <p:cNvSpPr/>
            <p:nvPr/>
          </p:nvSpPr>
          <p:spPr>
            <a:xfrm>
              <a:off x="7276491" y="2727088"/>
              <a:ext cx="31292" cy="104253"/>
            </a:xfrm>
            <a:custGeom>
              <a:avLst/>
              <a:gdLst/>
              <a:ahLst/>
              <a:cxnLst/>
              <a:rect l="l" t="t" r="r" b="b"/>
              <a:pathLst>
                <a:path w="1547" h="5154" extrusionOk="0">
                  <a:moveTo>
                    <a:pt x="1260" y="1"/>
                  </a:moveTo>
                  <a:cubicBezTo>
                    <a:pt x="257" y="772"/>
                    <a:pt x="314" y="1776"/>
                    <a:pt x="372" y="2749"/>
                  </a:cubicBezTo>
                  <a:cubicBezTo>
                    <a:pt x="401" y="3521"/>
                    <a:pt x="459" y="4237"/>
                    <a:pt x="1" y="4895"/>
                  </a:cubicBezTo>
                  <a:lnTo>
                    <a:pt x="401" y="5153"/>
                  </a:lnTo>
                  <a:cubicBezTo>
                    <a:pt x="944" y="4379"/>
                    <a:pt x="887" y="3550"/>
                    <a:pt x="859" y="2719"/>
                  </a:cubicBezTo>
                  <a:cubicBezTo>
                    <a:pt x="802" y="1803"/>
                    <a:pt x="745" y="1001"/>
                    <a:pt x="1546" y="372"/>
                  </a:cubicBezTo>
                  <a:lnTo>
                    <a:pt x="1260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5"/>
            <p:cNvSpPr/>
            <p:nvPr/>
          </p:nvSpPr>
          <p:spPr>
            <a:xfrm>
              <a:off x="7196585" y="2721302"/>
              <a:ext cx="40556" cy="115216"/>
            </a:xfrm>
            <a:custGeom>
              <a:avLst/>
              <a:gdLst/>
              <a:ahLst/>
              <a:cxnLst/>
              <a:rect l="l" t="t" r="r" b="b"/>
              <a:pathLst>
                <a:path w="2005" h="5696" extrusionOk="0">
                  <a:moveTo>
                    <a:pt x="1173" y="0"/>
                  </a:moveTo>
                  <a:cubicBezTo>
                    <a:pt x="1173" y="401"/>
                    <a:pt x="944" y="829"/>
                    <a:pt x="687" y="1287"/>
                  </a:cubicBezTo>
                  <a:cubicBezTo>
                    <a:pt x="344" y="1860"/>
                    <a:pt x="0" y="2462"/>
                    <a:pt x="172" y="3177"/>
                  </a:cubicBezTo>
                  <a:cubicBezTo>
                    <a:pt x="344" y="3578"/>
                    <a:pt x="630" y="3749"/>
                    <a:pt x="886" y="3921"/>
                  </a:cubicBezTo>
                  <a:cubicBezTo>
                    <a:pt x="1145" y="4065"/>
                    <a:pt x="1344" y="4207"/>
                    <a:pt x="1459" y="4523"/>
                  </a:cubicBezTo>
                  <a:cubicBezTo>
                    <a:pt x="1516" y="4665"/>
                    <a:pt x="1489" y="5066"/>
                    <a:pt x="1459" y="5352"/>
                  </a:cubicBezTo>
                  <a:lnTo>
                    <a:pt x="1459" y="5696"/>
                  </a:lnTo>
                  <a:lnTo>
                    <a:pt x="1917" y="5696"/>
                  </a:lnTo>
                  <a:cubicBezTo>
                    <a:pt x="1917" y="5611"/>
                    <a:pt x="1947" y="5497"/>
                    <a:pt x="1947" y="5382"/>
                  </a:cubicBezTo>
                  <a:cubicBezTo>
                    <a:pt x="1974" y="5009"/>
                    <a:pt x="2004" y="4608"/>
                    <a:pt x="1917" y="4352"/>
                  </a:cubicBezTo>
                  <a:cubicBezTo>
                    <a:pt x="1745" y="3864"/>
                    <a:pt x="1402" y="3665"/>
                    <a:pt x="1145" y="3493"/>
                  </a:cubicBezTo>
                  <a:cubicBezTo>
                    <a:pt x="916" y="3349"/>
                    <a:pt x="744" y="3234"/>
                    <a:pt x="630" y="3035"/>
                  </a:cubicBezTo>
                  <a:cubicBezTo>
                    <a:pt x="515" y="2547"/>
                    <a:pt x="802" y="2032"/>
                    <a:pt x="1088" y="1517"/>
                  </a:cubicBezTo>
                  <a:cubicBezTo>
                    <a:pt x="1374" y="1031"/>
                    <a:pt x="1661" y="543"/>
                    <a:pt x="166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5"/>
            <p:cNvSpPr/>
            <p:nvPr/>
          </p:nvSpPr>
          <p:spPr>
            <a:xfrm>
              <a:off x="6952194" y="3195014"/>
              <a:ext cx="30685" cy="197441"/>
            </a:xfrm>
            <a:custGeom>
              <a:avLst/>
              <a:gdLst/>
              <a:ahLst/>
              <a:cxnLst/>
              <a:rect l="l" t="t" r="r" b="b"/>
              <a:pathLst>
                <a:path w="1517" h="9761" extrusionOk="0">
                  <a:moveTo>
                    <a:pt x="745" y="0"/>
                  </a:moveTo>
                  <a:lnTo>
                    <a:pt x="287" y="115"/>
                  </a:lnTo>
                  <a:cubicBezTo>
                    <a:pt x="372" y="486"/>
                    <a:pt x="486" y="802"/>
                    <a:pt x="630" y="1145"/>
                  </a:cubicBezTo>
                  <a:cubicBezTo>
                    <a:pt x="830" y="1603"/>
                    <a:pt x="1001" y="2031"/>
                    <a:pt x="1001" y="2576"/>
                  </a:cubicBezTo>
                  <a:cubicBezTo>
                    <a:pt x="1001" y="3149"/>
                    <a:pt x="830" y="3634"/>
                    <a:pt x="658" y="4150"/>
                  </a:cubicBezTo>
                  <a:cubicBezTo>
                    <a:pt x="516" y="4551"/>
                    <a:pt x="372" y="4951"/>
                    <a:pt x="287" y="5439"/>
                  </a:cubicBezTo>
                  <a:cubicBezTo>
                    <a:pt x="172" y="6183"/>
                    <a:pt x="429" y="6898"/>
                    <a:pt x="630" y="7500"/>
                  </a:cubicBezTo>
                  <a:cubicBezTo>
                    <a:pt x="830" y="8043"/>
                    <a:pt x="1001" y="8501"/>
                    <a:pt x="830" y="8817"/>
                  </a:cubicBezTo>
                  <a:cubicBezTo>
                    <a:pt x="715" y="9016"/>
                    <a:pt x="459" y="9188"/>
                    <a:pt x="1" y="9303"/>
                  </a:cubicBezTo>
                  <a:lnTo>
                    <a:pt x="115" y="9761"/>
                  </a:lnTo>
                  <a:cubicBezTo>
                    <a:pt x="715" y="9619"/>
                    <a:pt x="1088" y="9390"/>
                    <a:pt x="1260" y="9046"/>
                  </a:cubicBezTo>
                  <a:cubicBezTo>
                    <a:pt x="1517" y="8558"/>
                    <a:pt x="1317" y="7958"/>
                    <a:pt x="1088" y="7328"/>
                  </a:cubicBezTo>
                  <a:cubicBezTo>
                    <a:pt x="887" y="6783"/>
                    <a:pt x="658" y="6126"/>
                    <a:pt x="772" y="5496"/>
                  </a:cubicBezTo>
                  <a:cubicBezTo>
                    <a:pt x="830" y="5096"/>
                    <a:pt x="974" y="4695"/>
                    <a:pt x="1116" y="4322"/>
                  </a:cubicBezTo>
                  <a:cubicBezTo>
                    <a:pt x="1288" y="3779"/>
                    <a:pt x="1489" y="3234"/>
                    <a:pt x="1489" y="2576"/>
                  </a:cubicBezTo>
                  <a:cubicBezTo>
                    <a:pt x="1489" y="1947"/>
                    <a:pt x="1288" y="1431"/>
                    <a:pt x="1088" y="944"/>
                  </a:cubicBezTo>
                  <a:cubicBezTo>
                    <a:pt x="944" y="630"/>
                    <a:pt x="830" y="344"/>
                    <a:pt x="745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5"/>
            <p:cNvSpPr/>
            <p:nvPr/>
          </p:nvSpPr>
          <p:spPr>
            <a:xfrm>
              <a:off x="6966658" y="3376836"/>
              <a:ext cx="254786" cy="930526"/>
            </a:xfrm>
            <a:custGeom>
              <a:avLst/>
              <a:gdLst/>
              <a:ahLst/>
              <a:cxnLst/>
              <a:rect l="l" t="t" r="r" b="b"/>
              <a:pathLst>
                <a:path w="12596" h="46003" extrusionOk="0">
                  <a:moveTo>
                    <a:pt x="0" y="1"/>
                  </a:moveTo>
                  <a:lnTo>
                    <a:pt x="0" y="486"/>
                  </a:lnTo>
                  <a:cubicBezTo>
                    <a:pt x="1175" y="486"/>
                    <a:pt x="1489" y="2433"/>
                    <a:pt x="1748" y="4151"/>
                  </a:cubicBezTo>
                  <a:cubicBezTo>
                    <a:pt x="1919" y="5211"/>
                    <a:pt x="2091" y="6212"/>
                    <a:pt x="2435" y="6757"/>
                  </a:cubicBezTo>
                  <a:cubicBezTo>
                    <a:pt x="2577" y="6956"/>
                    <a:pt x="2778" y="7043"/>
                    <a:pt x="2950" y="7157"/>
                  </a:cubicBezTo>
                  <a:cubicBezTo>
                    <a:pt x="3206" y="7272"/>
                    <a:pt x="3408" y="7357"/>
                    <a:pt x="3493" y="7730"/>
                  </a:cubicBezTo>
                  <a:cubicBezTo>
                    <a:pt x="3637" y="8330"/>
                    <a:pt x="3522" y="8474"/>
                    <a:pt x="3264" y="8761"/>
                  </a:cubicBezTo>
                  <a:cubicBezTo>
                    <a:pt x="3206" y="8818"/>
                    <a:pt x="3149" y="8903"/>
                    <a:pt x="3092" y="8990"/>
                  </a:cubicBezTo>
                  <a:cubicBezTo>
                    <a:pt x="2950" y="9161"/>
                    <a:pt x="2806" y="9246"/>
                    <a:pt x="2606" y="9333"/>
                  </a:cubicBezTo>
                  <a:cubicBezTo>
                    <a:pt x="2348" y="9448"/>
                    <a:pt x="2061" y="9590"/>
                    <a:pt x="1890" y="9990"/>
                  </a:cubicBezTo>
                  <a:cubicBezTo>
                    <a:pt x="1546" y="10593"/>
                    <a:pt x="1661" y="11250"/>
                    <a:pt x="1775" y="11822"/>
                  </a:cubicBezTo>
                  <a:cubicBezTo>
                    <a:pt x="1805" y="11967"/>
                    <a:pt x="1832" y="12109"/>
                    <a:pt x="1862" y="12223"/>
                  </a:cubicBezTo>
                  <a:cubicBezTo>
                    <a:pt x="1890" y="13025"/>
                    <a:pt x="1775" y="13913"/>
                    <a:pt x="1661" y="14829"/>
                  </a:cubicBezTo>
                  <a:cubicBezTo>
                    <a:pt x="1432" y="16689"/>
                    <a:pt x="1203" y="18608"/>
                    <a:pt x="1977" y="20067"/>
                  </a:cubicBezTo>
                  <a:cubicBezTo>
                    <a:pt x="2233" y="20582"/>
                    <a:pt x="2606" y="20926"/>
                    <a:pt x="2920" y="21212"/>
                  </a:cubicBezTo>
                  <a:cubicBezTo>
                    <a:pt x="3435" y="21727"/>
                    <a:pt x="3836" y="22071"/>
                    <a:pt x="3664" y="23216"/>
                  </a:cubicBezTo>
                  <a:cubicBezTo>
                    <a:pt x="3637" y="23589"/>
                    <a:pt x="3493" y="23903"/>
                    <a:pt x="3351" y="24246"/>
                  </a:cubicBezTo>
                  <a:cubicBezTo>
                    <a:pt x="3236" y="24562"/>
                    <a:pt x="3092" y="24876"/>
                    <a:pt x="3035" y="25192"/>
                  </a:cubicBezTo>
                  <a:cubicBezTo>
                    <a:pt x="2835" y="25994"/>
                    <a:pt x="2893" y="26566"/>
                    <a:pt x="2977" y="27253"/>
                  </a:cubicBezTo>
                  <a:cubicBezTo>
                    <a:pt x="3007" y="27453"/>
                    <a:pt x="3007" y="27654"/>
                    <a:pt x="3035" y="27911"/>
                  </a:cubicBezTo>
                  <a:cubicBezTo>
                    <a:pt x="3122" y="28341"/>
                    <a:pt x="3122" y="28884"/>
                    <a:pt x="3092" y="29429"/>
                  </a:cubicBezTo>
                  <a:cubicBezTo>
                    <a:pt x="3092" y="30116"/>
                    <a:pt x="3064" y="30831"/>
                    <a:pt x="3236" y="31346"/>
                  </a:cubicBezTo>
                  <a:cubicBezTo>
                    <a:pt x="3408" y="31861"/>
                    <a:pt x="3779" y="32147"/>
                    <a:pt x="4122" y="32406"/>
                  </a:cubicBezTo>
                  <a:cubicBezTo>
                    <a:pt x="4409" y="32605"/>
                    <a:pt x="4638" y="32807"/>
                    <a:pt x="4782" y="33093"/>
                  </a:cubicBezTo>
                  <a:cubicBezTo>
                    <a:pt x="4839" y="33235"/>
                    <a:pt x="4809" y="33494"/>
                    <a:pt x="4752" y="33723"/>
                  </a:cubicBezTo>
                  <a:cubicBezTo>
                    <a:pt x="4695" y="34037"/>
                    <a:pt x="4610" y="34410"/>
                    <a:pt x="4809" y="34667"/>
                  </a:cubicBezTo>
                  <a:cubicBezTo>
                    <a:pt x="4981" y="35010"/>
                    <a:pt x="5355" y="35097"/>
                    <a:pt x="5698" y="35154"/>
                  </a:cubicBezTo>
                  <a:cubicBezTo>
                    <a:pt x="5955" y="35239"/>
                    <a:pt x="6184" y="35296"/>
                    <a:pt x="6271" y="35441"/>
                  </a:cubicBezTo>
                  <a:cubicBezTo>
                    <a:pt x="6614" y="35956"/>
                    <a:pt x="6442" y="36528"/>
                    <a:pt x="6271" y="37158"/>
                  </a:cubicBezTo>
                  <a:cubicBezTo>
                    <a:pt x="6126" y="37586"/>
                    <a:pt x="6012" y="38017"/>
                    <a:pt x="6042" y="38445"/>
                  </a:cubicBezTo>
                  <a:cubicBezTo>
                    <a:pt x="6099" y="38960"/>
                    <a:pt x="6328" y="39533"/>
                    <a:pt x="6527" y="40106"/>
                  </a:cubicBezTo>
                  <a:cubicBezTo>
                    <a:pt x="6671" y="40506"/>
                    <a:pt x="6813" y="40907"/>
                    <a:pt x="6871" y="41251"/>
                  </a:cubicBezTo>
                  <a:cubicBezTo>
                    <a:pt x="7100" y="42224"/>
                    <a:pt x="7358" y="42654"/>
                    <a:pt x="7729" y="43254"/>
                  </a:cubicBezTo>
                  <a:cubicBezTo>
                    <a:pt x="7844" y="43484"/>
                    <a:pt x="8016" y="43713"/>
                    <a:pt x="8187" y="44056"/>
                  </a:cubicBezTo>
                  <a:cubicBezTo>
                    <a:pt x="8359" y="44315"/>
                    <a:pt x="8446" y="44544"/>
                    <a:pt x="8503" y="44800"/>
                  </a:cubicBezTo>
                  <a:cubicBezTo>
                    <a:pt x="8703" y="45316"/>
                    <a:pt x="8874" y="45831"/>
                    <a:pt x="9820" y="46003"/>
                  </a:cubicBezTo>
                  <a:lnTo>
                    <a:pt x="10049" y="46003"/>
                  </a:lnTo>
                  <a:cubicBezTo>
                    <a:pt x="10450" y="46003"/>
                    <a:pt x="10764" y="45861"/>
                    <a:pt x="11080" y="45716"/>
                  </a:cubicBezTo>
                  <a:cubicBezTo>
                    <a:pt x="11351" y="45573"/>
                    <a:pt x="11551" y="45481"/>
                    <a:pt x="11726" y="45481"/>
                  </a:cubicBezTo>
                  <a:cubicBezTo>
                    <a:pt x="11902" y="45481"/>
                    <a:pt x="12053" y="45574"/>
                    <a:pt x="12225" y="45803"/>
                  </a:cubicBezTo>
                  <a:lnTo>
                    <a:pt x="12596" y="45517"/>
                  </a:lnTo>
                  <a:cubicBezTo>
                    <a:pt x="12304" y="45127"/>
                    <a:pt x="12005" y="45001"/>
                    <a:pt x="11715" y="45001"/>
                  </a:cubicBezTo>
                  <a:cubicBezTo>
                    <a:pt x="11410" y="45001"/>
                    <a:pt x="11115" y="45141"/>
                    <a:pt x="10851" y="45258"/>
                  </a:cubicBezTo>
                  <a:cubicBezTo>
                    <a:pt x="10583" y="45404"/>
                    <a:pt x="10317" y="45530"/>
                    <a:pt x="10049" y="45530"/>
                  </a:cubicBezTo>
                  <a:cubicBezTo>
                    <a:pt x="10001" y="45530"/>
                    <a:pt x="9953" y="45526"/>
                    <a:pt x="9905" y="45517"/>
                  </a:cubicBezTo>
                  <a:cubicBezTo>
                    <a:pt x="9248" y="45403"/>
                    <a:pt x="9133" y="45144"/>
                    <a:pt x="8962" y="44629"/>
                  </a:cubicBezTo>
                  <a:cubicBezTo>
                    <a:pt x="8874" y="44372"/>
                    <a:pt x="8790" y="44086"/>
                    <a:pt x="8618" y="43800"/>
                  </a:cubicBezTo>
                  <a:cubicBezTo>
                    <a:pt x="8416" y="43484"/>
                    <a:pt x="8274" y="43227"/>
                    <a:pt x="8130" y="42998"/>
                  </a:cubicBezTo>
                  <a:cubicBezTo>
                    <a:pt x="7787" y="42425"/>
                    <a:pt x="7530" y="42025"/>
                    <a:pt x="7358" y="41166"/>
                  </a:cubicBezTo>
                  <a:cubicBezTo>
                    <a:pt x="7271" y="40765"/>
                    <a:pt x="7129" y="40335"/>
                    <a:pt x="6958" y="39934"/>
                  </a:cubicBezTo>
                  <a:cubicBezTo>
                    <a:pt x="6786" y="39391"/>
                    <a:pt x="6584" y="38846"/>
                    <a:pt x="6527" y="38388"/>
                  </a:cubicBezTo>
                  <a:cubicBezTo>
                    <a:pt x="6500" y="38044"/>
                    <a:pt x="6614" y="37673"/>
                    <a:pt x="6729" y="37300"/>
                  </a:cubicBezTo>
                  <a:cubicBezTo>
                    <a:pt x="6928" y="36613"/>
                    <a:pt x="7129" y="35869"/>
                    <a:pt x="6699" y="35212"/>
                  </a:cubicBezTo>
                  <a:cubicBezTo>
                    <a:pt x="6500" y="34868"/>
                    <a:pt x="6126" y="34781"/>
                    <a:pt x="5813" y="34696"/>
                  </a:cubicBezTo>
                  <a:cubicBezTo>
                    <a:pt x="5554" y="34639"/>
                    <a:pt x="5297" y="34582"/>
                    <a:pt x="5210" y="34410"/>
                  </a:cubicBezTo>
                  <a:cubicBezTo>
                    <a:pt x="5126" y="34296"/>
                    <a:pt x="5183" y="34066"/>
                    <a:pt x="5240" y="33808"/>
                  </a:cubicBezTo>
                  <a:cubicBezTo>
                    <a:pt x="5297" y="33521"/>
                    <a:pt x="5355" y="33208"/>
                    <a:pt x="5240" y="32892"/>
                  </a:cubicBezTo>
                  <a:cubicBezTo>
                    <a:pt x="5039" y="32491"/>
                    <a:pt x="4695" y="32234"/>
                    <a:pt x="4409" y="32033"/>
                  </a:cubicBezTo>
                  <a:cubicBezTo>
                    <a:pt x="4095" y="31776"/>
                    <a:pt x="3809" y="31575"/>
                    <a:pt x="3694" y="31174"/>
                  </a:cubicBezTo>
                  <a:cubicBezTo>
                    <a:pt x="3550" y="30746"/>
                    <a:pt x="3580" y="30086"/>
                    <a:pt x="3580" y="29429"/>
                  </a:cubicBezTo>
                  <a:cubicBezTo>
                    <a:pt x="3580" y="28884"/>
                    <a:pt x="3607" y="28284"/>
                    <a:pt x="3522" y="27853"/>
                  </a:cubicBezTo>
                  <a:cubicBezTo>
                    <a:pt x="3493" y="27624"/>
                    <a:pt x="3465" y="27395"/>
                    <a:pt x="3435" y="27196"/>
                  </a:cubicBezTo>
                  <a:cubicBezTo>
                    <a:pt x="3378" y="26537"/>
                    <a:pt x="3321" y="26051"/>
                    <a:pt x="3522" y="25307"/>
                  </a:cubicBezTo>
                  <a:cubicBezTo>
                    <a:pt x="3550" y="25020"/>
                    <a:pt x="3664" y="24734"/>
                    <a:pt x="3809" y="24418"/>
                  </a:cubicBezTo>
                  <a:cubicBezTo>
                    <a:pt x="3951" y="24075"/>
                    <a:pt x="4095" y="23704"/>
                    <a:pt x="4152" y="23273"/>
                  </a:cubicBezTo>
                  <a:cubicBezTo>
                    <a:pt x="4351" y="21899"/>
                    <a:pt x="3809" y="21384"/>
                    <a:pt x="3236" y="20868"/>
                  </a:cubicBezTo>
                  <a:cubicBezTo>
                    <a:pt x="2950" y="20582"/>
                    <a:pt x="2634" y="20296"/>
                    <a:pt x="2405" y="19838"/>
                  </a:cubicBezTo>
                  <a:cubicBezTo>
                    <a:pt x="1718" y="18521"/>
                    <a:pt x="1919" y="16661"/>
                    <a:pt x="2148" y="14887"/>
                  </a:cubicBezTo>
                  <a:cubicBezTo>
                    <a:pt x="2263" y="13941"/>
                    <a:pt x="2377" y="13025"/>
                    <a:pt x="2320" y="12196"/>
                  </a:cubicBezTo>
                  <a:cubicBezTo>
                    <a:pt x="2320" y="12051"/>
                    <a:pt x="2290" y="11909"/>
                    <a:pt x="2263" y="11738"/>
                  </a:cubicBezTo>
                  <a:cubicBezTo>
                    <a:pt x="2148" y="11222"/>
                    <a:pt x="2061" y="10677"/>
                    <a:pt x="2320" y="10192"/>
                  </a:cubicBezTo>
                  <a:cubicBezTo>
                    <a:pt x="2435" y="9963"/>
                    <a:pt x="2606" y="9876"/>
                    <a:pt x="2806" y="9761"/>
                  </a:cubicBezTo>
                  <a:cubicBezTo>
                    <a:pt x="3035" y="9677"/>
                    <a:pt x="3264" y="9532"/>
                    <a:pt x="3465" y="9276"/>
                  </a:cubicBezTo>
                  <a:cubicBezTo>
                    <a:pt x="3522" y="9189"/>
                    <a:pt x="3580" y="9132"/>
                    <a:pt x="3637" y="9074"/>
                  </a:cubicBezTo>
                  <a:cubicBezTo>
                    <a:pt x="3951" y="8703"/>
                    <a:pt x="4152" y="8417"/>
                    <a:pt x="3980" y="7643"/>
                  </a:cubicBezTo>
                  <a:cubicBezTo>
                    <a:pt x="3836" y="7043"/>
                    <a:pt x="3435" y="6841"/>
                    <a:pt x="3179" y="6699"/>
                  </a:cubicBezTo>
                  <a:cubicBezTo>
                    <a:pt x="3035" y="6642"/>
                    <a:pt x="2893" y="6585"/>
                    <a:pt x="2835" y="6498"/>
                  </a:cubicBezTo>
                  <a:cubicBezTo>
                    <a:pt x="2549" y="6040"/>
                    <a:pt x="2405" y="5096"/>
                    <a:pt x="2233" y="4093"/>
                  </a:cubicBezTo>
                  <a:cubicBezTo>
                    <a:pt x="1947" y="2176"/>
                    <a:pt x="1603" y="1"/>
                    <a:pt x="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5"/>
            <p:cNvSpPr/>
            <p:nvPr/>
          </p:nvSpPr>
          <p:spPr>
            <a:xfrm>
              <a:off x="7253329" y="3696501"/>
              <a:ext cx="49214" cy="139550"/>
            </a:xfrm>
            <a:custGeom>
              <a:avLst/>
              <a:gdLst/>
              <a:ahLst/>
              <a:cxnLst/>
              <a:rect l="l" t="t" r="r" b="b"/>
              <a:pathLst>
                <a:path w="2433" h="6899" extrusionOk="0">
                  <a:moveTo>
                    <a:pt x="2119" y="1"/>
                  </a:moveTo>
                  <a:cubicBezTo>
                    <a:pt x="1947" y="143"/>
                    <a:pt x="1661" y="200"/>
                    <a:pt x="1375" y="230"/>
                  </a:cubicBezTo>
                  <a:cubicBezTo>
                    <a:pt x="944" y="314"/>
                    <a:pt x="516" y="401"/>
                    <a:pt x="314" y="745"/>
                  </a:cubicBezTo>
                  <a:cubicBezTo>
                    <a:pt x="1" y="1345"/>
                    <a:pt x="372" y="1975"/>
                    <a:pt x="658" y="2520"/>
                  </a:cubicBezTo>
                  <a:cubicBezTo>
                    <a:pt x="772" y="2719"/>
                    <a:pt x="887" y="2921"/>
                    <a:pt x="944" y="3063"/>
                  </a:cubicBezTo>
                  <a:cubicBezTo>
                    <a:pt x="1059" y="3436"/>
                    <a:pt x="1031" y="3979"/>
                    <a:pt x="1031" y="4494"/>
                  </a:cubicBezTo>
                  <a:cubicBezTo>
                    <a:pt x="974" y="5554"/>
                    <a:pt x="944" y="6757"/>
                    <a:pt x="2062" y="6899"/>
                  </a:cubicBezTo>
                  <a:lnTo>
                    <a:pt x="2119" y="6413"/>
                  </a:lnTo>
                  <a:cubicBezTo>
                    <a:pt x="1489" y="6326"/>
                    <a:pt x="1459" y="5639"/>
                    <a:pt x="1489" y="4524"/>
                  </a:cubicBezTo>
                  <a:cubicBezTo>
                    <a:pt x="1517" y="3951"/>
                    <a:pt x="1546" y="3379"/>
                    <a:pt x="1402" y="2921"/>
                  </a:cubicBezTo>
                  <a:cubicBezTo>
                    <a:pt x="1345" y="2719"/>
                    <a:pt x="1203" y="2490"/>
                    <a:pt x="1088" y="2261"/>
                  </a:cubicBezTo>
                  <a:cubicBezTo>
                    <a:pt x="830" y="1833"/>
                    <a:pt x="543" y="1345"/>
                    <a:pt x="745" y="1001"/>
                  </a:cubicBezTo>
                  <a:cubicBezTo>
                    <a:pt x="830" y="830"/>
                    <a:pt x="1146" y="772"/>
                    <a:pt x="1459" y="715"/>
                  </a:cubicBezTo>
                  <a:cubicBezTo>
                    <a:pt x="1803" y="658"/>
                    <a:pt x="2146" y="601"/>
                    <a:pt x="2433" y="372"/>
                  </a:cubicBezTo>
                  <a:lnTo>
                    <a:pt x="211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5"/>
            <p:cNvSpPr/>
            <p:nvPr/>
          </p:nvSpPr>
          <p:spPr>
            <a:xfrm>
              <a:off x="7028641" y="3474686"/>
              <a:ext cx="303999" cy="178366"/>
            </a:xfrm>
            <a:custGeom>
              <a:avLst/>
              <a:gdLst/>
              <a:ahLst/>
              <a:cxnLst/>
              <a:rect l="l" t="t" r="r" b="b"/>
              <a:pathLst>
                <a:path w="15029" h="8818" extrusionOk="0">
                  <a:moveTo>
                    <a:pt x="1775" y="1"/>
                  </a:moveTo>
                  <a:cubicBezTo>
                    <a:pt x="715" y="1"/>
                    <a:pt x="344" y="1088"/>
                    <a:pt x="85" y="1890"/>
                  </a:cubicBezTo>
                  <a:cubicBezTo>
                    <a:pt x="58" y="2004"/>
                    <a:pt x="28" y="2091"/>
                    <a:pt x="0" y="2176"/>
                  </a:cubicBezTo>
                  <a:lnTo>
                    <a:pt x="458" y="2348"/>
                  </a:lnTo>
                  <a:cubicBezTo>
                    <a:pt x="486" y="2263"/>
                    <a:pt x="516" y="2149"/>
                    <a:pt x="543" y="2034"/>
                  </a:cubicBezTo>
                  <a:cubicBezTo>
                    <a:pt x="829" y="1146"/>
                    <a:pt x="1116" y="488"/>
                    <a:pt x="1745" y="488"/>
                  </a:cubicBezTo>
                  <a:cubicBezTo>
                    <a:pt x="1975" y="516"/>
                    <a:pt x="2261" y="859"/>
                    <a:pt x="2547" y="1175"/>
                  </a:cubicBezTo>
                  <a:cubicBezTo>
                    <a:pt x="2891" y="1576"/>
                    <a:pt x="3234" y="1977"/>
                    <a:pt x="3665" y="2034"/>
                  </a:cubicBezTo>
                  <a:lnTo>
                    <a:pt x="3921" y="2062"/>
                  </a:lnTo>
                  <a:lnTo>
                    <a:pt x="3921" y="1775"/>
                  </a:lnTo>
                  <a:cubicBezTo>
                    <a:pt x="3921" y="1432"/>
                    <a:pt x="4093" y="1146"/>
                    <a:pt x="4352" y="974"/>
                  </a:cubicBezTo>
                  <a:cubicBezTo>
                    <a:pt x="4486" y="884"/>
                    <a:pt x="4636" y="841"/>
                    <a:pt x="4789" y="841"/>
                  </a:cubicBezTo>
                  <a:cubicBezTo>
                    <a:pt x="4930" y="841"/>
                    <a:pt x="5074" y="877"/>
                    <a:pt x="5210" y="946"/>
                  </a:cubicBezTo>
                  <a:cubicBezTo>
                    <a:pt x="5524" y="1118"/>
                    <a:pt x="5639" y="1462"/>
                    <a:pt x="5753" y="1862"/>
                  </a:cubicBezTo>
                  <a:cubicBezTo>
                    <a:pt x="5868" y="2233"/>
                    <a:pt x="5982" y="2607"/>
                    <a:pt x="6269" y="2920"/>
                  </a:cubicBezTo>
                  <a:cubicBezTo>
                    <a:pt x="6841" y="3493"/>
                    <a:pt x="7700" y="3608"/>
                    <a:pt x="8559" y="3752"/>
                  </a:cubicBezTo>
                  <a:cubicBezTo>
                    <a:pt x="9589" y="3894"/>
                    <a:pt x="10563" y="4038"/>
                    <a:pt x="10963" y="4867"/>
                  </a:cubicBezTo>
                  <a:cubicBezTo>
                    <a:pt x="11135" y="5325"/>
                    <a:pt x="10993" y="5783"/>
                    <a:pt x="10849" y="6298"/>
                  </a:cubicBezTo>
                  <a:cubicBezTo>
                    <a:pt x="10650" y="7043"/>
                    <a:pt x="10363" y="7959"/>
                    <a:pt x="11536" y="8561"/>
                  </a:cubicBezTo>
                  <a:cubicBezTo>
                    <a:pt x="11879" y="8733"/>
                    <a:pt x="12166" y="8818"/>
                    <a:pt x="12424" y="8818"/>
                  </a:cubicBezTo>
                  <a:cubicBezTo>
                    <a:pt x="13283" y="8818"/>
                    <a:pt x="13769" y="8016"/>
                    <a:pt x="14142" y="7386"/>
                  </a:cubicBezTo>
                  <a:cubicBezTo>
                    <a:pt x="14428" y="6928"/>
                    <a:pt x="14685" y="6470"/>
                    <a:pt x="15028" y="6470"/>
                  </a:cubicBezTo>
                  <a:lnTo>
                    <a:pt x="15028" y="5985"/>
                  </a:lnTo>
                  <a:cubicBezTo>
                    <a:pt x="14399" y="5985"/>
                    <a:pt x="14055" y="6585"/>
                    <a:pt x="13711" y="7157"/>
                  </a:cubicBezTo>
                  <a:cubicBezTo>
                    <a:pt x="13291" y="7852"/>
                    <a:pt x="12963" y="8329"/>
                    <a:pt x="12422" y="8329"/>
                  </a:cubicBezTo>
                  <a:cubicBezTo>
                    <a:pt x="12226" y="8329"/>
                    <a:pt x="12003" y="8267"/>
                    <a:pt x="11737" y="8131"/>
                  </a:cubicBezTo>
                  <a:cubicBezTo>
                    <a:pt x="10993" y="7730"/>
                    <a:pt x="11078" y="7244"/>
                    <a:pt x="11337" y="6443"/>
                  </a:cubicBezTo>
                  <a:cubicBezTo>
                    <a:pt x="11479" y="5898"/>
                    <a:pt x="11650" y="5268"/>
                    <a:pt x="11394" y="4668"/>
                  </a:cubicBezTo>
                  <a:cubicBezTo>
                    <a:pt x="10879" y="3580"/>
                    <a:pt x="9733" y="3408"/>
                    <a:pt x="8616" y="3264"/>
                  </a:cubicBezTo>
                  <a:cubicBezTo>
                    <a:pt x="7814" y="3149"/>
                    <a:pt x="7070" y="3035"/>
                    <a:pt x="6612" y="2577"/>
                  </a:cubicBezTo>
                  <a:cubicBezTo>
                    <a:pt x="6413" y="2378"/>
                    <a:pt x="6326" y="2062"/>
                    <a:pt x="6211" y="1748"/>
                  </a:cubicBezTo>
                  <a:cubicBezTo>
                    <a:pt x="6097" y="1290"/>
                    <a:pt x="5955" y="775"/>
                    <a:pt x="5439" y="516"/>
                  </a:cubicBezTo>
                  <a:cubicBezTo>
                    <a:pt x="5231" y="412"/>
                    <a:pt x="5016" y="361"/>
                    <a:pt x="4806" y="361"/>
                  </a:cubicBezTo>
                  <a:cubicBezTo>
                    <a:pt x="4555" y="361"/>
                    <a:pt x="4311" y="433"/>
                    <a:pt x="4093" y="573"/>
                  </a:cubicBezTo>
                  <a:cubicBezTo>
                    <a:pt x="3779" y="775"/>
                    <a:pt x="3578" y="1061"/>
                    <a:pt x="3493" y="1432"/>
                  </a:cubicBezTo>
                  <a:cubicBezTo>
                    <a:pt x="3291" y="1290"/>
                    <a:pt x="3092" y="1061"/>
                    <a:pt x="2920" y="859"/>
                  </a:cubicBezTo>
                  <a:cubicBezTo>
                    <a:pt x="2577" y="459"/>
                    <a:pt x="2204" y="58"/>
                    <a:pt x="177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5"/>
            <p:cNvSpPr/>
            <p:nvPr/>
          </p:nvSpPr>
          <p:spPr>
            <a:xfrm>
              <a:off x="7129404" y="3402224"/>
              <a:ext cx="101320" cy="93330"/>
            </a:xfrm>
            <a:custGeom>
              <a:avLst/>
              <a:gdLst/>
              <a:ahLst/>
              <a:cxnLst/>
              <a:rect l="l" t="t" r="r" b="b"/>
              <a:pathLst>
                <a:path w="5009" h="4614" extrusionOk="0">
                  <a:moveTo>
                    <a:pt x="3377" y="1"/>
                  </a:moveTo>
                  <a:cubicBezTo>
                    <a:pt x="2741" y="1"/>
                    <a:pt x="2196" y="439"/>
                    <a:pt x="1574" y="979"/>
                  </a:cubicBezTo>
                  <a:lnTo>
                    <a:pt x="1288" y="1208"/>
                  </a:lnTo>
                  <a:cubicBezTo>
                    <a:pt x="58" y="2238"/>
                    <a:pt x="0" y="2467"/>
                    <a:pt x="172" y="3411"/>
                  </a:cubicBezTo>
                  <a:cubicBezTo>
                    <a:pt x="200" y="3727"/>
                    <a:pt x="257" y="4070"/>
                    <a:pt x="287" y="4613"/>
                  </a:cubicBezTo>
                  <a:lnTo>
                    <a:pt x="772" y="4586"/>
                  </a:lnTo>
                  <a:cubicBezTo>
                    <a:pt x="745" y="4041"/>
                    <a:pt x="687" y="3640"/>
                    <a:pt x="630" y="3354"/>
                  </a:cubicBezTo>
                  <a:cubicBezTo>
                    <a:pt x="516" y="2582"/>
                    <a:pt x="486" y="2495"/>
                    <a:pt x="1604" y="1579"/>
                  </a:cubicBezTo>
                  <a:lnTo>
                    <a:pt x="1890" y="1350"/>
                  </a:lnTo>
                  <a:cubicBezTo>
                    <a:pt x="2451" y="867"/>
                    <a:pt x="2915" y="485"/>
                    <a:pt x="3347" y="485"/>
                  </a:cubicBezTo>
                  <a:cubicBezTo>
                    <a:pt x="3377" y="485"/>
                    <a:pt x="3406" y="487"/>
                    <a:pt x="3436" y="491"/>
                  </a:cubicBezTo>
                  <a:cubicBezTo>
                    <a:pt x="3779" y="521"/>
                    <a:pt x="4180" y="834"/>
                    <a:pt x="4638" y="1464"/>
                  </a:cubicBezTo>
                  <a:lnTo>
                    <a:pt x="5009" y="1178"/>
                  </a:lnTo>
                  <a:cubicBezTo>
                    <a:pt x="4466" y="434"/>
                    <a:pt x="3978" y="63"/>
                    <a:pt x="3493" y="5"/>
                  </a:cubicBezTo>
                  <a:cubicBezTo>
                    <a:pt x="3454" y="2"/>
                    <a:pt x="3415" y="1"/>
                    <a:pt x="337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5"/>
            <p:cNvSpPr/>
            <p:nvPr/>
          </p:nvSpPr>
          <p:spPr>
            <a:xfrm>
              <a:off x="6904109" y="2352399"/>
              <a:ext cx="28966" cy="45168"/>
            </a:xfrm>
            <a:custGeom>
              <a:avLst/>
              <a:gdLst/>
              <a:ahLst/>
              <a:cxnLst/>
              <a:rect l="l" t="t" r="r" b="b"/>
              <a:pathLst>
                <a:path w="1432" h="2233" extrusionOk="0">
                  <a:moveTo>
                    <a:pt x="1203" y="0"/>
                  </a:moveTo>
                  <a:lnTo>
                    <a:pt x="745" y="144"/>
                  </a:lnTo>
                  <a:cubicBezTo>
                    <a:pt x="889" y="630"/>
                    <a:pt x="745" y="774"/>
                    <a:pt x="516" y="1031"/>
                  </a:cubicBezTo>
                  <a:cubicBezTo>
                    <a:pt x="287" y="1289"/>
                    <a:pt x="1" y="1603"/>
                    <a:pt x="115" y="2233"/>
                  </a:cubicBezTo>
                  <a:lnTo>
                    <a:pt x="573" y="2148"/>
                  </a:lnTo>
                  <a:cubicBezTo>
                    <a:pt x="516" y="1775"/>
                    <a:pt x="660" y="1603"/>
                    <a:pt x="859" y="1374"/>
                  </a:cubicBezTo>
                  <a:cubicBezTo>
                    <a:pt x="1118" y="1088"/>
                    <a:pt x="1432" y="744"/>
                    <a:pt x="12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3" name="Google Shape;1763;p15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4" name="Google Shape;1764;p15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66" name="Google Shape;1766;p15"/>
          <p:cNvSpPr txBox="1">
            <a:spLocks noGrp="1"/>
          </p:cNvSpPr>
          <p:nvPr>
            <p:ph type="title"/>
          </p:nvPr>
        </p:nvSpPr>
        <p:spPr>
          <a:xfrm>
            <a:off x="2391900" y="3325213"/>
            <a:ext cx="4360200" cy="531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67" name="Google Shape;1767;p15"/>
          <p:cNvSpPr txBox="1">
            <a:spLocks noGrp="1"/>
          </p:cNvSpPr>
          <p:nvPr>
            <p:ph type="subTitle" idx="1"/>
          </p:nvPr>
        </p:nvSpPr>
        <p:spPr>
          <a:xfrm>
            <a:off x="1021200" y="1286375"/>
            <a:ext cx="7101600" cy="2233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768" name="Google Shape;1768;p15"/>
          <p:cNvGrpSpPr/>
          <p:nvPr/>
        </p:nvGrpSpPr>
        <p:grpSpPr>
          <a:xfrm flipH="1">
            <a:off x="378402" y="368913"/>
            <a:ext cx="567929" cy="552079"/>
            <a:chOff x="5200325" y="773525"/>
            <a:chExt cx="974650" cy="947450"/>
          </a:xfrm>
        </p:grpSpPr>
        <p:sp>
          <p:nvSpPr>
            <p:cNvPr id="1769" name="Google Shape;1769;p15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5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5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5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3" name="Google Shape;1773;p15"/>
          <p:cNvGrpSpPr/>
          <p:nvPr/>
        </p:nvGrpSpPr>
        <p:grpSpPr>
          <a:xfrm rot="10800000" flipH="1">
            <a:off x="8146940" y="4180088"/>
            <a:ext cx="567929" cy="552079"/>
            <a:chOff x="5200325" y="773525"/>
            <a:chExt cx="974650" cy="947450"/>
          </a:xfrm>
        </p:grpSpPr>
        <p:sp>
          <p:nvSpPr>
            <p:cNvPr id="1774" name="Google Shape;1774;p15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5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5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5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23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2" name="Google Shape;1992;p23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3" name="Google Shape;19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95" name="Google Shape;1995;p23"/>
          <p:cNvSpPr txBox="1">
            <a:spLocks noGrp="1"/>
          </p:cNvSpPr>
          <p:nvPr>
            <p:ph type="title" idx="2"/>
          </p:nvPr>
        </p:nvSpPr>
        <p:spPr>
          <a:xfrm>
            <a:off x="2047200" y="1618250"/>
            <a:ext cx="2284200" cy="33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rgbClr val="383B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6" name="Google Shape;1996;p23"/>
          <p:cNvSpPr txBox="1">
            <a:spLocks noGrp="1"/>
          </p:cNvSpPr>
          <p:nvPr>
            <p:ph type="subTitle" idx="1"/>
          </p:nvPr>
        </p:nvSpPr>
        <p:spPr>
          <a:xfrm>
            <a:off x="2047200" y="195590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7" name="Google Shape;1997;p23"/>
          <p:cNvSpPr txBox="1">
            <a:spLocks noGrp="1"/>
          </p:cNvSpPr>
          <p:nvPr>
            <p:ph type="title" idx="3"/>
          </p:nvPr>
        </p:nvSpPr>
        <p:spPr>
          <a:xfrm>
            <a:off x="5993400" y="1618250"/>
            <a:ext cx="2284200" cy="33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rgbClr val="383B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8" name="Google Shape;1998;p23"/>
          <p:cNvSpPr txBox="1">
            <a:spLocks noGrp="1"/>
          </p:cNvSpPr>
          <p:nvPr>
            <p:ph type="subTitle" idx="4"/>
          </p:nvPr>
        </p:nvSpPr>
        <p:spPr>
          <a:xfrm>
            <a:off x="5993400" y="195590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9" name="Google Shape;1999;p23"/>
          <p:cNvSpPr txBox="1">
            <a:spLocks noGrp="1"/>
          </p:cNvSpPr>
          <p:nvPr>
            <p:ph type="title" idx="5"/>
          </p:nvPr>
        </p:nvSpPr>
        <p:spPr>
          <a:xfrm>
            <a:off x="2047200" y="3143300"/>
            <a:ext cx="2284200" cy="33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rgbClr val="383B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00" name="Google Shape;2000;p23"/>
          <p:cNvSpPr txBox="1">
            <a:spLocks noGrp="1"/>
          </p:cNvSpPr>
          <p:nvPr>
            <p:ph type="subTitle" idx="6"/>
          </p:nvPr>
        </p:nvSpPr>
        <p:spPr>
          <a:xfrm>
            <a:off x="2047200" y="348095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1" name="Google Shape;2001;p23"/>
          <p:cNvSpPr txBox="1">
            <a:spLocks noGrp="1"/>
          </p:cNvSpPr>
          <p:nvPr>
            <p:ph type="title" idx="7"/>
          </p:nvPr>
        </p:nvSpPr>
        <p:spPr>
          <a:xfrm>
            <a:off x="5993400" y="3143300"/>
            <a:ext cx="2284200" cy="33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rgbClr val="383B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02" name="Google Shape;2002;p23"/>
          <p:cNvSpPr txBox="1">
            <a:spLocks noGrp="1"/>
          </p:cNvSpPr>
          <p:nvPr>
            <p:ph type="subTitle" idx="8"/>
          </p:nvPr>
        </p:nvSpPr>
        <p:spPr>
          <a:xfrm>
            <a:off x="5993400" y="348095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31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55" name="Google Shape;2355;p31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6" name="Google Shape;23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32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59" name="Google Shape;235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0" name="Google Shape;23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1" name="Google Shape;2361;p32"/>
          <p:cNvGrpSpPr/>
          <p:nvPr/>
        </p:nvGrpSpPr>
        <p:grpSpPr>
          <a:xfrm flipH="1">
            <a:off x="378402" y="368913"/>
            <a:ext cx="567929" cy="552079"/>
            <a:chOff x="5200325" y="773525"/>
            <a:chExt cx="974650" cy="947450"/>
          </a:xfrm>
        </p:grpSpPr>
        <p:sp>
          <p:nvSpPr>
            <p:cNvPr id="2362" name="Google Shape;2362;p32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2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2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2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32"/>
          <p:cNvGrpSpPr/>
          <p:nvPr/>
        </p:nvGrpSpPr>
        <p:grpSpPr>
          <a:xfrm>
            <a:off x="8218068" y="368913"/>
            <a:ext cx="567929" cy="552079"/>
            <a:chOff x="5200325" y="773525"/>
            <a:chExt cx="974650" cy="947450"/>
          </a:xfrm>
        </p:grpSpPr>
        <p:sp>
          <p:nvSpPr>
            <p:cNvPr id="2367" name="Google Shape;2367;p32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2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2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2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1" name="Google Shape;2371;p32"/>
          <p:cNvGrpSpPr/>
          <p:nvPr/>
        </p:nvGrpSpPr>
        <p:grpSpPr>
          <a:xfrm rot="10800000">
            <a:off x="378402" y="4213238"/>
            <a:ext cx="567929" cy="552079"/>
            <a:chOff x="5200325" y="773525"/>
            <a:chExt cx="974650" cy="947450"/>
          </a:xfrm>
        </p:grpSpPr>
        <p:sp>
          <p:nvSpPr>
            <p:cNvPr id="2372" name="Google Shape;2372;p32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2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2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2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6" name="Google Shape;2376;p32"/>
          <p:cNvGrpSpPr/>
          <p:nvPr/>
        </p:nvGrpSpPr>
        <p:grpSpPr>
          <a:xfrm rot="10800000" flipH="1">
            <a:off x="8218068" y="4213238"/>
            <a:ext cx="567929" cy="552079"/>
            <a:chOff x="5200325" y="773525"/>
            <a:chExt cx="974650" cy="947450"/>
          </a:xfrm>
        </p:grpSpPr>
        <p:sp>
          <p:nvSpPr>
            <p:cNvPr id="2377" name="Google Shape;2377;p32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2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2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2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p33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3" name="Google Shape;238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4" name="Google Shape;23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34"/>
          <p:cNvSpPr/>
          <p:nvPr/>
        </p:nvSpPr>
        <p:spPr>
          <a:xfrm>
            <a:off x="731529" y="494835"/>
            <a:ext cx="7708200" cy="4126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7" name="Google Shape;238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9205" y="255720"/>
            <a:ext cx="8193050" cy="460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8" name="Google Shape;23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05" y="255720"/>
            <a:ext cx="8193050" cy="4604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9" name="Google Shape;2389;p34"/>
          <p:cNvGrpSpPr/>
          <p:nvPr/>
        </p:nvGrpSpPr>
        <p:grpSpPr>
          <a:xfrm>
            <a:off x="8641061" y="4700005"/>
            <a:ext cx="331057" cy="331094"/>
            <a:chOff x="2706930" y="2871688"/>
            <a:chExt cx="331057" cy="331094"/>
          </a:xfrm>
        </p:grpSpPr>
        <p:sp>
          <p:nvSpPr>
            <p:cNvPr id="2390" name="Google Shape;2390;p34"/>
            <p:cNvSpPr/>
            <p:nvPr/>
          </p:nvSpPr>
          <p:spPr>
            <a:xfrm>
              <a:off x="2751535" y="2916330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4"/>
            <p:cNvSpPr/>
            <p:nvPr/>
          </p:nvSpPr>
          <p:spPr>
            <a:xfrm>
              <a:off x="2851710" y="2871688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4"/>
            <p:cNvSpPr/>
            <p:nvPr/>
          </p:nvSpPr>
          <p:spPr>
            <a:xfrm>
              <a:off x="2851710" y="3036824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4"/>
            <p:cNvSpPr/>
            <p:nvPr/>
          </p:nvSpPr>
          <p:spPr>
            <a:xfrm>
              <a:off x="2706930" y="3016505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4"/>
            <p:cNvSpPr/>
            <p:nvPr/>
          </p:nvSpPr>
          <p:spPr>
            <a:xfrm>
              <a:off x="2872029" y="3016505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5" name="Google Shape;2395;p34"/>
          <p:cNvGrpSpPr/>
          <p:nvPr/>
        </p:nvGrpSpPr>
        <p:grpSpPr>
          <a:xfrm>
            <a:off x="199336" y="4700005"/>
            <a:ext cx="331057" cy="331094"/>
            <a:chOff x="2706930" y="2871688"/>
            <a:chExt cx="331057" cy="331094"/>
          </a:xfrm>
        </p:grpSpPr>
        <p:sp>
          <p:nvSpPr>
            <p:cNvPr id="2396" name="Google Shape;2396;p34"/>
            <p:cNvSpPr/>
            <p:nvPr/>
          </p:nvSpPr>
          <p:spPr>
            <a:xfrm>
              <a:off x="2751535" y="2916330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4"/>
            <p:cNvSpPr/>
            <p:nvPr/>
          </p:nvSpPr>
          <p:spPr>
            <a:xfrm>
              <a:off x="2851710" y="2871688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4"/>
            <p:cNvSpPr/>
            <p:nvPr/>
          </p:nvSpPr>
          <p:spPr>
            <a:xfrm>
              <a:off x="2851710" y="3036824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4"/>
            <p:cNvSpPr/>
            <p:nvPr/>
          </p:nvSpPr>
          <p:spPr>
            <a:xfrm>
              <a:off x="2706930" y="3016505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4"/>
            <p:cNvSpPr/>
            <p:nvPr/>
          </p:nvSpPr>
          <p:spPr>
            <a:xfrm>
              <a:off x="2872029" y="3016505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1" name="Google Shape;2401;p34"/>
          <p:cNvGrpSpPr/>
          <p:nvPr/>
        </p:nvGrpSpPr>
        <p:grpSpPr>
          <a:xfrm>
            <a:off x="8641061" y="85055"/>
            <a:ext cx="331057" cy="331094"/>
            <a:chOff x="2706930" y="2871688"/>
            <a:chExt cx="331057" cy="331094"/>
          </a:xfrm>
        </p:grpSpPr>
        <p:sp>
          <p:nvSpPr>
            <p:cNvPr id="2402" name="Google Shape;2402;p34"/>
            <p:cNvSpPr/>
            <p:nvPr/>
          </p:nvSpPr>
          <p:spPr>
            <a:xfrm>
              <a:off x="2751535" y="2916330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4"/>
            <p:cNvSpPr/>
            <p:nvPr/>
          </p:nvSpPr>
          <p:spPr>
            <a:xfrm>
              <a:off x="2851710" y="2871688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4"/>
            <p:cNvSpPr/>
            <p:nvPr/>
          </p:nvSpPr>
          <p:spPr>
            <a:xfrm>
              <a:off x="2851710" y="3036824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4"/>
            <p:cNvSpPr/>
            <p:nvPr/>
          </p:nvSpPr>
          <p:spPr>
            <a:xfrm>
              <a:off x="2706930" y="3016505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4"/>
            <p:cNvSpPr/>
            <p:nvPr/>
          </p:nvSpPr>
          <p:spPr>
            <a:xfrm>
              <a:off x="2872029" y="3016505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7" name="Google Shape;2407;p34"/>
          <p:cNvGrpSpPr/>
          <p:nvPr/>
        </p:nvGrpSpPr>
        <p:grpSpPr>
          <a:xfrm>
            <a:off x="199336" y="85055"/>
            <a:ext cx="331057" cy="331094"/>
            <a:chOff x="2706930" y="2871688"/>
            <a:chExt cx="331057" cy="331094"/>
          </a:xfrm>
        </p:grpSpPr>
        <p:sp>
          <p:nvSpPr>
            <p:cNvPr id="2408" name="Google Shape;2408;p34"/>
            <p:cNvSpPr/>
            <p:nvPr/>
          </p:nvSpPr>
          <p:spPr>
            <a:xfrm>
              <a:off x="2751535" y="2916330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4"/>
            <p:cNvSpPr/>
            <p:nvPr/>
          </p:nvSpPr>
          <p:spPr>
            <a:xfrm>
              <a:off x="2851710" y="2871688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4"/>
            <p:cNvSpPr/>
            <p:nvPr/>
          </p:nvSpPr>
          <p:spPr>
            <a:xfrm>
              <a:off x="2851710" y="3036824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4"/>
            <p:cNvSpPr/>
            <p:nvPr/>
          </p:nvSpPr>
          <p:spPr>
            <a:xfrm>
              <a:off x="2706930" y="3016505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4"/>
            <p:cNvSpPr/>
            <p:nvPr/>
          </p:nvSpPr>
          <p:spPr>
            <a:xfrm>
              <a:off x="2872029" y="3016505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9_2">
    <p:spTree>
      <p:nvGrpSpPr>
        <p:cNvPr id="1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35"/>
          <p:cNvSpPr/>
          <p:nvPr/>
        </p:nvSpPr>
        <p:spPr>
          <a:xfrm>
            <a:off x="270450" y="269100"/>
            <a:ext cx="8603100" cy="4605300"/>
          </a:xfrm>
          <a:prstGeom prst="rect">
            <a:avLst/>
          </a:prstGeom>
          <a:solidFill>
            <a:srgbClr val="B0C9D2">
              <a:alpha val="7813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5" name="Google Shape;2415;p35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6" name="Google Shape;24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7" name="Google Shape;2417;p35"/>
          <p:cNvGrpSpPr/>
          <p:nvPr/>
        </p:nvGrpSpPr>
        <p:grpSpPr>
          <a:xfrm>
            <a:off x="-1409460" y="-1398123"/>
            <a:ext cx="2754059" cy="2754134"/>
            <a:chOff x="5507200" y="1736000"/>
            <a:chExt cx="2754059" cy="2754134"/>
          </a:xfrm>
        </p:grpSpPr>
        <p:sp>
          <p:nvSpPr>
            <p:cNvPr id="2418" name="Google Shape;2418;p35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5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5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35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35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4" name="Google Shape;2494;p35"/>
          <p:cNvGrpSpPr/>
          <p:nvPr/>
        </p:nvGrpSpPr>
        <p:grpSpPr>
          <a:xfrm>
            <a:off x="7802136" y="-1398123"/>
            <a:ext cx="2754059" cy="2754134"/>
            <a:chOff x="5507200" y="1736000"/>
            <a:chExt cx="2754059" cy="2754134"/>
          </a:xfrm>
        </p:grpSpPr>
        <p:sp>
          <p:nvSpPr>
            <p:cNvPr id="2495" name="Google Shape;2495;p35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35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35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5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5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5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5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35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35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5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5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5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5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5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5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5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5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5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5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5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5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5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5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5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5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5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5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5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5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5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5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5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5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35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5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5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5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35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35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5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5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5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5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5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5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5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5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5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5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5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5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5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35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35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5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5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5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5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5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5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1" name="Google Shape;2571;p35"/>
          <p:cNvGrpSpPr/>
          <p:nvPr/>
        </p:nvGrpSpPr>
        <p:grpSpPr>
          <a:xfrm>
            <a:off x="-1409460" y="3801997"/>
            <a:ext cx="2754059" cy="2754134"/>
            <a:chOff x="5507200" y="1736000"/>
            <a:chExt cx="2754059" cy="2754134"/>
          </a:xfrm>
        </p:grpSpPr>
        <p:sp>
          <p:nvSpPr>
            <p:cNvPr id="2572" name="Google Shape;2572;p35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5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5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5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5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5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5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5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5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5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5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5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5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5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5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5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5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5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5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5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5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5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5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5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5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5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5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5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5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5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5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5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5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5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5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5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5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5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5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5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5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5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5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5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5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5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5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5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5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5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5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5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5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5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5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5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5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5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5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5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5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5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5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5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5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5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5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5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5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5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5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5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5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5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5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5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8" name="Google Shape;2648;p35"/>
          <p:cNvGrpSpPr/>
          <p:nvPr/>
        </p:nvGrpSpPr>
        <p:grpSpPr>
          <a:xfrm>
            <a:off x="7802136" y="3801997"/>
            <a:ext cx="2754059" cy="2754134"/>
            <a:chOff x="5507200" y="1736000"/>
            <a:chExt cx="2754059" cy="2754134"/>
          </a:xfrm>
        </p:grpSpPr>
        <p:sp>
          <p:nvSpPr>
            <p:cNvPr id="2649" name="Google Shape;2649;p35"/>
            <p:cNvSpPr/>
            <p:nvPr/>
          </p:nvSpPr>
          <p:spPr>
            <a:xfrm>
              <a:off x="6328954" y="2557755"/>
              <a:ext cx="1109802" cy="1110626"/>
            </a:xfrm>
            <a:custGeom>
              <a:avLst/>
              <a:gdLst/>
              <a:ahLst/>
              <a:cxnLst/>
              <a:rect l="l" t="t" r="r" b="b"/>
              <a:pathLst>
                <a:path w="29658" h="29680" extrusionOk="0">
                  <a:moveTo>
                    <a:pt x="14828" y="1"/>
                  </a:moveTo>
                  <a:cubicBezTo>
                    <a:pt x="6651" y="1"/>
                    <a:pt x="0" y="6652"/>
                    <a:pt x="0" y="14830"/>
                  </a:cubicBezTo>
                  <a:cubicBezTo>
                    <a:pt x="0" y="23028"/>
                    <a:pt x="6651" y="29679"/>
                    <a:pt x="14828" y="29679"/>
                  </a:cubicBezTo>
                  <a:cubicBezTo>
                    <a:pt x="23026" y="29679"/>
                    <a:pt x="29657" y="23028"/>
                    <a:pt x="29657" y="14830"/>
                  </a:cubicBezTo>
                  <a:cubicBezTo>
                    <a:pt x="29657" y="6652"/>
                    <a:pt x="23026" y="1"/>
                    <a:pt x="14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5"/>
            <p:cNvSpPr/>
            <p:nvPr/>
          </p:nvSpPr>
          <p:spPr>
            <a:xfrm>
              <a:off x="6322705" y="2551505"/>
              <a:ext cx="1122301" cy="1122301"/>
            </a:xfrm>
            <a:custGeom>
              <a:avLst/>
              <a:gdLst/>
              <a:ahLst/>
              <a:cxnLst/>
              <a:rect l="l" t="t" r="r" b="b"/>
              <a:pathLst>
                <a:path w="29992" h="29992" extrusionOk="0">
                  <a:moveTo>
                    <a:pt x="14995" y="335"/>
                  </a:moveTo>
                  <a:cubicBezTo>
                    <a:pt x="23090" y="335"/>
                    <a:pt x="29677" y="6924"/>
                    <a:pt x="29677" y="14997"/>
                  </a:cubicBezTo>
                  <a:cubicBezTo>
                    <a:pt x="29677" y="23090"/>
                    <a:pt x="23090" y="29679"/>
                    <a:pt x="14995" y="29679"/>
                  </a:cubicBezTo>
                  <a:cubicBezTo>
                    <a:pt x="6922" y="29679"/>
                    <a:pt x="335" y="23090"/>
                    <a:pt x="335" y="14997"/>
                  </a:cubicBezTo>
                  <a:cubicBezTo>
                    <a:pt x="335" y="6924"/>
                    <a:pt x="6922" y="335"/>
                    <a:pt x="14995" y="335"/>
                  </a:cubicBezTo>
                  <a:close/>
                  <a:moveTo>
                    <a:pt x="14995" y="0"/>
                  </a:moveTo>
                  <a:cubicBezTo>
                    <a:pt x="6735" y="0"/>
                    <a:pt x="0" y="6735"/>
                    <a:pt x="0" y="14997"/>
                  </a:cubicBezTo>
                  <a:cubicBezTo>
                    <a:pt x="0" y="23279"/>
                    <a:pt x="6735" y="29992"/>
                    <a:pt x="14995" y="29992"/>
                  </a:cubicBezTo>
                  <a:cubicBezTo>
                    <a:pt x="23277" y="29992"/>
                    <a:pt x="29991" y="23279"/>
                    <a:pt x="29991" y="14997"/>
                  </a:cubicBezTo>
                  <a:cubicBezTo>
                    <a:pt x="29991" y="6735"/>
                    <a:pt x="23277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5"/>
            <p:cNvSpPr/>
            <p:nvPr/>
          </p:nvSpPr>
          <p:spPr>
            <a:xfrm>
              <a:off x="6375094" y="2603969"/>
              <a:ext cx="1018273" cy="1018198"/>
            </a:xfrm>
            <a:custGeom>
              <a:avLst/>
              <a:gdLst/>
              <a:ahLst/>
              <a:cxnLst/>
              <a:rect l="l" t="t" r="r" b="b"/>
              <a:pathLst>
                <a:path w="27212" h="27210" extrusionOk="0">
                  <a:moveTo>
                    <a:pt x="13595" y="1"/>
                  </a:moveTo>
                  <a:cubicBezTo>
                    <a:pt x="6087" y="1"/>
                    <a:pt x="1" y="6086"/>
                    <a:pt x="1" y="13595"/>
                  </a:cubicBezTo>
                  <a:cubicBezTo>
                    <a:pt x="1" y="21124"/>
                    <a:pt x="6087" y="27209"/>
                    <a:pt x="13595" y="27209"/>
                  </a:cubicBezTo>
                  <a:cubicBezTo>
                    <a:pt x="21124" y="27209"/>
                    <a:pt x="27211" y="21124"/>
                    <a:pt x="27211" y="13595"/>
                  </a:cubicBezTo>
                  <a:cubicBezTo>
                    <a:pt x="27211" y="6086"/>
                    <a:pt x="21124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5"/>
            <p:cNvSpPr/>
            <p:nvPr/>
          </p:nvSpPr>
          <p:spPr>
            <a:xfrm>
              <a:off x="6370416" y="2599291"/>
              <a:ext cx="1026805" cy="1026805"/>
            </a:xfrm>
            <a:custGeom>
              <a:avLst/>
              <a:gdLst/>
              <a:ahLst/>
              <a:cxnLst/>
              <a:rect l="l" t="t" r="r" b="b"/>
              <a:pathLst>
                <a:path w="27440" h="27440" extrusionOk="0">
                  <a:moveTo>
                    <a:pt x="13720" y="229"/>
                  </a:moveTo>
                  <a:cubicBezTo>
                    <a:pt x="21165" y="229"/>
                    <a:pt x="27211" y="6294"/>
                    <a:pt x="27211" y="13720"/>
                  </a:cubicBezTo>
                  <a:cubicBezTo>
                    <a:pt x="27211" y="21166"/>
                    <a:pt x="21165" y="27209"/>
                    <a:pt x="13720" y="27209"/>
                  </a:cubicBezTo>
                  <a:cubicBezTo>
                    <a:pt x="6296" y="27209"/>
                    <a:pt x="231" y="21166"/>
                    <a:pt x="231" y="13720"/>
                  </a:cubicBezTo>
                  <a:cubicBezTo>
                    <a:pt x="231" y="6294"/>
                    <a:pt x="6296" y="229"/>
                    <a:pt x="13720" y="229"/>
                  </a:cubicBezTo>
                  <a:close/>
                  <a:moveTo>
                    <a:pt x="13720" y="0"/>
                  </a:moveTo>
                  <a:cubicBezTo>
                    <a:pt x="6171" y="0"/>
                    <a:pt x="0" y="6169"/>
                    <a:pt x="0" y="13720"/>
                  </a:cubicBezTo>
                  <a:cubicBezTo>
                    <a:pt x="0" y="21291"/>
                    <a:pt x="6171" y="27440"/>
                    <a:pt x="13720" y="27440"/>
                  </a:cubicBezTo>
                  <a:cubicBezTo>
                    <a:pt x="21291" y="27440"/>
                    <a:pt x="27440" y="21291"/>
                    <a:pt x="27440" y="13720"/>
                  </a:cubicBezTo>
                  <a:cubicBezTo>
                    <a:pt x="27440" y="6169"/>
                    <a:pt x="21291" y="0"/>
                    <a:pt x="13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5"/>
            <p:cNvSpPr/>
            <p:nvPr/>
          </p:nvSpPr>
          <p:spPr>
            <a:xfrm>
              <a:off x="6433807" y="2662644"/>
              <a:ext cx="900812" cy="900849"/>
            </a:xfrm>
            <a:custGeom>
              <a:avLst/>
              <a:gdLst/>
              <a:ahLst/>
              <a:cxnLst/>
              <a:rect l="l" t="t" r="r" b="b"/>
              <a:pathLst>
                <a:path w="24073" h="24074" extrusionOk="0">
                  <a:moveTo>
                    <a:pt x="12026" y="0"/>
                  </a:moveTo>
                  <a:cubicBezTo>
                    <a:pt x="5375" y="0"/>
                    <a:pt x="1" y="5376"/>
                    <a:pt x="1" y="12027"/>
                  </a:cubicBezTo>
                  <a:cubicBezTo>
                    <a:pt x="1" y="18678"/>
                    <a:pt x="5375" y="24074"/>
                    <a:pt x="12026" y="24074"/>
                  </a:cubicBezTo>
                  <a:cubicBezTo>
                    <a:pt x="18677" y="24074"/>
                    <a:pt x="24073" y="18678"/>
                    <a:pt x="24073" y="12027"/>
                  </a:cubicBezTo>
                  <a:cubicBezTo>
                    <a:pt x="24073" y="5376"/>
                    <a:pt x="18677" y="0"/>
                    <a:pt x="1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5"/>
            <p:cNvSpPr/>
            <p:nvPr/>
          </p:nvSpPr>
          <p:spPr>
            <a:xfrm>
              <a:off x="6429129" y="2657929"/>
              <a:ext cx="910204" cy="910279"/>
            </a:xfrm>
            <a:custGeom>
              <a:avLst/>
              <a:gdLst/>
              <a:ahLst/>
              <a:cxnLst/>
              <a:rect l="l" t="t" r="r" b="b"/>
              <a:pathLst>
                <a:path w="24324" h="24326" extrusionOk="0">
                  <a:moveTo>
                    <a:pt x="12151" y="232"/>
                  </a:moveTo>
                  <a:cubicBezTo>
                    <a:pt x="18740" y="232"/>
                    <a:pt x="24094" y="5586"/>
                    <a:pt x="24094" y="12153"/>
                  </a:cubicBezTo>
                  <a:cubicBezTo>
                    <a:pt x="24094" y="18740"/>
                    <a:pt x="18740" y="24094"/>
                    <a:pt x="12151" y="24094"/>
                  </a:cubicBezTo>
                  <a:cubicBezTo>
                    <a:pt x="5584" y="24094"/>
                    <a:pt x="230" y="18740"/>
                    <a:pt x="230" y="12153"/>
                  </a:cubicBezTo>
                  <a:cubicBezTo>
                    <a:pt x="230" y="5586"/>
                    <a:pt x="5584" y="232"/>
                    <a:pt x="12151" y="232"/>
                  </a:cubicBezTo>
                  <a:close/>
                  <a:moveTo>
                    <a:pt x="12151" y="1"/>
                  </a:moveTo>
                  <a:cubicBezTo>
                    <a:pt x="5458" y="1"/>
                    <a:pt x="0" y="5460"/>
                    <a:pt x="0" y="12153"/>
                  </a:cubicBezTo>
                  <a:cubicBezTo>
                    <a:pt x="0" y="18866"/>
                    <a:pt x="5458" y="24325"/>
                    <a:pt x="12151" y="24325"/>
                  </a:cubicBezTo>
                  <a:cubicBezTo>
                    <a:pt x="18865" y="24325"/>
                    <a:pt x="24323" y="18866"/>
                    <a:pt x="24323" y="12153"/>
                  </a:cubicBezTo>
                  <a:cubicBezTo>
                    <a:pt x="24323" y="5460"/>
                    <a:pt x="18865" y="1"/>
                    <a:pt x="1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5"/>
            <p:cNvSpPr/>
            <p:nvPr/>
          </p:nvSpPr>
          <p:spPr>
            <a:xfrm>
              <a:off x="5704406" y="1933206"/>
              <a:ext cx="2358845" cy="2358882"/>
            </a:xfrm>
            <a:custGeom>
              <a:avLst/>
              <a:gdLst/>
              <a:ahLst/>
              <a:cxnLst/>
              <a:rect l="l" t="t" r="r" b="b"/>
              <a:pathLst>
                <a:path w="63037" h="63038" extrusionOk="0">
                  <a:moveTo>
                    <a:pt x="31518" y="274"/>
                  </a:moveTo>
                  <a:cubicBezTo>
                    <a:pt x="48773" y="274"/>
                    <a:pt x="62786" y="14286"/>
                    <a:pt x="62786" y="31540"/>
                  </a:cubicBezTo>
                  <a:cubicBezTo>
                    <a:pt x="62786" y="48774"/>
                    <a:pt x="48773" y="62786"/>
                    <a:pt x="31518" y="62786"/>
                  </a:cubicBezTo>
                  <a:cubicBezTo>
                    <a:pt x="14284" y="62786"/>
                    <a:pt x="272" y="48774"/>
                    <a:pt x="272" y="31540"/>
                  </a:cubicBezTo>
                  <a:cubicBezTo>
                    <a:pt x="272" y="14286"/>
                    <a:pt x="14284" y="274"/>
                    <a:pt x="31518" y="274"/>
                  </a:cubicBezTo>
                  <a:close/>
                  <a:moveTo>
                    <a:pt x="31518" y="1"/>
                  </a:moveTo>
                  <a:cubicBezTo>
                    <a:pt x="14139" y="1"/>
                    <a:pt x="1" y="14139"/>
                    <a:pt x="1" y="31540"/>
                  </a:cubicBezTo>
                  <a:cubicBezTo>
                    <a:pt x="1" y="48899"/>
                    <a:pt x="14139" y="63037"/>
                    <a:pt x="31518" y="63037"/>
                  </a:cubicBezTo>
                  <a:cubicBezTo>
                    <a:pt x="48899" y="63037"/>
                    <a:pt x="63037" y="48899"/>
                    <a:pt x="63037" y="31540"/>
                  </a:cubicBezTo>
                  <a:cubicBezTo>
                    <a:pt x="63037" y="14139"/>
                    <a:pt x="48899" y="1"/>
                    <a:pt x="31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5"/>
            <p:cNvSpPr/>
            <p:nvPr/>
          </p:nvSpPr>
          <p:spPr>
            <a:xfrm>
              <a:off x="5752117" y="1980992"/>
              <a:ext cx="2263386" cy="2263386"/>
            </a:xfrm>
            <a:custGeom>
              <a:avLst/>
              <a:gdLst/>
              <a:ahLst/>
              <a:cxnLst/>
              <a:rect l="l" t="t" r="r" b="b"/>
              <a:pathLst>
                <a:path w="60486" h="60486" extrusionOk="0">
                  <a:moveTo>
                    <a:pt x="30243" y="188"/>
                  </a:moveTo>
                  <a:cubicBezTo>
                    <a:pt x="46829" y="188"/>
                    <a:pt x="60318" y="13679"/>
                    <a:pt x="60318" y="30263"/>
                  </a:cubicBezTo>
                  <a:cubicBezTo>
                    <a:pt x="60318" y="46827"/>
                    <a:pt x="46829" y="60318"/>
                    <a:pt x="30243" y="60318"/>
                  </a:cubicBezTo>
                  <a:cubicBezTo>
                    <a:pt x="13679" y="60318"/>
                    <a:pt x="190" y="46827"/>
                    <a:pt x="190" y="30263"/>
                  </a:cubicBezTo>
                  <a:cubicBezTo>
                    <a:pt x="190" y="13679"/>
                    <a:pt x="13679" y="188"/>
                    <a:pt x="30243" y="188"/>
                  </a:cubicBezTo>
                  <a:close/>
                  <a:moveTo>
                    <a:pt x="30243" y="1"/>
                  </a:moveTo>
                  <a:cubicBezTo>
                    <a:pt x="13575" y="1"/>
                    <a:pt x="1" y="13573"/>
                    <a:pt x="1" y="30263"/>
                  </a:cubicBezTo>
                  <a:cubicBezTo>
                    <a:pt x="1" y="46933"/>
                    <a:pt x="13575" y="60485"/>
                    <a:pt x="30243" y="60485"/>
                  </a:cubicBezTo>
                  <a:cubicBezTo>
                    <a:pt x="46933" y="60485"/>
                    <a:pt x="60485" y="46933"/>
                    <a:pt x="60485" y="30263"/>
                  </a:cubicBezTo>
                  <a:cubicBezTo>
                    <a:pt x="60485" y="13573"/>
                    <a:pt x="46933" y="1"/>
                    <a:pt x="30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5"/>
            <p:cNvSpPr/>
            <p:nvPr/>
          </p:nvSpPr>
          <p:spPr>
            <a:xfrm>
              <a:off x="6182565" y="2411440"/>
              <a:ext cx="1403325" cy="1403250"/>
            </a:xfrm>
            <a:custGeom>
              <a:avLst/>
              <a:gdLst/>
              <a:ahLst/>
              <a:cxnLst/>
              <a:rect l="l" t="t" r="r" b="b"/>
              <a:pathLst>
                <a:path w="37502" h="37500" extrusionOk="0">
                  <a:moveTo>
                    <a:pt x="18740" y="104"/>
                  </a:moveTo>
                  <a:cubicBezTo>
                    <a:pt x="29030" y="104"/>
                    <a:pt x="37376" y="8470"/>
                    <a:pt x="37376" y="18740"/>
                  </a:cubicBezTo>
                  <a:cubicBezTo>
                    <a:pt x="37376" y="29030"/>
                    <a:pt x="29030" y="37374"/>
                    <a:pt x="18740" y="37374"/>
                  </a:cubicBezTo>
                  <a:cubicBezTo>
                    <a:pt x="8472" y="37374"/>
                    <a:pt x="106" y="29030"/>
                    <a:pt x="106" y="18740"/>
                  </a:cubicBezTo>
                  <a:cubicBezTo>
                    <a:pt x="106" y="8470"/>
                    <a:pt x="8472" y="104"/>
                    <a:pt x="18740" y="104"/>
                  </a:cubicBezTo>
                  <a:close/>
                  <a:moveTo>
                    <a:pt x="18740" y="1"/>
                  </a:moveTo>
                  <a:cubicBezTo>
                    <a:pt x="8408" y="1"/>
                    <a:pt x="1" y="8408"/>
                    <a:pt x="1" y="18740"/>
                  </a:cubicBezTo>
                  <a:cubicBezTo>
                    <a:pt x="1" y="29092"/>
                    <a:pt x="8408" y="37499"/>
                    <a:pt x="18740" y="37499"/>
                  </a:cubicBezTo>
                  <a:cubicBezTo>
                    <a:pt x="29093" y="37499"/>
                    <a:pt x="37501" y="29092"/>
                    <a:pt x="37501" y="18740"/>
                  </a:cubicBezTo>
                  <a:cubicBezTo>
                    <a:pt x="37501" y="8408"/>
                    <a:pt x="29093" y="1"/>
                    <a:pt x="18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5"/>
            <p:cNvSpPr/>
            <p:nvPr/>
          </p:nvSpPr>
          <p:spPr>
            <a:xfrm>
              <a:off x="6942539" y="3171339"/>
              <a:ext cx="719212" cy="719287"/>
            </a:xfrm>
            <a:custGeom>
              <a:avLst/>
              <a:gdLst/>
              <a:ahLst/>
              <a:cxnLst/>
              <a:rect l="l" t="t" r="r" b="b"/>
              <a:pathLst>
                <a:path w="19220" h="19222" extrusionOk="0">
                  <a:moveTo>
                    <a:pt x="2468" y="1"/>
                  </a:moveTo>
                  <a:lnTo>
                    <a:pt x="0" y="2469"/>
                  </a:lnTo>
                  <a:lnTo>
                    <a:pt x="19220" y="19222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5"/>
            <p:cNvSpPr/>
            <p:nvPr/>
          </p:nvSpPr>
          <p:spPr>
            <a:xfrm>
              <a:off x="6939395" y="3168233"/>
              <a:ext cx="725499" cy="724713"/>
            </a:xfrm>
            <a:custGeom>
              <a:avLst/>
              <a:gdLst/>
              <a:ahLst/>
              <a:cxnLst/>
              <a:rect l="l" t="t" r="r" b="b"/>
              <a:pathLst>
                <a:path w="19388" h="19367" extrusionOk="0">
                  <a:moveTo>
                    <a:pt x="2552" y="189"/>
                  </a:moveTo>
                  <a:lnTo>
                    <a:pt x="18489" y="18488"/>
                  </a:lnTo>
                  <a:lnTo>
                    <a:pt x="188" y="2552"/>
                  </a:lnTo>
                  <a:lnTo>
                    <a:pt x="2552" y="189"/>
                  </a:lnTo>
                  <a:close/>
                  <a:moveTo>
                    <a:pt x="2552" y="0"/>
                  </a:moveTo>
                  <a:cubicBezTo>
                    <a:pt x="2531" y="0"/>
                    <a:pt x="2510" y="0"/>
                    <a:pt x="2489" y="22"/>
                  </a:cubicBezTo>
                  <a:lnTo>
                    <a:pt x="21" y="2510"/>
                  </a:lnTo>
                  <a:cubicBezTo>
                    <a:pt x="1" y="2510"/>
                    <a:pt x="1" y="2532"/>
                    <a:pt x="1" y="2552"/>
                  </a:cubicBezTo>
                  <a:cubicBezTo>
                    <a:pt x="1" y="2573"/>
                    <a:pt x="1" y="2593"/>
                    <a:pt x="21" y="2615"/>
                  </a:cubicBezTo>
                  <a:lnTo>
                    <a:pt x="19242" y="19367"/>
                  </a:lnTo>
                  <a:lnTo>
                    <a:pt x="19304" y="19367"/>
                  </a:lnTo>
                  <a:cubicBezTo>
                    <a:pt x="19346" y="19367"/>
                    <a:pt x="19388" y="19347"/>
                    <a:pt x="19388" y="19305"/>
                  </a:cubicBezTo>
                  <a:cubicBezTo>
                    <a:pt x="19388" y="19263"/>
                    <a:pt x="19367" y="19241"/>
                    <a:pt x="19346" y="19241"/>
                  </a:cubicBezTo>
                  <a:lnTo>
                    <a:pt x="2614" y="22"/>
                  </a:lnTo>
                  <a:cubicBezTo>
                    <a:pt x="2594" y="0"/>
                    <a:pt x="2572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5"/>
            <p:cNvSpPr/>
            <p:nvPr/>
          </p:nvSpPr>
          <p:spPr>
            <a:xfrm>
              <a:off x="6106677" y="2335477"/>
              <a:ext cx="719250" cy="719325"/>
            </a:xfrm>
            <a:custGeom>
              <a:avLst/>
              <a:gdLst/>
              <a:ahLst/>
              <a:cxnLst/>
              <a:rect l="l" t="t" r="r" b="b"/>
              <a:pathLst>
                <a:path w="19221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9220" y="167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5"/>
            <p:cNvSpPr/>
            <p:nvPr/>
          </p:nvSpPr>
          <p:spPr>
            <a:xfrm>
              <a:off x="6103571" y="2332633"/>
              <a:ext cx="725462" cy="725274"/>
            </a:xfrm>
            <a:custGeom>
              <a:avLst/>
              <a:gdLst/>
              <a:ahLst/>
              <a:cxnLst/>
              <a:rect l="l" t="t" r="r" b="b"/>
              <a:pathLst>
                <a:path w="19387" h="19382" extrusionOk="0">
                  <a:moveTo>
                    <a:pt x="899" y="893"/>
                  </a:moveTo>
                  <a:lnTo>
                    <a:pt x="19200" y="16830"/>
                  </a:lnTo>
                  <a:lnTo>
                    <a:pt x="16835" y="19193"/>
                  </a:lnTo>
                  <a:lnTo>
                    <a:pt x="899" y="893"/>
                  </a:lnTo>
                  <a:close/>
                  <a:moveTo>
                    <a:pt x="93" y="1"/>
                  </a:moveTo>
                  <a:cubicBezTo>
                    <a:pt x="69" y="1"/>
                    <a:pt x="44" y="11"/>
                    <a:pt x="20" y="35"/>
                  </a:cubicBezTo>
                  <a:cubicBezTo>
                    <a:pt x="0" y="57"/>
                    <a:pt x="0" y="99"/>
                    <a:pt x="20" y="141"/>
                  </a:cubicBezTo>
                  <a:lnTo>
                    <a:pt x="16773" y="19360"/>
                  </a:lnTo>
                  <a:cubicBezTo>
                    <a:pt x="16794" y="19382"/>
                    <a:pt x="16794" y="19382"/>
                    <a:pt x="16835" y="19382"/>
                  </a:cubicBezTo>
                  <a:cubicBezTo>
                    <a:pt x="16857" y="19382"/>
                    <a:pt x="16877" y="19382"/>
                    <a:pt x="16877" y="19360"/>
                  </a:cubicBezTo>
                  <a:lnTo>
                    <a:pt x="19367" y="16872"/>
                  </a:lnTo>
                  <a:cubicBezTo>
                    <a:pt x="19387" y="16872"/>
                    <a:pt x="19387" y="16850"/>
                    <a:pt x="19387" y="16830"/>
                  </a:cubicBezTo>
                  <a:cubicBezTo>
                    <a:pt x="19387" y="16809"/>
                    <a:pt x="19387" y="16789"/>
                    <a:pt x="19367" y="16767"/>
                  </a:cubicBezTo>
                  <a:lnTo>
                    <a:pt x="146" y="15"/>
                  </a:lnTo>
                  <a:cubicBezTo>
                    <a:pt x="128" y="6"/>
                    <a:pt x="111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5"/>
            <p:cNvSpPr/>
            <p:nvPr/>
          </p:nvSpPr>
          <p:spPr>
            <a:xfrm>
              <a:off x="6106677" y="3171339"/>
              <a:ext cx="719250" cy="719287"/>
            </a:xfrm>
            <a:custGeom>
              <a:avLst/>
              <a:gdLst/>
              <a:ahLst/>
              <a:cxnLst/>
              <a:rect l="l" t="t" r="r" b="b"/>
              <a:pathLst>
                <a:path w="19221" h="19222" extrusionOk="0">
                  <a:moveTo>
                    <a:pt x="16752" y="1"/>
                  </a:moveTo>
                  <a:lnTo>
                    <a:pt x="1" y="19222"/>
                  </a:lnTo>
                  <a:lnTo>
                    <a:pt x="19220" y="2469"/>
                  </a:lnTo>
                  <a:lnTo>
                    <a:pt x="1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5"/>
            <p:cNvSpPr/>
            <p:nvPr/>
          </p:nvSpPr>
          <p:spPr>
            <a:xfrm>
              <a:off x="6103571" y="3168233"/>
              <a:ext cx="725462" cy="724713"/>
            </a:xfrm>
            <a:custGeom>
              <a:avLst/>
              <a:gdLst/>
              <a:ahLst/>
              <a:cxnLst/>
              <a:rect l="l" t="t" r="r" b="b"/>
              <a:pathLst>
                <a:path w="19387" h="19367" extrusionOk="0">
                  <a:moveTo>
                    <a:pt x="16835" y="189"/>
                  </a:moveTo>
                  <a:lnTo>
                    <a:pt x="19200" y="2552"/>
                  </a:lnTo>
                  <a:lnTo>
                    <a:pt x="899" y="18488"/>
                  </a:lnTo>
                  <a:lnTo>
                    <a:pt x="16835" y="189"/>
                  </a:lnTo>
                  <a:close/>
                  <a:moveTo>
                    <a:pt x="16835" y="0"/>
                  </a:moveTo>
                  <a:cubicBezTo>
                    <a:pt x="16794" y="0"/>
                    <a:pt x="16794" y="0"/>
                    <a:pt x="16773" y="22"/>
                  </a:cubicBezTo>
                  <a:lnTo>
                    <a:pt x="20" y="19241"/>
                  </a:lnTo>
                  <a:cubicBezTo>
                    <a:pt x="0" y="19283"/>
                    <a:pt x="0" y="19325"/>
                    <a:pt x="20" y="19347"/>
                  </a:cubicBezTo>
                  <a:cubicBezTo>
                    <a:pt x="42" y="19367"/>
                    <a:pt x="62" y="19367"/>
                    <a:pt x="84" y="19367"/>
                  </a:cubicBezTo>
                  <a:lnTo>
                    <a:pt x="146" y="19367"/>
                  </a:lnTo>
                  <a:lnTo>
                    <a:pt x="19367" y="2615"/>
                  </a:lnTo>
                  <a:cubicBezTo>
                    <a:pt x="19387" y="2593"/>
                    <a:pt x="19387" y="2573"/>
                    <a:pt x="19387" y="2552"/>
                  </a:cubicBezTo>
                  <a:cubicBezTo>
                    <a:pt x="19387" y="2532"/>
                    <a:pt x="19387" y="2510"/>
                    <a:pt x="19367" y="2510"/>
                  </a:cubicBezTo>
                  <a:lnTo>
                    <a:pt x="16877" y="22"/>
                  </a:lnTo>
                  <a:cubicBezTo>
                    <a:pt x="16877" y="0"/>
                    <a:pt x="16835" y="0"/>
                    <a:pt x="16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5"/>
            <p:cNvSpPr/>
            <p:nvPr/>
          </p:nvSpPr>
          <p:spPr>
            <a:xfrm>
              <a:off x="6942539" y="2335477"/>
              <a:ext cx="719212" cy="719325"/>
            </a:xfrm>
            <a:custGeom>
              <a:avLst/>
              <a:gdLst/>
              <a:ahLst/>
              <a:cxnLst/>
              <a:rect l="l" t="t" r="r" b="b"/>
              <a:pathLst>
                <a:path w="19220" h="19223" extrusionOk="0">
                  <a:moveTo>
                    <a:pt x="19220" y="1"/>
                  </a:moveTo>
                  <a:lnTo>
                    <a:pt x="0" y="16754"/>
                  </a:lnTo>
                  <a:lnTo>
                    <a:pt x="2468" y="19222"/>
                  </a:lnTo>
                  <a:lnTo>
                    <a:pt x="19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5"/>
            <p:cNvSpPr/>
            <p:nvPr/>
          </p:nvSpPr>
          <p:spPr>
            <a:xfrm>
              <a:off x="6939395" y="2332633"/>
              <a:ext cx="725499" cy="725274"/>
            </a:xfrm>
            <a:custGeom>
              <a:avLst/>
              <a:gdLst/>
              <a:ahLst/>
              <a:cxnLst/>
              <a:rect l="l" t="t" r="r" b="b"/>
              <a:pathLst>
                <a:path w="19388" h="19382" extrusionOk="0">
                  <a:moveTo>
                    <a:pt x="18489" y="893"/>
                  </a:moveTo>
                  <a:lnTo>
                    <a:pt x="2552" y="19193"/>
                  </a:lnTo>
                  <a:lnTo>
                    <a:pt x="188" y="16830"/>
                  </a:lnTo>
                  <a:lnTo>
                    <a:pt x="18489" y="893"/>
                  </a:lnTo>
                  <a:close/>
                  <a:moveTo>
                    <a:pt x="19293" y="1"/>
                  </a:moveTo>
                  <a:cubicBezTo>
                    <a:pt x="19277" y="1"/>
                    <a:pt x="19260" y="6"/>
                    <a:pt x="19242" y="15"/>
                  </a:cubicBezTo>
                  <a:lnTo>
                    <a:pt x="21" y="16767"/>
                  </a:lnTo>
                  <a:cubicBezTo>
                    <a:pt x="1" y="16789"/>
                    <a:pt x="1" y="16809"/>
                    <a:pt x="1" y="16830"/>
                  </a:cubicBezTo>
                  <a:cubicBezTo>
                    <a:pt x="1" y="16850"/>
                    <a:pt x="1" y="16872"/>
                    <a:pt x="21" y="16872"/>
                  </a:cubicBezTo>
                  <a:lnTo>
                    <a:pt x="2489" y="19360"/>
                  </a:lnTo>
                  <a:cubicBezTo>
                    <a:pt x="2510" y="19382"/>
                    <a:pt x="2531" y="19382"/>
                    <a:pt x="2552" y="19382"/>
                  </a:cubicBezTo>
                  <a:cubicBezTo>
                    <a:pt x="2572" y="19382"/>
                    <a:pt x="2594" y="19382"/>
                    <a:pt x="2614" y="19360"/>
                  </a:cubicBezTo>
                  <a:lnTo>
                    <a:pt x="19346" y="141"/>
                  </a:lnTo>
                  <a:cubicBezTo>
                    <a:pt x="19388" y="99"/>
                    <a:pt x="19388" y="57"/>
                    <a:pt x="19346" y="35"/>
                  </a:cubicBezTo>
                  <a:cubicBezTo>
                    <a:pt x="19334" y="11"/>
                    <a:pt x="19315" y="1"/>
                    <a:pt x="19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5"/>
            <p:cNvSpPr/>
            <p:nvPr/>
          </p:nvSpPr>
          <p:spPr>
            <a:xfrm>
              <a:off x="6946430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171" y="0"/>
                  </a:moveTo>
                  <a:lnTo>
                    <a:pt x="0" y="1172"/>
                  </a:lnTo>
                  <a:lnTo>
                    <a:pt x="18301" y="17108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5"/>
            <p:cNvSpPr/>
            <p:nvPr/>
          </p:nvSpPr>
          <p:spPr>
            <a:xfrm>
              <a:off x="6942539" y="3217553"/>
              <a:ext cx="719212" cy="673074"/>
            </a:xfrm>
            <a:custGeom>
              <a:avLst/>
              <a:gdLst/>
              <a:ahLst/>
              <a:cxnLst/>
              <a:rect l="l" t="t" r="r" b="b"/>
              <a:pathLst>
                <a:path w="19220" h="17987" extrusionOk="0">
                  <a:moveTo>
                    <a:pt x="1233" y="0"/>
                  </a:moveTo>
                  <a:lnTo>
                    <a:pt x="0" y="1234"/>
                  </a:lnTo>
                  <a:lnTo>
                    <a:pt x="19220" y="17987"/>
                  </a:lnTo>
                  <a:lnTo>
                    <a:pt x="19220" y="17987"/>
                  </a:lnTo>
                  <a:lnTo>
                    <a:pt x="18405" y="17170"/>
                  </a:lnTo>
                  <a:lnTo>
                    <a:pt x="104" y="1234"/>
                  </a:lnTo>
                  <a:lnTo>
                    <a:pt x="1275" y="62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5"/>
            <p:cNvSpPr/>
            <p:nvPr/>
          </p:nvSpPr>
          <p:spPr>
            <a:xfrm>
              <a:off x="6137174" y="2366049"/>
              <a:ext cx="640219" cy="684786"/>
            </a:xfrm>
            <a:custGeom>
              <a:avLst/>
              <a:gdLst/>
              <a:ahLst/>
              <a:cxnLst/>
              <a:rect l="l" t="t" r="r" b="b"/>
              <a:pathLst>
                <a:path w="17109" h="18300" extrusionOk="0">
                  <a:moveTo>
                    <a:pt x="1" y="0"/>
                  </a:moveTo>
                  <a:lnTo>
                    <a:pt x="15937" y="18300"/>
                  </a:lnTo>
                  <a:lnTo>
                    <a:pt x="17109" y="171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5"/>
            <p:cNvSpPr/>
            <p:nvPr/>
          </p:nvSpPr>
          <p:spPr>
            <a:xfrm>
              <a:off x="6106677" y="2335477"/>
              <a:ext cx="673111" cy="719325"/>
            </a:xfrm>
            <a:custGeom>
              <a:avLst/>
              <a:gdLst/>
              <a:ahLst/>
              <a:cxnLst/>
              <a:rect l="l" t="t" r="r" b="b"/>
              <a:pathLst>
                <a:path w="17988" h="19223" extrusionOk="0">
                  <a:moveTo>
                    <a:pt x="1" y="1"/>
                  </a:moveTo>
                  <a:lnTo>
                    <a:pt x="16752" y="19222"/>
                  </a:lnTo>
                  <a:lnTo>
                    <a:pt x="17987" y="17987"/>
                  </a:lnTo>
                  <a:lnTo>
                    <a:pt x="17924" y="17926"/>
                  </a:lnTo>
                  <a:lnTo>
                    <a:pt x="16752" y="19117"/>
                  </a:lnTo>
                  <a:lnTo>
                    <a:pt x="816" y="8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5"/>
            <p:cNvSpPr/>
            <p:nvPr/>
          </p:nvSpPr>
          <p:spPr>
            <a:xfrm>
              <a:off x="6137174" y="3219873"/>
              <a:ext cx="684861" cy="640219"/>
            </a:xfrm>
            <a:custGeom>
              <a:avLst/>
              <a:gdLst/>
              <a:ahLst/>
              <a:cxnLst/>
              <a:rect l="l" t="t" r="r" b="b"/>
              <a:pathLst>
                <a:path w="18302" h="17109" extrusionOk="0">
                  <a:moveTo>
                    <a:pt x="17109" y="0"/>
                  </a:moveTo>
                  <a:lnTo>
                    <a:pt x="1" y="17108"/>
                  </a:lnTo>
                  <a:lnTo>
                    <a:pt x="18302" y="1172"/>
                  </a:lnTo>
                  <a:lnTo>
                    <a:pt x="17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5"/>
            <p:cNvSpPr/>
            <p:nvPr/>
          </p:nvSpPr>
          <p:spPr>
            <a:xfrm>
              <a:off x="6106677" y="3217553"/>
              <a:ext cx="719250" cy="673074"/>
            </a:xfrm>
            <a:custGeom>
              <a:avLst/>
              <a:gdLst/>
              <a:ahLst/>
              <a:cxnLst/>
              <a:rect l="l" t="t" r="r" b="b"/>
              <a:pathLst>
                <a:path w="19221" h="17987" extrusionOk="0">
                  <a:moveTo>
                    <a:pt x="17987" y="0"/>
                  </a:moveTo>
                  <a:lnTo>
                    <a:pt x="17924" y="62"/>
                  </a:lnTo>
                  <a:lnTo>
                    <a:pt x="19117" y="1234"/>
                  </a:lnTo>
                  <a:lnTo>
                    <a:pt x="816" y="17170"/>
                  </a:lnTo>
                  <a:lnTo>
                    <a:pt x="1" y="17987"/>
                  </a:lnTo>
                  <a:lnTo>
                    <a:pt x="19220" y="1234"/>
                  </a:lnTo>
                  <a:lnTo>
                    <a:pt x="17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5"/>
            <p:cNvSpPr/>
            <p:nvPr/>
          </p:nvSpPr>
          <p:spPr>
            <a:xfrm>
              <a:off x="6990250" y="2366049"/>
              <a:ext cx="641042" cy="684786"/>
            </a:xfrm>
            <a:custGeom>
              <a:avLst/>
              <a:gdLst/>
              <a:ahLst/>
              <a:cxnLst/>
              <a:rect l="l" t="t" r="r" b="b"/>
              <a:pathLst>
                <a:path w="17131" h="18300" extrusionOk="0">
                  <a:moveTo>
                    <a:pt x="17130" y="0"/>
                  </a:moveTo>
                  <a:lnTo>
                    <a:pt x="0" y="17109"/>
                  </a:lnTo>
                  <a:lnTo>
                    <a:pt x="1193" y="18300"/>
                  </a:lnTo>
                  <a:lnTo>
                    <a:pt x="171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5"/>
            <p:cNvSpPr/>
            <p:nvPr/>
          </p:nvSpPr>
          <p:spPr>
            <a:xfrm>
              <a:off x="6988678" y="2335477"/>
              <a:ext cx="673074" cy="719325"/>
            </a:xfrm>
            <a:custGeom>
              <a:avLst/>
              <a:gdLst/>
              <a:ahLst/>
              <a:cxnLst/>
              <a:rect l="l" t="t" r="r" b="b"/>
              <a:pathLst>
                <a:path w="17987" h="19223" extrusionOk="0">
                  <a:moveTo>
                    <a:pt x="17987" y="1"/>
                  </a:moveTo>
                  <a:lnTo>
                    <a:pt x="17172" y="817"/>
                  </a:lnTo>
                  <a:lnTo>
                    <a:pt x="1235" y="19117"/>
                  </a:lnTo>
                  <a:lnTo>
                    <a:pt x="42" y="17926"/>
                  </a:lnTo>
                  <a:lnTo>
                    <a:pt x="0" y="17987"/>
                  </a:lnTo>
                  <a:lnTo>
                    <a:pt x="1235" y="19222"/>
                  </a:lnTo>
                  <a:lnTo>
                    <a:pt x="17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5"/>
            <p:cNvSpPr/>
            <p:nvPr/>
          </p:nvSpPr>
          <p:spPr>
            <a:xfrm>
              <a:off x="6985535" y="3214597"/>
              <a:ext cx="679360" cy="678350"/>
            </a:xfrm>
            <a:custGeom>
              <a:avLst/>
              <a:gdLst/>
              <a:ahLst/>
              <a:cxnLst/>
              <a:rect l="l" t="t" r="r" b="b"/>
              <a:pathLst>
                <a:path w="18155" h="18128" extrusionOk="0">
                  <a:moveTo>
                    <a:pt x="83" y="1"/>
                  </a:moveTo>
                  <a:cubicBezTo>
                    <a:pt x="64" y="1"/>
                    <a:pt x="43" y="6"/>
                    <a:pt x="23" y="16"/>
                  </a:cubicBezTo>
                  <a:cubicBezTo>
                    <a:pt x="1" y="58"/>
                    <a:pt x="1" y="100"/>
                    <a:pt x="23" y="121"/>
                  </a:cubicBezTo>
                  <a:lnTo>
                    <a:pt x="18009" y="18108"/>
                  </a:lnTo>
                  <a:cubicBezTo>
                    <a:pt x="18029" y="18128"/>
                    <a:pt x="18051" y="18128"/>
                    <a:pt x="18071" y="18128"/>
                  </a:cubicBezTo>
                  <a:cubicBezTo>
                    <a:pt x="18093" y="18128"/>
                    <a:pt x="18113" y="18128"/>
                    <a:pt x="18113" y="18108"/>
                  </a:cubicBezTo>
                  <a:cubicBezTo>
                    <a:pt x="18155" y="18086"/>
                    <a:pt x="18155" y="18024"/>
                    <a:pt x="18113" y="18002"/>
                  </a:cubicBezTo>
                  <a:lnTo>
                    <a:pt x="126" y="16"/>
                  </a:lnTo>
                  <a:cubicBezTo>
                    <a:pt x="116" y="6"/>
                    <a:pt x="101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5"/>
            <p:cNvSpPr/>
            <p:nvPr/>
          </p:nvSpPr>
          <p:spPr>
            <a:xfrm>
              <a:off x="6103571" y="2332745"/>
              <a:ext cx="679323" cy="678986"/>
            </a:xfrm>
            <a:custGeom>
              <a:avLst/>
              <a:gdLst/>
              <a:ahLst/>
              <a:cxnLst/>
              <a:rect l="l" t="t" r="r" b="b"/>
              <a:pathLst>
                <a:path w="18154" h="18145" extrusionOk="0">
                  <a:moveTo>
                    <a:pt x="83" y="1"/>
                  </a:moveTo>
                  <a:cubicBezTo>
                    <a:pt x="62" y="1"/>
                    <a:pt x="41" y="11"/>
                    <a:pt x="20" y="32"/>
                  </a:cubicBezTo>
                  <a:cubicBezTo>
                    <a:pt x="0" y="54"/>
                    <a:pt x="0" y="96"/>
                    <a:pt x="20" y="138"/>
                  </a:cubicBezTo>
                  <a:lnTo>
                    <a:pt x="18007" y="18124"/>
                  </a:lnTo>
                  <a:cubicBezTo>
                    <a:pt x="18028" y="18124"/>
                    <a:pt x="18048" y="18144"/>
                    <a:pt x="18070" y="18144"/>
                  </a:cubicBezTo>
                  <a:cubicBezTo>
                    <a:pt x="18090" y="18144"/>
                    <a:pt x="18112" y="18124"/>
                    <a:pt x="18132" y="18124"/>
                  </a:cubicBezTo>
                  <a:cubicBezTo>
                    <a:pt x="18154" y="18082"/>
                    <a:pt x="18154" y="18040"/>
                    <a:pt x="18132" y="17999"/>
                  </a:cubicBezTo>
                  <a:lnTo>
                    <a:pt x="146" y="32"/>
                  </a:lnTo>
                  <a:cubicBezTo>
                    <a:pt x="125" y="11"/>
                    <a:pt x="104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5"/>
            <p:cNvSpPr/>
            <p:nvPr/>
          </p:nvSpPr>
          <p:spPr>
            <a:xfrm>
              <a:off x="6103571" y="3214597"/>
              <a:ext cx="679323" cy="678350"/>
            </a:xfrm>
            <a:custGeom>
              <a:avLst/>
              <a:gdLst/>
              <a:ahLst/>
              <a:cxnLst/>
              <a:rect l="l" t="t" r="r" b="b"/>
              <a:pathLst>
                <a:path w="18154" h="18128" extrusionOk="0">
                  <a:moveTo>
                    <a:pt x="18069" y="1"/>
                  </a:moveTo>
                  <a:cubicBezTo>
                    <a:pt x="18048" y="1"/>
                    <a:pt x="18027" y="6"/>
                    <a:pt x="18007" y="16"/>
                  </a:cubicBezTo>
                  <a:lnTo>
                    <a:pt x="20" y="18002"/>
                  </a:lnTo>
                  <a:cubicBezTo>
                    <a:pt x="0" y="18024"/>
                    <a:pt x="0" y="18086"/>
                    <a:pt x="20" y="18108"/>
                  </a:cubicBezTo>
                  <a:cubicBezTo>
                    <a:pt x="42" y="18128"/>
                    <a:pt x="62" y="18128"/>
                    <a:pt x="84" y="18128"/>
                  </a:cubicBezTo>
                  <a:cubicBezTo>
                    <a:pt x="104" y="18128"/>
                    <a:pt x="126" y="18128"/>
                    <a:pt x="146" y="18108"/>
                  </a:cubicBezTo>
                  <a:lnTo>
                    <a:pt x="18132" y="121"/>
                  </a:lnTo>
                  <a:cubicBezTo>
                    <a:pt x="18154" y="100"/>
                    <a:pt x="18154" y="58"/>
                    <a:pt x="18132" y="16"/>
                  </a:cubicBezTo>
                  <a:cubicBezTo>
                    <a:pt x="18111" y="6"/>
                    <a:pt x="18090" y="1"/>
                    <a:pt x="18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5"/>
            <p:cNvSpPr/>
            <p:nvPr/>
          </p:nvSpPr>
          <p:spPr>
            <a:xfrm>
              <a:off x="6985535" y="2332745"/>
              <a:ext cx="679360" cy="678986"/>
            </a:xfrm>
            <a:custGeom>
              <a:avLst/>
              <a:gdLst/>
              <a:ahLst/>
              <a:cxnLst/>
              <a:rect l="l" t="t" r="r" b="b"/>
              <a:pathLst>
                <a:path w="18155" h="18145" extrusionOk="0">
                  <a:moveTo>
                    <a:pt x="18061" y="1"/>
                  </a:moveTo>
                  <a:cubicBezTo>
                    <a:pt x="18040" y="1"/>
                    <a:pt x="18019" y="11"/>
                    <a:pt x="18009" y="32"/>
                  </a:cubicBezTo>
                  <a:lnTo>
                    <a:pt x="23" y="17999"/>
                  </a:lnTo>
                  <a:cubicBezTo>
                    <a:pt x="1" y="18040"/>
                    <a:pt x="1" y="18082"/>
                    <a:pt x="23" y="18124"/>
                  </a:cubicBezTo>
                  <a:cubicBezTo>
                    <a:pt x="43" y="18124"/>
                    <a:pt x="64" y="18144"/>
                    <a:pt x="84" y="18144"/>
                  </a:cubicBezTo>
                  <a:cubicBezTo>
                    <a:pt x="106" y="18144"/>
                    <a:pt x="126" y="18124"/>
                    <a:pt x="126" y="18124"/>
                  </a:cubicBezTo>
                  <a:lnTo>
                    <a:pt x="18113" y="138"/>
                  </a:lnTo>
                  <a:cubicBezTo>
                    <a:pt x="18155" y="96"/>
                    <a:pt x="18155" y="54"/>
                    <a:pt x="18113" y="32"/>
                  </a:cubicBezTo>
                  <a:cubicBezTo>
                    <a:pt x="18103" y="11"/>
                    <a:pt x="18082" y="1"/>
                    <a:pt x="1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5"/>
            <p:cNvSpPr/>
            <p:nvPr/>
          </p:nvSpPr>
          <p:spPr>
            <a:xfrm>
              <a:off x="6802399" y="1739143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2176" y="0"/>
                  </a:moveTo>
                  <a:lnTo>
                    <a:pt x="1" y="31790"/>
                  </a:lnTo>
                  <a:lnTo>
                    <a:pt x="4373" y="31790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5"/>
            <p:cNvSpPr/>
            <p:nvPr/>
          </p:nvSpPr>
          <p:spPr>
            <a:xfrm>
              <a:off x="6799293" y="1736000"/>
              <a:ext cx="169887" cy="1195120"/>
            </a:xfrm>
            <a:custGeom>
              <a:avLst/>
              <a:gdLst/>
              <a:ahLst/>
              <a:cxnLst/>
              <a:rect l="l" t="t" r="r" b="b"/>
              <a:pathLst>
                <a:path w="4540" h="31938" extrusionOk="0">
                  <a:moveTo>
                    <a:pt x="2259" y="1214"/>
                  </a:moveTo>
                  <a:lnTo>
                    <a:pt x="4372" y="31791"/>
                  </a:lnTo>
                  <a:lnTo>
                    <a:pt x="167" y="31791"/>
                  </a:lnTo>
                  <a:lnTo>
                    <a:pt x="2259" y="1214"/>
                  </a:lnTo>
                  <a:close/>
                  <a:moveTo>
                    <a:pt x="2259" y="0"/>
                  </a:moveTo>
                  <a:cubicBezTo>
                    <a:pt x="2217" y="0"/>
                    <a:pt x="2197" y="22"/>
                    <a:pt x="2197" y="64"/>
                  </a:cubicBezTo>
                  <a:lnTo>
                    <a:pt x="0" y="31854"/>
                  </a:lnTo>
                  <a:cubicBezTo>
                    <a:pt x="0" y="31874"/>
                    <a:pt x="0" y="31896"/>
                    <a:pt x="22" y="31916"/>
                  </a:cubicBezTo>
                  <a:cubicBezTo>
                    <a:pt x="22" y="31938"/>
                    <a:pt x="42" y="31938"/>
                    <a:pt x="84" y="31938"/>
                  </a:cubicBezTo>
                  <a:lnTo>
                    <a:pt x="4456" y="31938"/>
                  </a:lnTo>
                  <a:cubicBezTo>
                    <a:pt x="4518" y="31938"/>
                    <a:pt x="4539" y="31916"/>
                    <a:pt x="4539" y="31874"/>
                  </a:cubicBezTo>
                  <a:lnTo>
                    <a:pt x="4539" y="31832"/>
                  </a:lnTo>
                  <a:lnTo>
                    <a:pt x="2343" y="64"/>
                  </a:lnTo>
                  <a:cubicBezTo>
                    <a:pt x="2343" y="22"/>
                    <a:pt x="2301" y="0"/>
                    <a:pt x="2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5"/>
            <p:cNvSpPr/>
            <p:nvPr/>
          </p:nvSpPr>
          <p:spPr>
            <a:xfrm>
              <a:off x="6802399" y="3297371"/>
              <a:ext cx="163638" cy="1189619"/>
            </a:xfrm>
            <a:custGeom>
              <a:avLst/>
              <a:gdLst/>
              <a:ahLst/>
              <a:cxnLst/>
              <a:rect l="l" t="t" r="r" b="b"/>
              <a:pathLst>
                <a:path w="4373" h="31791" extrusionOk="0">
                  <a:moveTo>
                    <a:pt x="1" y="1"/>
                  </a:moveTo>
                  <a:lnTo>
                    <a:pt x="2176" y="31791"/>
                  </a:lnTo>
                  <a:lnTo>
                    <a:pt x="4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5"/>
            <p:cNvSpPr/>
            <p:nvPr/>
          </p:nvSpPr>
          <p:spPr>
            <a:xfrm>
              <a:off x="6799293" y="3294265"/>
              <a:ext cx="169887" cy="1195868"/>
            </a:xfrm>
            <a:custGeom>
              <a:avLst/>
              <a:gdLst/>
              <a:ahLst/>
              <a:cxnLst/>
              <a:rect l="l" t="t" r="r" b="b"/>
              <a:pathLst>
                <a:path w="4540" h="31958" extrusionOk="0">
                  <a:moveTo>
                    <a:pt x="4372" y="167"/>
                  </a:moveTo>
                  <a:lnTo>
                    <a:pt x="2259" y="30744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42" y="0"/>
                    <a:pt x="22" y="20"/>
                    <a:pt x="22" y="42"/>
                  </a:cubicBezTo>
                  <a:cubicBezTo>
                    <a:pt x="0" y="42"/>
                    <a:pt x="0" y="62"/>
                    <a:pt x="0" y="84"/>
                  </a:cubicBezTo>
                  <a:lnTo>
                    <a:pt x="2197" y="31894"/>
                  </a:lnTo>
                  <a:cubicBezTo>
                    <a:pt x="2197" y="31936"/>
                    <a:pt x="2217" y="31957"/>
                    <a:pt x="2259" y="31957"/>
                  </a:cubicBezTo>
                  <a:cubicBezTo>
                    <a:pt x="2301" y="31957"/>
                    <a:pt x="2343" y="31936"/>
                    <a:pt x="2343" y="31894"/>
                  </a:cubicBezTo>
                  <a:lnTo>
                    <a:pt x="4539" y="84"/>
                  </a:lnTo>
                  <a:cubicBezTo>
                    <a:pt x="4539" y="62"/>
                    <a:pt x="4539" y="42"/>
                    <a:pt x="4518" y="42"/>
                  </a:cubicBezTo>
                  <a:cubicBezTo>
                    <a:pt x="4498" y="20"/>
                    <a:pt x="4476" y="0"/>
                    <a:pt x="4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5"/>
            <p:cNvSpPr/>
            <p:nvPr/>
          </p:nvSpPr>
          <p:spPr>
            <a:xfrm>
              <a:off x="551030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31791" y="1"/>
                  </a:moveTo>
                  <a:lnTo>
                    <a:pt x="1" y="2176"/>
                  </a:lnTo>
                  <a:lnTo>
                    <a:pt x="31791" y="4371"/>
                  </a:lnTo>
                  <a:lnTo>
                    <a:pt x="31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5"/>
            <p:cNvSpPr/>
            <p:nvPr/>
          </p:nvSpPr>
          <p:spPr>
            <a:xfrm>
              <a:off x="5507200" y="3028168"/>
              <a:ext cx="1195045" cy="169812"/>
            </a:xfrm>
            <a:custGeom>
              <a:avLst/>
              <a:gdLst/>
              <a:ahLst/>
              <a:cxnLst/>
              <a:rect l="l" t="t" r="r" b="b"/>
              <a:pathLst>
                <a:path w="31936" h="4538" extrusionOk="0">
                  <a:moveTo>
                    <a:pt x="31790" y="167"/>
                  </a:moveTo>
                  <a:lnTo>
                    <a:pt x="31790" y="4370"/>
                  </a:lnTo>
                  <a:lnTo>
                    <a:pt x="1213" y="2259"/>
                  </a:lnTo>
                  <a:lnTo>
                    <a:pt x="31790" y="167"/>
                  </a:lnTo>
                  <a:close/>
                  <a:moveTo>
                    <a:pt x="31852" y="0"/>
                  </a:moveTo>
                  <a:lnTo>
                    <a:pt x="62" y="2195"/>
                  </a:lnTo>
                  <a:cubicBezTo>
                    <a:pt x="20" y="2195"/>
                    <a:pt x="0" y="2217"/>
                    <a:pt x="0" y="2259"/>
                  </a:cubicBezTo>
                  <a:cubicBezTo>
                    <a:pt x="0" y="2301"/>
                    <a:pt x="20" y="2343"/>
                    <a:pt x="62" y="2343"/>
                  </a:cubicBezTo>
                  <a:lnTo>
                    <a:pt x="31852" y="4538"/>
                  </a:lnTo>
                  <a:lnTo>
                    <a:pt x="31874" y="4538"/>
                  </a:lnTo>
                  <a:cubicBezTo>
                    <a:pt x="31874" y="4538"/>
                    <a:pt x="31894" y="4538"/>
                    <a:pt x="31916" y="4518"/>
                  </a:cubicBezTo>
                  <a:cubicBezTo>
                    <a:pt x="31936" y="4496"/>
                    <a:pt x="31936" y="4476"/>
                    <a:pt x="31936" y="4454"/>
                  </a:cubicBezTo>
                  <a:lnTo>
                    <a:pt x="31936" y="84"/>
                  </a:lnTo>
                  <a:cubicBezTo>
                    <a:pt x="31936" y="62"/>
                    <a:pt x="31936" y="42"/>
                    <a:pt x="31916" y="20"/>
                  </a:cubicBezTo>
                  <a:cubicBezTo>
                    <a:pt x="31894" y="0"/>
                    <a:pt x="31874" y="0"/>
                    <a:pt x="31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5"/>
            <p:cNvSpPr/>
            <p:nvPr/>
          </p:nvSpPr>
          <p:spPr>
            <a:xfrm>
              <a:off x="7068496" y="3031274"/>
              <a:ext cx="1189619" cy="163600"/>
            </a:xfrm>
            <a:custGeom>
              <a:avLst/>
              <a:gdLst/>
              <a:ahLst/>
              <a:cxnLst/>
              <a:rect l="l" t="t" r="r" b="b"/>
              <a:pathLst>
                <a:path w="31791" h="4372" extrusionOk="0">
                  <a:moveTo>
                    <a:pt x="1" y="1"/>
                  </a:moveTo>
                  <a:lnTo>
                    <a:pt x="1" y="4371"/>
                  </a:lnTo>
                  <a:lnTo>
                    <a:pt x="31791" y="2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5"/>
            <p:cNvSpPr/>
            <p:nvPr/>
          </p:nvSpPr>
          <p:spPr>
            <a:xfrm>
              <a:off x="7065390" y="3028168"/>
              <a:ext cx="1195868" cy="169812"/>
            </a:xfrm>
            <a:custGeom>
              <a:avLst/>
              <a:gdLst/>
              <a:ahLst/>
              <a:cxnLst/>
              <a:rect l="l" t="t" r="r" b="b"/>
              <a:pathLst>
                <a:path w="31958" h="4538" extrusionOk="0">
                  <a:moveTo>
                    <a:pt x="167" y="167"/>
                  </a:moveTo>
                  <a:lnTo>
                    <a:pt x="30744" y="2259"/>
                  </a:lnTo>
                  <a:lnTo>
                    <a:pt x="167" y="4370"/>
                  </a:lnTo>
                  <a:lnTo>
                    <a:pt x="167" y="167"/>
                  </a:lnTo>
                  <a:close/>
                  <a:moveTo>
                    <a:pt x="84" y="0"/>
                  </a:moveTo>
                  <a:cubicBezTo>
                    <a:pt x="84" y="0"/>
                    <a:pt x="42" y="0"/>
                    <a:pt x="42" y="20"/>
                  </a:cubicBezTo>
                  <a:cubicBezTo>
                    <a:pt x="22" y="42"/>
                    <a:pt x="0" y="62"/>
                    <a:pt x="0" y="84"/>
                  </a:cubicBezTo>
                  <a:lnTo>
                    <a:pt x="0" y="4454"/>
                  </a:lnTo>
                  <a:cubicBezTo>
                    <a:pt x="0" y="4476"/>
                    <a:pt x="22" y="4496"/>
                    <a:pt x="42" y="4518"/>
                  </a:cubicBezTo>
                  <a:cubicBezTo>
                    <a:pt x="42" y="4538"/>
                    <a:pt x="64" y="4538"/>
                    <a:pt x="84" y="4538"/>
                  </a:cubicBezTo>
                  <a:lnTo>
                    <a:pt x="31874" y="2343"/>
                  </a:lnTo>
                  <a:cubicBezTo>
                    <a:pt x="31916" y="2343"/>
                    <a:pt x="31957" y="2301"/>
                    <a:pt x="31957" y="2259"/>
                  </a:cubicBezTo>
                  <a:cubicBezTo>
                    <a:pt x="31957" y="2217"/>
                    <a:pt x="31916" y="2195"/>
                    <a:pt x="31874" y="2195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5"/>
            <p:cNvSpPr/>
            <p:nvPr/>
          </p:nvSpPr>
          <p:spPr>
            <a:xfrm>
              <a:off x="6883788" y="1781391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1"/>
                  </a:moveTo>
                  <a:lnTo>
                    <a:pt x="1" y="30578"/>
                  </a:lnTo>
                  <a:lnTo>
                    <a:pt x="2114" y="305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5"/>
            <p:cNvSpPr/>
            <p:nvPr/>
          </p:nvSpPr>
          <p:spPr>
            <a:xfrm>
              <a:off x="6883788" y="1739143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0"/>
                  </a:moveTo>
                  <a:lnTo>
                    <a:pt x="1" y="1130"/>
                  </a:lnTo>
                  <a:lnTo>
                    <a:pt x="2114" y="31707"/>
                  </a:lnTo>
                  <a:lnTo>
                    <a:pt x="1" y="31707"/>
                  </a:lnTo>
                  <a:lnTo>
                    <a:pt x="1" y="31790"/>
                  </a:lnTo>
                  <a:lnTo>
                    <a:pt x="2198" y="317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5"/>
            <p:cNvSpPr/>
            <p:nvPr/>
          </p:nvSpPr>
          <p:spPr>
            <a:xfrm>
              <a:off x="6883788" y="3300514"/>
              <a:ext cx="79143" cy="1144229"/>
            </a:xfrm>
            <a:custGeom>
              <a:avLst/>
              <a:gdLst/>
              <a:ahLst/>
              <a:cxnLst/>
              <a:rect l="l" t="t" r="r" b="b"/>
              <a:pathLst>
                <a:path w="2115" h="30578" extrusionOk="0">
                  <a:moveTo>
                    <a:pt x="1" y="0"/>
                  </a:moveTo>
                  <a:lnTo>
                    <a:pt x="1" y="305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5"/>
            <p:cNvSpPr/>
            <p:nvPr/>
          </p:nvSpPr>
          <p:spPr>
            <a:xfrm>
              <a:off x="6883788" y="3297371"/>
              <a:ext cx="82249" cy="1189619"/>
            </a:xfrm>
            <a:custGeom>
              <a:avLst/>
              <a:gdLst/>
              <a:ahLst/>
              <a:cxnLst/>
              <a:rect l="l" t="t" r="r" b="b"/>
              <a:pathLst>
                <a:path w="2198" h="31791" extrusionOk="0">
                  <a:moveTo>
                    <a:pt x="1" y="1"/>
                  </a:moveTo>
                  <a:lnTo>
                    <a:pt x="1" y="84"/>
                  </a:lnTo>
                  <a:lnTo>
                    <a:pt x="2114" y="84"/>
                  </a:lnTo>
                  <a:lnTo>
                    <a:pt x="1" y="30661"/>
                  </a:lnTo>
                  <a:lnTo>
                    <a:pt x="1" y="31791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5"/>
            <p:cNvSpPr/>
            <p:nvPr/>
          </p:nvSpPr>
          <p:spPr>
            <a:xfrm>
              <a:off x="5552591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30577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5"/>
            <p:cNvSpPr/>
            <p:nvPr/>
          </p:nvSpPr>
          <p:spPr>
            <a:xfrm>
              <a:off x="551030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31791" y="2196"/>
                  </a:lnTo>
                  <a:lnTo>
                    <a:pt x="31791" y="1"/>
                  </a:lnTo>
                  <a:lnTo>
                    <a:pt x="31707" y="1"/>
                  </a:lnTo>
                  <a:lnTo>
                    <a:pt x="31707" y="2112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5"/>
            <p:cNvSpPr/>
            <p:nvPr/>
          </p:nvSpPr>
          <p:spPr>
            <a:xfrm>
              <a:off x="7071639" y="3112663"/>
              <a:ext cx="1144229" cy="79068"/>
            </a:xfrm>
            <a:custGeom>
              <a:avLst/>
              <a:gdLst/>
              <a:ahLst/>
              <a:cxnLst/>
              <a:rect l="l" t="t" r="r" b="b"/>
              <a:pathLst>
                <a:path w="30578" h="2113" extrusionOk="0">
                  <a:moveTo>
                    <a:pt x="0" y="1"/>
                  </a:moveTo>
                  <a:lnTo>
                    <a:pt x="0" y="2112"/>
                  </a:lnTo>
                  <a:lnTo>
                    <a:pt x="305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5"/>
            <p:cNvSpPr/>
            <p:nvPr/>
          </p:nvSpPr>
          <p:spPr>
            <a:xfrm>
              <a:off x="7068496" y="3112663"/>
              <a:ext cx="1189619" cy="82212"/>
            </a:xfrm>
            <a:custGeom>
              <a:avLst/>
              <a:gdLst/>
              <a:ahLst/>
              <a:cxnLst/>
              <a:rect l="l" t="t" r="r" b="b"/>
              <a:pathLst>
                <a:path w="31791" h="2197" extrusionOk="0">
                  <a:moveTo>
                    <a:pt x="1" y="1"/>
                  </a:moveTo>
                  <a:lnTo>
                    <a:pt x="1" y="2196"/>
                  </a:lnTo>
                  <a:lnTo>
                    <a:pt x="31791" y="1"/>
                  </a:lnTo>
                  <a:lnTo>
                    <a:pt x="30661" y="1"/>
                  </a:lnTo>
                  <a:lnTo>
                    <a:pt x="84" y="211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5"/>
            <p:cNvSpPr/>
            <p:nvPr/>
          </p:nvSpPr>
          <p:spPr>
            <a:xfrm>
              <a:off x="6881506" y="1736000"/>
              <a:ext cx="5463" cy="1195120"/>
            </a:xfrm>
            <a:custGeom>
              <a:avLst/>
              <a:gdLst/>
              <a:ahLst/>
              <a:cxnLst/>
              <a:rect l="l" t="t" r="r" b="b"/>
              <a:pathLst>
                <a:path w="146" h="3193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38"/>
                    <a:pt x="62" y="31938"/>
                  </a:cubicBezTo>
                  <a:cubicBezTo>
                    <a:pt x="104" y="31938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5"/>
            <p:cNvSpPr/>
            <p:nvPr/>
          </p:nvSpPr>
          <p:spPr>
            <a:xfrm>
              <a:off x="6881506" y="3294265"/>
              <a:ext cx="5463" cy="1195868"/>
            </a:xfrm>
            <a:custGeom>
              <a:avLst/>
              <a:gdLst/>
              <a:ahLst/>
              <a:cxnLst/>
              <a:rect l="l" t="t" r="r" b="b"/>
              <a:pathLst>
                <a:path w="146" h="31958" extrusionOk="0">
                  <a:moveTo>
                    <a:pt x="62" y="0"/>
                  </a:moveTo>
                  <a:cubicBezTo>
                    <a:pt x="20" y="0"/>
                    <a:pt x="0" y="42"/>
                    <a:pt x="0" y="84"/>
                  </a:cubicBezTo>
                  <a:lnTo>
                    <a:pt x="0" y="31874"/>
                  </a:lnTo>
                  <a:cubicBezTo>
                    <a:pt x="0" y="31916"/>
                    <a:pt x="20" y="31957"/>
                    <a:pt x="62" y="31957"/>
                  </a:cubicBezTo>
                  <a:cubicBezTo>
                    <a:pt x="104" y="31957"/>
                    <a:pt x="146" y="31916"/>
                    <a:pt x="146" y="31874"/>
                  </a:cubicBezTo>
                  <a:lnTo>
                    <a:pt x="146" y="84"/>
                  </a:lnTo>
                  <a:cubicBezTo>
                    <a:pt x="146" y="42"/>
                    <a:pt x="104" y="0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5"/>
            <p:cNvSpPr/>
            <p:nvPr/>
          </p:nvSpPr>
          <p:spPr>
            <a:xfrm>
              <a:off x="5507200" y="3110306"/>
              <a:ext cx="1195045" cy="5538"/>
            </a:xfrm>
            <a:custGeom>
              <a:avLst/>
              <a:gdLst/>
              <a:ahLst/>
              <a:cxnLst/>
              <a:rect l="l" t="t" r="r" b="b"/>
              <a:pathLst>
                <a:path w="31936" h="148" extrusionOk="0">
                  <a:moveTo>
                    <a:pt x="84" y="0"/>
                  </a:moveTo>
                  <a:cubicBezTo>
                    <a:pt x="20" y="0"/>
                    <a:pt x="0" y="22"/>
                    <a:pt x="0" y="64"/>
                  </a:cubicBezTo>
                  <a:cubicBezTo>
                    <a:pt x="0" y="106"/>
                    <a:pt x="20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36" y="106"/>
                    <a:pt x="31936" y="64"/>
                  </a:cubicBezTo>
                  <a:cubicBezTo>
                    <a:pt x="31936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5"/>
            <p:cNvSpPr/>
            <p:nvPr/>
          </p:nvSpPr>
          <p:spPr>
            <a:xfrm>
              <a:off x="7065390" y="3110306"/>
              <a:ext cx="1195868" cy="5538"/>
            </a:xfrm>
            <a:custGeom>
              <a:avLst/>
              <a:gdLst/>
              <a:ahLst/>
              <a:cxnLst/>
              <a:rect l="l" t="t" r="r" b="b"/>
              <a:pathLst>
                <a:path w="31958" h="148" extrusionOk="0">
                  <a:moveTo>
                    <a:pt x="84" y="0"/>
                  </a:moveTo>
                  <a:cubicBezTo>
                    <a:pt x="42" y="0"/>
                    <a:pt x="0" y="22"/>
                    <a:pt x="0" y="64"/>
                  </a:cubicBezTo>
                  <a:cubicBezTo>
                    <a:pt x="0" y="106"/>
                    <a:pt x="42" y="148"/>
                    <a:pt x="84" y="148"/>
                  </a:cubicBezTo>
                  <a:lnTo>
                    <a:pt x="31874" y="148"/>
                  </a:lnTo>
                  <a:cubicBezTo>
                    <a:pt x="31916" y="148"/>
                    <a:pt x="31957" y="106"/>
                    <a:pt x="31957" y="64"/>
                  </a:cubicBezTo>
                  <a:cubicBezTo>
                    <a:pt x="31957" y="22"/>
                    <a:pt x="31916" y="0"/>
                    <a:pt x="3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5"/>
            <p:cNvSpPr/>
            <p:nvPr/>
          </p:nvSpPr>
          <p:spPr>
            <a:xfrm>
              <a:off x="6567623" y="3190947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7325" y="1"/>
                  </a:moveTo>
                  <a:cubicBezTo>
                    <a:pt x="7068" y="1"/>
                    <a:pt x="6832" y="159"/>
                    <a:pt x="6735" y="419"/>
                  </a:cubicBezTo>
                  <a:lnTo>
                    <a:pt x="1" y="18322"/>
                  </a:lnTo>
                  <a:lnTo>
                    <a:pt x="7906" y="899"/>
                  </a:lnTo>
                  <a:cubicBezTo>
                    <a:pt x="7928" y="899"/>
                    <a:pt x="7928" y="879"/>
                    <a:pt x="7928" y="857"/>
                  </a:cubicBezTo>
                  <a:cubicBezTo>
                    <a:pt x="8053" y="522"/>
                    <a:pt x="7886" y="168"/>
                    <a:pt x="7551" y="42"/>
                  </a:cubicBezTo>
                  <a:cubicBezTo>
                    <a:pt x="7476" y="14"/>
                    <a:pt x="7400" y="1"/>
                    <a:pt x="7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5"/>
            <p:cNvSpPr/>
            <p:nvPr/>
          </p:nvSpPr>
          <p:spPr>
            <a:xfrm>
              <a:off x="6899468" y="2349584"/>
              <a:ext cx="301381" cy="685609"/>
            </a:xfrm>
            <a:custGeom>
              <a:avLst/>
              <a:gdLst/>
              <a:ahLst/>
              <a:cxnLst/>
              <a:rect l="l" t="t" r="r" b="b"/>
              <a:pathLst>
                <a:path w="8054" h="18322" extrusionOk="0">
                  <a:moveTo>
                    <a:pt x="8053" y="0"/>
                  </a:moveTo>
                  <a:lnTo>
                    <a:pt x="126" y="17423"/>
                  </a:lnTo>
                  <a:cubicBezTo>
                    <a:pt x="126" y="17423"/>
                    <a:pt x="126" y="17443"/>
                    <a:pt x="106" y="17443"/>
                  </a:cubicBezTo>
                  <a:cubicBezTo>
                    <a:pt x="0" y="17778"/>
                    <a:pt x="168" y="18154"/>
                    <a:pt x="482" y="18280"/>
                  </a:cubicBezTo>
                  <a:cubicBezTo>
                    <a:pt x="557" y="18308"/>
                    <a:pt x="635" y="18321"/>
                    <a:pt x="711" y="18321"/>
                  </a:cubicBezTo>
                  <a:cubicBezTo>
                    <a:pt x="974" y="18321"/>
                    <a:pt x="1221" y="18163"/>
                    <a:pt x="1319" y="17903"/>
                  </a:cubicBezTo>
                  <a:lnTo>
                    <a:pt x="80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5"/>
            <p:cNvSpPr/>
            <p:nvPr/>
          </p:nvSpPr>
          <p:spPr>
            <a:xfrm>
              <a:off x="6120784" y="2796497"/>
              <a:ext cx="688715" cy="298163"/>
            </a:xfrm>
            <a:custGeom>
              <a:avLst/>
              <a:gdLst/>
              <a:ahLst/>
              <a:cxnLst/>
              <a:rect l="l" t="t" r="r" b="b"/>
              <a:pathLst>
                <a:path w="18405" h="7968" extrusionOk="0">
                  <a:moveTo>
                    <a:pt x="0" y="0"/>
                  </a:moveTo>
                  <a:lnTo>
                    <a:pt x="17421" y="7906"/>
                  </a:lnTo>
                  <a:cubicBezTo>
                    <a:pt x="17421" y="7926"/>
                    <a:pt x="17443" y="7926"/>
                    <a:pt x="17443" y="7926"/>
                  </a:cubicBezTo>
                  <a:cubicBezTo>
                    <a:pt x="17518" y="7954"/>
                    <a:pt x="17596" y="7968"/>
                    <a:pt x="17672" y="7968"/>
                  </a:cubicBezTo>
                  <a:cubicBezTo>
                    <a:pt x="17934" y="7968"/>
                    <a:pt x="18182" y="7809"/>
                    <a:pt x="18279" y="7550"/>
                  </a:cubicBezTo>
                  <a:cubicBezTo>
                    <a:pt x="18405" y="7215"/>
                    <a:pt x="18238" y="6860"/>
                    <a:pt x="17903" y="67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5"/>
            <p:cNvSpPr/>
            <p:nvPr/>
          </p:nvSpPr>
          <p:spPr>
            <a:xfrm>
              <a:off x="6958929" y="3131486"/>
              <a:ext cx="688753" cy="298163"/>
            </a:xfrm>
            <a:custGeom>
              <a:avLst/>
              <a:gdLst/>
              <a:ahLst/>
              <a:cxnLst/>
              <a:rect l="l" t="t" r="r" b="b"/>
              <a:pathLst>
                <a:path w="18406" h="7968" extrusionOk="0">
                  <a:moveTo>
                    <a:pt x="716" y="0"/>
                  </a:moveTo>
                  <a:cubicBezTo>
                    <a:pt x="459" y="0"/>
                    <a:pt x="223" y="159"/>
                    <a:pt x="126" y="418"/>
                  </a:cubicBezTo>
                  <a:cubicBezTo>
                    <a:pt x="1" y="731"/>
                    <a:pt x="168" y="1108"/>
                    <a:pt x="503" y="1233"/>
                  </a:cubicBezTo>
                  <a:lnTo>
                    <a:pt x="18405" y="7967"/>
                  </a:lnTo>
                  <a:lnTo>
                    <a:pt x="18405" y="7967"/>
                  </a:lnTo>
                  <a:lnTo>
                    <a:pt x="985" y="42"/>
                  </a:lnTo>
                  <a:lnTo>
                    <a:pt x="943" y="42"/>
                  </a:lnTo>
                  <a:cubicBezTo>
                    <a:pt x="867" y="13"/>
                    <a:pt x="791" y="0"/>
                    <a:pt x="7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5"/>
            <p:cNvSpPr/>
            <p:nvPr/>
          </p:nvSpPr>
          <p:spPr>
            <a:xfrm>
              <a:off x="6567623" y="2349584"/>
              <a:ext cx="302129" cy="685422"/>
            </a:xfrm>
            <a:custGeom>
              <a:avLst/>
              <a:gdLst/>
              <a:ahLst/>
              <a:cxnLst/>
              <a:rect l="l" t="t" r="r" b="b"/>
              <a:pathLst>
                <a:path w="8074" h="18317" extrusionOk="0">
                  <a:moveTo>
                    <a:pt x="1" y="0"/>
                  </a:moveTo>
                  <a:lnTo>
                    <a:pt x="6735" y="17903"/>
                  </a:lnTo>
                  <a:lnTo>
                    <a:pt x="6735" y="17945"/>
                  </a:lnTo>
                  <a:cubicBezTo>
                    <a:pt x="6858" y="18176"/>
                    <a:pt x="7094" y="18316"/>
                    <a:pt x="7336" y="18316"/>
                  </a:cubicBezTo>
                  <a:cubicBezTo>
                    <a:pt x="7422" y="18316"/>
                    <a:pt x="7510" y="18298"/>
                    <a:pt x="7593" y="18260"/>
                  </a:cubicBezTo>
                  <a:cubicBezTo>
                    <a:pt x="7928" y="18112"/>
                    <a:pt x="8073" y="17736"/>
                    <a:pt x="7906" y="1742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5"/>
            <p:cNvSpPr/>
            <p:nvPr/>
          </p:nvSpPr>
          <p:spPr>
            <a:xfrm>
              <a:off x="6898719" y="3191022"/>
              <a:ext cx="302129" cy="685534"/>
            </a:xfrm>
            <a:custGeom>
              <a:avLst/>
              <a:gdLst/>
              <a:ahLst/>
              <a:cxnLst/>
              <a:rect l="l" t="t" r="r" b="b"/>
              <a:pathLst>
                <a:path w="8074" h="18320" extrusionOk="0">
                  <a:moveTo>
                    <a:pt x="750" y="0"/>
                  </a:moveTo>
                  <a:cubicBezTo>
                    <a:pt x="660" y="0"/>
                    <a:pt x="568" y="20"/>
                    <a:pt x="480" y="60"/>
                  </a:cubicBezTo>
                  <a:cubicBezTo>
                    <a:pt x="146" y="208"/>
                    <a:pt x="0" y="584"/>
                    <a:pt x="146" y="897"/>
                  </a:cubicBezTo>
                  <a:lnTo>
                    <a:pt x="8073" y="18320"/>
                  </a:lnTo>
                  <a:lnTo>
                    <a:pt x="1339" y="417"/>
                  </a:lnTo>
                  <a:cubicBezTo>
                    <a:pt x="1339" y="395"/>
                    <a:pt x="1339" y="375"/>
                    <a:pt x="1317" y="375"/>
                  </a:cubicBezTo>
                  <a:cubicBezTo>
                    <a:pt x="1212" y="133"/>
                    <a:pt x="986" y="0"/>
                    <a:pt x="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5"/>
            <p:cNvSpPr/>
            <p:nvPr/>
          </p:nvSpPr>
          <p:spPr>
            <a:xfrm>
              <a:off x="6120784" y="3130887"/>
              <a:ext cx="688715" cy="298761"/>
            </a:xfrm>
            <a:custGeom>
              <a:avLst/>
              <a:gdLst/>
              <a:ahLst/>
              <a:cxnLst/>
              <a:rect l="l" t="t" r="r" b="b"/>
              <a:pathLst>
                <a:path w="18405" h="7984" extrusionOk="0">
                  <a:moveTo>
                    <a:pt x="17676" y="1"/>
                  </a:moveTo>
                  <a:cubicBezTo>
                    <a:pt x="17591" y="1"/>
                    <a:pt x="17504" y="19"/>
                    <a:pt x="17421" y="58"/>
                  </a:cubicBezTo>
                  <a:lnTo>
                    <a:pt x="0" y="7983"/>
                  </a:lnTo>
                  <a:lnTo>
                    <a:pt x="0" y="7983"/>
                  </a:lnTo>
                  <a:lnTo>
                    <a:pt x="17903" y="1249"/>
                  </a:lnTo>
                  <a:cubicBezTo>
                    <a:pt x="17923" y="1249"/>
                    <a:pt x="17923" y="1249"/>
                    <a:pt x="17945" y="1229"/>
                  </a:cubicBezTo>
                  <a:cubicBezTo>
                    <a:pt x="18258" y="1082"/>
                    <a:pt x="18405" y="705"/>
                    <a:pt x="18258" y="392"/>
                  </a:cubicBezTo>
                  <a:cubicBezTo>
                    <a:pt x="18150" y="146"/>
                    <a:pt x="17917" y="1"/>
                    <a:pt x="17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5"/>
            <p:cNvSpPr/>
            <p:nvPr/>
          </p:nvSpPr>
          <p:spPr>
            <a:xfrm>
              <a:off x="6958180" y="2796497"/>
              <a:ext cx="689501" cy="298462"/>
            </a:xfrm>
            <a:custGeom>
              <a:avLst/>
              <a:gdLst/>
              <a:ahLst/>
              <a:cxnLst/>
              <a:rect l="l" t="t" r="r" b="b"/>
              <a:pathLst>
                <a:path w="18426" h="7976" extrusionOk="0">
                  <a:moveTo>
                    <a:pt x="18425" y="0"/>
                  </a:moveTo>
                  <a:lnTo>
                    <a:pt x="523" y="6735"/>
                  </a:lnTo>
                  <a:lnTo>
                    <a:pt x="481" y="6735"/>
                  </a:lnTo>
                  <a:cubicBezTo>
                    <a:pt x="146" y="6902"/>
                    <a:pt x="1" y="7279"/>
                    <a:pt x="146" y="7592"/>
                  </a:cubicBezTo>
                  <a:cubicBezTo>
                    <a:pt x="266" y="7832"/>
                    <a:pt x="494" y="7976"/>
                    <a:pt x="730" y="7976"/>
                  </a:cubicBezTo>
                  <a:cubicBezTo>
                    <a:pt x="822" y="7976"/>
                    <a:pt x="916" y="7953"/>
                    <a:pt x="1005" y="7906"/>
                  </a:cubicBezTo>
                  <a:lnTo>
                    <a:pt x="184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5"/>
            <p:cNvSpPr/>
            <p:nvPr/>
          </p:nvSpPr>
          <p:spPr>
            <a:xfrm>
              <a:off x="6527732" y="3914099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983" y="773"/>
                    <a:pt x="983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5"/>
            <p:cNvSpPr/>
            <p:nvPr/>
          </p:nvSpPr>
          <p:spPr>
            <a:xfrm>
              <a:off x="7203135" y="2283088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5"/>
            <p:cNvSpPr/>
            <p:nvPr/>
          </p:nvSpPr>
          <p:spPr>
            <a:xfrm>
              <a:off x="6049536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5"/>
            <p:cNvSpPr/>
            <p:nvPr/>
          </p:nvSpPr>
          <p:spPr>
            <a:xfrm>
              <a:off x="7681332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1005" y="774"/>
                    <a:pt x="1005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5"/>
            <p:cNvSpPr/>
            <p:nvPr/>
          </p:nvSpPr>
          <p:spPr>
            <a:xfrm>
              <a:off x="6527732" y="2283088"/>
              <a:ext cx="36784" cy="28963"/>
            </a:xfrm>
            <a:custGeom>
              <a:avLst/>
              <a:gdLst/>
              <a:ahLst/>
              <a:cxnLst/>
              <a:rect l="l" t="t" r="r" b="b"/>
              <a:pathLst>
                <a:path w="983" h="774" extrusionOk="0">
                  <a:moveTo>
                    <a:pt x="503" y="1"/>
                  </a:moveTo>
                  <a:cubicBezTo>
                    <a:pt x="1" y="1"/>
                    <a:pt x="1" y="774"/>
                    <a:pt x="503" y="774"/>
                  </a:cubicBezTo>
                  <a:cubicBezTo>
                    <a:pt x="983" y="774"/>
                    <a:pt x="983" y="1"/>
                    <a:pt x="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5"/>
            <p:cNvSpPr/>
            <p:nvPr/>
          </p:nvSpPr>
          <p:spPr>
            <a:xfrm>
              <a:off x="7203135" y="3914099"/>
              <a:ext cx="37570" cy="28963"/>
            </a:xfrm>
            <a:custGeom>
              <a:avLst/>
              <a:gdLst/>
              <a:ahLst/>
              <a:cxnLst/>
              <a:rect l="l" t="t" r="r" b="b"/>
              <a:pathLst>
                <a:path w="1004" h="774" extrusionOk="0">
                  <a:moveTo>
                    <a:pt x="502" y="0"/>
                  </a:moveTo>
                  <a:cubicBezTo>
                    <a:pt x="0" y="0"/>
                    <a:pt x="0" y="773"/>
                    <a:pt x="502" y="773"/>
                  </a:cubicBezTo>
                  <a:cubicBezTo>
                    <a:pt x="1004" y="773"/>
                    <a:pt x="1004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5"/>
            <p:cNvSpPr/>
            <p:nvPr/>
          </p:nvSpPr>
          <p:spPr>
            <a:xfrm>
              <a:off x="6049536" y="3436688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2" y="1"/>
                  </a:moveTo>
                  <a:cubicBezTo>
                    <a:pt x="0" y="1"/>
                    <a:pt x="0" y="774"/>
                    <a:pt x="502" y="774"/>
                  </a:cubicBezTo>
                  <a:cubicBezTo>
                    <a:pt x="1004" y="774"/>
                    <a:pt x="1004" y="1"/>
                    <a:pt x="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5"/>
            <p:cNvSpPr/>
            <p:nvPr/>
          </p:nvSpPr>
          <p:spPr>
            <a:xfrm>
              <a:off x="7681332" y="2760499"/>
              <a:ext cx="37607" cy="28963"/>
            </a:xfrm>
            <a:custGeom>
              <a:avLst/>
              <a:gdLst/>
              <a:ahLst/>
              <a:cxnLst/>
              <a:rect l="l" t="t" r="r" b="b"/>
              <a:pathLst>
                <a:path w="1005" h="774" extrusionOk="0">
                  <a:moveTo>
                    <a:pt x="503" y="0"/>
                  </a:moveTo>
                  <a:cubicBezTo>
                    <a:pt x="1" y="0"/>
                    <a:pt x="1" y="773"/>
                    <a:pt x="503" y="773"/>
                  </a:cubicBezTo>
                  <a:cubicBezTo>
                    <a:pt x="1005" y="773"/>
                    <a:pt x="1005" y="0"/>
                    <a:pt x="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5"/>
            <p:cNvSpPr/>
            <p:nvPr/>
          </p:nvSpPr>
          <p:spPr>
            <a:xfrm>
              <a:off x="6575443" y="2804318"/>
              <a:ext cx="617542" cy="617505"/>
            </a:xfrm>
            <a:custGeom>
              <a:avLst/>
              <a:gdLst/>
              <a:ahLst/>
              <a:cxnLst/>
              <a:rect l="l" t="t" r="r" b="b"/>
              <a:pathLst>
                <a:path w="16503" h="16502" extrusionOk="0">
                  <a:moveTo>
                    <a:pt x="8241" y="1"/>
                  </a:moveTo>
                  <a:cubicBezTo>
                    <a:pt x="3703" y="1"/>
                    <a:pt x="1" y="3702"/>
                    <a:pt x="1" y="8241"/>
                  </a:cubicBezTo>
                  <a:cubicBezTo>
                    <a:pt x="1" y="12800"/>
                    <a:pt x="3703" y="16501"/>
                    <a:pt x="8241" y="16501"/>
                  </a:cubicBezTo>
                  <a:cubicBezTo>
                    <a:pt x="12800" y="16501"/>
                    <a:pt x="16503" y="12800"/>
                    <a:pt x="16503" y="8241"/>
                  </a:cubicBezTo>
                  <a:cubicBezTo>
                    <a:pt x="16503" y="3702"/>
                    <a:pt x="12800" y="1"/>
                    <a:pt x="8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5"/>
            <p:cNvSpPr/>
            <p:nvPr/>
          </p:nvSpPr>
          <p:spPr>
            <a:xfrm>
              <a:off x="6569194" y="2798069"/>
              <a:ext cx="630078" cy="630003"/>
            </a:xfrm>
            <a:custGeom>
              <a:avLst/>
              <a:gdLst/>
              <a:ahLst/>
              <a:cxnLst/>
              <a:rect l="l" t="t" r="r" b="b"/>
              <a:pathLst>
                <a:path w="16838" h="16836" extrusionOk="0">
                  <a:moveTo>
                    <a:pt x="8408" y="335"/>
                  </a:moveTo>
                  <a:cubicBezTo>
                    <a:pt x="12864" y="335"/>
                    <a:pt x="16503" y="3952"/>
                    <a:pt x="16503" y="8408"/>
                  </a:cubicBezTo>
                  <a:cubicBezTo>
                    <a:pt x="16503" y="12884"/>
                    <a:pt x="12864" y="16501"/>
                    <a:pt x="8408" y="16501"/>
                  </a:cubicBezTo>
                  <a:cubicBezTo>
                    <a:pt x="3954" y="16501"/>
                    <a:pt x="335" y="12884"/>
                    <a:pt x="335" y="8408"/>
                  </a:cubicBezTo>
                  <a:cubicBezTo>
                    <a:pt x="335" y="3952"/>
                    <a:pt x="3954" y="335"/>
                    <a:pt x="8408" y="335"/>
                  </a:cubicBezTo>
                  <a:close/>
                  <a:moveTo>
                    <a:pt x="8408" y="0"/>
                  </a:moveTo>
                  <a:cubicBezTo>
                    <a:pt x="3787" y="0"/>
                    <a:pt x="0" y="3785"/>
                    <a:pt x="0" y="8408"/>
                  </a:cubicBezTo>
                  <a:cubicBezTo>
                    <a:pt x="0" y="13051"/>
                    <a:pt x="3787" y="16836"/>
                    <a:pt x="8408" y="16836"/>
                  </a:cubicBezTo>
                  <a:cubicBezTo>
                    <a:pt x="13051" y="16836"/>
                    <a:pt x="16837" y="13051"/>
                    <a:pt x="16837" y="8408"/>
                  </a:cubicBezTo>
                  <a:cubicBezTo>
                    <a:pt x="16837" y="3785"/>
                    <a:pt x="13051" y="0"/>
                    <a:pt x="8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5"/>
            <p:cNvSpPr/>
            <p:nvPr/>
          </p:nvSpPr>
          <p:spPr>
            <a:xfrm>
              <a:off x="6615409" y="2844209"/>
              <a:ext cx="536902" cy="536902"/>
            </a:xfrm>
            <a:custGeom>
              <a:avLst/>
              <a:gdLst/>
              <a:ahLst/>
              <a:cxnLst/>
              <a:rect l="l" t="t" r="r" b="b"/>
              <a:pathLst>
                <a:path w="14348" h="14348" extrusionOk="0">
                  <a:moveTo>
                    <a:pt x="7173" y="231"/>
                  </a:moveTo>
                  <a:cubicBezTo>
                    <a:pt x="11021" y="231"/>
                    <a:pt x="14117" y="3347"/>
                    <a:pt x="14117" y="7175"/>
                  </a:cubicBezTo>
                  <a:cubicBezTo>
                    <a:pt x="14117" y="11023"/>
                    <a:pt x="11021" y="14119"/>
                    <a:pt x="7173" y="14119"/>
                  </a:cubicBezTo>
                  <a:cubicBezTo>
                    <a:pt x="3346" y="14119"/>
                    <a:pt x="229" y="11023"/>
                    <a:pt x="229" y="7175"/>
                  </a:cubicBezTo>
                  <a:cubicBezTo>
                    <a:pt x="229" y="3347"/>
                    <a:pt x="3346" y="231"/>
                    <a:pt x="7173" y="231"/>
                  </a:cubicBezTo>
                  <a:close/>
                  <a:moveTo>
                    <a:pt x="7173" y="0"/>
                  </a:moveTo>
                  <a:cubicBezTo>
                    <a:pt x="3221" y="0"/>
                    <a:pt x="0" y="3221"/>
                    <a:pt x="0" y="7175"/>
                  </a:cubicBezTo>
                  <a:cubicBezTo>
                    <a:pt x="0" y="11149"/>
                    <a:pt x="3221" y="14348"/>
                    <a:pt x="7173" y="14348"/>
                  </a:cubicBezTo>
                  <a:cubicBezTo>
                    <a:pt x="11147" y="14348"/>
                    <a:pt x="14347" y="11149"/>
                    <a:pt x="14347" y="7175"/>
                  </a:cubicBezTo>
                  <a:cubicBezTo>
                    <a:pt x="14347" y="3221"/>
                    <a:pt x="11147" y="0"/>
                    <a:pt x="7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5"/>
            <p:cNvSpPr/>
            <p:nvPr/>
          </p:nvSpPr>
          <p:spPr>
            <a:xfrm>
              <a:off x="6685834" y="2914634"/>
              <a:ext cx="396802" cy="396877"/>
            </a:xfrm>
            <a:custGeom>
              <a:avLst/>
              <a:gdLst/>
              <a:ahLst/>
              <a:cxnLst/>
              <a:rect l="l" t="t" r="r" b="b"/>
              <a:pathLst>
                <a:path w="10604" h="10606" extrusionOk="0">
                  <a:moveTo>
                    <a:pt x="5291" y="1"/>
                  </a:moveTo>
                  <a:cubicBezTo>
                    <a:pt x="2385" y="1"/>
                    <a:pt x="0" y="2385"/>
                    <a:pt x="0" y="5293"/>
                  </a:cubicBezTo>
                  <a:cubicBezTo>
                    <a:pt x="0" y="8221"/>
                    <a:pt x="2385" y="10605"/>
                    <a:pt x="5291" y="10605"/>
                  </a:cubicBezTo>
                  <a:cubicBezTo>
                    <a:pt x="8219" y="10605"/>
                    <a:pt x="10603" y="8221"/>
                    <a:pt x="10603" y="5293"/>
                  </a:cubicBezTo>
                  <a:cubicBezTo>
                    <a:pt x="10603" y="2385"/>
                    <a:pt x="8219" y="1"/>
                    <a:pt x="5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5"/>
            <p:cNvSpPr/>
            <p:nvPr/>
          </p:nvSpPr>
          <p:spPr>
            <a:xfrm>
              <a:off x="6681905" y="2910742"/>
              <a:ext cx="404660" cy="404622"/>
            </a:xfrm>
            <a:custGeom>
              <a:avLst/>
              <a:gdLst/>
              <a:ahLst/>
              <a:cxnLst/>
              <a:rect l="l" t="t" r="r" b="b"/>
              <a:pathLst>
                <a:path w="10814" h="10813" extrusionOk="0">
                  <a:moveTo>
                    <a:pt x="5396" y="230"/>
                  </a:moveTo>
                  <a:cubicBezTo>
                    <a:pt x="8262" y="230"/>
                    <a:pt x="10583" y="2553"/>
                    <a:pt x="10583" y="5397"/>
                  </a:cubicBezTo>
                  <a:cubicBezTo>
                    <a:pt x="10583" y="8261"/>
                    <a:pt x="8262" y="10584"/>
                    <a:pt x="5396" y="10584"/>
                  </a:cubicBezTo>
                  <a:cubicBezTo>
                    <a:pt x="2552" y="10584"/>
                    <a:pt x="231" y="8261"/>
                    <a:pt x="231" y="5397"/>
                  </a:cubicBezTo>
                  <a:cubicBezTo>
                    <a:pt x="231" y="2553"/>
                    <a:pt x="2552" y="230"/>
                    <a:pt x="5396" y="230"/>
                  </a:cubicBezTo>
                  <a:close/>
                  <a:moveTo>
                    <a:pt x="5396" y="1"/>
                  </a:moveTo>
                  <a:cubicBezTo>
                    <a:pt x="2426" y="1"/>
                    <a:pt x="0" y="2427"/>
                    <a:pt x="0" y="5397"/>
                  </a:cubicBezTo>
                  <a:cubicBezTo>
                    <a:pt x="0" y="8387"/>
                    <a:pt x="2426" y="10813"/>
                    <a:pt x="5396" y="10813"/>
                  </a:cubicBezTo>
                  <a:cubicBezTo>
                    <a:pt x="8388" y="10813"/>
                    <a:pt x="10814" y="8387"/>
                    <a:pt x="10814" y="5397"/>
                  </a:cubicBezTo>
                  <a:cubicBezTo>
                    <a:pt x="10814" y="2427"/>
                    <a:pt x="8388" y="1"/>
                    <a:pt x="5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5"/>
            <p:cNvSpPr/>
            <p:nvPr/>
          </p:nvSpPr>
          <p:spPr>
            <a:xfrm>
              <a:off x="6763294" y="2992169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5"/>
            <p:cNvSpPr/>
            <p:nvPr/>
          </p:nvSpPr>
          <p:spPr>
            <a:xfrm>
              <a:off x="6644335" y="2873209"/>
              <a:ext cx="479799" cy="479724"/>
            </a:xfrm>
            <a:custGeom>
              <a:avLst/>
              <a:gdLst/>
              <a:ahLst/>
              <a:cxnLst/>
              <a:rect l="l" t="t" r="r" b="b"/>
              <a:pathLst>
                <a:path w="12822" h="12820" extrusionOk="0">
                  <a:moveTo>
                    <a:pt x="6380" y="0"/>
                  </a:moveTo>
                  <a:lnTo>
                    <a:pt x="6400" y="460"/>
                  </a:lnTo>
                  <a:cubicBezTo>
                    <a:pt x="6547" y="460"/>
                    <a:pt x="6693" y="460"/>
                    <a:pt x="6840" y="480"/>
                  </a:cubicBezTo>
                  <a:lnTo>
                    <a:pt x="6860" y="20"/>
                  </a:lnTo>
                  <a:cubicBezTo>
                    <a:pt x="6714" y="0"/>
                    <a:pt x="6567" y="0"/>
                    <a:pt x="6400" y="0"/>
                  </a:cubicBezTo>
                  <a:close/>
                  <a:moveTo>
                    <a:pt x="5438" y="84"/>
                  </a:moveTo>
                  <a:cubicBezTo>
                    <a:pt x="5271" y="104"/>
                    <a:pt x="5125" y="126"/>
                    <a:pt x="4958" y="167"/>
                  </a:cubicBezTo>
                  <a:lnTo>
                    <a:pt x="5061" y="606"/>
                  </a:lnTo>
                  <a:cubicBezTo>
                    <a:pt x="5209" y="586"/>
                    <a:pt x="5354" y="544"/>
                    <a:pt x="5501" y="522"/>
                  </a:cubicBezTo>
                  <a:lnTo>
                    <a:pt x="5438" y="84"/>
                  </a:lnTo>
                  <a:close/>
                  <a:moveTo>
                    <a:pt x="7822" y="167"/>
                  </a:moveTo>
                  <a:lnTo>
                    <a:pt x="7718" y="606"/>
                  </a:lnTo>
                  <a:cubicBezTo>
                    <a:pt x="7864" y="628"/>
                    <a:pt x="8011" y="669"/>
                    <a:pt x="8137" y="711"/>
                  </a:cubicBezTo>
                  <a:lnTo>
                    <a:pt x="8282" y="271"/>
                  </a:lnTo>
                  <a:cubicBezTo>
                    <a:pt x="8115" y="229"/>
                    <a:pt x="7969" y="187"/>
                    <a:pt x="7822" y="167"/>
                  </a:cubicBezTo>
                  <a:close/>
                  <a:moveTo>
                    <a:pt x="4058" y="460"/>
                  </a:moveTo>
                  <a:cubicBezTo>
                    <a:pt x="3890" y="502"/>
                    <a:pt x="3765" y="564"/>
                    <a:pt x="3619" y="648"/>
                  </a:cubicBezTo>
                  <a:lnTo>
                    <a:pt x="3807" y="1066"/>
                  </a:lnTo>
                  <a:cubicBezTo>
                    <a:pt x="3954" y="982"/>
                    <a:pt x="4079" y="940"/>
                    <a:pt x="4225" y="879"/>
                  </a:cubicBezTo>
                  <a:lnTo>
                    <a:pt x="4058" y="460"/>
                  </a:lnTo>
                  <a:close/>
                  <a:moveTo>
                    <a:pt x="9161" y="628"/>
                  </a:moveTo>
                  <a:lnTo>
                    <a:pt x="8973" y="1046"/>
                  </a:lnTo>
                  <a:cubicBezTo>
                    <a:pt x="9099" y="1108"/>
                    <a:pt x="9244" y="1171"/>
                    <a:pt x="9370" y="1255"/>
                  </a:cubicBezTo>
                  <a:lnTo>
                    <a:pt x="9601" y="857"/>
                  </a:lnTo>
                  <a:cubicBezTo>
                    <a:pt x="9453" y="773"/>
                    <a:pt x="9308" y="689"/>
                    <a:pt x="9161" y="628"/>
                  </a:cubicBezTo>
                  <a:close/>
                  <a:moveTo>
                    <a:pt x="2783" y="1129"/>
                  </a:moveTo>
                  <a:cubicBezTo>
                    <a:pt x="2657" y="1213"/>
                    <a:pt x="2532" y="1317"/>
                    <a:pt x="2406" y="1401"/>
                  </a:cubicBezTo>
                  <a:lnTo>
                    <a:pt x="2699" y="1777"/>
                  </a:lnTo>
                  <a:cubicBezTo>
                    <a:pt x="2803" y="1673"/>
                    <a:pt x="2928" y="1590"/>
                    <a:pt x="3054" y="1506"/>
                  </a:cubicBezTo>
                  <a:lnTo>
                    <a:pt x="2783" y="1129"/>
                  </a:lnTo>
                  <a:close/>
                  <a:moveTo>
                    <a:pt x="10374" y="1380"/>
                  </a:moveTo>
                  <a:lnTo>
                    <a:pt x="10103" y="1735"/>
                  </a:lnTo>
                  <a:cubicBezTo>
                    <a:pt x="10206" y="1841"/>
                    <a:pt x="10332" y="1944"/>
                    <a:pt x="10437" y="2028"/>
                  </a:cubicBezTo>
                  <a:lnTo>
                    <a:pt x="10750" y="1693"/>
                  </a:lnTo>
                  <a:lnTo>
                    <a:pt x="10374" y="1380"/>
                  </a:lnTo>
                  <a:close/>
                  <a:moveTo>
                    <a:pt x="1695" y="2070"/>
                  </a:moveTo>
                  <a:cubicBezTo>
                    <a:pt x="1590" y="2175"/>
                    <a:pt x="1486" y="2301"/>
                    <a:pt x="1380" y="2426"/>
                  </a:cubicBezTo>
                  <a:lnTo>
                    <a:pt x="1757" y="2719"/>
                  </a:lnTo>
                  <a:cubicBezTo>
                    <a:pt x="1841" y="2593"/>
                    <a:pt x="1946" y="2488"/>
                    <a:pt x="2030" y="2384"/>
                  </a:cubicBezTo>
                  <a:lnTo>
                    <a:pt x="1695" y="2070"/>
                  </a:lnTo>
                  <a:close/>
                  <a:moveTo>
                    <a:pt x="11399" y="2404"/>
                  </a:moveTo>
                  <a:lnTo>
                    <a:pt x="11043" y="2677"/>
                  </a:lnTo>
                  <a:cubicBezTo>
                    <a:pt x="11127" y="2803"/>
                    <a:pt x="11232" y="2928"/>
                    <a:pt x="11316" y="3032"/>
                  </a:cubicBezTo>
                  <a:lnTo>
                    <a:pt x="11692" y="2781"/>
                  </a:lnTo>
                  <a:cubicBezTo>
                    <a:pt x="11587" y="2655"/>
                    <a:pt x="11503" y="2530"/>
                    <a:pt x="11399" y="2404"/>
                  </a:cubicBezTo>
                  <a:close/>
                  <a:moveTo>
                    <a:pt x="858" y="3221"/>
                  </a:moveTo>
                  <a:cubicBezTo>
                    <a:pt x="775" y="3366"/>
                    <a:pt x="691" y="3492"/>
                    <a:pt x="628" y="3639"/>
                  </a:cubicBezTo>
                  <a:lnTo>
                    <a:pt x="1046" y="3848"/>
                  </a:lnTo>
                  <a:cubicBezTo>
                    <a:pt x="1109" y="3701"/>
                    <a:pt x="1171" y="3576"/>
                    <a:pt x="1255" y="3450"/>
                  </a:cubicBezTo>
                  <a:lnTo>
                    <a:pt x="858" y="3221"/>
                  </a:lnTo>
                  <a:close/>
                  <a:moveTo>
                    <a:pt x="12172" y="3597"/>
                  </a:moveTo>
                  <a:lnTo>
                    <a:pt x="11754" y="3807"/>
                  </a:lnTo>
                  <a:cubicBezTo>
                    <a:pt x="11818" y="3932"/>
                    <a:pt x="11880" y="4078"/>
                    <a:pt x="11943" y="4203"/>
                  </a:cubicBezTo>
                  <a:lnTo>
                    <a:pt x="12361" y="4036"/>
                  </a:lnTo>
                  <a:lnTo>
                    <a:pt x="12172" y="3597"/>
                  </a:lnTo>
                  <a:close/>
                  <a:moveTo>
                    <a:pt x="273" y="4538"/>
                  </a:moveTo>
                  <a:cubicBezTo>
                    <a:pt x="231" y="4685"/>
                    <a:pt x="189" y="4852"/>
                    <a:pt x="167" y="4998"/>
                  </a:cubicBezTo>
                  <a:lnTo>
                    <a:pt x="607" y="5103"/>
                  </a:lnTo>
                  <a:cubicBezTo>
                    <a:pt x="649" y="4956"/>
                    <a:pt x="669" y="4810"/>
                    <a:pt x="711" y="4663"/>
                  </a:cubicBezTo>
                  <a:lnTo>
                    <a:pt x="273" y="4538"/>
                  </a:lnTo>
                  <a:close/>
                  <a:moveTo>
                    <a:pt x="12654" y="4956"/>
                  </a:moveTo>
                  <a:lnTo>
                    <a:pt x="12194" y="5061"/>
                  </a:lnTo>
                  <a:cubicBezTo>
                    <a:pt x="12236" y="5207"/>
                    <a:pt x="12256" y="5354"/>
                    <a:pt x="12278" y="5500"/>
                  </a:cubicBezTo>
                  <a:lnTo>
                    <a:pt x="12738" y="5438"/>
                  </a:lnTo>
                  <a:cubicBezTo>
                    <a:pt x="12716" y="5271"/>
                    <a:pt x="12696" y="5103"/>
                    <a:pt x="12654" y="4956"/>
                  </a:cubicBezTo>
                  <a:close/>
                  <a:moveTo>
                    <a:pt x="22" y="5940"/>
                  </a:moveTo>
                  <a:cubicBezTo>
                    <a:pt x="0" y="6107"/>
                    <a:pt x="0" y="6253"/>
                    <a:pt x="0" y="6400"/>
                  </a:cubicBezTo>
                  <a:lnTo>
                    <a:pt x="0" y="6420"/>
                  </a:lnTo>
                  <a:lnTo>
                    <a:pt x="460" y="6400"/>
                  </a:lnTo>
                  <a:cubicBezTo>
                    <a:pt x="460" y="6274"/>
                    <a:pt x="460" y="6127"/>
                    <a:pt x="482" y="5982"/>
                  </a:cubicBezTo>
                  <a:lnTo>
                    <a:pt x="22" y="5940"/>
                  </a:lnTo>
                  <a:close/>
                  <a:moveTo>
                    <a:pt x="12822" y="6378"/>
                  </a:moveTo>
                  <a:lnTo>
                    <a:pt x="12361" y="6400"/>
                  </a:lnTo>
                  <a:cubicBezTo>
                    <a:pt x="12361" y="6567"/>
                    <a:pt x="12361" y="6713"/>
                    <a:pt x="12340" y="6860"/>
                  </a:cubicBezTo>
                  <a:lnTo>
                    <a:pt x="12800" y="6880"/>
                  </a:lnTo>
                  <a:cubicBezTo>
                    <a:pt x="12800" y="6735"/>
                    <a:pt x="12822" y="6567"/>
                    <a:pt x="12822" y="6400"/>
                  </a:cubicBezTo>
                  <a:lnTo>
                    <a:pt x="12822" y="6378"/>
                  </a:lnTo>
                  <a:close/>
                  <a:moveTo>
                    <a:pt x="524" y="7298"/>
                  </a:moveTo>
                  <a:lnTo>
                    <a:pt x="84" y="7382"/>
                  </a:lnTo>
                  <a:cubicBezTo>
                    <a:pt x="106" y="7529"/>
                    <a:pt x="126" y="7697"/>
                    <a:pt x="167" y="7842"/>
                  </a:cubicBezTo>
                  <a:lnTo>
                    <a:pt x="607" y="7738"/>
                  </a:lnTo>
                  <a:cubicBezTo>
                    <a:pt x="586" y="7591"/>
                    <a:pt x="544" y="7446"/>
                    <a:pt x="524" y="7298"/>
                  </a:cubicBezTo>
                  <a:close/>
                  <a:moveTo>
                    <a:pt x="12214" y="7738"/>
                  </a:moveTo>
                  <a:cubicBezTo>
                    <a:pt x="12172" y="7884"/>
                    <a:pt x="12131" y="8010"/>
                    <a:pt x="12089" y="8157"/>
                  </a:cubicBezTo>
                  <a:lnTo>
                    <a:pt x="12529" y="8302"/>
                  </a:lnTo>
                  <a:cubicBezTo>
                    <a:pt x="12571" y="8135"/>
                    <a:pt x="12612" y="7989"/>
                    <a:pt x="12654" y="7842"/>
                  </a:cubicBezTo>
                  <a:lnTo>
                    <a:pt x="12214" y="7738"/>
                  </a:lnTo>
                  <a:close/>
                  <a:moveTo>
                    <a:pt x="879" y="8595"/>
                  </a:moveTo>
                  <a:lnTo>
                    <a:pt x="440" y="8762"/>
                  </a:lnTo>
                  <a:cubicBezTo>
                    <a:pt x="502" y="8910"/>
                    <a:pt x="566" y="9055"/>
                    <a:pt x="649" y="9202"/>
                  </a:cubicBezTo>
                  <a:lnTo>
                    <a:pt x="1046" y="8993"/>
                  </a:lnTo>
                  <a:cubicBezTo>
                    <a:pt x="984" y="8868"/>
                    <a:pt x="920" y="8742"/>
                    <a:pt x="879" y="8595"/>
                  </a:cubicBezTo>
                  <a:close/>
                  <a:moveTo>
                    <a:pt x="11776" y="8993"/>
                  </a:moveTo>
                  <a:cubicBezTo>
                    <a:pt x="11712" y="9119"/>
                    <a:pt x="11629" y="9244"/>
                    <a:pt x="11567" y="9390"/>
                  </a:cubicBezTo>
                  <a:lnTo>
                    <a:pt x="11963" y="9621"/>
                  </a:lnTo>
                  <a:cubicBezTo>
                    <a:pt x="12047" y="9474"/>
                    <a:pt x="12110" y="9328"/>
                    <a:pt x="12172" y="9181"/>
                  </a:cubicBezTo>
                  <a:lnTo>
                    <a:pt x="11776" y="8993"/>
                  </a:lnTo>
                  <a:close/>
                  <a:moveTo>
                    <a:pt x="1506" y="9766"/>
                  </a:moveTo>
                  <a:lnTo>
                    <a:pt x="1130" y="10017"/>
                  </a:lnTo>
                  <a:cubicBezTo>
                    <a:pt x="1213" y="10165"/>
                    <a:pt x="1297" y="10290"/>
                    <a:pt x="1402" y="10416"/>
                  </a:cubicBezTo>
                  <a:lnTo>
                    <a:pt x="1757" y="10123"/>
                  </a:lnTo>
                  <a:cubicBezTo>
                    <a:pt x="1673" y="10017"/>
                    <a:pt x="1590" y="9892"/>
                    <a:pt x="1506" y="9766"/>
                  </a:cubicBezTo>
                  <a:close/>
                  <a:moveTo>
                    <a:pt x="11065" y="10123"/>
                  </a:moveTo>
                  <a:cubicBezTo>
                    <a:pt x="10959" y="10226"/>
                    <a:pt x="10876" y="10352"/>
                    <a:pt x="10772" y="10457"/>
                  </a:cubicBezTo>
                  <a:lnTo>
                    <a:pt x="11107" y="10770"/>
                  </a:lnTo>
                  <a:lnTo>
                    <a:pt x="11419" y="10394"/>
                  </a:lnTo>
                  <a:lnTo>
                    <a:pt x="11065" y="10123"/>
                  </a:lnTo>
                  <a:close/>
                  <a:moveTo>
                    <a:pt x="2364" y="10770"/>
                  </a:moveTo>
                  <a:lnTo>
                    <a:pt x="2050" y="11105"/>
                  </a:lnTo>
                  <a:cubicBezTo>
                    <a:pt x="2175" y="11230"/>
                    <a:pt x="2301" y="11314"/>
                    <a:pt x="2426" y="11419"/>
                  </a:cubicBezTo>
                  <a:lnTo>
                    <a:pt x="2699" y="11063"/>
                  </a:lnTo>
                  <a:cubicBezTo>
                    <a:pt x="2594" y="10979"/>
                    <a:pt x="2490" y="10876"/>
                    <a:pt x="2364" y="10770"/>
                  </a:cubicBezTo>
                  <a:close/>
                  <a:moveTo>
                    <a:pt x="10123" y="11063"/>
                  </a:moveTo>
                  <a:cubicBezTo>
                    <a:pt x="9997" y="11147"/>
                    <a:pt x="9893" y="11230"/>
                    <a:pt x="9768" y="11314"/>
                  </a:cubicBezTo>
                  <a:lnTo>
                    <a:pt x="10019" y="11690"/>
                  </a:lnTo>
                  <a:cubicBezTo>
                    <a:pt x="10144" y="11607"/>
                    <a:pt x="10290" y="11523"/>
                    <a:pt x="10395" y="11419"/>
                  </a:cubicBezTo>
                  <a:lnTo>
                    <a:pt x="10123" y="11063"/>
                  </a:lnTo>
                  <a:close/>
                  <a:moveTo>
                    <a:pt x="3430" y="11565"/>
                  </a:moveTo>
                  <a:lnTo>
                    <a:pt x="3221" y="11963"/>
                  </a:lnTo>
                  <a:cubicBezTo>
                    <a:pt x="3346" y="12047"/>
                    <a:pt x="3494" y="12109"/>
                    <a:pt x="3639" y="12192"/>
                  </a:cubicBezTo>
                  <a:lnTo>
                    <a:pt x="3828" y="11774"/>
                  </a:lnTo>
                  <a:cubicBezTo>
                    <a:pt x="3703" y="11712"/>
                    <a:pt x="3577" y="11649"/>
                    <a:pt x="3430" y="11565"/>
                  </a:cubicBezTo>
                  <a:close/>
                  <a:moveTo>
                    <a:pt x="8993" y="11774"/>
                  </a:moveTo>
                  <a:cubicBezTo>
                    <a:pt x="8868" y="11838"/>
                    <a:pt x="8722" y="11900"/>
                    <a:pt x="8597" y="11941"/>
                  </a:cubicBezTo>
                  <a:lnTo>
                    <a:pt x="8764" y="12381"/>
                  </a:lnTo>
                  <a:cubicBezTo>
                    <a:pt x="8910" y="12318"/>
                    <a:pt x="9057" y="12256"/>
                    <a:pt x="9202" y="12172"/>
                  </a:cubicBezTo>
                  <a:lnTo>
                    <a:pt x="8993" y="11774"/>
                  </a:lnTo>
                  <a:close/>
                  <a:moveTo>
                    <a:pt x="4665" y="12089"/>
                  </a:moveTo>
                  <a:lnTo>
                    <a:pt x="4539" y="12527"/>
                  </a:lnTo>
                  <a:cubicBezTo>
                    <a:pt x="4685" y="12591"/>
                    <a:pt x="4832" y="12632"/>
                    <a:pt x="5000" y="12653"/>
                  </a:cubicBezTo>
                  <a:lnTo>
                    <a:pt x="5083" y="12214"/>
                  </a:lnTo>
                  <a:cubicBezTo>
                    <a:pt x="4958" y="12172"/>
                    <a:pt x="4810" y="12151"/>
                    <a:pt x="4665" y="12089"/>
                  </a:cubicBezTo>
                  <a:close/>
                  <a:moveTo>
                    <a:pt x="7738" y="12214"/>
                  </a:moveTo>
                  <a:cubicBezTo>
                    <a:pt x="7593" y="12234"/>
                    <a:pt x="7446" y="12276"/>
                    <a:pt x="7300" y="12298"/>
                  </a:cubicBezTo>
                  <a:lnTo>
                    <a:pt x="7362" y="12736"/>
                  </a:lnTo>
                  <a:cubicBezTo>
                    <a:pt x="7529" y="12716"/>
                    <a:pt x="7677" y="12694"/>
                    <a:pt x="7844" y="12653"/>
                  </a:cubicBezTo>
                  <a:lnTo>
                    <a:pt x="7738" y="12214"/>
                  </a:lnTo>
                  <a:close/>
                  <a:moveTo>
                    <a:pt x="5962" y="12340"/>
                  </a:moveTo>
                  <a:lnTo>
                    <a:pt x="5940" y="12800"/>
                  </a:lnTo>
                  <a:cubicBezTo>
                    <a:pt x="6087" y="12820"/>
                    <a:pt x="6254" y="12820"/>
                    <a:pt x="6400" y="12820"/>
                  </a:cubicBezTo>
                  <a:lnTo>
                    <a:pt x="6422" y="12820"/>
                  </a:lnTo>
                  <a:lnTo>
                    <a:pt x="6400" y="12360"/>
                  </a:lnTo>
                  <a:cubicBezTo>
                    <a:pt x="6254" y="12360"/>
                    <a:pt x="6107" y="12360"/>
                    <a:pt x="5962" y="123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5"/>
            <p:cNvSpPr/>
            <p:nvPr/>
          </p:nvSpPr>
          <p:spPr>
            <a:xfrm>
              <a:off x="6863469" y="2947527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5"/>
            <p:cNvSpPr/>
            <p:nvPr/>
          </p:nvSpPr>
          <p:spPr>
            <a:xfrm>
              <a:off x="6863469" y="3112663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5"/>
            <p:cNvSpPr/>
            <p:nvPr/>
          </p:nvSpPr>
          <p:spPr>
            <a:xfrm>
              <a:off x="6718689" y="3092344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5"/>
            <p:cNvSpPr/>
            <p:nvPr/>
          </p:nvSpPr>
          <p:spPr>
            <a:xfrm>
              <a:off x="6883788" y="3092344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EFD8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 Vietnam"/>
              <a:buNone/>
              <a:defRPr sz="3600" b="1">
                <a:solidFill>
                  <a:schemeClr val="lt1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8" r:id="rId6"/>
    <p:sldLayoutId id="2147483659" r:id="rId7"/>
    <p:sldLayoutId id="2147483661" r:id="rId8"/>
    <p:sldLayoutId id="2147483669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D8"/>
        </a:solidFill>
        <a:effectLst/>
      </p:bgPr>
    </p:bg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39"/>
          <p:cNvSpPr txBox="1">
            <a:spLocks noGrp="1"/>
          </p:cNvSpPr>
          <p:nvPr>
            <p:ph type="ctrTitle"/>
          </p:nvPr>
        </p:nvSpPr>
        <p:spPr>
          <a:xfrm>
            <a:off x="713100" y="920998"/>
            <a:ext cx="4945800" cy="28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 Vietnam"/>
                <a:ea typeface="Be Vietnam"/>
                <a:cs typeface="Be Vietnam"/>
                <a:sym typeface="Be Vietnam"/>
              </a:rPr>
              <a:t>Understanding</a:t>
            </a:r>
            <a:br>
              <a:rPr lang="en" dirty="0">
                <a:latin typeface="Be Vietnam"/>
                <a:ea typeface="Be Vietnam"/>
                <a:cs typeface="Be Vietnam"/>
                <a:sym typeface="Be Vietnam"/>
              </a:rPr>
            </a:br>
            <a:r>
              <a:rPr lang="en" dirty="0">
                <a:latin typeface="Be Vietnam"/>
                <a:ea typeface="Be Vietnam"/>
                <a:cs typeface="Be Vietnam"/>
                <a:sym typeface="Be Vietnam"/>
              </a:rPr>
              <a:t>the Brain Drain Phenomenon in Iran</a:t>
            </a:r>
            <a:endParaRPr dirty="0"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2736" name="Google Shape;2736;p39"/>
          <p:cNvSpPr txBox="1">
            <a:spLocks noGrp="1"/>
          </p:cNvSpPr>
          <p:nvPr>
            <p:ph type="subTitle" idx="1"/>
          </p:nvPr>
        </p:nvSpPr>
        <p:spPr>
          <a:xfrm>
            <a:off x="713100" y="37467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 smtClean="0"/>
              <a:t>Sepehr Abbaspour</a:t>
            </a:r>
            <a:r>
              <a:rPr lang="en-US" dirty="0" smtClean="0"/>
              <a:t>, </a:t>
            </a:r>
            <a:r>
              <a:rPr lang="en" dirty="0"/>
              <a:t>Yazdan </a:t>
            </a:r>
            <a:r>
              <a:rPr lang="en" dirty="0" smtClean="0"/>
              <a:t>Zandiye </a:t>
            </a:r>
            <a:r>
              <a:rPr lang="en" dirty="0"/>
              <a:t>Vakili</a:t>
            </a:r>
            <a:endParaRPr dirty="0"/>
          </a:p>
        </p:txBody>
      </p:sp>
      <p:grpSp>
        <p:nvGrpSpPr>
          <p:cNvPr id="2737" name="Google Shape;2737;p39"/>
          <p:cNvGrpSpPr/>
          <p:nvPr/>
        </p:nvGrpSpPr>
        <p:grpSpPr>
          <a:xfrm>
            <a:off x="5274653" y="546150"/>
            <a:ext cx="3249646" cy="4051206"/>
            <a:chOff x="5503852" y="714425"/>
            <a:chExt cx="2979413" cy="3714317"/>
          </a:xfrm>
        </p:grpSpPr>
        <p:sp>
          <p:nvSpPr>
            <p:cNvPr id="2738" name="Google Shape;2738;p39"/>
            <p:cNvSpPr/>
            <p:nvPr/>
          </p:nvSpPr>
          <p:spPr>
            <a:xfrm>
              <a:off x="5503852" y="951938"/>
              <a:ext cx="2283220" cy="3476804"/>
            </a:xfrm>
            <a:custGeom>
              <a:avLst/>
              <a:gdLst/>
              <a:ahLst/>
              <a:cxnLst/>
              <a:rect l="l" t="t" r="r" b="b"/>
              <a:pathLst>
                <a:path w="112877" h="171885" extrusionOk="0">
                  <a:moveTo>
                    <a:pt x="76749" y="6480"/>
                  </a:moveTo>
                  <a:cubicBezTo>
                    <a:pt x="76864" y="6594"/>
                    <a:pt x="76949" y="6681"/>
                    <a:pt x="77063" y="6766"/>
                  </a:cubicBezTo>
                  <a:cubicBezTo>
                    <a:pt x="76662" y="7082"/>
                    <a:pt x="76291" y="7453"/>
                    <a:pt x="76005" y="7769"/>
                  </a:cubicBezTo>
                  <a:lnTo>
                    <a:pt x="75490" y="8284"/>
                  </a:lnTo>
                  <a:cubicBezTo>
                    <a:pt x="75403" y="8312"/>
                    <a:pt x="75346" y="8341"/>
                    <a:pt x="75288" y="8369"/>
                  </a:cubicBezTo>
                  <a:cubicBezTo>
                    <a:pt x="75833" y="7998"/>
                    <a:pt x="76319" y="7425"/>
                    <a:pt x="76749" y="6480"/>
                  </a:cubicBezTo>
                  <a:close/>
                  <a:moveTo>
                    <a:pt x="79841" y="10774"/>
                  </a:moveTo>
                  <a:cubicBezTo>
                    <a:pt x="79926" y="10774"/>
                    <a:pt x="80040" y="10803"/>
                    <a:pt x="80127" y="10831"/>
                  </a:cubicBezTo>
                  <a:cubicBezTo>
                    <a:pt x="80532" y="10921"/>
                    <a:pt x="81025" y="11029"/>
                    <a:pt x="81594" y="11029"/>
                  </a:cubicBezTo>
                  <a:cubicBezTo>
                    <a:pt x="81748" y="11029"/>
                    <a:pt x="81908" y="11021"/>
                    <a:pt x="82074" y="11003"/>
                  </a:cubicBezTo>
                  <a:lnTo>
                    <a:pt x="82074" y="11003"/>
                  </a:lnTo>
                  <a:cubicBezTo>
                    <a:pt x="82074" y="11032"/>
                    <a:pt x="82044" y="11032"/>
                    <a:pt x="82017" y="11060"/>
                  </a:cubicBezTo>
                  <a:cubicBezTo>
                    <a:pt x="80498" y="11948"/>
                    <a:pt x="80242" y="13437"/>
                    <a:pt x="80185" y="14353"/>
                  </a:cubicBezTo>
                  <a:cubicBezTo>
                    <a:pt x="79555" y="14495"/>
                    <a:pt x="78753" y="14839"/>
                    <a:pt x="78238" y="15697"/>
                  </a:cubicBezTo>
                  <a:cubicBezTo>
                    <a:pt x="77693" y="16556"/>
                    <a:pt x="77636" y="17616"/>
                    <a:pt x="78037" y="18846"/>
                  </a:cubicBezTo>
                  <a:cubicBezTo>
                    <a:pt x="78094" y="19048"/>
                    <a:pt x="78151" y="19220"/>
                    <a:pt x="78238" y="19391"/>
                  </a:cubicBezTo>
                  <a:cubicBezTo>
                    <a:pt x="78181" y="19391"/>
                    <a:pt x="78094" y="19419"/>
                    <a:pt x="78009" y="19419"/>
                  </a:cubicBezTo>
                  <a:cubicBezTo>
                    <a:pt x="77407" y="19506"/>
                    <a:pt x="76376" y="19678"/>
                    <a:pt x="75460" y="20365"/>
                  </a:cubicBezTo>
                  <a:cubicBezTo>
                    <a:pt x="74716" y="19762"/>
                    <a:pt x="73830" y="19648"/>
                    <a:pt x="73113" y="19648"/>
                  </a:cubicBezTo>
                  <a:cubicBezTo>
                    <a:pt x="72856" y="19648"/>
                    <a:pt x="72627" y="19678"/>
                    <a:pt x="72426" y="19678"/>
                  </a:cubicBezTo>
                  <a:cubicBezTo>
                    <a:pt x="72368" y="19678"/>
                    <a:pt x="72284" y="19705"/>
                    <a:pt x="72254" y="19705"/>
                  </a:cubicBezTo>
                  <a:cubicBezTo>
                    <a:pt x="71910" y="19533"/>
                    <a:pt x="71310" y="19133"/>
                    <a:pt x="70852" y="18762"/>
                  </a:cubicBezTo>
                  <a:cubicBezTo>
                    <a:pt x="70651" y="18388"/>
                    <a:pt x="70108" y="17358"/>
                    <a:pt x="68819" y="16987"/>
                  </a:cubicBezTo>
                  <a:cubicBezTo>
                    <a:pt x="69449" y="16643"/>
                    <a:pt x="69907" y="16242"/>
                    <a:pt x="70250" y="15956"/>
                  </a:cubicBezTo>
                  <a:cubicBezTo>
                    <a:pt x="70651" y="15640"/>
                    <a:pt x="70708" y="15583"/>
                    <a:pt x="70823" y="15583"/>
                  </a:cubicBezTo>
                  <a:cubicBezTo>
                    <a:pt x="72455" y="15269"/>
                    <a:pt x="73514" y="14610"/>
                    <a:pt x="74631" y="13922"/>
                  </a:cubicBezTo>
                  <a:lnTo>
                    <a:pt x="74860" y="13780"/>
                  </a:lnTo>
                  <a:cubicBezTo>
                    <a:pt x="75204" y="13551"/>
                    <a:pt x="75604" y="13407"/>
                    <a:pt x="76090" y="13235"/>
                  </a:cubicBezTo>
                  <a:cubicBezTo>
                    <a:pt x="76605" y="13064"/>
                    <a:pt x="77208" y="12835"/>
                    <a:pt x="77837" y="12491"/>
                  </a:cubicBezTo>
                  <a:cubicBezTo>
                    <a:pt x="77895" y="12464"/>
                    <a:pt x="77922" y="12434"/>
                    <a:pt x="77979" y="12434"/>
                  </a:cubicBezTo>
                  <a:cubicBezTo>
                    <a:pt x="78609" y="12033"/>
                    <a:pt x="79097" y="11518"/>
                    <a:pt x="79498" y="11117"/>
                  </a:cubicBezTo>
                  <a:cubicBezTo>
                    <a:pt x="79582" y="11003"/>
                    <a:pt x="79727" y="10861"/>
                    <a:pt x="79841" y="10774"/>
                  </a:cubicBezTo>
                  <a:close/>
                  <a:moveTo>
                    <a:pt x="28684" y="5192"/>
                  </a:moveTo>
                  <a:cubicBezTo>
                    <a:pt x="28913" y="5250"/>
                    <a:pt x="29142" y="5334"/>
                    <a:pt x="29543" y="5479"/>
                  </a:cubicBezTo>
                  <a:cubicBezTo>
                    <a:pt x="29715" y="5536"/>
                    <a:pt x="29859" y="5621"/>
                    <a:pt x="30001" y="5678"/>
                  </a:cubicBezTo>
                  <a:cubicBezTo>
                    <a:pt x="30058" y="5678"/>
                    <a:pt x="30115" y="5708"/>
                    <a:pt x="30145" y="5708"/>
                  </a:cubicBezTo>
                  <a:cubicBezTo>
                    <a:pt x="31241" y="6049"/>
                    <a:pt x="32319" y="6119"/>
                    <a:pt x="33320" y="6119"/>
                  </a:cubicBezTo>
                  <a:cubicBezTo>
                    <a:pt x="33574" y="6119"/>
                    <a:pt x="33823" y="6114"/>
                    <a:pt x="34066" y="6109"/>
                  </a:cubicBezTo>
                  <a:lnTo>
                    <a:pt x="34554" y="6109"/>
                  </a:lnTo>
                  <a:cubicBezTo>
                    <a:pt x="34897" y="6109"/>
                    <a:pt x="35268" y="6079"/>
                    <a:pt x="35641" y="6051"/>
                  </a:cubicBezTo>
                  <a:cubicBezTo>
                    <a:pt x="35783" y="6022"/>
                    <a:pt x="35985" y="6022"/>
                    <a:pt x="36184" y="5994"/>
                  </a:cubicBezTo>
                  <a:cubicBezTo>
                    <a:pt x="36329" y="6166"/>
                    <a:pt x="36470" y="6365"/>
                    <a:pt x="36672" y="6537"/>
                  </a:cubicBezTo>
                  <a:cubicBezTo>
                    <a:pt x="36757" y="6624"/>
                    <a:pt x="36871" y="6681"/>
                    <a:pt x="36986" y="6738"/>
                  </a:cubicBezTo>
                  <a:cubicBezTo>
                    <a:pt x="37501" y="7082"/>
                    <a:pt x="38131" y="7254"/>
                    <a:pt x="38703" y="7396"/>
                  </a:cubicBezTo>
                  <a:lnTo>
                    <a:pt x="39047" y="7483"/>
                  </a:lnTo>
                  <a:cubicBezTo>
                    <a:pt x="39047" y="7483"/>
                    <a:pt x="39077" y="7483"/>
                    <a:pt x="39104" y="7510"/>
                  </a:cubicBezTo>
                  <a:cubicBezTo>
                    <a:pt x="39803" y="7747"/>
                    <a:pt x="40392" y="7827"/>
                    <a:pt x="40897" y="7827"/>
                  </a:cubicBezTo>
                  <a:cubicBezTo>
                    <a:pt x="41489" y="7827"/>
                    <a:pt x="41966" y="7717"/>
                    <a:pt x="42368" y="7625"/>
                  </a:cubicBezTo>
                  <a:cubicBezTo>
                    <a:pt x="42626" y="7567"/>
                    <a:pt x="42855" y="7510"/>
                    <a:pt x="43112" y="7483"/>
                  </a:cubicBezTo>
                  <a:cubicBezTo>
                    <a:pt x="44459" y="7338"/>
                    <a:pt x="45288" y="6967"/>
                    <a:pt x="46089" y="6594"/>
                  </a:cubicBezTo>
                  <a:cubicBezTo>
                    <a:pt x="46318" y="6509"/>
                    <a:pt x="46577" y="6395"/>
                    <a:pt x="46891" y="6280"/>
                  </a:cubicBezTo>
                  <a:cubicBezTo>
                    <a:pt x="47112" y="6213"/>
                    <a:pt x="47488" y="6147"/>
                    <a:pt x="48109" y="6147"/>
                  </a:cubicBezTo>
                  <a:cubicBezTo>
                    <a:pt x="48292" y="6147"/>
                    <a:pt x="48496" y="6153"/>
                    <a:pt x="48723" y="6166"/>
                  </a:cubicBezTo>
                  <a:cubicBezTo>
                    <a:pt x="49009" y="6422"/>
                    <a:pt x="49467" y="6796"/>
                    <a:pt x="50211" y="7052"/>
                  </a:cubicBezTo>
                  <a:cubicBezTo>
                    <a:pt x="50824" y="7282"/>
                    <a:pt x="51437" y="7332"/>
                    <a:pt x="51998" y="7332"/>
                  </a:cubicBezTo>
                  <a:cubicBezTo>
                    <a:pt x="52276" y="7332"/>
                    <a:pt x="52541" y="7320"/>
                    <a:pt x="52788" y="7311"/>
                  </a:cubicBezTo>
                  <a:cubicBezTo>
                    <a:pt x="52960" y="7311"/>
                    <a:pt x="53183" y="7298"/>
                    <a:pt x="53355" y="7298"/>
                  </a:cubicBezTo>
                  <a:cubicBezTo>
                    <a:pt x="53440" y="7298"/>
                    <a:pt x="53514" y="7301"/>
                    <a:pt x="53562" y="7311"/>
                  </a:cubicBezTo>
                  <a:cubicBezTo>
                    <a:pt x="53589" y="7311"/>
                    <a:pt x="53647" y="7311"/>
                    <a:pt x="53676" y="7338"/>
                  </a:cubicBezTo>
                  <a:cubicBezTo>
                    <a:pt x="54162" y="7396"/>
                    <a:pt x="54620" y="7483"/>
                    <a:pt x="54906" y="7597"/>
                  </a:cubicBezTo>
                  <a:cubicBezTo>
                    <a:pt x="54936" y="7625"/>
                    <a:pt x="54963" y="7625"/>
                    <a:pt x="55021" y="7654"/>
                  </a:cubicBezTo>
                  <a:cubicBezTo>
                    <a:pt x="55050" y="7682"/>
                    <a:pt x="55078" y="7739"/>
                    <a:pt x="55108" y="7796"/>
                  </a:cubicBezTo>
                  <a:cubicBezTo>
                    <a:pt x="55394" y="8170"/>
                    <a:pt x="55822" y="8712"/>
                    <a:pt x="56539" y="9200"/>
                  </a:cubicBezTo>
                  <a:cubicBezTo>
                    <a:pt x="56596" y="9228"/>
                    <a:pt x="56624" y="9257"/>
                    <a:pt x="56654" y="9285"/>
                  </a:cubicBezTo>
                  <a:cubicBezTo>
                    <a:pt x="57555" y="9796"/>
                    <a:pt x="58440" y="9981"/>
                    <a:pt x="59275" y="9981"/>
                  </a:cubicBezTo>
                  <a:cubicBezTo>
                    <a:pt x="60639" y="9981"/>
                    <a:pt x="61867" y="9487"/>
                    <a:pt x="62807" y="9113"/>
                  </a:cubicBezTo>
                  <a:cubicBezTo>
                    <a:pt x="63265" y="8914"/>
                    <a:pt x="64009" y="8628"/>
                    <a:pt x="64296" y="8628"/>
                  </a:cubicBezTo>
                  <a:cubicBezTo>
                    <a:pt x="64325" y="8628"/>
                    <a:pt x="64353" y="8655"/>
                    <a:pt x="64410" y="8685"/>
                  </a:cubicBezTo>
                  <a:cubicBezTo>
                    <a:pt x="64669" y="8914"/>
                    <a:pt x="65097" y="9257"/>
                    <a:pt x="65670" y="9457"/>
                  </a:cubicBezTo>
                  <a:cubicBezTo>
                    <a:pt x="65727" y="9457"/>
                    <a:pt x="65784" y="9486"/>
                    <a:pt x="65842" y="9486"/>
                  </a:cubicBezTo>
                  <a:cubicBezTo>
                    <a:pt x="66219" y="9599"/>
                    <a:pt x="66568" y="9644"/>
                    <a:pt x="66884" y="9644"/>
                  </a:cubicBezTo>
                  <a:cubicBezTo>
                    <a:pt x="67696" y="9644"/>
                    <a:pt x="68298" y="9349"/>
                    <a:pt x="68647" y="9143"/>
                  </a:cubicBezTo>
                  <a:cubicBezTo>
                    <a:pt x="68819" y="9170"/>
                    <a:pt x="69048" y="9200"/>
                    <a:pt x="69220" y="9257"/>
                  </a:cubicBezTo>
                  <a:cubicBezTo>
                    <a:pt x="69563" y="9315"/>
                    <a:pt x="69964" y="9399"/>
                    <a:pt x="70394" y="9429"/>
                  </a:cubicBezTo>
                  <a:cubicBezTo>
                    <a:pt x="70479" y="9457"/>
                    <a:pt x="70536" y="9457"/>
                    <a:pt x="70623" y="9457"/>
                  </a:cubicBezTo>
                  <a:cubicBezTo>
                    <a:pt x="71482" y="9457"/>
                    <a:pt x="71997" y="9285"/>
                    <a:pt x="72455" y="9113"/>
                  </a:cubicBezTo>
                  <a:cubicBezTo>
                    <a:pt x="72597" y="9056"/>
                    <a:pt x="72627" y="9056"/>
                    <a:pt x="72684" y="9028"/>
                  </a:cubicBezTo>
                  <a:cubicBezTo>
                    <a:pt x="72884" y="8999"/>
                    <a:pt x="73055" y="8971"/>
                    <a:pt x="73257" y="8971"/>
                  </a:cubicBezTo>
                  <a:cubicBezTo>
                    <a:pt x="73486" y="8941"/>
                    <a:pt x="73685" y="8914"/>
                    <a:pt x="73887" y="8884"/>
                  </a:cubicBezTo>
                  <a:lnTo>
                    <a:pt x="73887" y="8884"/>
                  </a:lnTo>
                  <a:cubicBezTo>
                    <a:pt x="73399" y="9086"/>
                    <a:pt x="72826" y="9315"/>
                    <a:pt x="72284" y="9686"/>
                  </a:cubicBezTo>
                  <a:lnTo>
                    <a:pt x="72082" y="9800"/>
                  </a:lnTo>
                  <a:cubicBezTo>
                    <a:pt x="71052" y="10460"/>
                    <a:pt x="70651" y="10689"/>
                    <a:pt x="70021" y="10803"/>
                  </a:cubicBezTo>
                  <a:cubicBezTo>
                    <a:pt x="68562" y="11032"/>
                    <a:pt x="67674" y="11804"/>
                    <a:pt x="67101" y="12292"/>
                  </a:cubicBezTo>
                  <a:cubicBezTo>
                    <a:pt x="66987" y="12377"/>
                    <a:pt x="66902" y="12464"/>
                    <a:pt x="66815" y="12521"/>
                  </a:cubicBezTo>
                  <a:cubicBezTo>
                    <a:pt x="66329" y="12548"/>
                    <a:pt x="65498" y="12635"/>
                    <a:pt x="64726" y="13293"/>
                  </a:cubicBezTo>
                  <a:cubicBezTo>
                    <a:pt x="63666" y="14209"/>
                    <a:pt x="63494" y="15326"/>
                    <a:pt x="63409" y="15869"/>
                  </a:cubicBezTo>
                  <a:lnTo>
                    <a:pt x="63409" y="16041"/>
                  </a:lnTo>
                  <a:cubicBezTo>
                    <a:pt x="63295" y="16300"/>
                    <a:pt x="63208" y="16586"/>
                    <a:pt x="63208" y="16842"/>
                  </a:cubicBezTo>
                  <a:cubicBezTo>
                    <a:pt x="63036" y="17472"/>
                    <a:pt x="63123" y="18102"/>
                    <a:pt x="63437" y="18647"/>
                  </a:cubicBezTo>
                  <a:cubicBezTo>
                    <a:pt x="63524" y="18789"/>
                    <a:pt x="63609" y="18933"/>
                    <a:pt x="63723" y="19075"/>
                  </a:cubicBezTo>
                  <a:cubicBezTo>
                    <a:pt x="63696" y="19277"/>
                    <a:pt x="63666" y="19533"/>
                    <a:pt x="63666" y="19792"/>
                  </a:cubicBezTo>
                  <a:cubicBezTo>
                    <a:pt x="63666" y="20793"/>
                    <a:pt x="64296" y="21681"/>
                    <a:pt x="65212" y="22052"/>
                  </a:cubicBezTo>
                  <a:cubicBezTo>
                    <a:pt x="65627" y="22210"/>
                    <a:pt x="66021" y="22268"/>
                    <a:pt x="66383" y="22268"/>
                  </a:cubicBezTo>
                  <a:cubicBezTo>
                    <a:pt x="66744" y="22268"/>
                    <a:pt x="67074" y="22210"/>
                    <a:pt x="67360" y="22139"/>
                  </a:cubicBezTo>
                  <a:cubicBezTo>
                    <a:pt x="67387" y="22139"/>
                    <a:pt x="67417" y="22167"/>
                    <a:pt x="67445" y="22197"/>
                  </a:cubicBezTo>
                  <a:cubicBezTo>
                    <a:pt x="67960" y="22682"/>
                    <a:pt x="69105" y="23598"/>
                    <a:pt x="70307" y="24143"/>
                  </a:cubicBezTo>
                  <a:cubicBezTo>
                    <a:pt x="69994" y="25117"/>
                    <a:pt x="70193" y="26090"/>
                    <a:pt x="70509" y="26834"/>
                  </a:cubicBezTo>
                  <a:cubicBezTo>
                    <a:pt x="70536" y="26862"/>
                    <a:pt x="70536" y="26891"/>
                    <a:pt x="70536" y="26891"/>
                  </a:cubicBezTo>
                  <a:cubicBezTo>
                    <a:pt x="71024" y="27922"/>
                    <a:pt x="72025" y="28724"/>
                    <a:pt x="73227" y="29067"/>
                  </a:cubicBezTo>
                  <a:cubicBezTo>
                    <a:pt x="73644" y="29192"/>
                    <a:pt x="74058" y="29253"/>
                    <a:pt x="74456" y="29253"/>
                  </a:cubicBezTo>
                  <a:cubicBezTo>
                    <a:pt x="75152" y="29253"/>
                    <a:pt x="75803" y="29069"/>
                    <a:pt x="76349" y="28724"/>
                  </a:cubicBezTo>
                  <a:cubicBezTo>
                    <a:pt x="78009" y="27693"/>
                    <a:pt x="78266" y="25717"/>
                    <a:pt x="78437" y="24544"/>
                  </a:cubicBezTo>
                  <a:cubicBezTo>
                    <a:pt x="78437" y="24457"/>
                    <a:pt x="78467" y="24343"/>
                    <a:pt x="78467" y="24258"/>
                  </a:cubicBezTo>
                  <a:cubicBezTo>
                    <a:pt x="78582" y="24228"/>
                    <a:pt x="78666" y="24228"/>
                    <a:pt x="78753" y="24201"/>
                  </a:cubicBezTo>
                  <a:cubicBezTo>
                    <a:pt x="79669" y="24056"/>
                    <a:pt x="81215" y="23827"/>
                    <a:pt x="82502" y="22396"/>
                  </a:cubicBezTo>
                  <a:cubicBezTo>
                    <a:pt x="83819" y="20907"/>
                    <a:pt x="83590" y="19449"/>
                    <a:pt x="83219" y="18503"/>
                  </a:cubicBezTo>
                  <a:cubicBezTo>
                    <a:pt x="83418" y="18388"/>
                    <a:pt x="83620" y="18216"/>
                    <a:pt x="83792" y="18045"/>
                  </a:cubicBezTo>
                  <a:cubicBezTo>
                    <a:pt x="84735" y="17186"/>
                    <a:pt x="84907" y="16098"/>
                    <a:pt x="84964" y="15326"/>
                  </a:cubicBezTo>
                  <a:cubicBezTo>
                    <a:pt x="85509" y="15354"/>
                    <a:pt x="86167" y="15411"/>
                    <a:pt x="86625" y="15468"/>
                  </a:cubicBezTo>
                  <a:cubicBezTo>
                    <a:pt x="86654" y="15526"/>
                    <a:pt x="86682" y="15583"/>
                    <a:pt x="86712" y="15613"/>
                  </a:cubicBezTo>
                  <a:cubicBezTo>
                    <a:pt x="86510" y="16013"/>
                    <a:pt x="86425" y="16442"/>
                    <a:pt x="86453" y="16872"/>
                  </a:cubicBezTo>
                  <a:cubicBezTo>
                    <a:pt x="86510" y="18132"/>
                    <a:pt x="87426" y="18876"/>
                    <a:pt x="87712" y="19133"/>
                  </a:cubicBezTo>
                  <a:cubicBezTo>
                    <a:pt x="87857" y="19220"/>
                    <a:pt x="87971" y="19304"/>
                    <a:pt x="88113" y="19391"/>
                  </a:cubicBezTo>
                  <a:cubicBezTo>
                    <a:pt x="88700" y="19685"/>
                    <a:pt x="89393" y="19790"/>
                    <a:pt x="90003" y="19790"/>
                  </a:cubicBezTo>
                  <a:cubicBezTo>
                    <a:pt x="90345" y="19790"/>
                    <a:pt x="90662" y="19757"/>
                    <a:pt x="90919" y="19705"/>
                  </a:cubicBezTo>
                  <a:cubicBezTo>
                    <a:pt x="91262" y="19648"/>
                    <a:pt x="91606" y="19533"/>
                    <a:pt x="91892" y="19419"/>
                  </a:cubicBezTo>
                  <a:lnTo>
                    <a:pt x="91892" y="19792"/>
                  </a:lnTo>
                  <a:cubicBezTo>
                    <a:pt x="91892" y="21968"/>
                    <a:pt x="92522" y="22797"/>
                    <a:pt x="93811" y="23770"/>
                  </a:cubicBezTo>
                  <a:cubicBezTo>
                    <a:pt x="93896" y="23857"/>
                    <a:pt x="94010" y="23942"/>
                    <a:pt x="94155" y="24029"/>
                  </a:cubicBezTo>
                  <a:cubicBezTo>
                    <a:pt x="94441" y="24285"/>
                    <a:pt x="94670" y="24514"/>
                    <a:pt x="94784" y="24659"/>
                  </a:cubicBezTo>
                  <a:cubicBezTo>
                    <a:pt x="94555" y="24743"/>
                    <a:pt x="94269" y="24830"/>
                    <a:pt x="94068" y="24915"/>
                  </a:cubicBezTo>
                  <a:cubicBezTo>
                    <a:pt x="93353" y="25117"/>
                    <a:pt x="92579" y="25346"/>
                    <a:pt x="91864" y="25804"/>
                  </a:cubicBezTo>
                  <a:cubicBezTo>
                    <a:pt x="91521" y="26060"/>
                    <a:pt x="91349" y="26117"/>
                    <a:pt x="91349" y="26117"/>
                  </a:cubicBezTo>
                  <a:cubicBezTo>
                    <a:pt x="91262" y="26117"/>
                    <a:pt x="90976" y="26090"/>
                    <a:pt x="90747" y="26033"/>
                  </a:cubicBezTo>
                  <a:cubicBezTo>
                    <a:pt x="90548" y="26003"/>
                    <a:pt x="90319" y="25975"/>
                    <a:pt x="90060" y="25946"/>
                  </a:cubicBezTo>
                  <a:cubicBezTo>
                    <a:pt x="90003" y="25918"/>
                    <a:pt x="89945" y="25918"/>
                    <a:pt x="89861" y="25918"/>
                  </a:cubicBezTo>
                  <a:cubicBezTo>
                    <a:pt x="89653" y="25907"/>
                    <a:pt x="89455" y="25901"/>
                    <a:pt x="89264" y="25901"/>
                  </a:cubicBezTo>
                  <a:cubicBezTo>
                    <a:pt x="88030" y="25901"/>
                    <a:pt x="87108" y="26128"/>
                    <a:pt x="86167" y="26376"/>
                  </a:cubicBezTo>
                  <a:lnTo>
                    <a:pt x="85995" y="26433"/>
                  </a:lnTo>
                  <a:cubicBezTo>
                    <a:pt x="85911" y="26462"/>
                    <a:pt x="85792" y="26469"/>
                    <a:pt x="85656" y="26469"/>
                  </a:cubicBezTo>
                  <a:cubicBezTo>
                    <a:pt x="85515" y="26469"/>
                    <a:pt x="85354" y="26461"/>
                    <a:pt x="85193" y="26461"/>
                  </a:cubicBezTo>
                  <a:cubicBezTo>
                    <a:pt x="84995" y="26452"/>
                    <a:pt x="84782" y="26443"/>
                    <a:pt x="84557" y="26443"/>
                  </a:cubicBezTo>
                  <a:cubicBezTo>
                    <a:pt x="84068" y="26443"/>
                    <a:pt x="83521" y="26485"/>
                    <a:pt x="82933" y="26662"/>
                  </a:cubicBezTo>
                  <a:cubicBezTo>
                    <a:pt x="82876" y="26690"/>
                    <a:pt x="82789" y="26720"/>
                    <a:pt x="82731" y="26747"/>
                  </a:cubicBezTo>
                  <a:cubicBezTo>
                    <a:pt x="82704" y="26747"/>
                    <a:pt x="79697" y="28007"/>
                    <a:pt x="79269" y="30327"/>
                  </a:cubicBezTo>
                  <a:cubicBezTo>
                    <a:pt x="79097" y="31327"/>
                    <a:pt x="79468" y="32358"/>
                    <a:pt x="80269" y="33075"/>
                  </a:cubicBezTo>
                  <a:cubicBezTo>
                    <a:pt x="80498" y="33247"/>
                    <a:pt x="80700" y="33389"/>
                    <a:pt x="80899" y="33476"/>
                  </a:cubicBezTo>
                  <a:cubicBezTo>
                    <a:pt x="80842" y="33533"/>
                    <a:pt x="80757" y="33560"/>
                    <a:pt x="80670" y="33618"/>
                  </a:cubicBezTo>
                  <a:cubicBezTo>
                    <a:pt x="80384" y="33789"/>
                    <a:pt x="80098" y="33934"/>
                    <a:pt x="79869" y="34018"/>
                  </a:cubicBezTo>
                  <a:cubicBezTo>
                    <a:pt x="79697" y="34076"/>
                    <a:pt x="79555" y="34105"/>
                    <a:pt x="79411" y="34163"/>
                  </a:cubicBezTo>
                  <a:cubicBezTo>
                    <a:pt x="78467" y="34392"/>
                    <a:pt x="76891" y="34792"/>
                    <a:pt x="75918" y="36739"/>
                  </a:cubicBezTo>
                  <a:cubicBezTo>
                    <a:pt x="75918" y="36767"/>
                    <a:pt x="75891" y="36767"/>
                    <a:pt x="75891" y="36796"/>
                  </a:cubicBezTo>
                  <a:cubicBezTo>
                    <a:pt x="75719" y="37140"/>
                    <a:pt x="75632" y="37483"/>
                    <a:pt x="75547" y="37770"/>
                  </a:cubicBezTo>
                  <a:cubicBezTo>
                    <a:pt x="75496" y="37768"/>
                    <a:pt x="75444" y="37767"/>
                    <a:pt x="75390" y="37767"/>
                  </a:cubicBezTo>
                  <a:cubicBezTo>
                    <a:pt x="74623" y="37767"/>
                    <a:pt x="73562" y="37987"/>
                    <a:pt x="72627" y="39057"/>
                  </a:cubicBezTo>
                  <a:cubicBezTo>
                    <a:pt x="72513" y="39201"/>
                    <a:pt x="72398" y="39343"/>
                    <a:pt x="72311" y="39515"/>
                  </a:cubicBezTo>
                  <a:lnTo>
                    <a:pt x="71624" y="40461"/>
                  </a:lnTo>
                  <a:cubicBezTo>
                    <a:pt x="71338" y="40919"/>
                    <a:pt x="71024" y="41347"/>
                    <a:pt x="70708" y="41690"/>
                  </a:cubicBezTo>
                  <a:cubicBezTo>
                    <a:pt x="69135" y="41690"/>
                    <a:pt x="68017" y="42664"/>
                    <a:pt x="67646" y="44381"/>
                  </a:cubicBezTo>
                  <a:cubicBezTo>
                    <a:pt x="67616" y="44411"/>
                    <a:pt x="67616" y="44438"/>
                    <a:pt x="67616" y="44438"/>
                  </a:cubicBezTo>
                  <a:cubicBezTo>
                    <a:pt x="67532" y="44926"/>
                    <a:pt x="67474" y="45355"/>
                    <a:pt x="67445" y="45671"/>
                  </a:cubicBezTo>
                  <a:cubicBezTo>
                    <a:pt x="67360" y="46358"/>
                    <a:pt x="67330" y="46529"/>
                    <a:pt x="67044" y="46958"/>
                  </a:cubicBezTo>
                  <a:cubicBezTo>
                    <a:pt x="66673" y="47473"/>
                    <a:pt x="65842" y="47874"/>
                    <a:pt x="64955" y="48274"/>
                  </a:cubicBezTo>
                  <a:cubicBezTo>
                    <a:pt x="61891" y="49534"/>
                    <a:pt x="60146" y="51281"/>
                    <a:pt x="59688" y="53542"/>
                  </a:cubicBezTo>
                  <a:cubicBezTo>
                    <a:pt x="59429" y="53484"/>
                    <a:pt x="59173" y="53427"/>
                    <a:pt x="58886" y="53427"/>
                  </a:cubicBezTo>
                  <a:cubicBezTo>
                    <a:pt x="58628" y="53198"/>
                    <a:pt x="58284" y="52942"/>
                    <a:pt x="57799" y="52740"/>
                  </a:cubicBezTo>
                  <a:cubicBezTo>
                    <a:pt x="57210" y="52518"/>
                    <a:pt x="56305" y="52398"/>
                    <a:pt x="55372" y="52398"/>
                  </a:cubicBezTo>
                  <a:cubicBezTo>
                    <a:pt x="54263" y="52398"/>
                    <a:pt x="53116" y="52568"/>
                    <a:pt x="52417" y="52942"/>
                  </a:cubicBezTo>
                  <a:cubicBezTo>
                    <a:pt x="51814" y="53255"/>
                    <a:pt x="51443" y="53656"/>
                    <a:pt x="51214" y="54000"/>
                  </a:cubicBezTo>
                  <a:cubicBezTo>
                    <a:pt x="51100" y="54000"/>
                    <a:pt x="51013" y="54000"/>
                    <a:pt x="50928" y="53972"/>
                  </a:cubicBezTo>
                  <a:lnTo>
                    <a:pt x="50756" y="53972"/>
                  </a:lnTo>
                  <a:cubicBezTo>
                    <a:pt x="50498" y="53943"/>
                    <a:pt x="50241" y="53885"/>
                    <a:pt x="49955" y="53828"/>
                  </a:cubicBezTo>
                  <a:cubicBezTo>
                    <a:pt x="49551" y="53745"/>
                    <a:pt x="49058" y="53648"/>
                    <a:pt x="48489" y="53648"/>
                  </a:cubicBezTo>
                  <a:cubicBezTo>
                    <a:pt x="47687" y="53648"/>
                    <a:pt x="46732" y="53842"/>
                    <a:pt x="45661" y="54545"/>
                  </a:cubicBezTo>
                  <a:lnTo>
                    <a:pt x="45574" y="54602"/>
                  </a:lnTo>
                  <a:cubicBezTo>
                    <a:pt x="44745" y="55117"/>
                    <a:pt x="43684" y="55775"/>
                    <a:pt x="42768" y="56633"/>
                  </a:cubicBezTo>
                  <a:cubicBezTo>
                    <a:pt x="41367" y="57950"/>
                    <a:pt x="41165" y="59240"/>
                    <a:pt x="41023" y="60298"/>
                  </a:cubicBezTo>
                  <a:cubicBezTo>
                    <a:pt x="40994" y="60469"/>
                    <a:pt x="40994" y="60641"/>
                    <a:pt x="40966" y="60813"/>
                  </a:cubicBezTo>
                  <a:cubicBezTo>
                    <a:pt x="40909" y="61042"/>
                    <a:pt x="40737" y="61358"/>
                    <a:pt x="40535" y="61701"/>
                  </a:cubicBezTo>
                  <a:cubicBezTo>
                    <a:pt x="40249" y="62217"/>
                    <a:pt x="39906" y="62874"/>
                    <a:pt x="39677" y="63705"/>
                  </a:cubicBezTo>
                  <a:cubicBezTo>
                    <a:pt x="39276" y="65480"/>
                    <a:pt x="39791" y="66710"/>
                    <a:pt x="40164" y="67626"/>
                  </a:cubicBezTo>
                  <a:cubicBezTo>
                    <a:pt x="40279" y="67942"/>
                    <a:pt x="40394" y="68199"/>
                    <a:pt x="40451" y="68428"/>
                  </a:cubicBezTo>
                  <a:cubicBezTo>
                    <a:pt x="40451" y="68457"/>
                    <a:pt x="40451" y="68485"/>
                    <a:pt x="40478" y="68515"/>
                  </a:cubicBezTo>
                  <a:cubicBezTo>
                    <a:pt x="40508" y="68657"/>
                    <a:pt x="40535" y="68886"/>
                    <a:pt x="40565" y="69144"/>
                  </a:cubicBezTo>
                  <a:cubicBezTo>
                    <a:pt x="40650" y="69859"/>
                    <a:pt x="40794" y="71091"/>
                    <a:pt x="41795" y="72122"/>
                  </a:cubicBezTo>
                  <a:cubicBezTo>
                    <a:pt x="41596" y="72092"/>
                    <a:pt x="41337" y="72007"/>
                    <a:pt x="40966" y="71893"/>
                  </a:cubicBezTo>
                  <a:cubicBezTo>
                    <a:pt x="40535" y="71748"/>
                    <a:pt x="40164" y="71634"/>
                    <a:pt x="39821" y="71549"/>
                  </a:cubicBezTo>
                  <a:cubicBezTo>
                    <a:pt x="38990" y="71290"/>
                    <a:pt x="38619" y="71176"/>
                    <a:pt x="38245" y="70805"/>
                  </a:cubicBezTo>
                  <a:cubicBezTo>
                    <a:pt x="37673" y="70232"/>
                    <a:pt x="36958" y="69831"/>
                    <a:pt x="36329" y="69458"/>
                  </a:cubicBezTo>
                  <a:cubicBezTo>
                    <a:pt x="36127" y="69344"/>
                    <a:pt x="35841" y="69172"/>
                    <a:pt x="35641" y="69030"/>
                  </a:cubicBezTo>
                  <a:cubicBezTo>
                    <a:pt x="35841" y="68542"/>
                    <a:pt x="36070" y="67855"/>
                    <a:pt x="36012" y="66939"/>
                  </a:cubicBezTo>
                  <a:cubicBezTo>
                    <a:pt x="35928" y="65652"/>
                    <a:pt x="35268" y="64564"/>
                    <a:pt x="34725" y="63676"/>
                  </a:cubicBezTo>
                  <a:cubicBezTo>
                    <a:pt x="34611" y="63476"/>
                    <a:pt x="34467" y="63275"/>
                    <a:pt x="34382" y="63076"/>
                  </a:cubicBezTo>
                  <a:cubicBezTo>
                    <a:pt x="33951" y="62274"/>
                    <a:pt x="33436" y="61672"/>
                    <a:pt x="33008" y="61156"/>
                  </a:cubicBezTo>
                  <a:cubicBezTo>
                    <a:pt x="32692" y="60785"/>
                    <a:pt x="32405" y="60469"/>
                    <a:pt x="32234" y="60156"/>
                  </a:cubicBezTo>
                  <a:cubicBezTo>
                    <a:pt x="32149" y="59954"/>
                    <a:pt x="32092" y="59668"/>
                    <a:pt x="32005" y="59354"/>
                  </a:cubicBezTo>
                  <a:cubicBezTo>
                    <a:pt x="31805" y="58695"/>
                    <a:pt x="31576" y="57865"/>
                    <a:pt x="31031" y="57007"/>
                  </a:cubicBezTo>
                  <a:cubicBezTo>
                    <a:pt x="30603" y="56290"/>
                    <a:pt x="30603" y="56233"/>
                    <a:pt x="30603" y="55575"/>
                  </a:cubicBezTo>
                  <a:cubicBezTo>
                    <a:pt x="30603" y="54801"/>
                    <a:pt x="30603" y="53026"/>
                    <a:pt x="29257" y="51854"/>
                  </a:cubicBezTo>
                  <a:cubicBezTo>
                    <a:pt x="28796" y="51465"/>
                    <a:pt x="28067" y="51036"/>
                    <a:pt x="27000" y="51036"/>
                  </a:cubicBezTo>
                  <a:cubicBezTo>
                    <a:pt x="26809" y="51036"/>
                    <a:pt x="26607" y="51050"/>
                    <a:pt x="26394" y="51080"/>
                  </a:cubicBezTo>
                  <a:cubicBezTo>
                    <a:pt x="26337" y="50938"/>
                    <a:pt x="26279" y="50794"/>
                    <a:pt x="26252" y="50679"/>
                  </a:cubicBezTo>
                  <a:cubicBezTo>
                    <a:pt x="26222" y="50594"/>
                    <a:pt x="26165" y="50480"/>
                    <a:pt x="26137" y="50393"/>
                  </a:cubicBezTo>
                  <a:cubicBezTo>
                    <a:pt x="26080" y="50336"/>
                    <a:pt x="26080" y="50251"/>
                    <a:pt x="26050" y="50194"/>
                  </a:cubicBezTo>
                  <a:cubicBezTo>
                    <a:pt x="25794" y="49591"/>
                    <a:pt x="25508" y="48934"/>
                    <a:pt x="24534" y="48247"/>
                  </a:cubicBezTo>
                  <a:cubicBezTo>
                    <a:pt x="24447" y="48190"/>
                    <a:pt x="24363" y="48132"/>
                    <a:pt x="24275" y="48103"/>
                  </a:cubicBezTo>
                  <a:cubicBezTo>
                    <a:pt x="24248" y="48075"/>
                    <a:pt x="24218" y="48075"/>
                    <a:pt x="24191" y="48045"/>
                  </a:cubicBezTo>
                  <a:cubicBezTo>
                    <a:pt x="24218" y="47903"/>
                    <a:pt x="24248" y="47759"/>
                    <a:pt x="24248" y="47617"/>
                  </a:cubicBezTo>
                  <a:cubicBezTo>
                    <a:pt x="24248" y="46729"/>
                    <a:pt x="24161" y="45842"/>
                    <a:pt x="23989" y="44984"/>
                  </a:cubicBezTo>
                  <a:cubicBezTo>
                    <a:pt x="23989" y="44926"/>
                    <a:pt x="23962" y="44839"/>
                    <a:pt x="23932" y="44782"/>
                  </a:cubicBezTo>
                  <a:cubicBezTo>
                    <a:pt x="23847" y="44438"/>
                    <a:pt x="23733" y="44095"/>
                    <a:pt x="23588" y="43751"/>
                  </a:cubicBezTo>
                  <a:cubicBezTo>
                    <a:pt x="23561" y="43667"/>
                    <a:pt x="23504" y="43552"/>
                    <a:pt x="23474" y="43438"/>
                  </a:cubicBezTo>
                  <a:cubicBezTo>
                    <a:pt x="23904" y="43122"/>
                    <a:pt x="24420" y="42636"/>
                    <a:pt x="24763" y="41892"/>
                  </a:cubicBezTo>
                  <a:cubicBezTo>
                    <a:pt x="25249" y="40889"/>
                    <a:pt x="25221" y="39945"/>
                    <a:pt x="25221" y="39315"/>
                  </a:cubicBezTo>
                  <a:lnTo>
                    <a:pt x="25221" y="38972"/>
                  </a:lnTo>
                  <a:cubicBezTo>
                    <a:pt x="25393" y="38800"/>
                    <a:pt x="25622" y="38599"/>
                    <a:pt x="25879" y="38399"/>
                  </a:cubicBezTo>
                  <a:cubicBezTo>
                    <a:pt x="26481" y="37912"/>
                    <a:pt x="27310" y="37254"/>
                    <a:pt x="27940" y="36167"/>
                  </a:cubicBezTo>
                  <a:cubicBezTo>
                    <a:pt x="28340" y="35537"/>
                    <a:pt x="29028" y="34392"/>
                    <a:pt x="29573" y="33217"/>
                  </a:cubicBezTo>
                  <a:cubicBezTo>
                    <a:pt x="29802" y="33160"/>
                    <a:pt x="30031" y="33075"/>
                    <a:pt x="30260" y="32988"/>
                  </a:cubicBezTo>
                  <a:cubicBezTo>
                    <a:pt x="30344" y="32960"/>
                    <a:pt x="30402" y="32903"/>
                    <a:pt x="30459" y="32873"/>
                  </a:cubicBezTo>
                  <a:cubicBezTo>
                    <a:pt x="31089" y="32502"/>
                    <a:pt x="31576" y="31843"/>
                    <a:pt x="31748" y="31071"/>
                  </a:cubicBezTo>
                  <a:cubicBezTo>
                    <a:pt x="32176" y="29381"/>
                    <a:pt x="31118" y="27063"/>
                    <a:pt x="30802" y="26433"/>
                  </a:cubicBezTo>
                  <a:cubicBezTo>
                    <a:pt x="30489" y="25918"/>
                    <a:pt x="30145" y="25488"/>
                    <a:pt x="29859" y="25117"/>
                  </a:cubicBezTo>
                  <a:cubicBezTo>
                    <a:pt x="29744" y="25002"/>
                    <a:pt x="29600" y="24830"/>
                    <a:pt x="29486" y="24686"/>
                  </a:cubicBezTo>
                  <a:cubicBezTo>
                    <a:pt x="29543" y="24514"/>
                    <a:pt x="29630" y="24315"/>
                    <a:pt x="29687" y="24143"/>
                  </a:cubicBezTo>
                  <a:cubicBezTo>
                    <a:pt x="29886" y="23628"/>
                    <a:pt x="30145" y="22998"/>
                    <a:pt x="30260" y="22281"/>
                  </a:cubicBezTo>
                  <a:lnTo>
                    <a:pt x="30260" y="22224"/>
                  </a:lnTo>
                  <a:cubicBezTo>
                    <a:pt x="30660" y="18532"/>
                    <a:pt x="28684" y="15040"/>
                    <a:pt x="25535" y="13895"/>
                  </a:cubicBezTo>
                  <a:cubicBezTo>
                    <a:pt x="25508" y="13865"/>
                    <a:pt x="25478" y="13865"/>
                    <a:pt x="25450" y="13865"/>
                  </a:cubicBezTo>
                  <a:cubicBezTo>
                    <a:pt x="24878" y="13666"/>
                    <a:pt x="24305" y="13494"/>
                    <a:pt x="23733" y="13322"/>
                  </a:cubicBezTo>
                  <a:cubicBezTo>
                    <a:pt x="23217" y="13178"/>
                    <a:pt x="22702" y="13006"/>
                    <a:pt x="22214" y="12864"/>
                  </a:cubicBezTo>
                  <a:cubicBezTo>
                    <a:pt x="21624" y="12660"/>
                    <a:pt x="21086" y="12577"/>
                    <a:pt x="20594" y="12577"/>
                  </a:cubicBezTo>
                  <a:cubicBezTo>
                    <a:pt x="19775" y="12577"/>
                    <a:pt x="19084" y="12807"/>
                    <a:pt x="18493" y="13093"/>
                  </a:cubicBezTo>
                  <a:cubicBezTo>
                    <a:pt x="18117" y="12807"/>
                    <a:pt x="17572" y="12565"/>
                    <a:pt x="16830" y="12565"/>
                  </a:cubicBezTo>
                  <a:cubicBezTo>
                    <a:pt x="16388" y="12565"/>
                    <a:pt x="15875" y="12651"/>
                    <a:pt x="15287" y="12864"/>
                  </a:cubicBezTo>
                  <a:cubicBezTo>
                    <a:pt x="14057" y="13235"/>
                    <a:pt x="13198" y="13922"/>
                    <a:pt x="12424" y="14525"/>
                  </a:cubicBezTo>
                  <a:lnTo>
                    <a:pt x="11737" y="15040"/>
                  </a:lnTo>
                  <a:cubicBezTo>
                    <a:pt x="11709" y="15068"/>
                    <a:pt x="11680" y="15068"/>
                    <a:pt x="11680" y="15097"/>
                  </a:cubicBezTo>
                  <a:cubicBezTo>
                    <a:pt x="11366" y="15326"/>
                    <a:pt x="10908" y="15498"/>
                    <a:pt x="10393" y="15727"/>
                  </a:cubicBezTo>
                  <a:cubicBezTo>
                    <a:pt x="10164" y="15842"/>
                    <a:pt x="9877" y="15956"/>
                    <a:pt x="9591" y="16098"/>
                  </a:cubicBezTo>
                  <a:cubicBezTo>
                    <a:pt x="9161" y="15670"/>
                    <a:pt x="8675" y="15468"/>
                    <a:pt x="8187" y="15411"/>
                  </a:cubicBezTo>
                  <a:cubicBezTo>
                    <a:pt x="8130" y="15326"/>
                    <a:pt x="8103" y="15212"/>
                    <a:pt x="8045" y="15125"/>
                  </a:cubicBezTo>
                  <a:cubicBezTo>
                    <a:pt x="8675" y="14953"/>
                    <a:pt x="9332" y="14811"/>
                    <a:pt x="9763" y="14697"/>
                  </a:cubicBezTo>
                  <a:cubicBezTo>
                    <a:pt x="10622" y="14525"/>
                    <a:pt x="11423" y="14323"/>
                    <a:pt x="12110" y="14037"/>
                  </a:cubicBezTo>
                  <a:cubicBezTo>
                    <a:pt x="12225" y="14009"/>
                    <a:pt x="12339" y="13952"/>
                    <a:pt x="12481" y="13922"/>
                  </a:cubicBezTo>
                  <a:cubicBezTo>
                    <a:pt x="13626" y="13464"/>
                    <a:pt x="15488" y="12777"/>
                    <a:pt x="15660" y="11060"/>
                  </a:cubicBezTo>
                  <a:cubicBezTo>
                    <a:pt x="16462" y="10746"/>
                    <a:pt x="17034" y="10316"/>
                    <a:pt x="17034" y="10316"/>
                  </a:cubicBezTo>
                  <a:cubicBezTo>
                    <a:pt x="18179" y="9457"/>
                    <a:pt x="18408" y="8483"/>
                    <a:pt x="18408" y="7826"/>
                  </a:cubicBezTo>
                  <a:lnTo>
                    <a:pt x="18408" y="7510"/>
                  </a:lnTo>
                  <a:cubicBezTo>
                    <a:pt x="18607" y="7483"/>
                    <a:pt x="18779" y="7425"/>
                    <a:pt x="18951" y="7368"/>
                  </a:cubicBezTo>
                  <a:cubicBezTo>
                    <a:pt x="20153" y="6995"/>
                    <a:pt x="21443" y="6537"/>
                    <a:pt x="22588" y="6079"/>
                  </a:cubicBezTo>
                  <a:cubicBezTo>
                    <a:pt x="23217" y="5822"/>
                    <a:pt x="23790" y="5822"/>
                    <a:pt x="24905" y="5822"/>
                  </a:cubicBezTo>
                  <a:lnTo>
                    <a:pt x="25050" y="5822"/>
                  </a:lnTo>
                  <a:cubicBezTo>
                    <a:pt x="25908" y="5765"/>
                    <a:pt x="26623" y="5593"/>
                    <a:pt x="27282" y="5449"/>
                  </a:cubicBezTo>
                  <a:cubicBezTo>
                    <a:pt x="27683" y="5364"/>
                    <a:pt x="28084" y="5277"/>
                    <a:pt x="28485" y="5220"/>
                  </a:cubicBezTo>
                  <a:cubicBezTo>
                    <a:pt x="28570" y="5220"/>
                    <a:pt x="28627" y="5220"/>
                    <a:pt x="28684" y="5192"/>
                  </a:cubicBezTo>
                  <a:close/>
                  <a:moveTo>
                    <a:pt x="48551" y="73209"/>
                  </a:moveTo>
                  <a:cubicBezTo>
                    <a:pt x="48551" y="73381"/>
                    <a:pt x="48524" y="73553"/>
                    <a:pt x="48524" y="73725"/>
                  </a:cubicBezTo>
                  <a:cubicBezTo>
                    <a:pt x="48409" y="73610"/>
                    <a:pt x="48322" y="73496"/>
                    <a:pt x="48207" y="73351"/>
                  </a:cubicBezTo>
                  <a:cubicBezTo>
                    <a:pt x="48322" y="73324"/>
                    <a:pt x="48436" y="73267"/>
                    <a:pt x="48551" y="73209"/>
                  </a:cubicBezTo>
                  <a:close/>
                  <a:moveTo>
                    <a:pt x="54162" y="76587"/>
                  </a:moveTo>
                  <a:cubicBezTo>
                    <a:pt x="54162" y="76729"/>
                    <a:pt x="54105" y="76901"/>
                    <a:pt x="53990" y="77245"/>
                  </a:cubicBezTo>
                  <a:cubicBezTo>
                    <a:pt x="53876" y="77073"/>
                    <a:pt x="53761" y="76931"/>
                    <a:pt x="53619" y="76787"/>
                  </a:cubicBezTo>
                  <a:cubicBezTo>
                    <a:pt x="53704" y="76759"/>
                    <a:pt x="53818" y="76702"/>
                    <a:pt x="53933" y="76672"/>
                  </a:cubicBezTo>
                  <a:cubicBezTo>
                    <a:pt x="54020" y="76645"/>
                    <a:pt x="54105" y="76615"/>
                    <a:pt x="54162" y="76587"/>
                  </a:cubicBezTo>
                  <a:close/>
                  <a:moveTo>
                    <a:pt x="67532" y="82713"/>
                  </a:moveTo>
                  <a:cubicBezTo>
                    <a:pt x="67731" y="82885"/>
                    <a:pt x="67990" y="83027"/>
                    <a:pt x="68246" y="83142"/>
                  </a:cubicBezTo>
                  <a:cubicBezTo>
                    <a:pt x="68668" y="83298"/>
                    <a:pt x="69063" y="83360"/>
                    <a:pt x="69427" y="83360"/>
                  </a:cubicBezTo>
                  <a:cubicBezTo>
                    <a:pt x="70201" y="83360"/>
                    <a:pt x="70834" y="83080"/>
                    <a:pt x="71281" y="82828"/>
                  </a:cubicBezTo>
                  <a:cubicBezTo>
                    <a:pt x="71510" y="82970"/>
                    <a:pt x="71768" y="83142"/>
                    <a:pt x="72082" y="83286"/>
                  </a:cubicBezTo>
                  <a:cubicBezTo>
                    <a:pt x="72627" y="83542"/>
                    <a:pt x="73170" y="83657"/>
                    <a:pt x="73601" y="83744"/>
                  </a:cubicBezTo>
                  <a:cubicBezTo>
                    <a:pt x="73743" y="83801"/>
                    <a:pt x="73857" y="83829"/>
                    <a:pt x="74001" y="83858"/>
                  </a:cubicBezTo>
                  <a:cubicBezTo>
                    <a:pt x="74813" y="84088"/>
                    <a:pt x="75544" y="84203"/>
                    <a:pt x="76259" y="84203"/>
                  </a:cubicBezTo>
                  <a:cubicBezTo>
                    <a:pt x="76878" y="84203"/>
                    <a:pt x="77486" y="84117"/>
                    <a:pt x="78124" y="83943"/>
                  </a:cubicBezTo>
                  <a:lnTo>
                    <a:pt x="78380" y="84202"/>
                  </a:lnTo>
                  <a:lnTo>
                    <a:pt x="78410" y="84229"/>
                  </a:lnTo>
                  <a:cubicBezTo>
                    <a:pt x="78582" y="84401"/>
                    <a:pt x="78753" y="84573"/>
                    <a:pt x="78925" y="84775"/>
                  </a:cubicBezTo>
                  <a:cubicBezTo>
                    <a:pt x="79440" y="85290"/>
                    <a:pt x="79983" y="85862"/>
                    <a:pt x="80700" y="86320"/>
                  </a:cubicBezTo>
                  <a:cubicBezTo>
                    <a:pt x="80700" y="86320"/>
                    <a:pt x="80727" y="86320"/>
                    <a:pt x="80727" y="86348"/>
                  </a:cubicBezTo>
                  <a:cubicBezTo>
                    <a:pt x="81273" y="86664"/>
                    <a:pt x="81300" y="86691"/>
                    <a:pt x="81902" y="87580"/>
                  </a:cubicBezTo>
                  <a:cubicBezTo>
                    <a:pt x="83448" y="89927"/>
                    <a:pt x="85738" y="89985"/>
                    <a:pt x="87112" y="90042"/>
                  </a:cubicBezTo>
                  <a:cubicBezTo>
                    <a:pt x="87914" y="90042"/>
                    <a:pt x="88429" y="90069"/>
                    <a:pt x="88773" y="90298"/>
                  </a:cubicBezTo>
                  <a:cubicBezTo>
                    <a:pt x="88800" y="90328"/>
                    <a:pt x="88830" y="90328"/>
                    <a:pt x="88857" y="90356"/>
                  </a:cubicBezTo>
                  <a:cubicBezTo>
                    <a:pt x="89201" y="90557"/>
                    <a:pt x="89574" y="90843"/>
                    <a:pt x="89774" y="91043"/>
                  </a:cubicBezTo>
                  <a:cubicBezTo>
                    <a:pt x="89774" y="91100"/>
                    <a:pt x="89746" y="91130"/>
                    <a:pt x="89746" y="91187"/>
                  </a:cubicBezTo>
                  <a:cubicBezTo>
                    <a:pt x="89746" y="91645"/>
                    <a:pt x="89689" y="92332"/>
                    <a:pt x="89975" y="93104"/>
                  </a:cubicBezTo>
                  <a:cubicBezTo>
                    <a:pt x="90147" y="93592"/>
                    <a:pt x="90403" y="93963"/>
                    <a:pt x="90662" y="94221"/>
                  </a:cubicBezTo>
                  <a:cubicBezTo>
                    <a:pt x="90662" y="94363"/>
                    <a:pt x="90662" y="94535"/>
                    <a:pt x="90719" y="94707"/>
                  </a:cubicBezTo>
                  <a:lnTo>
                    <a:pt x="90719" y="94794"/>
                  </a:lnTo>
                  <a:cubicBezTo>
                    <a:pt x="91063" y="96282"/>
                    <a:pt x="91777" y="96940"/>
                    <a:pt x="92494" y="97370"/>
                  </a:cubicBezTo>
                  <a:lnTo>
                    <a:pt x="92494" y="97398"/>
                  </a:lnTo>
                  <a:cubicBezTo>
                    <a:pt x="92522" y="97512"/>
                    <a:pt x="92522" y="97657"/>
                    <a:pt x="92551" y="97771"/>
                  </a:cubicBezTo>
                  <a:cubicBezTo>
                    <a:pt x="92739" y="98957"/>
                    <a:pt x="93766" y="99812"/>
                    <a:pt x="94936" y="99812"/>
                  </a:cubicBezTo>
                  <a:cubicBezTo>
                    <a:pt x="95009" y="99812"/>
                    <a:pt x="95082" y="99809"/>
                    <a:pt x="95155" y="99802"/>
                  </a:cubicBezTo>
                  <a:cubicBezTo>
                    <a:pt x="95728" y="99745"/>
                    <a:pt x="96158" y="99573"/>
                    <a:pt x="96472" y="99431"/>
                  </a:cubicBezTo>
                  <a:cubicBezTo>
                    <a:pt x="96701" y="99546"/>
                    <a:pt x="96930" y="99688"/>
                    <a:pt x="97017" y="99775"/>
                  </a:cubicBezTo>
                  <a:lnTo>
                    <a:pt x="97045" y="99832"/>
                  </a:lnTo>
                  <a:cubicBezTo>
                    <a:pt x="97647" y="100890"/>
                    <a:pt x="98476" y="101435"/>
                    <a:pt x="99823" y="101607"/>
                  </a:cubicBezTo>
                  <a:cubicBezTo>
                    <a:pt x="99918" y="101616"/>
                    <a:pt x="100013" y="101619"/>
                    <a:pt x="100109" y="101619"/>
                  </a:cubicBezTo>
                  <a:cubicBezTo>
                    <a:pt x="100300" y="101619"/>
                    <a:pt x="100491" y="101607"/>
                    <a:pt x="100681" y="101607"/>
                  </a:cubicBezTo>
                  <a:cubicBezTo>
                    <a:pt x="100853" y="101577"/>
                    <a:pt x="100938" y="101577"/>
                    <a:pt x="100995" y="101577"/>
                  </a:cubicBezTo>
                  <a:cubicBezTo>
                    <a:pt x="101396" y="101664"/>
                    <a:pt x="101797" y="101722"/>
                    <a:pt x="102198" y="101806"/>
                  </a:cubicBezTo>
                  <a:cubicBezTo>
                    <a:pt x="102255" y="101806"/>
                    <a:pt x="102312" y="101806"/>
                    <a:pt x="102369" y="101836"/>
                  </a:cubicBezTo>
                  <a:cubicBezTo>
                    <a:pt x="103315" y="101921"/>
                    <a:pt x="103773" y="102093"/>
                    <a:pt x="104545" y="102608"/>
                  </a:cubicBezTo>
                  <a:cubicBezTo>
                    <a:pt x="104717" y="102752"/>
                    <a:pt x="104888" y="102894"/>
                    <a:pt x="105033" y="103038"/>
                  </a:cubicBezTo>
                  <a:cubicBezTo>
                    <a:pt x="105633" y="103554"/>
                    <a:pt x="106434" y="104268"/>
                    <a:pt x="107838" y="104527"/>
                  </a:cubicBezTo>
                  <a:cubicBezTo>
                    <a:pt x="107953" y="105241"/>
                    <a:pt x="107980" y="106130"/>
                    <a:pt x="107895" y="106645"/>
                  </a:cubicBezTo>
                  <a:cubicBezTo>
                    <a:pt x="107838" y="106730"/>
                    <a:pt x="107637" y="106932"/>
                    <a:pt x="107522" y="107074"/>
                  </a:cubicBezTo>
                  <a:cubicBezTo>
                    <a:pt x="107037" y="107561"/>
                    <a:pt x="106377" y="108219"/>
                    <a:pt x="105976" y="109279"/>
                  </a:cubicBezTo>
                  <a:cubicBezTo>
                    <a:pt x="105804" y="109707"/>
                    <a:pt x="105720" y="110051"/>
                    <a:pt x="105663" y="110280"/>
                  </a:cubicBezTo>
                  <a:cubicBezTo>
                    <a:pt x="105633" y="110337"/>
                    <a:pt x="105633" y="110394"/>
                    <a:pt x="105605" y="110451"/>
                  </a:cubicBezTo>
                  <a:lnTo>
                    <a:pt x="105518" y="110539"/>
                  </a:lnTo>
                  <a:cubicBezTo>
                    <a:pt x="105117" y="110825"/>
                    <a:pt x="104488" y="111283"/>
                    <a:pt x="104059" y="112084"/>
                  </a:cubicBezTo>
                  <a:cubicBezTo>
                    <a:pt x="103029" y="113916"/>
                    <a:pt x="103514" y="115948"/>
                    <a:pt x="103888" y="117608"/>
                  </a:cubicBezTo>
                  <a:cubicBezTo>
                    <a:pt x="104002" y="118153"/>
                    <a:pt x="104144" y="118753"/>
                    <a:pt x="104174" y="119126"/>
                  </a:cubicBezTo>
                  <a:cubicBezTo>
                    <a:pt x="104117" y="119612"/>
                    <a:pt x="103773" y="120299"/>
                    <a:pt x="103457" y="120929"/>
                  </a:cubicBezTo>
                  <a:cubicBezTo>
                    <a:pt x="103315" y="121215"/>
                    <a:pt x="103201" y="121501"/>
                    <a:pt x="103056" y="121760"/>
                  </a:cubicBezTo>
                  <a:cubicBezTo>
                    <a:pt x="103056" y="121788"/>
                    <a:pt x="103056" y="121817"/>
                    <a:pt x="103029" y="121845"/>
                  </a:cubicBezTo>
                  <a:cubicBezTo>
                    <a:pt x="102885" y="122246"/>
                    <a:pt x="102743" y="122676"/>
                    <a:pt x="102598" y="123077"/>
                  </a:cubicBezTo>
                  <a:cubicBezTo>
                    <a:pt x="102399" y="123677"/>
                    <a:pt x="102198" y="124337"/>
                    <a:pt x="101969" y="124650"/>
                  </a:cubicBezTo>
                  <a:cubicBezTo>
                    <a:pt x="101827" y="124795"/>
                    <a:pt x="101052" y="124879"/>
                    <a:pt x="100652" y="124909"/>
                  </a:cubicBezTo>
                  <a:cubicBezTo>
                    <a:pt x="99278" y="125051"/>
                    <a:pt x="97216" y="125280"/>
                    <a:pt x="95815" y="127169"/>
                  </a:cubicBezTo>
                  <a:cubicBezTo>
                    <a:pt x="95728" y="127256"/>
                    <a:pt x="95671" y="127371"/>
                    <a:pt x="95613" y="127485"/>
                  </a:cubicBezTo>
                  <a:cubicBezTo>
                    <a:pt x="94441" y="128802"/>
                    <a:pt x="94354" y="129746"/>
                    <a:pt x="94583" y="131837"/>
                  </a:cubicBezTo>
                  <a:lnTo>
                    <a:pt x="94583" y="131894"/>
                  </a:lnTo>
                  <a:cubicBezTo>
                    <a:pt x="94727" y="132952"/>
                    <a:pt x="94697" y="133039"/>
                    <a:pt x="93552" y="134154"/>
                  </a:cubicBezTo>
                  <a:cubicBezTo>
                    <a:pt x="93525" y="134184"/>
                    <a:pt x="93495" y="134241"/>
                    <a:pt x="93468" y="134269"/>
                  </a:cubicBezTo>
                  <a:cubicBezTo>
                    <a:pt x="92235" y="135673"/>
                    <a:pt x="91892" y="136845"/>
                    <a:pt x="91578" y="138364"/>
                  </a:cubicBezTo>
                  <a:cubicBezTo>
                    <a:pt x="91548" y="138391"/>
                    <a:pt x="91521" y="138421"/>
                    <a:pt x="91521" y="138448"/>
                  </a:cubicBezTo>
                  <a:cubicBezTo>
                    <a:pt x="91406" y="138593"/>
                    <a:pt x="91235" y="138822"/>
                    <a:pt x="91090" y="139108"/>
                  </a:cubicBezTo>
                  <a:cubicBezTo>
                    <a:pt x="91090" y="139165"/>
                    <a:pt x="91063" y="139222"/>
                    <a:pt x="91033" y="139280"/>
                  </a:cubicBezTo>
                  <a:cubicBezTo>
                    <a:pt x="90948" y="139509"/>
                    <a:pt x="90861" y="139738"/>
                    <a:pt x="90804" y="139937"/>
                  </a:cubicBezTo>
                  <a:cubicBezTo>
                    <a:pt x="90777" y="139994"/>
                    <a:pt x="90777" y="140051"/>
                    <a:pt x="90747" y="140109"/>
                  </a:cubicBezTo>
                  <a:cubicBezTo>
                    <a:pt x="90548" y="140051"/>
                    <a:pt x="90289" y="140024"/>
                    <a:pt x="89975" y="139994"/>
                  </a:cubicBezTo>
                  <a:cubicBezTo>
                    <a:pt x="89811" y="139971"/>
                    <a:pt x="89559" y="139941"/>
                    <a:pt x="89261" y="139941"/>
                  </a:cubicBezTo>
                  <a:cubicBezTo>
                    <a:pt x="88468" y="139941"/>
                    <a:pt x="87348" y="140152"/>
                    <a:pt x="86682" y="141254"/>
                  </a:cubicBezTo>
                  <a:cubicBezTo>
                    <a:pt x="85796" y="142772"/>
                    <a:pt x="86739" y="144146"/>
                    <a:pt x="87140" y="144719"/>
                  </a:cubicBezTo>
                  <a:cubicBezTo>
                    <a:pt x="87254" y="144861"/>
                    <a:pt x="87399" y="145090"/>
                    <a:pt x="87426" y="145147"/>
                  </a:cubicBezTo>
                  <a:cubicBezTo>
                    <a:pt x="87456" y="145234"/>
                    <a:pt x="87483" y="145291"/>
                    <a:pt x="87513" y="145348"/>
                  </a:cubicBezTo>
                  <a:cubicBezTo>
                    <a:pt x="87370" y="145334"/>
                    <a:pt x="87213" y="145326"/>
                    <a:pt x="87044" y="145326"/>
                  </a:cubicBezTo>
                  <a:cubicBezTo>
                    <a:pt x="86876" y="145326"/>
                    <a:pt x="86697" y="145334"/>
                    <a:pt x="86510" y="145348"/>
                  </a:cubicBezTo>
                  <a:cubicBezTo>
                    <a:pt x="85338" y="145406"/>
                    <a:pt x="84421" y="145807"/>
                    <a:pt x="83819" y="146551"/>
                  </a:cubicBezTo>
                  <a:cubicBezTo>
                    <a:pt x="83247" y="147265"/>
                    <a:pt x="83132" y="148039"/>
                    <a:pt x="83162" y="148669"/>
                  </a:cubicBezTo>
                  <a:cubicBezTo>
                    <a:pt x="81758" y="148983"/>
                    <a:pt x="81273" y="149986"/>
                    <a:pt x="81101" y="150472"/>
                  </a:cubicBezTo>
                  <a:cubicBezTo>
                    <a:pt x="80929" y="151044"/>
                    <a:pt x="80727" y="152333"/>
                    <a:pt x="82102" y="153620"/>
                  </a:cubicBezTo>
                  <a:cubicBezTo>
                    <a:pt x="82017" y="153964"/>
                    <a:pt x="81987" y="154307"/>
                    <a:pt x="81987" y="154594"/>
                  </a:cubicBezTo>
                  <a:cubicBezTo>
                    <a:pt x="81815" y="154738"/>
                    <a:pt x="81616" y="154937"/>
                    <a:pt x="81444" y="155196"/>
                  </a:cubicBezTo>
                  <a:cubicBezTo>
                    <a:pt x="80785" y="156112"/>
                    <a:pt x="80528" y="157056"/>
                    <a:pt x="80670" y="158001"/>
                  </a:cubicBezTo>
                  <a:cubicBezTo>
                    <a:pt x="80899" y="159231"/>
                    <a:pt x="81731" y="159948"/>
                    <a:pt x="82445" y="160434"/>
                  </a:cubicBezTo>
                  <a:cubicBezTo>
                    <a:pt x="82044" y="161121"/>
                    <a:pt x="81586" y="162094"/>
                    <a:pt x="81559" y="163326"/>
                  </a:cubicBezTo>
                  <a:lnTo>
                    <a:pt x="81559" y="163411"/>
                  </a:lnTo>
                  <a:cubicBezTo>
                    <a:pt x="81215" y="162953"/>
                    <a:pt x="80842" y="162437"/>
                    <a:pt x="80757" y="162151"/>
                  </a:cubicBezTo>
                  <a:cubicBezTo>
                    <a:pt x="80670" y="161865"/>
                    <a:pt x="80613" y="161579"/>
                    <a:pt x="80528" y="161292"/>
                  </a:cubicBezTo>
                  <a:cubicBezTo>
                    <a:pt x="80384" y="160663"/>
                    <a:pt x="80242" y="159976"/>
                    <a:pt x="79898" y="159147"/>
                  </a:cubicBezTo>
                  <a:cubicBezTo>
                    <a:pt x="79898" y="159117"/>
                    <a:pt x="79869" y="159089"/>
                    <a:pt x="79841" y="159032"/>
                  </a:cubicBezTo>
                  <a:cubicBezTo>
                    <a:pt x="79582" y="158487"/>
                    <a:pt x="79411" y="157543"/>
                    <a:pt x="79239" y="156655"/>
                  </a:cubicBezTo>
                  <a:cubicBezTo>
                    <a:pt x="78868" y="154681"/>
                    <a:pt x="78380" y="152219"/>
                    <a:pt x="76491" y="150701"/>
                  </a:cubicBezTo>
                  <a:lnTo>
                    <a:pt x="76463" y="150673"/>
                  </a:lnTo>
                  <a:cubicBezTo>
                    <a:pt x="76349" y="150616"/>
                    <a:pt x="76262" y="150559"/>
                    <a:pt x="76204" y="150501"/>
                  </a:cubicBezTo>
                  <a:cubicBezTo>
                    <a:pt x="76177" y="150300"/>
                    <a:pt x="76147" y="150101"/>
                    <a:pt x="76147" y="149929"/>
                  </a:cubicBezTo>
                  <a:cubicBezTo>
                    <a:pt x="76120" y="149757"/>
                    <a:pt x="76120" y="149613"/>
                    <a:pt x="76090" y="149471"/>
                  </a:cubicBezTo>
                  <a:lnTo>
                    <a:pt x="76090" y="149384"/>
                  </a:lnTo>
                  <a:cubicBezTo>
                    <a:pt x="75975" y="148555"/>
                    <a:pt x="75689" y="147838"/>
                    <a:pt x="75460" y="147295"/>
                  </a:cubicBezTo>
                  <a:cubicBezTo>
                    <a:pt x="75318" y="146979"/>
                    <a:pt x="75146" y="146608"/>
                    <a:pt x="75146" y="146436"/>
                  </a:cubicBezTo>
                  <a:lnTo>
                    <a:pt x="75146" y="146292"/>
                  </a:lnTo>
                  <a:cubicBezTo>
                    <a:pt x="75117" y="146150"/>
                    <a:pt x="75231" y="145749"/>
                    <a:pt x="75288" y="145463"/>
                  </a:cubicBezTo>
                  <a:cubicBezTo>
                    <a:pt x="75433" y="144861"/>
                    <a:pt x="75632" y="144116"/>
                    <a:pt x="75632" y="143258"/>
                  </a:cubicBezTo>
                  <a:cubicBezTo>
                    <a:pt x="75632" y="141597"/>
                    <a:pt x="75547" y="140223"/>
                    <a:pt x="75346" y="138936"/>
                  </a:cubicBezTo>
                  <a:cubicBezTo>
                    <a:pt x="75231" y="138077"/>
                    <a:pt x="75261" y="137132"/>
                    <a:pt x="75318" y="136131"/>
                  </a:cubicBezTo>
                  <a:cubicBezTo>
                    <a:pt x="75346" y="135100"/>
                    <a:pt x="75403" y="134040"/>
                    <a:pt x="75288" y="132925"/>
                  </a:cubicBezTo>
                  <a:cubicBezTo>
                    <a:pt x="75174" y="132066"/>
                    <a:pt x="75002" y="131321"/>
                    <a:pt x="74860" y="130577"/>
                  </a:cubicBezTo>
                  <a:cubicBezTo>
                    <a:pt x="74688" y="129833"/>
                    <a:pt x="74517" y="129173"/>
                    <a:pt x="74487" y="128516"/>
                  </a:cubicBezTo>
                  <a:cubicBezTo>
                    <a:pt x="74574" y="128287"/>
                    <a:pt x="74601" y="128028"/>
                    <a:pt x="74601" y="127742"/>
                  </a:cubicBezTo>
                  <a:lnTo>
                    <a:pt x="74601" y="126798"/>
                  </a:lnTo>
                  <a:cubicBezTo>
                    <a:pt x="74601" y="126311"/>
                    <a:pt x="74574" y="125795"/>
                    <a:pt x="74574" y="125310"/>
                  </a:cubicBezTo>
                  <a:cubicBezTo>
                    <a:pt x="74544" y="124879"/>
                    <a:pt x="74544" y="124421"/>
                    <a:pt x="74544" y="123993"/>
                  </a:cubicBezTo>
                  <a:cubicBezTo>
                    <a:pt x="74544" y="123906"/>
                    <a:pt x="74544" y="123821"/>
                    <a:pt x="74517" y="123764"/>
                  </a:cubicBezTo>
                  <a:lnTo>
                    <a:pt x="74517" y="123047"/>
                  </a:lnTo>
                  <a:cubicBezTo>
                    <a:pt x="74517" y="122275"/>
                    <a:pt x="74544" y="121417"/>
                    <a:pt x="74315" y="120643"/>
                  </a:cubicBezTo>
                  <a:cubicBezTo>
                    <a:pt x="74288" y="120585"/>
                    <a:pt x="74288" y="120558"/>
                    <a:pt x="74258" y="120528"/>
                  </a:cubicBezTo>
                  <a:cubicBezTo>
                    <a:pt x="73857" y="119326"/>
                    <a:pt x="72913" y="118554"/>
                    <a:pt x="72169" y="117952"/>
                  </a:cubicBezTo>
                  <a:cubicBezTo>
                    <a:pt x="71968" y="117780"/>
                    <a:pt x="71739" y="117581"/>
                    <a:pt x="71624" y="117466"/>
                  </a:cubicBezTo>
                  <a:cubicBezTo>
                    <a:pt x="70536" y="116291"/>
                    <a:pt x="69391" y="115920"/>
                    <a:pt x="68562" y="115634"/>
                  </a:cubicBezTo>
                  <a:cubicBezTo>
                    <a:pt x="68132" y="115520"/>
                    <a:pt x="67903" y="115433"/>
                    <a:pt x="67703" y="115318"/>
                  </a:cubicBezTo>
                  <a:cubicBezTo>
                    <a:pt x="66929" y="114775"/>
                    <a:pt x="66444" y="113573"/>
                    <a:pt x="65929" y="112284"/>
                  </a:cubicBezTo>
                  <a:cubicBezTo>
                    <a:pt x="65384" y="110939"/>
                    <a:pt x="64754" y="109421"/>
                    <a:pt x="63609" y="108191"/>
                  </a:cubicBezTo>
                  <a:cubicBezTo>
                    <a:pt x="63238" y="107818"/>
                    <a:pt x="63066" y="107390"/>
                    <a:pt x="62780" y="106673"/>
                  </a:cubicBezTo>
                  <a:cubicBezTo>
                    <a:pt x="62521" y="106043"/>
                    <a:pt x="62264" y="105356"/>
                    <a:pt x="61777" y="104584"/>
                  </a:cubicBezTo>
                  <a:cubicBezTo>
                    <a:pt x="61261" y="103783"/>
                    <a:pt x="60689" y="103325"/>
                    <a:pt x="60288" y="103066"/>
                  </a:cubicBezTo>
                  <a:cubicBezTo>
                    <a:pt x="60260" y="102981"/>
                    <a:pt x="60260" y="102894"/>
                    <a:pt x="60231" y="102837"/>
                  </a:cubicBezTo>
                  <a:cubicBezTo>
                    <a:pt x="60975" y="102409"/>
                    <a:pt x="61834" y="101520"/>
                    <a:pt x="61548" y="99688"/>
                  </a:cubicBezTo>
                  <a:cubicBezTo>
                    <a:pt x="61463" y="99173"/>
                    <a:pt x="61204" y="98687"/>
                    <a:pt x="60833" y="98314"/>
                  </a:cubicBezTo>
                  <a:lnTo>
                    <a:pt x="60574" y="98057"/>
                  </a:lnTo>
                  <a:cubicBezTo>
                    <a:pt x="60402" y="97599"/>
                    <a:pt x="60719" y="96969"/>
                    <a:pt x="61062" y="96539"/>
                  </a:cubicBezTo>
                  <a:cubicBezTo>
                    <a:pt x="61376" y="96397"/>
                    <a:pt x="61749" y="96138"/>
                    <a:pt x="62093" y="95710"/>
                  </a:cubicBezTo>
                  <a:cubicBezTo>
                    <a:pt x="62322" y="95424"/>
                    <a:pt x="62521" y="95023"/>
                    <a:pt x="62608" y="94508"/>
                  </a:cubicBezTo>
                  <a:cubicBezTo>
                    <a:pt x="62635" y="94508"/>
                    <a:pt x="62665" y="94478"/>
                    <a:pt x="62693" y="94478"/>
                  </a:cubicBezTo>
                  <a:lnTo>
                    <a:pt x="62864" y="94306"/>
                  </a:lnTo>
                  <a:cubicBezTo>
                    <a:pt x="64554" y="92733"/>
                    <a:pt x="64784" y="91072"/>
                    <a:pt x="64868" y="89355"/>
                  </a:cubicBezTo>
                  <a:cubicBezTo>
                    <a:pt x="64925" y="88409"/>
                    <a:pt x="64955" y="87436"/>
                    <a:pt x="64612" y="86291"/>
                  </a:cubicBezTo>
                  <a:cubicBezTo>
                    <a:pt x="66100" y="85604"/>
                    <a:pt x="66501" y="84058"/>
                    <a:pt x="66700" y="83256"/>
                  </a:cubicBezTo>
                  <a:cubicBezTo>
                    <a:pt x="66730" y="83171"/>
                    <a:pt x="66758" y="83027"/>
                    <a:pt x="66787" y="82942"/>
                  </a:cubicBezTo>
                  <a:cubicBezTo>
                    <a:pt x="66987" y="82855"/>
                    <a:pt x="67303" y="82771"/>
                    <a:pt x="67502" y="82713"/>
                  </a:cubicBezTo>
                  <a:close/>
                  <a:moveTo>
                    <a:pt x="77943" y="0"/>
                  </a:moveTo>
                  <a:cubicBezTo>
                    <a:pt x="76529" y="0"/>
                    <a:pt x="75434" y="1014"/>
                    <a:pt x="74945" y="1528"/>
                  </a:cubicBezTo>
                  <a:lnTo>
                    <a:pt x="74688" y="1785"/>
                  </a:lnTo>
                  <a:cubicBezTo>
                    <a:pt x="74601" y="1815"/>
                    <a:pt x="74487" y="1842"/>
                    <a:pt x="74402" y="1899"/>
                  </a:cubicBezTo>
                  <a:cubicBezTo>
                    <a:pt x="74288" y="1929"/>
                    <a:pt x="74201" y="1986"/>
                    <a:pt x="74116" y="2044"/>
                  </a:cubicBezTo>
                  <a:cubicBezTo>
                    <a:pt x="73028" y="2673"/>
                    <a:pt x="72655" y="3445"/>
                    <a:pt x="72426" y="4189"/>
                  </a:cubicBezTo>
                  <a:cubicBezTo>
                    <a:pt x="72226" y="4189"/>
                    <a:pt x="71968" y="4247"/>
                    <a:pt x="71681" y="4304"/>
                  </a:cubicBezTo>
                  <a:cubicBezTo>
                    <a:pt x="71253" y="4391"/>
                    <a:pt x="70937" y="4505"/>
                    <a:pt x="70738" y="4590"/>
                  </a:cubicBezTo>
                  <a:lnTo>
                    <a:pt x="70681" y="4590"/>
                  </a:lnTo>
                  <a:cubicBezTo>
                    <a:pt x="70566" y="4590"/>
                    <a:pt x="70365" y="4533"/>
                    <a:pt x="70193" y="4505"/>
                  </a:cubicBezTo>
                  <a:cubicBezTo>
                    <a:pt x="69731" y="4404"/>
                    <a:pt x="69156" y="4289"/>
                    <a:pt x="68508" y="4289"/>
                  </a:cubicBezTo>
                  <a:cubicBezTo>
                    <a:pt x="68233" y="4289"/>
                    <a:pt x="67944" y="4310"/>
                    <a:pt x="67646" y="4361"/>
                  </a:cubicBezTo>
                  <a:cubicBezTo>
                    <a:pt x="67616" y="4361"/>
                    <a:pt x="67559" y="4361"/>
                    <a:pt x="67532" y="4391"/>
                  </a:cubicBezTo>
                  <a:cubicBezTo>
                    <a:pt x="67303" y="4418"/>
                    <a:pt x="67131" y="4505"/>
                    <a:pt x="66959" y="4563"/>
                  </a:cubicBezTo>
                  <a:cubicBezTo>
                    <a:pt x="66758" y="4418"/>
                    <a:pt x="66529" y="4304"/>
                    <a:pt x="66272" y="4162"/>
                  </a:cubicBezTo>
                  <a:cubicBezTo>
                    <a:pt x="66242" y="4162"/>
                    <a:pt x="66215" y="4132"/>
                    <a:pt x="66185" y="4132"/>
                  </a:cubicBezTo>
                  <a:cubicBezTo>
                    <a:pt x="65553" y="3879"/>
                    <a:pt x="64935" y="3780"/>
                    <a:pt x="64344" y="3780"/>
                  </a:cubicBezTo>
                  <a:cubicBezTo>
                    <a:pt x="63059" y="3780"/>
                    <a:pt x="61897" y="4247"/>
                    <a:pt x="60975" y="4620"/>
                  </a:cubicBezTo>
                  <a:cubicBezTo>
                    <a:pt x="60244" y="4926"/>
                    <a:pt x="59707" y="5135"/>
                    <a:pt x="59365" y="5135"/>
                  </a:cubicBezTo>
                  <a:cubicBezTo>
                    <a:pt x="59292" y="5135"/>
                    <a:pt x="59228" y="5126"/>
                    <a:pt x="59173" y="5105"/>
                  </a:cubicBezTo>
                  <a:cubicBezTo>
                    <a:pt x="59115" y="5048"/>
                    <a:pt x="59058" y="4991"/>
                    <a:pt x="59001" y="4906"/>
                  </a:cubicBezTo>
                  <a:cubicBezTo>
                    <a:pt x="58657" y="4418"/>
                    <a:pt x="57998" y="3532"/>
                    <a:pt x="56624" y="3074"/>
                  </a:cubicBezTo>
                  <a:cubicBezTo>
                    <a:pt x="55795" y="2758"/>
                    <a:pt x="54906" y="2616"/>
                    <a:pt x="54276" y="2529"/>
                  </a:cubicBezTo>
                  <a:cubicBezTo>
                    <a:pt x="53929" y="2478"/>
                    <a:pt x="53572" y="2468"/>
                    <a:pt x="53229" y="2468"/>
                  </a:cubicBezTo>
                  <a:cubicBezTo>
                    <a:pt x="53007" y="2468"/>
                    <a:pt x="52791" y="2472"/>
                    <a:pt x="52588" y="2472"/>
                  </a:cubicBezTo>
                  <a:cubicBezTo>
                    <a:pt x="52359" y="2502"/>
                    <a:pt x="52043" y="2502"/>
                    <a:pt x="51872" y="2502"/>
                  </a:cubicBezTo>
                  <a:lnTo>
                    <a:pt x="51844" y="2472"/>
                  </a:lnTo>
                  <a:cubicBezTo>
                    <a:pt x="51414" y="2101"/>
                    <a:pt x="50642" y="1441"/>
                    <a:pt x="49211" y="1357"/>
                  </a:cubicBezTo>
                  <a:cubicBezTo>
                    <a:pt x="48810" y="1327"/>
                    <a:pt x="48430" y="1313"/>
                    <a:pt x="48068" y="1313"/>
                  </a:cubicBezTo>
                  <a:cubicBezTo>
                    <a:pt x="47008" y="1313"/>
                    <a:pt x="46106" y="1436"/>
                    <a:pt x="45317" y="1670"/>
                  </a:cubicBezTo>
                  <a:cubicBezTo>
                    <a:pt x="45288" y="1700"/>
                    <a:pt x="45230" y="1700"/>
                    <a:pt x="45203" y="1728"/>
                  </a:cubicBezTo>
                  <a:cubicBezTo>
                    <a:pt x="44772" y="1899"/>
                    <a:pt x="44429" y="2044"/>
                    <a:pt x="44115" y="2186"/>
                  </a:cubicBezTo>
                  <a:cubicBezTo>
                    <a:pt x="43485" y="2472"/>
                    <a:pt x="43199" y="2616"/>
                    <a:pt x="42597" y="2673"/>
                  </a:cubicBezTo>
                  <a:cubicBezTo>
                    <a:pt x="42024" y="2731"/>
                    <a:pt x="41596" y="2815"/>
                    <a:pt x="41280" y="2902"/>
                  </a:cubicBezTo>
                  <a:cubicBezTo>
                    <a:pt x="41138" y="2930"/>
                    <a:pt x="40936" y="2987"/>
                    <a:pt x="40909" y="2987"/>
                  </a:cubicBezTo>
                  <a:cubicBezTo>
                    <a:pt x="40909" y="2987"/>
                    <a:pt x="40852" y="2987"/>
                    <a:pt x="40765" y="2960"/>
                  </a:cubicBezTo>
                  <a:cubicBezTo>
                    <a:pt x="40535" y="2845"/>
                    <a:pt x="40279" y="2788"/>
                    <a:pt x="40020" y="2731"/>
                  </a:cubicBezTo>
                  <a:cubicBezTo>
                    <a:pt x="39706" y="2186"/>
                    <a:pt x="39191" y="1757"/>
                    <a:pt x="38532" y="1471"/>
                  </a:cubicBezTo>
                  <a:cubicBezTo>
                    <a:pt x="38504" y="1441"/>
                    <a:pt x="38474" y="1441"/>
                    <a:pt x="38447" y="1441"/>
                  </a:cubicBezTo>
                  <a:cubicBezTo>
                    <a:pt x="37856" y="1218"/>
                    <a:pt x="37221" y="1146"/>
                    <a:pt x="36606" y="1146"/>
                  </a:cubicBezTo>
                  <a:cubicBezTo>
                    <a:pt x="36117" y="1146"/>
                    <a:pt x="35642" y="1191"/>
                    <a:pt x="35211" y="1242"/>
                  </a:cubicBezTo>
                  <a:cubicBezTo>
                    <a:pt x="34954" y="1242"/>
                    <a:pt x="34696" y="1269"/>
                    <a:pt x="34554" y="1269"/>
                  </a:cubicBezTo>
                  <a:lnTo>
                    <a:pt x="34009" y="1269"/>
                  </a:lnTo>
                  <a:cubicBezTo>
                    <a:pt x="33806" y="1269"/>
                    <a:pt x="33607" y="1271"/>
                    <a:pt x="33413" y="1271"/>
                  </a:cubicBezTo>
                  <a:cubicBezTo>
                    <a:pt x="32754" y="1271"/>
                    <a:pt x="32147" y="1253"/>
                    <a:pt x="31661" y="1098"/>
                  </a:cubicBezTo>
                  <a:cubicBezTo>
                    <a:pt x="31547" y="1070"/>
                    <a:pt x="31432" y="1040"/>
                    <a:pt x="31347" y="983"/>
                  </a:cubicBezTo>
                  <a:cubicBezTo>
                    <a:pt x="30565" y="697"/>
                    <a:pt x="29615" y="315"/>
                    <a:pt x="28349" y="315"/>
                  </a:cubicBezTo>
                  <a:cubicBezTo>
                    <a:pt x="28226" y="315"/>
                    <a:pt x="28099" y="318"/>
                    <a:pt x="27969" y="326"/>
                  </a:cubicBezTo>
                  <a:cubicBezTo>
                    <a:pt x="27683" y="353"/>
                    <a:pt x="27397" y="440"/>
                    <a:pt x="27138" y="555"/>
                  </a:cubicBezTo>
                  <a:cubicBezTo>
                    <a:pt x="26824" y="612"/>
                    <a:pt x="26508" y="669"/>
                    <a:pt x="26222" y="727"/>
                  </a:cubicBezTo>
                  <a:cubicBezTo>
                    <a:pt x="25707" y="841"/>
                    <a:pt x="25249" y="956"/>
                    <a:pt x="24821" y="983"/>
                  </a:cubicBezTo>
                  <a:cubicBezTo>
                    <a:pt x="23588" y="983"/>
                    <a:pt x="22272" y="983"/>
                    <a:pt x="20783" y="1586"/>
                  </a:cubicBezTo>
                  <a:cubicBezTo>
                    <a:pt x="19752" y="1986"/>
                    <a:pt x="18580" y="2415"/>
                    <a:pt x="17462" y="2758"/>
                  </a:cubicBezTo>
                  <a:cubicBezTo>
                    <a:pt x="17291" y="2788"/>
                    <a:pt x="16862" y="2873"/>
                    <a:pt x="16576" y="2902"/>
                  </a:cubicBezTo>
                  <a:cubicBezTo>
                    <a:pt x="14687" y="3159"/>
                    <a:pt x="13168" y="3360"/>
                    <a:pt x="12481" y="4762"/>
                  </a:cubicBezTo>
                  <a:cubicBezTo>
                    <a:pt x="12339" y="5021"/>
                    <a:pt x="12195" y="5392"/>
                    <a:pt x="12138" y="5822"/>
                  </a:cubicBezTo>
                  <a:cubicBezTo>
                    <a:pt x="12097" y="5821"/>
                    <a:pt x="12056" y="5821"/>
                    <a:pt x="12016" y="5821"/>
                  </a:cubicBezTo>
                  <a:cubicBezTo>
                    <a:pt x="10998" y="5821"/>
                    <a:pt x="10341" y="6177"/>
                    <a:pt x="9790" y="6452"/>
                  </a:cubicBezTo>
                  <a:cubicBezTo>
                    <a:pt x="9275" y="6681"/>
                    <a:pt x="7214" y="7796"/>
                    <a:pt x="6786" y="9601"/>
                  </a:cubicBezTo>
                  <a:cubicBezTo>
                    <a:pt x="6728" y="9887"/>
                    <a:pt x="6699" y="10201"/>
                    <a:pt x="6756" y="10487"/>
                  </a:cubicBezTo>
                  <a:cubicBezTo>
                    <a:pt x="4553" y="11147"/>
                    <a:pt x="2118" y="12349"/>
                    <a:pt x="1633" y="15212"/>
                  </a:cubicBezTo>
                  <a:cubicBezTo>
                    <a:pt x="1374" y="16499"/>
                    <a:pt x="1603" y="17472"/>
                    <a:pt x="2290" y="18189"/>
                  </a:cubicBezTo>
                  <a:cubicBezTo>
                    <a:pt x="316" y="19334"/>
                    <a:pt x="0" y="20365"/>
                    <a:pt x="0" y="21223"/>
                  </a:cubicBezTo>
                  <a:cubicBezTo>
                    <a:pt x="0" y="22224"/>
                    <a:pt x="488" y="23113"/>
                    <a:pt x="1289" y="23628"/>
                  </a:cubicBezTo>
                  <a:cubicBezTo>
                    <a:pt x="1826" y="23973"/>
                    <a:pt x="2401" y="24106"/>
                    <a:pt x="2982" y="24106"/>
                  </a:cubicBezTo>
                  <a:cubicBezTo>
                    <a:pt x="4137" y="24106"/>
                    <a:pt x="5318" y="23579"/>
                    <a:pt x="6270" y="23140"/>
                  </a:cubicBezTo>
                  <a:cubicBezTo>
                    <a:pt x="6355" y="23113"/>
                    <a:pt x="6442" y="23056"/>
                    <a:pt x="6527" y="23026"/>
                  </a:cubicBezTo>
                  <a:cubicBezTo>
                    <a:pt x="8130" y="22655"/>
                    <a:pt x="9275" y="22281"/>
                    <a:pt x="10821" y="20994"/>
                  </a:cubicBezTo>
                  <a:cubicBezTo>
                    <a:pt x="10851" y="20994"/>
                    <a:pt x="10851" y="20965"/>
                    <a:pt x="10878" y="20965"/>
                  </a:cubicBezTo>
                  <a:cubicBezTo>
                    <a:pt x="11222" y="20651"/>
                    <a:pt x="11737" y="20422"/>
                    <a:pt x="12310" y="20163"/>
                  </a:cubicBezTo>
                  <a:cubicBezTo>
                    <a:pt x="12855" y="19964"/>
                    <a:pt x="13397" y="19705"/>
                    <a:pt x="14000" y="19362"/>
                  </a:cubicBezTo>
                  <a:cubicBezTo>
                    <a:pt x="14199" y="19506"/>
                    <a:pt x="14485" y="19648"/>
                    <a:pt x="14771" y="19735"/>
                  </a:cubicBezTo>
                  <a:cubicBezTo>
                    <a:pt x="14829" y="19762"/>
                    <a:pt x="14858" y="19762"/>
                    <a:pt x="14886" y="19792"/>
                  </a:cubicBezTo>
                  <a:cubicBezTo>
                    <a:pt x="15222" y="19891"/>
                    <a:pt x="15547" y="19934"/>
                    <a:pt x="15861" y="19934"/>
                  </a:cubicBezTo>
                  <a:cubicBezTo>
                    <a:pt x="17366" y="19934"/>
                    <a:pt x="18599" y="18937"/>
                    <a:pt x="19381" y="18274"/>
                  </a:cubicBezTo>
                  <a:cubicBezTo>
                    <a:pt x="19523" y="18189"/>
                    <a:pt x="19695" y="18017"/>
                    <a:pt x="19752" y="17987"/>
                  </a:cubicBezTo>
                  <a:lnTo>
                    <a:pt x="20069" y="17788"/>
                  </a:lnTo>
                  <a:cubicBezTo>
                    <a:pt x="20268" y="17674"/>
                    <a:pt x="20497" y="17502"/>
                    <a:pt x="20641" y="17445"/>
                  </a:cubicBezTo>
                  <a:lnTo>
                    <a:pt x="22359" y="17960"/>
                  </a:lnTo>
                  <a:cubicBezTo>
                    <a:pt x="22874" y="18132"/>
                    <a:pt x="23389" y="18274"/>
                    <a:pt x="23904" y="18445"/>
                  </a:cubicBezTo>
                  <a:cubicBezTo>
                    <a:pt x="24935" y="18819"/>
                    <a:pt x="25592" y="20220"/>
                    <a:pt x="25450" y="21652"/>
                  </a:cubicBezTo>
                  <a:cubicBezTo>
                    <a:pt x="25421" y="21796"/>
                    <a:pt x="25306" y="22110"/>
                    <a:pt x="25192" y="22368"/>
                  </a:cubicBezTo>
                  <a:cubicBezTo>
                    <a:pt x="24935" y="23083"/>
                    <a:pt x="24534" y="24029"/>
                    <a:pt x="24619" y="25174"/>
                  </a:cubicBezTo>
                  <a:lnTo>
                    <a:pt x="24619" y="25316"/>
                  </a:lnTo>
                  <a:cubicBezTo>
                    <a:pt x="24706" y="25888"/>
                    <a:pt x="24905" y="26376"/>
                    <a:pt x="25134" y="26804"/>
                  </a:cubicBezTo>
                  <a:cubicBezTo>
                    <a:pt x="24134" y="27808"/>
                    <a:pt x="23904" y="29411"/>
                    <a:pt x="24562" y="30755"/>
                  </a:cubicBezTo>
                  <a:cubicBezTo>
                    <a:pt x="24706" y="31041"/>
                    <a:pt x="24878" y="31300"/>
                    <a:pt x="25020" y="31529"/>
                  </a:cubicBezTo>
                  <a:cubicBezTo>
                    <a:pt x="24706" y="32159"/>
                    <a:pt x="24275" y="32903"/>
                    <a:pt x="23817" y="33618"/>
                  </a:cubicBezTo>
                  <a:cubicBezTo>
                    <a:pt x="23790" y="33675"/>
                    <a:pt x="23760" y="33705"/>
                    <a:pt x="23760" y="33762"/>
                  </a:cubicBezTo>
                  <a:cubicBezTo>
                    <a:pt x="23588" y="34018"/>
                    <a:pt x="23359" y="34220"/>
                    <a:pt x="22901" y="34591"/>
                  </a:cubicBezTo>
                  <a:cubicBezTo>
                    <a:pt x="22473" y="34934"/>
                    <a:pt x="21928" y="35365"/>
                    <a:pt x="21413" y="35965"/>
                  </a:cubicBezTo>
                  <a:cubicBezTo>
                    <a:pt x="20325" y="37254"/>
                    <a:pt x="20355" y="38599"/>
                    <a:pt x="20382" y="39430"/>
                  </a:cubicBezTo>
                  <a:lnTo>
                    <a:pt x="20382" y="39686"/>
                  </a:lnTo>
                  <a:cubicBezTo>
                    <a:pt x="19810" y="40087"/>
                    <a:pt x="18694" y="40889"/>
                    <a:pt x="18465" y="42492"/>
                  </a:cubicBezTo>
                  <a:lnTo>
                    <a:pt x="18465" y="42579"/>
                  </a:lnTo>
                  <a:cubicBezTo>
                    <a:pt x="18351" y="43580"/>
                    <a:pt x="18722" y="44583"/>
                    <a:pt x="19065" y="45469"/>
                  </a:cubicBezTo>
                  <a:cubicBezTo>
                    <a:pt x="19152" y="45671"/>
                    <a:pt x="19210" y="45870"/>
                    <a:pt x="19267" y="46014"/>
                  </a:cubicBezTo>
                  <a:cubicBezTo>
                    <a:pt x="19324" y="46300"/>
                    <a:pt x="19352" y="46587"/>
                    <a:pt x="19381" y="46873"/>
                  </a:cubicBezTo>
                  <a:cubicBezTo>
                    <a:pt x="19324" y="47072"/>
                    <a:pt x="19324" y="47301"/>
                    <a:pt x="19352" y="47530"/>
                  </a:cubicBezTo>
                  <a:cubicBezTo>
                    <a:pt x="19352" y="47617"/>
                    <a:pt x="19324" y="47874"/>
                    <a:pt x="19324" y="48018"/>
                  </a:cubicBezTo>
                  <a:cubicBezTo>
                    <a:pt x="19294" y="49048"/>
                    <a:pt x="19210" y="50480"/>
                    <a:pt x="20210" y="51510"/>
                  </a:cubicBezTo>
                  <a:cubicBezTo>
                    <a:pt x="20698" y="52026"/>
                    <a:pt x="21241" y="52255"/>
                    <a:pt x="21699" y="52397"/>
                  </a:cubicBezTo>
                  <a:cubicBezTo>
                    <a:pt x="21786" y="52626"/>
                    <a:pt x="21901" y="52884"/>
                    <a:pt x="21985" y="53113"/>
                  </a:cubicBezTo>
                  <a:cubicBezTo>
                    <a:pt x="22130" y="53484"/>
                    <a:pt x="22272" y="53828"/>
                    <a:pt x="22301" y="54030"/>
                  </a:cubicBezTo>
                  <a:cubicBezTo>
                    <a:pt x="22301" y="54057"/>
                    <a:pt x="22272" y="54087"/>
                    <a:pt x="22272" y="54114"/>
                  </a:cubicBezTo>
                  <a:cubicBezTo>
                    <a:pt x="22130" y="54602"/>
                    <a:pt x="21901" y="55346"/>
                    <a:pt x="22043" y="56175"/>
                  </a:cubicBezTo>
                  <a:cubicBezTo>
                    <a:pt x="22187" y="56862"/>
                    <a:pt x="22473" y="57350"/>
                    <a:pt x="22759" y="57721"/>
                  </a:cubicBezTo>
                  <a:cubicBezTo>
                    <a:pt x="22558" y="58179"/>
                    <a:pt x="22301" y="58866"/>
                    <a:pt x="22359" y="59755"/>
                  </a:cubicBezTo>
                  <a:cubicBezTo>
                    <a:pt x="22359" y="59782"/>
                    <a:pt x="22359" y="59840"/>
                    <a:pt x="22386" y="59897"/>
                  </a:cubicBezTo>
                  <a:cubicBezTo>
                    <a:pt x="22645" y="61701"/>
                    <a:pt x="23932" y="62389"/>
                    <a:pt x="24649" y="62645"/>
                  </a:cubicBezTo>
                  <a:cubicBezTo>
                    <a:pt x="24649" y="62702"/>
                    <a:pt x="24676" y="62760"/>
                    <a:pt x="24676" y="62817"/>
                  </a:cubicBezTo>
                  <a:cubicBezTo>
                    <a:pt x="25107" y="64821"/>
                    <a:pt x="26337" y="66969"/>
                    <a:pt x="28512" y="67111"/>
                  </a:cubicBezTo>
                  <a:cubicBezTo>
                    <a:pt x="28591" y="67116"/>
                    <a:pt x="28670" y="67119"/>
                    <a:pt x="28747" y="67119"/>
                  </a:cubicBezTo>
                  <a:cubicBezTo>
                    <a:pt x="29512" y="67119"/>
                    <a:pt x="30198" y="66864"/>
                    <a:pt x="30718" y="66396"/>
                  </a:cubicBezTo>
                  <a:cubicBezTo>
                    <a:pt x="30860" y="66653"/>
                    <a:pt x="31061" y="66969"/>
                    <a:pt x="31146" y="67198"/>
                  </a:cubicBezTo>
                  <a:cubicBezTo>
                    <a:pt x="31146" y="67225"/>
                    <a:pt x="31118" y="67255"/>
                    <a:pt x="31118" y="67283"/>
                  </a:cubicBezTo>
                  <a:cubicBezTo>
                    <a:pt x="30832" y="67855"/>
                    <a:pt x="30287" y="69057"/>
                    <a:pt x="30860" y="70603"/>
                  </a:cubicBezTo>
                  <a:cubicBezTo>
                    <a:pt x="31405" y="72179"/>
                    <a:pt x="32836" y="73038"/>
                    <a:pt x="33894" y="73638"/>
                  </a:cubicBezTo>
                  <a:cubicBezTo>
                    <a:pt x="34238" y="73839"/>
                    <a:pt x="34696" y="74125"/>
                    <a:pt x="34840" y="74240"/>
                  </a:cubicBezTo>
                  <a:cubicBezTo>
                    <a:pt x="36099" y="75470"/>
                    <a:pt x="37416" y="75871"/>
                    <a:pt x="38447" y="76187"/>
                  </a:cubicBezTo>
                  <a:cubicBezTo>
                    <a:pt x="38761" y="76271"/>
                    <a:pt x="39077" y="76358"/>
                    <a:pt x="39363" y="76473"/>
                  </a:cubicBezTo>
                  <a:cubicBezTo>
                    <a:pt x="39390" y="76473"/>
                    <a:pt x="39448" y="76500"/>
                    <a:pt x="39477" y="76500"/>
                  </a:cubicBezTo>
                  <a:cubicBezTo>
                    <a:pt x="40458" y="76805"/>
                    <a:pt x="41209" y="76989"/>
                    <a:pt x="42043" y="76989"/>
                  </a:cubicBezTo>
                  <a:cubicBezTo>
                    <a:pt x="42621" y="76989"/>
                    <a:pt x="43238" y="76901"/>
                    <a:pt x="44000" y="76702"/>
                  </a:cubicBezTo>
                  <a:cubicBezTo>
                    <a:pt x="44172" y="76645"/>
                    <a:pt x="44344" y="76645"/>
                    <a:pt x="44459" y="76645"/>
                  </a:cubicBezTo>
                  <a:cubicBezTo>
                    <a:pt x="44543" y="77103"/>
                    <a:pt x="44772" y="77645"/>
                    <a:pt x="45288" y="78190"/>
                  </a:cubicBezTo>
                  <a:cubicBezTo>
                    <a:pt x="45860" y="78790"/>
                    <a:pt x="46634" y="79134"/>
                    <a:pt x="47349" y="79393"/>
                  </a:cubicBezTo>
                  <a:cubicBezTo>
                    <a:pt x="48207" y="79851"/>
                    <a:pt x="49009" y="80050"/>
                    <a:pt x="49669" y="80222"/>
                  </a:cubicBezTo>
                  <a:cubicBezTo>
                    <a:pt x="49840" y="80252"/>
                    <a:pt x="49982" y="80309"/>
                    <a:pt x="50154" y="80336"/>
                  </a:cubicBezTo>
                  <a:cubicBezTo>
                    <a:pt x="50326" y="80737"/>
                    <a:pt x="50642" y="81225"/>
                    <a:pt x="51185" y="81683"/>
                  </a:cubicBezTo>
                  <a:cubicBezTo>
                    <a:pt x="51185" y="83801"/>
                    <a:pt x="52788" y="84802"/>
                    <a:pt x="53447" y="85203"/>
                  </a:cubicBezTo>
                  <a:cubicBezTo>
                    <a:pt x="53589" y="85290"/>
                    <a:pt x="53761" y="85404"/>
                    <a:pt x="53876" y="85489"/>
                  </a:cubicBezTo>
                  <a:lnTo>
                    <a:pt x="53933" y="85519"/>
                  </a:lnTo>
                  <a:lnTo>
                    <a:pt x="54421" y="86004"/>
                  </a:lnTo>
                  <a:cubicBezTo>
                    <a:pt x="54993" y="86664"/>
                    <a:pt x="55879" y="87637"/>
                    <a:pt x="57254" y="87981"/>
                  </a:cubicBezTo>
                  <a:cubicBezTo>
                    <a:pt x="57283" y="87981"/>
                    <a:pt x="57311" y="88008"/>
                    <a:pt x="57341" y="88008"/>
                  </a:cubicBezTo>
                  <a:cubicBezTo>
                    <a:pt x="57605" y="88067"/>
                    <a:pt x="57859" y="88094"/>
                    <a:pt x="58102" y="88094"/>
                  </a:cubicBezTo>
                  <a:cubicBezTo>
                    <a:pt x="58803" y="88094"/>
                    <a:pt x="59414" y="87870"/>
                    <a:pt x="59944" y="87550"/>
                  </a:cubicBezTo>
                  <a:cubicBezTo>
                    <a:pt x="60089" y="87923"/>
                    <a:pt x="60089" y="88237"/>
                    <a:pt x="60031" y="89039"/>
                  </a:cubicBezTo>
                  <a:lnTo>
                    <a:pt x="60031" y="89096"/>
                  </a:lnTo>
                  <a:cubicBezTo>
                    <a:pt x="59974" y="90271"/>
                    <a:pt x="59887" y="90470"/>
                    <a:pt x="59658" y="90672"/>
                  </a:cubicBezTo>
                  <a:cubicBezTo>
                    <a:pt x="59173" y="91043"/>
                    <a:pt x="58628" y="91473"/>
                    <a:pt x="58142" y="92245"/>
                  </a:cubicBezTo>
                  <a:cubicBezTo>
                    <a:pt x="58085" y="92332"/>
                    <a:pt x="58055" y="92417"/>
                    <a:pt x="57998" y="92504"/>
                  </a:cubicBezTo>
                  <a:cubicBezTo>
                    <a:pt x="57970" y="92618"/>
                    <a:pt x="57913" y="92733"/>
                    <a:pt x="57883" y="92817"/>
                  </a:cubicBezTo>
                  <a:cubicBezTo>
                    <a:pt x="57799" y="92904"/>
                    <a:pt x="57741" y="92989"/>
                    <a:pt x="57654" y="93076"/>
                  </a:cubicBezTo>
                  <a:cubicBezTo>
                    <a:pt x="55765" y="95137"/>
                    <a:pt x="55192" y="97657"/>
                    <a:pt x="56081" y="99860"/>
                  </a:cubicBezTo>
                  <a:cubicBezTo>
                    <a:pt x="55508" y="100519"/>
                    <a:pt x="55421" y="101348"/>
                    <a:pt x="55394" y="101921"/>
                  </a:cubicBezTo>
                  <a:cubicBezTo>
                    <a:pt x="55307" y="102466"/>
                    <a:pt x="55364" y="103123"/>
                    <a:pt x="55536" y="104096"/>
                  </a:cubicBezTo>
                  <a:cubicBezTo>
                    <a:pt x="55822" y="105986"/>
                    <a:pt x="56967" y="106703"/>
                    <a:pt x="57512" y="107046"/>
                  </a:cubicBezTo>
                  <a:cubicBezTo>
                    <a:pt x="57570" y="107074"/>
                    <a:pt x="57597" y="107074"/>
                    <a:pt x="57654" y="107103"/>
                  </a:cubicBezTo>
                  <a:cubicBezTo>
                    <a:pt x="57654" y="107131"/>
                    <a:pt x="57654" y="107161"/>
                    <a:pt x="57684" y="107188"/>
                  </a:cubicBezTo>
                  <a:cubicBezTo>
                    <a:pt x="57913" y="107561"/>
                    <a:pt x="58085" y="107990"/>
                    <a:pt x="58284" y="108477"/>
                  </a:cubicBezTo>
                  <a:cubicBezTo>
                    <a:pt x="58628" y="109364"/>
                    <a:pt x="59086" y="110451"/>
                    <a:pt x="60089" y="111512"/>
                  </a:cubicBezTo>
                  <a:cubicBezTo>
                    <a:pt x="60604" y="112084"/>
                    <a:pt x="61005" y="113058"/>
                    <a:pt x="61433" y="114116"/>
                  </a:cubicBezTo>
                  <a:cubicBezTo>
                    <a:pt x="62150" y="115833"/>
                    <a:pt x="63009" y="117981"/>
                    <a:pt x="65040" y="119356"/>
                  </a:cubicBezTo>
                  <a:cubicBezTo>
                    <a:pt x="65814" y="119841"/>
                    <a:pt x="66501" y="120070"/>
                    <a:pt x="67074" y="120242"/>
                  </a:cubicBezTo>
                  <a:cubicBezTo>
                    <a:pt x="67703" y="120443"/>
                    <a:pt x="67845" y="120528"/>
                    <a:pt x="68047" y="120730"/>
                  </a:cubicBezTo>
                  <a:lnTo>
                    <a:pt x="68104" y="120787"/>
                  </a:lnTo>
                  <a:cubicBezTo>
                    <a:pt x="68418" y="121130"/>
                    <a:pt x="68761" y="121417"/>
                    <a:pt x="69105" y="121673"/>
                  </a:cubicBezTo>
                  <a:cubicBezTo>
                    <a:pt x="69249" y="121817"/>
                    <a:pt x="69506" y="122017"/>
                    <a:pt x="69678" y="122188"/>
                  </a:cubicBezTo>
                  <a:lnTo>
                    <a:pt x="69678" y="122990"/>
                  </a:lnTo>
                  <a:cubicBezTo>
                    <a:pt x="69678" y="123363"/>
                    <a:pt x="69678" y="123734"/>
                    <a:pt x="69707" y="124078"/>
                  </a:cubicBezTo>
                  <a:cubicBezTo>
                    <a:pt x="69707" y="124536"/>
                    <a:pt x="69707" y="125024"/>
                    <a:pt x="69735" y="125482"/>
                  </a:cubicBezTo>
                  <a:cubicBezTo>
                    <a:pt x="69735" y="125910"/>
                    <a:pt x="69765" y="126368"/>
                    <a:pt x="69765" y="126798"/>
                  </a:cubicBezTo>
                  <a:lnTo>
                    <a:pt x="69765" y="127027"/>
                  </a:lnTo>
                  <a:cubicBezTo>
                    <a:pt x="69678" y="127256"/>
                    <a:pt x="69650" y="127485"/>
                    <a:pt x="69620" y="127742"/>
                  </a:cubicBezTo>
                  <a:cubicBezTo>
                    <a:pt x="69563" y="129203"/>
                    <a:pt x="69879" y="130490"/>
                    <a:pt x="70136" y="131635"/>
                  </a:cubicBezTo>
                  <a:cubicBezTo>
                    <a:pt x="70280" y="132265"/>
                    <a:pt x="70394" y="132867"/>
                    <a:pt x="70452" y="133440"/>
                  </a:cubicBezTo>
                  <a:cubicBezTo>
                    <a:pt x="70536" y="134184"/>
                    <a:pt x="70509" y="135043"/>
                    <a:pt x="70479" y="135929"/>
                  </a:cubicBezTo>
                  <a:cubicBezTo>
                    <a:pt x="70422" y="137104"/>
                    <a:pt x="70365" y="138306"/>
                    <a:pt x="70536" y="139593"/>
                  </a:cubicBezTo>
                  <a:lnTo>
                    <a:pt x="70536" y="139651"/>
                  </a:lnTo>
                  <a:cubicBezTo>
                    <a:pt x="70708" y="140711"/>
                    <a:pt x="70795" y="141856"/>
                    <a:pt x="70795" y="143258"/>
                  </a:cubicBezTo>
                  <a:cubicBezTo>
                    <a:pt x="70795" y="143516"/>
                    <a:pt x="70708" y="143860"/>
                    <a:pt x="70594" y="144261"/>
                  </a:cubicBezTo>
                  <a:cubicBezTo>
                    <a:pt x="70422" y="144948"/>
                    <a:pt x="70223" y="145807"/>
                    <a:pt x="70337" y="146807"/>
                  </a:cubicBezTo>
                  <a:cubicBezTo>
                    <a:pt x="70394" y="147753"/>
                    <a:pt x="70738" y="148555"/>
                    <a:pt x="70994" y="149155"/>
                  </a:cubicBezTo>
                  <a:cubicBezTo>
                    <a:pt x="71139" y="149471"/>
                    <a:pt x="71253" y="149814"/>
                    <a:pt x="71281" y="149986"/>
                  </a:cubicBezTo>
                  <a:cubicBezTo>
                    <a:pt x="71310" y="150101"/>
                    <a:pt x="71310" y="150185"/>
                    <a:pt x="71310" y="150300"/>
                  </a:cubicBezTo>
                  <a:cubicBezTo>
                    <a:pt x="71368" y="151074"/>
                    <a:pt x="71452" y="152104"/>
                    <a:pt x="71997" y="153048"/>
                  </a:cubicBezTo>
                  <a:cubicBezTo>
                    <a:pt x="72398" y="153822"/>
                    <a:pt x="72884" y="154280"/>
                    <a:pt x="73571" y="154594"/>
                  </a:cubicBezTo>
                  <a:cubicBezTo>
                    <a:pt x="74029" y="155082"/>
                    <a:pt x="74288" y="156513"/>
                    <a:pt x="74487" y="157571"/>
                  </a:cubicBezTo>
                  <a:cubicBezTo>
                    <a:pt x="74716" y="158746"/>
                    <a:pt x="74945" y="159948"/>
                    <a:pt x="75433" y="161036"/>
                  </a:cubicBezTo>
                  <a:cubicBezTo>
                    <a:pt x="75604" y="161464"/>
                    <a:pt x="75689" y="161865"/>
                    <a:pt x="75804" y="162353"/>
                  </a:cubicBezTo>
                  <a:cubicBezTo>
                    <a:pt x="75891" y="162696"/>
                    <a:pt x="75975" y="163067"/>
                    <a:pt x="76090" y="163498"/>
                  </a:cubicBezTo>
                  <a:cubicBezTo>
                    <a:pt x="76463" y="164700"/>
                    <a:pt x="77208" y="165701"/>
                    <a:pt x="77865" y="166560"/>
                  </a:cubicBezTo>
                  <a:cubicBezTo>
                    <a:pt x="78151" y="166903"/>
                    <a:pt x="78380" y="167247"/>
                    <a:pt x="78552" y="167506"/>
                  </a:cubicBezTo>
                  <a:cubicBezTo>
                    <a:pt x="79610" y="169162"/>
                    <a:pt x="80853" y="170005"/>
                    <a:pt x="82281" y="170005"/>
                  </a:cubicBezTo>
                  <a:cubicBezTo>
                    <a:pt x="82630" y="170005"/>
                    <a:pt x="82990" y="169954"/>
                    <a:pt x="83361" y="169853"/>
                  </a:cubicBezTo>
                  <a:cubicBezTo>
                    <a:pt x="84448" y="171493"/>
                    <a:pt x="85868" y="171843"/>
                    <a:pt x="87013" y="171843"/>
                  </a:cubicBezTo>
                  <a:cubicBezTo>
                    <a:pt x="87166" y="171843"/>
                    <a:pt x="87314" y="171837"/>
                    <a:pt x="87456" y="171827"/>
                  </a:cubicBezTo>
                  <a:lnTo>
                    <a:pt x="87483" y="171857"/>
                  </a:lnTo>
                  <a:cubicBezTo>
                    <a:pt x="87685" y="171857"/>
                    <a:pt x="87857" y="171884"/>
                    <a:pt x="88028" y="171884"/>
                  </a:cubicBezTo>
                  <a:cubicBezTo>
                    <a:pt x="89774" y="171884"/>
                    <a:pt x="90490" y="170769"/>
                    <a:pt x="90747" y="170224"/>
                  </a:cubicBezTo>
                  <a:cubicBezTo>
                    <a:pt x="90777" y="170196"/>
                    <a:pt x="90804" y="170139"/>
                    <a:pt x="90804" y="170082"/>
                  </a:cubicBezTo>
                  <a:cubicBezTo>
                    <a:pt x="91292" y="168850"/>
                    <a:pt x="90948" y="167934"/>
                    <a:pt x="90719" y="167506"/>
                  </a:cubicBezTo>
                  <a:cubicBezTo>
                    <a:pt x="90060" y="166388"/>
                    <a:pt x="88972" y="166159"/>
                    <a:pt x="88486" y="166074"/>
                  </a:cubicBezTo>
                  <a:cubicBezTo>
                    <a:pt x="87914" y="165788"/>
                    <a:pt x="87685" y="165616"/>
                    <a:pt x="87513" y="165330"/>
                  </a:cubicBezTo>
                  <a:cubicBezTo>
                    <a:pt x="87483" y="165273"/>
                    <a:pt x="87456" y="165158"/>
                    <a:pt x="87399" y="165044"/>
                  </a:cubicBezTo>
                  <a:cubicBezTo>
                    <a:pt x="87284" y="164700"/>
                    <a:pt x="87083" y="164185"/>
                    <a:pt x="86682" y="163670"/>
                  </a:cubicBezTo>
                  <a:cubicBezTo>
                    <a:pt x="86597" y="163525"/>
                    <a:pt x="86510" y="163383"/>
                    <a:pt x="86425" y="163296"/>
                  </a:cubicBezTo>
                  <a:cubicBezTo>
                    <a:pt x="86483" y="163097"/>
                    <a:pt x="86625" y="162838"/>
                    <a:pt x="86826" y="162495"/>
                  </a:cubicBezTo>
                  <a:cubicBezTo>
                    <a:pt x="87284" y="161780"/>
                    <a:pt x="87941" y="160663"/>
                    <a:pt x="87598" y="159204"/>
                  </a:cubicBezTo>
                  <a:cubicBezTo>
                    <a:pt x="87369" y="158315"/>
                    <a:pt x="86826" y="157685"/>
                    <a:pt x="86311" y="157257"/>
                  </a:cubicBezTo>
                  <a:cubicBezTo>
                    <a:pt x="86453" y="157028"/>
                    <a:pt x="86597" y="156799"/>
                    <a:pt x="86712" y="156513"/>
                  </a:cubicBezTo>
                  <a:cubicBezTo>
                    <a:pt x="86968" y="155826"/>
                    <a:pt x="86911" y="155196"/>
                    <a:pt x="86854" y="154795"/>
                  </a:cubicBezTo>
                  <a:lnTo>
                    <a:pt x="86883" y="154766"/>
                  </a:lnTo>
                  <a:cubicBezTo>
                    <a:pt x="87083" y="154479"/>
                    <a:pt x="87655" y="153650"/>
                    <a:pt x="87456" y="152533"/>
                  </a:cubicBezTo>
                  <a:cubicBezTo>
                    <a:pt x="88028" y="151788"/>
                    <a:pt x="88143" y="150872"/>
                    <a:pt x="88170" y="150272"/>
                  </a:cubicBezTo>
                  <a:cubicBezTo>
                    <a:pt x="89173" y="150272"/>
                    <a:pt x="90548" y="149986"/>
                    <a:pt x="91635" y="148440"/>
                  </a:cubicBezTo>
                  <a:cubicBezTo>
                    <a:pt x="92407" y="147380"/>
                    <a:pt x="92522" y="146036"/>
                    <a:pt x="92350" y="144833"/>
                  </a:cubicBezTo>
                  <a:cubicBezTo>
                    <a:pt x="92494" y="144776"/>
                    <a:pt x="92666" y="144719"/>
                    <a:pt x="92865" y="144661"/>
                  </a:cubicBezTo>
                  <a:cubicBezTo>
                    <a:pt x="93667" y="144375"/>
                    <a:pt x="94984" y="143860"/>
                    <a:pt x="95242" y="142028"/>
                  </a:cubicBezTo>
                  <a:lnTo>
                    <a:pt x="95242" y="141913"/>
                  </a:lnTo>
                  <a:cubicBezTo>
                    <a:pt x="95327" y="141742"/>
                    <a:pt x="95357" y="141570"/>
                    <a:pt x="95414" y="141398"/>
                  </a:cubicBezTo>
                  <a:cubicBezTo>
                    <a:pt x="95442" y="141341"/>
                    <a:pt x="95471" y="141254"/>
                    <a:pt x="95471" y="141196"/>
                  </a:cubicBezTo>
                  <a:cubicBezTo>
                    <a:pt x="95700" y="140910"/>
                    <a:pt x="96071" y="140367"/>
                    <a:pt x="96273" y="139536"/>
                  </a:cubicBezTo>
                  <a:lnTo>
                    <a:pt x="96273" y="139479"/>
                  </a:lnTo>
                  <a:cubicBezTo>
                    <a:pt x="96502" y="138334"/>
                    <a:pt x="96616" y="138020"/>
                    <a:pt x="97045" y="137505"/>
                  </a:cubicBezTo>
                  <a:cubicBezTo>
                    <a:pt x="98620" y="135929"/>
                    <a:pt x="99793" y="134441"/>
                    <a:pt x="99392" y="131292"/>
                  </a:cubicBezTo>
                  <a:cubicBezTo>
                    <a:pt x="99365" y="131063"/>
                    <a:pt x="99335" y="130776"/>
                    <a:pt x="99307" y="130577"/>
                  </a:cubicBezTo>
                  <a:cubicBezTo>
                    <a:pt x="99449" y="130433"/>
                    <a:pt x="99651" y="130261"/>
                    <a:pt x="99765" y="130147"/>
                  </a:cubicBezTo>
                  <a:lnTo>
                    <a:pt x="99994" y="129918"/>
                  </a:lnTo>
                  <a:cubicBezTo>
                    <a:pt x="100251" y="129833"/>
                    <a:pt x="100652" y="129776"/>
                    <a:pt x="101167" y="129718"/>
                  </a:cubicBezTo>
                  <a:cubicBezTo>
                    <a:pt x="102541" y="129574"/>
                    <a:pt x="104632" y="129345"/>
                    <a:pt x="105976" y="127371"/>
                  </a:cubicBezTo>
                  <a:lnTo>
                    <a:pt x="106006" y="127341"/>
                  </a:lnTo>
                  <a:cubicBezTo>
                    <a:pt x="106579" y="126425"/>
                    <a:pt x="106922" y="125452"/>
                    <a:pt x="107208" y="124593"/>
                  </a:cubicBezTo>
                  <a:cubicBezTo>
                    <a:pt x="107293" y="124250"/>
                    <a:pt x="107408" y="123936"/>
                    <a:pt x="107522" y="123677"/>
                  </a:cubicBezTo>
                  <a:cubicBezTo>
                    <a:pt x="107609" y="123478"/>
                    <a:pt x="107724" y="123249"/>
                    <a:pt x="107808" y="123047"/>
                  </a:cubicBezTo>
                  <a:cubicBezTo>
                    <a:pt x="108296" y="122017"/>
                    <a:pt x="108926" y="120757"/>
                    <a:pt x="109011" y="119326"/>
                  </a:cubicBezTo>
                  <a:lnTo>
                    <a:pt x="109011" y="119211"/>
                  </a:lnTo>
                  <a:cubicBezTo>
                    <a:pt x="109011" y="118295"/>
                    <a:pt x="108811" y="117409"/>
                    <a:pt x="108610" y="116520"/>
                  </a:cubicBezTo>
                  <a:cubicBezTo>
                    <a:pt x="108468" y="115948"/>
                    <a:pt x="108239" y="114917"/>
                    <a:pt x="108296" y="114489"/>
                  </a:cubicBezTo>
                  <a:cubicBezTo>
                    <a:pt x="108324" y="114459"/>
                    <a:pt x="108353" y="114459"/>
                    <a:pt x="108381" y="114432"/>
                  </a:cubicBezTo>
                  <a:cubicBezTo>
                    <a:pt x="108582" y="114287"/>
                    <a:pt x="108754" y="114145"/>
                    <a:pt x="108926" y="113974"/>
                  </a:cubicBezTo>
                  <a:cubicBezTo>
                    <a:pt x="108983" y="113944"/>
                    <a:pt x="109040" y="113887"/>
                    <a:pt x="109098" y="113829"/>
                  </a:cubicBezTo>
                  <a:cubicBezTo>
                    <a:pt x="109984" y="112886"/>
                    <a:pt x="110213" y="112055"/>
                    <a:pt x="110357" y="111482"/>
                  </a:cubicBezTo>
                  <a:cubicBezTo>
                    <a:pt x="110385" y="111310"/>
                    <a:pt x="110415" y="111168"/>
                    <a:pt x="110472" y="111024"/>
                  </a:cubicBezTo>
                  <a:cubicBezTo>
                    <a:pt x="110472" y="111024"/>
                    <a:pt x="110499" y="110997"/>
                    <a:pt x="110499" y="110967"/>
                  </a:cubicBezTo>
                  <a:cubicBezTo>
                    <a:pt x="110529" y="110882"/>
                    <a:pt x="110758" y="110653"/>
                    <a:pt x="110930" y="110481"/>
                  </a:cubicBezTo>
                  <a:cubicBezTo>
                    <a:pt x="111530" y="109879"/>
                    <a:pt x="112446" y="108963"/>
                    <a:pt x="112675" y="107390"/>
                  </a:cubicBezTo>
                  <a:cubicBezTo>
                    <a:pt x="112876" y="106187"/>
                    <a:pt x="112762" y="104669"/>
                    <a:pt x="112618" y="103668"/>
                  </a:cubicBezTo>
                  <a:cubicBezTo>
                    <a:pt x="112418" y="102551"/>
                    <a:pt x="112132" y="101749"/>
                    <a:pt x="111674" y="101149"/>
                  </a:cubicBezTo>
                  <a:cubicBezTo>
                    <a:pt x="111153" y="100472"/>
                    <a:pt x="110395" y="99722"/>
                    <a:pt x="109076" y="99722"/>
                  </a:cubicBezTo>
                  <a:cubicBezTo>
                    <a:pt x="108945" y="99722"/>
                    <a:pt x="108809" y="99730"/>
                    <a:pt x="108667" y="99745"/>
                  </a:cubicBezTo>
                  <a:cubicBezTo>
                    <a:pt x="108582" y="99718"/>
                    <a:pt x="108411" y="99546"/>
                    <a:pt x="108266" y="99431"/>
                  </a:cubicBezTo>
                  <a:cubicBezTo>
                    <a:pt x="108037" y="99230"/>
                    <a:pt x="107781" y="98973"/>
                    <a:pt x="107437" y="98715"/>
                  </a:cubicBezTo>
                  <a:cubicBezTo>
                    <a:pt x="107408" y="98687"/>
                    <a:pt x="107350" y="98687"/>
                    <a:pt x="107323" y="98657"/>
                  </a:cubicBezTo>
                  <a:cubicBezTo>
                    <a:pt x="105892" y="97657"/>
                    <a:pt x="104689" y="97226"/>
                    <a:pt x="102942" y="97027"/>
                  </a:cubicBezTo>
                  <a:cubicBezTo>
                    <a:pt x="102571" y="96940"/>
                    <a:pt x="102170" y="96882"/>
                    <a:pt x="101797" y="96825"/>
                  </a:cubicBezTo>
                  <a:cubicBezTo>
                    <a:pt x="101769" y="96825"/>
                    <a:pt x="101739" y="96798"/>
                    <a:pt x="101739" y="96798"/>
                  </a:cubicBezTo>
                  <a:cubicBezTo>
                    <a:pt x="101368" y="96740"/>
                    <a:pt x="101052" y="96740"/>
                    <a:pt x="100796" y="96740"/>
                  </a:cubicBezTo>
                  <a:cubicBezTo>
                    <a:pt x="100709" y="96653"/>
                    <a:pt x="100624" y="96539"/>
                    <a:pt x="100537" y="96454"/>
                  </a:cubicBezTo>
                  <a:cubicBezTo>
                    <a:pt x="99651" y="95538"/>
                    <a:pt x="98220" y="94821"/>
                    <a:pt x="97274" y="94592"/>
                  </a:cubicBezTo>
                  <a:cubicBezTo>
                    <a:pt x="97189" y="94592"/>
                    <a:pt x="97132" y="94565"/>
                    <a:pt x="97074" y="94565"/>
                  </a:cubicBezTo>
                  <a:cubicBezTo>
                    <a:pt x="96873" y="94535"/>
                    <a:pt x="96701" y="94508"/>
                    <a:pt x="96529" y="94508"/>
                  </a:cubicBezTo>
                  <a:cubicBezTo>
                    <a:pt x="96472" y="94421"/>
                    <a:pt x="96415" y="94363"/>
                    <a:pt x="96358" y="94279"/>
                  </a:cubicBezTo>
                  <a:cubicBezTo>
                    <a:pt x="96071" y="93935"/>
                    <a:pt x="95785" y="93706"/>
                    <a:pt x="95529" y="93534"/>
                  </a:cubicBezTo>
                  <a:cubicBezTo>
                    <a:pt x="95529" y="93275"/>
                    <a:pt x="95529" y="92962"/>
                    <a:pt x="95442" y="92646"/>
                  </a:cubicBezTo>
                  <a:cubicBezTo>
                    <a:pt x="95414" y="92474"/>
                    <a:pt x="95357" y="92302"/>
                    <a:pt x="95270" y="92160"/>
                  </a:cubicBezTo>
                  <a:cubicBezTo>
                    <a:pt x="95071" y="91759"/>
                    <a:pt x="94842" y="91443"/>
                    <a:pt x="94613" y="91214"/>
                  </a:cubicBezTo>
                  <a:cubicBezTo>
                    <a:pt x="94613" y="90642"/>
                    <a:pt x="94613" y="89783"/>
                    <a:pt x="94125" y="88867"/>
                  </a:cubicBezTo>
                  <a:cubicBezTo>
                    <a:pt x="93410" y="87523"/>
                    <a:pt x="91835" y="86492"/>
                    <a:pt x="91319" y="86176"/>
                  </a:cubicBezTo>
                  <a:cubicBezTo>
                    <a:pt x="89831" y="85260"/>
                    <a:pt x="88342" y="85233"/>
                    <a:pt x="87227" y="85203"/>
                  </a:cubicBezTo>
                  <a:cubicBezTo>
                    <a:pt x="86109" y="85175"/>
                    <a:pt x="86052" y="85118"/>
                    <a:pt x="85938" y="84917"/>
                  </a:cubicBezTo>
                  <a:cubicBezTo>
                    <a:pt x="85938" y="84889"/>
                    <a:pt x="85910" y="84889"/>
                    <a:pt x="85910" y="84859"/>
                  </a:cubicBezTo>
                  <a:cubicBezTo>
                    <a:pt x="85136" y="83744"/>
                    <a:pt x="84621" y="83057"/>
                    <a:pt x="83276" y="82226"/>
                  </a:cubicBezTo>
                  <a:cubicBezTo>
                    <a:pt x="83075" y="82084"/>
                    <a:pt x="82731" y="81740"/>
                    <a:pt x="82445" y="81424"/>
                  </a:cubicBezTo>
                  <a:lnTo>
                    <a:pt x="81731" y="80710"/>
                  </a:lnTo>
                  <a:cubicBezTo>
                    <a:pt x="81616" y="80595"/>
                    <a:pt x="81502" y="80481"/>
                    <a:pt x="81415" y="80366"/>
                  </a:cubicBezTo>
                  <a:cubicBezTo>
                    <a:pt x="80612" y="79521"/>
                    <a:pt x="79794" y="78972"/>
                    <a:pt x="78593" y="78972"/>
                  </a:cubicBezTo>
                  <a:cubicBezTo>
                    <a:pt x="78166" y="78972"/>
                    <a:pt x="77691" y="79041"/>
                    <a:pt x="77150" y="79191"/>
                  </a:cubicBezTo>
                  <a:cubicBezTo>
                    <a:pt x="77120" y="79191"/>
                    <a:pt x="77093" y="79221"/>
                    <a:pt x="77036" y="79221"/>
                  </a:cubicBezTo>
                  <a:cubicBezTo>
                    <a:pt x="76749" y="79321"/>
                    <a:pt x="76527" y="79378"/>
                    <a:pt x="76277" y="79378"/>
                  </a:cubicBezTo>
                  <a:cubicBezTo>
                    <a:pt x="76026" y="79378"/>
                    <a:pt x="75746" y="79321"/>
                    <a:pt x="75346" y="79191"/>
                  </a:cubicBezTo>
                  <a:lnTo>
                    <a:pt x="75288" y="79191"/>
                  </a:lnTo>
                  <a:cubicBezTo>
                    <a:pt x="75059" y="79134"/>
                    <a:pt x="74860" y="79077"/>
                    <a:pt x="74659" y="79049"/>
                  </a:cubicBezTo>
                  <a:cubicBezTo>
                    <a:pt x="74459" y="78992"/>
                    <a:pt x="74230" y="78935"/>
                    <a:pt x="74116" y="78905"/>
                  </a:cubicBezTo>
                  <a:lnTo>
                    <a:pt x="73857" y="78733"/>
                  </a:lnTo>
                  <a:cubicBezTo>
                    <a:pt x="73456" y="78419"/>
                    <a:pt x="72884" y="78019"/>
                    <a:pt x="72139" y="77790"/>
                  </a:cubicBezTo>
                  <a:cubicBezTo>
                    <a:pt x="72025" y="77790"/>
                    <a:pt x="71940" y="77760"/>
                    <a:pt x="71853" y="77760"/>
                  </a:cubicBezTo>
                  <a:cubicBezTo>
                    <a:pt x="71624" y="77703"/>
                    <a:pt x="71425" y="77703"/>
                    <a:pt x="71223" y="77703"/>
                  </a:cubicBezTo>
                  <a:cubicBezTo>
                    <a:pt x="70853" y="77332"/>
                    <a:pt x="70295" y="77001"/>
                    <a:pt x="69484" y="77001"/>
                  </a:cubicBezTo>
                  <a:cubicBezTo>
                    <a:pt x="68917" y="77001"/>
                    <a:pt x="68225" y="77164"/>
                    <a:pt x="67387" y="77588"/>
                  </a:cubicBezTo>
                  <a:lnTo>
                    <a:pt x="67330" y="77618"/>
                  </a:lnTo>
                  <a:lnTo>
                    <a:pt x="67158" y="77703"/>
                  </a:lnTo>
                  <a:cubicBezTo>
                    <a:pt x="66929" y="77817"/>
                    <a:pt x="66501" y="77961"/>
                    <a:pt x="66128" y="78076"/>
                  </a:cubicBezTo>
                  <a:cubicBezTo>
                    <a:pt x="65326" y="78305"/>
                    <a:pt x="64440" y="78561"/>
                    <a:pt x="63666" y="79164"/>
                  </a:cubicBezTo>
                  <a:cubicBezTo>
                    <a:pt x="63123" y="79564"/>
                    <a:pt x="62750" y="80107"/>
                    <a:pt x="62493" y="80595"/>
                  </a:cubicBezTo>
                  <a:cubicBezTo>
                    <a:pt x="62133" y="80493"/>
                    <a:pt x="61787" y="80458"/>
                    <a:pt x="61470" y="80458"/>
                  </a:cubicBezTo>
                  <a:cubicBezTo>
                    <a:pt x="60982" y="80458"/>
                    <a:pt x="60566" y="80542"/>
                    <a:pt x="60288" y="80595"/>
                  </a:cubicBezTo>
                  <a:cubicBezTo>
                    <a:pt x="59715" y="80595"/>
                    <a:pt x="59173" y="80767"/>
                    <a:pt x="58799" y="80939"/>
                  </a:cubicBezTo>
                  <a:cubicBezTo>
                    <a:pt x="58543" y="80652"/>
                    <a:pt x="58284" y="80423"/>
                    <a:pt x="58085" y="80252"/>
                  </a:cubicBezTo>
                  <a:cubicBezTo>
                    <a:pt x="58112" y="80080"/>
                    <a:pt x="58170" y="79821"/>
                    <a:pt x="58341" y="79450"/>
                  </a:cubicBezTo>
                  <a:lnTo>
                    <a:pt x="58341" y="79393"/>
                  </a:lnTo>
                  <a:lnTo>
                    <a:pt x="58456" y="79106"/>
                  </a:lnTo>
                  <a:cubicBezTo>
                    <a:pt x="58914" y="77847"/>
                    <a:pt x="59372" y="76672"/>
                    <a:pt x="58657" y="74554"/>
                  </a:cubicBezTo>
                  <a:cubicBezTo>
                    <a:pt x="58628" y="74526"/>
                    <a:pt x="58600" y="74469"/>
                    <a:pt x="58600" y="74412"/>
                  </a:cubicBezTo>
                  <a:lnTo>
                    <a:pt x="58570" y="74354"/>
                  </a:lnTo>
                  <a:cubicBezTo>
                    <a:pt x="58227" y="72980"/>
                    <a:pt x="57368" y="72435"/>
                    <a:pt x="56539" y="72064"/>
                  </a:cubicBezTo>
                  <a:cubicBezTo>
                    <a:pt x="55970" y="71805"/>
                    <a:pt x="55282" y="71687"/>
                    <a:pt x="54585" y="71687"/>
                  </a:cubicBezTo>
                  <a:cubicBezTo>
                    <a:pt x="54511" y="71687"/>
                    <a:pt x="54437" y="71688"/>
                    <a:pt x="54363" y="71691"/>
                  </a:cubicBezTo>
                  <a:cubicBezTo>
                    <a:pt x="54592" y="71263"/>
                    <a:pt x="54764" y="70862"/>
                    <a:pt x="54879" y="70518"/>
                  </a:cubicBezTo>
                  <a:cubicBezTo>
                    <a:pt x="54906" y="70404"/>
                    <a:pt x="54963" y="70289"/>
                    <a:pt x="55050" y="70175"/>
                  </a:cubicBezTo>
                  <a:cubicBezTo>
                    <a:pt x="55593" y="69087"/>
                    <a:pt x="56395" y="67454"/>
                    <a:pt x="55508" y="65908"/>
                  </a:cubicBezTo>
                  <a:cubicBezTo>
                    <a:pt x="55135" y="65221"/>
                    <a:pt x="54478" y="64706"/>
                    <a:pt x="53619" y="64477"/>
                  </a:cubicBezTo>
                  <a:cubicBezTo>
                    <a:pt x="53226" y="64369"/>
                    <a:pt x="52784" y="64321"/>
                    <a:pt x="52331" y="64321"/>
                  </a:cubicBezTo>
                  <a:cubicBezTo>
                    <a:pt x="51233" y="64321"/>
                    <a:pt x="50071" y="64600"/>
                    <a:pt x="49382" y="64965"/>
                  </a:cubicBezTo>
                  <a:cubicBezTo>
                    <a:pt x="47665" y="65881"/>
                    <a:pt x="47378" y="67427"/>
                    <a:pt x="47234" y="68171"/>
                  </a:cubicBezTo>
                  <a:cubicBezTo>
                    <a:pt x="47207" y="68256"/>
                    <a:pt x="47177" y="68400"/>
                    <a:pt x="47149" y="68485"/>
                  </a:cubicBezTo>
                  <a:cubicBezTo>
                    <a:pt x="47005" y="68599"/>
                    <a:pt x="46634" y="68801"/>
                    <a:pt x="46291" y="68915"/>
                  </a:cubicBezTo>
                  <a:lnTo>
                    <a:pt x="46261" y="68915"/>
                  </a:lnTo>
                  <a:cubicBezTo>
                    <a:pt x="46062" y="68915"/>
                    <a:pt x="45718" y="68858"/>
                    <a:pt x="45402" y="68771"/>
                  </a:cubicBezTo>
                  <a:cubicBezTo>
                    <a:pt x="45402" y="68686"/>
                    <a:pt x="45375" y="68629"/>
                    <a:pt x="45375" y="68572"/>
                  </a:cubicBezTo>
                  <a:cubicBezTo>
                    <a:pt x="45345" y="68199"/>
                    <a:pt x="45288" y="67713"/>
                    <a:pt x="45116" y="67168"/>
                  </a:cubicBezTo>
                  <a:cubicBezTo>
                    <a:pt x="44974" y="66625"/>
                    <a:pt x="44772" y="66167"/>
                    <a:pt x="44630" y="65794"/>
                  </a:cubicBezTo>
                  <a:cubicBezTo>
                    <a:pt x="44344" y="65107"/>
                    <a:pt x="44344" y="65022"/>
                    <a:pt x="44371" y="64878"/>
                  </a:cubicBezTo>
                  <a:cubicBezTo>
                    <a:pt x="44429" y="64679"/>
                    <a:pt x="44600" y="64363"/>
                    <a:pt x="44772" y="64049"/>
                  </a:cubicBezTo>
                  <a:cubicBezTo>
                    <a:pt x="45116" y="63447"/>
                    <a:pt x="45546" y="62675"/>
                    <a:pt x="45718" y="61644"/>
                  </a:cubicBezTo>
                  <a:cubicBezTo>
                    <a:pt x="45775" y="61385"/>
                    <a:pt x="45803" y="61186"/>
                    <a:pt x="45833" y="60985"/>
                  </a:cubicBezTo>
                  <a:cubicBezTo>
                    <a:pt x="45860" y="60728"/>
                    <a:pt x="45890" y="60412"/>
                    <a:pt x="45947" y="60327"/>
                  </a:cubicBezTo>
                  <a:cubicBezTo>
                    <a:pt x="45947" y="60327"/>
                    <a:pt x="45975" y="60270"/>
                    <a:pt x="46062" y="60183"/>
                  </a:cubicBezTo>
                  <a:cubicBezTo>
                    <a:pt x="46089" y="60183"/>
                    <a:pt x="46089" y="60156"/>
                    <a:pt x="46119" y="60156"/>
                  </a:cubicBezTo>
                  <a:cubicBezTo>
                    <a:pt x="46634" y="59640"/>
                    <a:pt x="47436" y="59153"/>
                    <a:pt x="48123" y="58724"/>
                  </a:cubicBezTo>
                  <a:lnTo>
                    <a:pt x="48237" y="58637"/>
                  </a:lnTo>
                  <a:cubicBezTo>
                    <a:pt x="48265" y="58637"/>
                    <a:pt x="48322" y="58610"/>
                    <a:pt x="48352" y="58580"/>
                  </a:cubicBezTo>
                  <a:cubicBezTo>
                    <a:pt x="48409" y="58523"/>
                    <a:pt x="48466" y="58495"/>
                    <a:pt x="48494" y="58495"/>
                  </a:cubicBezTo>
                  <a:cubicBezTo>
                    <a:pt x="48608" y="58495"/>
                    <a:pt x="48837" y="58553"/>
                    <a:pt x="49009" y="58580"/>
                  </a:cubicBezTo>
                  <a:cubicBezTo>
                    <a:pt x="49353" y="58637"/>
                    <a:pt x="49783" y="58724"/>
                    <a:pt x="50269" y="58782"/>
                  </a:cubicBezTo>
                  <a:lnTo>
                    <a:pt x="50383" y="58782"/>
                  </a:lnTo>
                  <a:cubicBezTo>
                    <a:pt x="50692" y="58820"/>
                    <a:pt x="51086" y="58865"/>
                    <a:pt x="51524" y="58865"/>
                  </a:cubicBezTo>
                  <a:cubicBezTo>
                    <a:pt x="52386" y="58865"/>
                    <a:pt x="53423" y="58691"/>
                    <a:pt x="54334" y="57950"/>
                  </a:cubicBezTo>
                  <a:cubicBezTo>
                    <a:pt x="54363" y="57950"/>
                    <a:pt x="54363" y="57923"/>
                    <a:pt x="54391" y="57893"/>
                  </a:cubicBezTo>
                  <a:cubicBezTo>
                    <a:pt x="54650" y="57694"/>
                    <a:pt x="54821" y="57465"/>
                    <a:pt x="54963" y="57236"/>
                  </a:cubicBezTo>
                  <a:cubicBezTo>
                    <a:pt x="55279" y="57236"/>
                    <a:pt x="55650" y="57236"/>
                    <a:pt x="55909" y="57263"/>
                  </a:cubicBezTo>
                  <a:cubicBezTo>
                    <a:pt x="56195" y="57522"/>
                    <a:pt x="56681" y="57950"/>
                    <a:pt x="57398" y="58179"/>
                  </a:cubicBezTo>
                  <a:lnTo>
                    <a:pt x="57398" y="58637"/>
                  </a:lnTo>
                  <a:cubicBezTo>
                    <a:pt x="57398" y="60069"/>
                    <a:pt x="57368" y="63847"/>
                    <a:pt x="61005" y="64076"/>
                  </a:cubicBezTo>
                  <a:cubicBezTo>
                    <a:pt x="61099" y="64083"/>
                    <a:pt x="61193" y="64087"/>
                    <a:pt x="61286" y="64087"/>
                  </a:cubicBezTo>
                  <a:cubicBezTo>
                    <a:pt x="62346" y="64087"/>
                    <a:pt x="63298" y="63634"/>
                    <a:pt x="63982" y="62817"/>
                  </a:cubicBezTo>
                  <a:cubicBezTo>
                    <a:pt x="65555" y="60927"/>
                    <a:pt x="65013" y="57492"/>
                    <a:pt x="64525" y="55633"/>
                  </a:cubicBezTo>
                  <a:cubicBezTo>
                    <a:pt x="64238" y="54545"/>
                    <a:pt x="64067" y="53858"/>
                    <a:pt x="66787" y="52740"/>
                  </a:cubicBezTo>
                  <a:cubicBezTo>
                    <a:pt x="66815" y="52740"/>
                    <a:pt x="66845" y="52740"/>
                    <a:pt x="66845" y="52713"/>
                  </a:cubicBezTo>
                  <a:cubicBezTo>
                    <a:pt x="68047" y="52197"/>
                    <a:pt x="69849" y="51423"/>
                    <a:pt x="71024" y="49706"/>
                  </a:cubicBezTo>
                  <a:cubicBezTo>
                    <a:pt x="71940" y="48361"/>
                    <a:pt x="72112" y="47274"/>
                    <a:pt x="72226" y="46415"/>
                  </a:cubicBezTo>
                  <a:cubicBezTo>
                    <a:pt x="72627" y="46271"/>
                    <a:pt x="73085" y="46071"/>
                    <a:pt x="73514" y="45698"/>
                  </a:cubicBezTo>
                  <a:cubicBezTo>
                    <a:pt x="74430" y="44954"/>
                    <a:pt x="75059" y="44010"/>
                    <a:pt x="75632" y="43209"/>
                  </a:cubicBezTo>
                  <a:cubicBezTo>
                    <a:pt x="75746" y="43007"/>
                    <a:pt x="75891" y="42835"/>
                    <a:pt x="76005" y="42664"/>
                  </a:cubicBezTo>
                  <a:cubicBezTo>
                    <a:pt x="76130" y="42674"/>
                    <a:pt x="76266" y="42680"/>
                    <a:pt x="76411" y="42680"/>
                  </a:cubicBezTo>
                  <a:cubicBezTo>
                    <a:pt x="76695" y="42680"/>
                    <a:pt x="77018" y="42655"/>
                    <a:pt x="77379" y="42579"/>
                  </a:cubicBezTo>
                  <a:cubicBezTo>
                    <a:pt x="77437" y="42549"/>
                    <a:pt x="77494" y="42549"/>
                    <a:pt x="77579" y="42522"/>
                  </a:cubicBezTo>
                  <a:cubicBezTo>
                    <a:pt x="79754" y="41835"/>
                    <a:pt x="80070" y="39973"/>
                    <a:pt x="80185" y="39258"/>
                  </a:cubicBezTo>
                  <a:cubicBezTo>
                    <a:pt x="80212" y="39144"/>
                    <a:pt x="80212" y="39029"/>
                    <a:pt x="80242" y="38942"/>
                  </a:cubicBezTo>
                  <a:cubicBezTo>
                    <a:pt x="80356" y="38915"/>
                    <a:pt x="80471" y="38857"/>
                    <a:pt x="80585" y="38828"/>
                  </a:cubicBezTo>
                  <a:cubicBezTo>
                    <a:pt x="80872" y="38770"/>
                    <a:pt x="81158" y="38686"/>
                    <a:pt x="81444" y="38599"/>
                  </a:cubicBezTo>
                  <a:cubicBezTo>
                    <a:pt x="81472" y="38599"/>
                    <a:pt x="81502" y="38571"/>
                    <a:pt x="81529" y="38571"/>
                  </a:cubicBezTo>
                  <a:cubicBezTo>
                    <a:pt x="81559" y="38541"/>
                    <a:pt x="81616" y="38541"/>
                    <a:pt x="81644" y="38541"/>
                  </a:cubicBezTo>
                  <a:cubicBezTo>
                    <a:pt x="81873" y="38770"/>
                    <a:pt x="82216" y="38972"/>
                    <a:pt x="82589" y="39171"/>
                  </a:cubicBezTo>
                  <a:lnTo>
                    <a:pt x="82761" y="39258"/>
                  </a:lnTo>
                  <a:cubicBezTo>
                    <a:pt x="83220" y="39451"/>
                    <a:pt x="83657" y="39529"/>
                    <a:pt x="84066" y="39529"/>
                  </a:cubicBezTo>
                  <a:cubicBezTo>
                    <a:pt x="85419" y="39529"/>
                    <a:pt x="86470" y="38674"/>
                    <a:pt x="86998" y="38255"/>
                  </a:cubicBezTo>
                  <a:cubicBezTo>
                    <a:pt x="87083" y="38170"/>
                    <a:pt x="87197" y="38083"/>
                    <a:pt x="87284" y="38026"/>
                  </a:cubicBezTo>
                  <a:cubicBezTo>
                    <a:pt x="87341" y="37999"/>
                    <a:pt x="87426" y="37999"/>
                    <a:pt x="87483" y="37969"/>
                  </a:cubicBezTo>
                  <a:cubicBezTo>
                    <a:pt x="88285" y="37827"/>
                    <a:pt x="89774" y="37511"/>
                    <a:pt x="90548" y="36137"/>
                  </a:cubicBezTo>
                  <a:cubicBezTo>
                    <a:pt x="91006" y="35308"/>
                    <a:pt x="91033" y="34334"/>
                    <a:pt x="90690" y="33389"/>
                  </a:cubicBezTo>
                  <a:cubicBezTo>
                    <a:pt x="90433" y="32759"/>
                    <a:pt x="90060" y="32331"/>
                    <a:pt x="89632" y="32015"/>
                  </a:cubicBezTo>
                  <a:lnTo>
                    <a:pt x="89716" y="31843"/>
                  </a:lnTo>
                  <a:cubicBezTo>
                    <a:pt x="89861" y="31499"/>
                    <a:pt x="89945" y="31156"/>
                    <a:pt x="89975" y="30812"/>
                  </a:cubicBezTo>
                  <a:cubicBezTo>
                    <a:pt x="90477" y="30898"/>
                    <a:pt x="90938" y="30961"/>
                    <a:pt x="91400" y="30961"/>
                  </a:cubicBezTo>
                  <a:cubicBezTo>
                    <a:pt x="92334" y="30961"/>
                    <a:pt x="93271" y="30702"/>
                    <a:pt x="94555" y="29839"/>
                  </a:cubicBezTo>
                  <a:cubicBezTo>
                    <a:pt x="94697" y="29754"/>
                    <a:pt x="95155" y="29640"/>
                    <a:pt x="95442" y="29553"/>
                  </a:cubicBezTo>
                  <a:cubicBezTo>
                    <a:pt x="96788" y="29152"/>
                    <a:pt x="99907" y="28208"/>
                    <a:pt x="99823" y="24659"/>
                  </a:cubicBezTo>
                  <a:cubicBezTo>
                    <a:pt x="99823" y="23197"/>
                    <a:pt x="98964" y="21766"/>
                    <a:pt x="97246" y="20335"/>
                  </a:cubicBezTo>
                  <a:cubicBezTo>
                    <a:pt x="97246" y="20307"/>
                    <a:pt x="97216" y="20278"/>
                    <a:pt x="97189" y="20278"/>
                  </a:cubicBezTo>
                  <a:cubicBezTo>
                    <a:pt x="97017" y="20136"/>
                    <a:pt x="96873" y="20021"/>
                    <a:pt x="96731" y="19934"/>
                  </a:cubicBezTo>
                  <a:lnTo>
                    <a:pt x="96731" y="19792"/>
                  </a:lnTo>
                  <a:cubicBezTo>
                    <a:pt x="96731" y="19591"/>
                    <a:pt x="96758" y="19419"/>
                    <a:pt x="96758" y="19220"/>
                  </a:cubicBezTo>
                  <a:cubicBezTo>
                    <a:pt x="96816" y="18132"/>
                    <a:pt x="96930" y="16327"/>
                    <a:pt x="95586" y="15068"/>
                  </a:cubicBezTo>
                  <a:cubicBezTo>
                    <a:pt x="95529" y="15010"/>
                    <a:pt x="95499" y="14983"/>
                    <a:pt x="95442" y="14953"/>
                  </a:cubicBezTo>
                  <a:cubicBezTo>
                    <a:pt x="94599" y="14257"/>
                    <a:pt x="93756" y="14028"/>
                    <a:pt x="93002" y="14028"/>
                  </a:cubicBezTo>
                  <a:cubicBezTo>
                    <a:pt x="92424" y="14028"/>
                    <a:pt x="91898" y="14162"/>
                    <a:pt x="91464" y="14323"/>
                  </a:cubicBezTo>
                  <a:cubicBezTo>
                    <a:pt x="91006" y="13208"/>
                    <a:pt x="90232" y="12033"/>
                    <a:pt x="89574" y="11490"/>
                  </a:cubicBezTo>
                  <a:cubicBezTo>
                    <a:pt x="89231" y="11204"/>
                    <a:pt x="88686" y="10716"/>
                    <a:pt x="85938" y="10545"/>
                  </a:cubicBezTo>
                  <a:cubicBezTo>
                    <a:pt x="85484" y="10506"/>
                    <a:pt x="85089" y="10491"/>
                    <a:pt x="84740" y="10491"/>
                  </a:cubicBezTo>
                  <a:cubicBezTo>
                    <a:pt x="84317" y="10491"/>
                    <a:pt x="83961" y="10513"/>
                    <a:pt x="83647" y="10545"/>
                  </a:cubicBezTo>
                  <a:cubicBezTo>
                    <a:pt x="85021" y="9830"/>
                    <a:pt x="86712" y="8312"/>
                    <a:pt x="87254" y="7453"/>
                  </a:cubicBezTo>
                  <a:cubicBezTo>
                    <a:pt x="87254" y="7425"/>
                    <a:pt x="87284" y="7425"/>
                    <a:pt x="87284" y="7396"/>
                  </a:cubicBezTo>
                  <a:cubicBezTo>
                    <a:pt x="88315" y="5651"/>
                    <a:pt x="87799" y="4418"/>
                    <a:pt x="87399" y="3846"/>
                  </a:cubicBezTo>
                  <a:cubicBezTo>
                    <a:pt x="86727" y="2901"/>
                    <a:pt x="85747" y="2657"/>
                    <a:pt x="84860" y="2657"/>
                  </a:cubicBezTo>
                  <a:cubicBezTo>
                    <a:pt x="84270" y="2657"/>
                    <a:pt x="83722" y="2765"/>
                    <a:pt x="83334" y="2845"/>
                  </a:cubicBezTo>
                  <a:cubicBezTo>
                    <a:pt x="83219" y="2873"/>
                    <a:pt x="83132" y="2873"/>
                    <a:pt x="83047" y="2902"/>
                  </a:cubicBezTo>
                  <a:lnTo>
                    <a:pt x="82990" y="2902"/>
                  </a:lnTo>
                  <a:cubicBezTo>
                    <a:pt x="82102" y="3074"/>
                    <a:pt x="81529" y="3303"/>
                    <a:pt x="81043" y="3589"/>
                  </a:cubicBezTo>
                  <a:cubicBezTo>
                    <a:pt x="81014" y="3560"/>
                    <a:pt x="81014" y="3532"/>
                    <a:pt x="80986" y="3532"/>
                  </a:cubicBezTo>
                  <a:cubicBezTo>
                    <a:pt x="81014" y="3216"/>
                    <a:pt x="80986" y="2845"/>
                    <a:pt x="80899" y="2472"/>
                  </a:cubicBezTo>
                  <a:cubicBezTo>
                    <a:pt x="80441" y="727"/>
                    <a:pt x="79211" y="239"/>
                    <a:pt x="78696" y="97"/>
                  </a:cubicBezTo>
                  <a:cubicBezTo>
                    <a:pt x="78437" y="30"/>
                    <a:pt x="78185" y="0"/>
                    <a:pt x="7794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9"/>
            <p:cNvSpPr/>
            <p:nvPr/>
          </p:nvSpPr>
          <p:spPr>
            <a:xfrm>
              <a:off x="7505225" y="714425"/>
              <a:ext cx="978040" cy="604256"/>
            </a:xfrm>
            <a:custGeom>
              <a:avLst/>
              <a:gdLst/>
              <a:ahLst/>
              <a:cxnLst/>
              <a:rect l="l" t="t" r="r" b="b"/>
              <a:pathLst>
                <a:path w="48352" h="29873" extrusionOk="0">
                  <a:moveTo>
                    <a:pt x="35832" y="4845"/>
                  </a:moveTo>
                  <a:cubicBezTo>
                    <a:pt x="36270" y="4845"/>
                    <a:pt x="36704" y="4855"/>
                    <a:pt x="37130" y="4881"/>
                  </a:cubicBezTo>
                  <a:cubicBezTo>
                    <a:pt x="37444" y="4910"/>
                    <a:pt x="37730" y="5052"/>
                    <a:pt x="38245" y="5281"/>
                  </a:cubicBezTo>
                  <a:lnTo>
                    <a:pt x="38245" y="5311"/>
                  </a:lnTo>
                  <a:cubicBezTo>
                    <a:pt x="38131" y="5426"/>
                    <a:pt x="38074" y="5597"/>
                    <a:pt x="37989" y="5739"/>
                  </a:cubicBezTo>
                  <a:cubicBezTo>
                    <a:pt x="37989" y="5769"/>
                    <a:pt x="37959" y="5797"/>
                    <a:pt x="37959" y="5826"/>
                  </a:cubicBezTo>
                  <a:cubicBezTo>
                    <a:pt x="37787" y="6255"/>
                    <a:pt x="37730" y="6628"/>
                    <a:pt x="37730" y="6971"/>
                  </a:cubicBezTo>
                  <a:cubicBezTo>
                    <a:pt x="37531" y="7171"/>
                    <a:pt x="37329" y="7400"/>
                    <a:pt x="37158" y="7658"/>
                  </a:cubicBezTo>
                  <a:cubicBezTo>
                    <a:pt x="36814" y="8231"/>
                    <a:pt x="36700" y="8804"/>
                    <a:pt x="36642" y="9175"/>
                  </a:cubicBezTo>
                  <a:cubicBezTo>
                    <a:pt x="36615" y="9232"/>
                    <a:pt x="36585" y="9319"/>
                    <a:pt x="36585" y="9376"/>
                  </a:cubicBezTo>
                  <a:cubicBezTo>
                    <a:pt x="36500" y="9518"/>
                    <a:pt x="36356" y="9720"/>
                    <a:pt x="36242" y="9862"/>
                  </a:cubicBezTo>
                  <a:lnTo>
                    <a:pt x="35955" y="9862"/>
                  </a:lnTo>
                  <a:cubicBezTo>
                    <a:pt x="35154" y="9891"/>
                    <a:pt x="34066" y="9919"/>
                    <a:pt x="33150" y="10750"/>
                  </a:cubicBezTo>
                  <a:lnTo>
                    <a:pt x="33035" y="10865"/>
                  </a:lnTo>
                  <a:cubicBezTo>
                    <a:pt x="32864" y="11036"/>
                    <a:pt x="32435" y="11552"/>
                    <a:pt x="32264" y="12266"/>
                  </a:cubicBezTo>
                  <a:cubicBezTo>
                    <a:pt x="31719" y="12495"/>
                    <a:pt x="31203" y="12896"/>
                    <a:pt x="30832" y="13469"/>
                  </a:cubicBezTo>
                  <a:cubicBezTo>
                    <a:pt x="30489" y="14014"/>
                    <a:pt x="30344" y="14643"/>
                    <a:pt x="30402" y="15273"/>
                  </a:cubicBezTo>
                  <a:cubicBezTo>
                    <a:pt x="30001" y="15415"/>
                    <a:pt x="29630" y="15530"/>
                    <a:pt x="29401" y="15587"/>
                  </a:cubicBezTo>
                  <a:cubicBezTo>
                    <a:pt x="29371" y="15587"/>
                    <a:pt x="29314" y="15587"/>
                    <a:pt x="29286" y="15617"/>
                  </a:cubicBezTo>
                  <a:cubicBezTo>
                    <a:pt x="29199" y="15617"/>
                    <a:pt x="29000" y="15587"/>
                    <a:pt x="28856" y="15559"/>
                  </a:cubicBezTo>
                  <a:cubicBezTo>
                    <a:pt x="28577" y="15511"/>
                    <a:pt x="28210" y="15457"/>
                    <a:pt x="27793" y="15457"/>
                  </a:cubicBezTo>
                  <a:cubicBezTo>
                    <a:pt x="27227" y="15457"/>
                    <a:pt x="26568" y="15556"/>
                    <a:pt x="25908" y="15903"/>
                  </a:cubicBezTo>
                  <a:cubicBezTo>
                    <a:pt x="25221" y="16274"/>
                    <a:pt x="24734" y="16704"/>
                    <a:pt x="24333" y="17075"/>
                  </a:cubicBezTo>
                  <a:cubicBezTo>
                    <a:pt x="24104" y="17277"/>
                    <a:pt x="23875" y="17476"/>
                    <a:pt x="23733" y="17563"/>
                  </a:cubicBezTo>
                  <a:cubicBezTo>
                    <a:pt x="23245" y="17820"/>
                    <a:pt x="22844" y="18106"/>
                    <a:pt x="22473" y="18365"/>
                  </a:cubicBezTo>
                  <a:cubicBezTo>
                    <a:pt x="22329" y="18479"/>
                    <a:pt x="22100" y="18651"/>
                    <a:pt x="21958" y="18736"/>
                  </a:cubicBezTo>
                  <a:cubicBezTo>
                    <a:pt x="21843" y="18708"/>
                    <a:pt x="21672" y="18679"/>
                    <a:pt x="21527" y="18651"/>
                  </a:cubicBezTo>
                  <a:cubicBezTo>
                    <a:pt x="21163" y="18588"/>
                    <a:pt x="20692" y="18502"/>
                    <a:pt x="20150" y="18502"/>
                  </a:cubicBezTo>
                  <a:cubicBezTo>
                    <a:pt x="19461" y="18502"/>
                    <a:pt x="18656" y="18640"/>
                    <a:pt x="17806" y="19137"/>
                  </a:cubicBezTo>
                  <a:cubicBezTo>
                    <a:pt x="16404" y="19938"/>
                    <a:pt x="15889" y="21170"/>
                    <a:pt x="15573" y="21885"/>
                  </a:cubicBezTo>
                  <a:cubicBezTo>
                    <a:pt x="15546" y="21972"/>
                    <a:pt x="15516" y="22086"/>
                    <a:pt x="15459" y="22171"/>
                  </a:cubicBezTo>
                  <a:cubicBezTo>
                    <a:pt x="15145" y="22286"/>
                    <a:pt x="14714" y="22457"/>
                    <a:pt x="14256" y="22773"/>
                  </a:cubicBezTo>
                  <a:cubicBezTo>
                    <a:pt x="13542" y="23316"/>
                    <a:pt x="13198" y="23946"/>
                    <a:pt x="12997" y="24461"/>
                  </a:cubicBezTo>
                  <a:cubicBezTo>
                    <a:pt x="12481" y="24262"/>
                    <a:pt x="12053" y="24147"/>
                    <a:pt x="11710" y="24090"/>
                  </a:cubicBezTo>
                  <a:cubicBezTo>
                    <a:pt x="10965" y="22457"/>
                    <a:pt x="10764" y="20682"/>
                    <a:pt x="11050" y="20167"/>
                  </a:cubicBezTo>
                  <a:lnTo>
                    <a:pt x="11080" y="20140"/>
                  </a:lnTo>
                  <a:cubicBezTo>
                    <a:pt x="11394" y="19995"/>
                    <a:pt x="11852" y="19766"/>
                    <a:pt x="12282" y="19338"/>
                  </a:cubicBezTo>
                  <a:cubicBezTo>
                    <a:pt x="12912" y="18736"/>
                    <a:pt x="13168" y="18163"/>
                    <a:pt x="13283" y="17648"/>
                  </a:cubicBezTo>
                  <a:cubicBezTo>
                    <a:pt x="13855" y="17419"/>
                    <a:pt x="14199" y="17048"/>
                    <a:pt x="14428" y="16704"/>
                  </a:cubicBezTo>
                  <a:cubicBezTo>
                    <a:pt x="14771" y="16217"/>
                    <a:pt x="15088" y="15358"/>
                    <a:pt x="14657" y="14128"/>
                  </a:cubicBezTo>
                  <a:cubicBezTo>
                    <a:pt x="14629" y="14071"/>
                    <a:pt x="14600" y="13984"/>
                    <a:pt x="14572" y="13899"/>
                  </a:cubicBezTo>
                  <a:cubicBezTo>
                    <a:pt x="14286" y="13327"/>
                    <a:pt x="13828" y="12697"/>
                    <a:pt x="12997" y="12353"/>
                  </a:cubicBezTo>
                  <a:cubicBezTo>
                    <a:pt x="13168" y="11407"/>
                    <a:pt x="13370" y="10235"/>
                    <a:pt x="12882" y="9117"/>
                  </a:cubicBezTo>
                  <a:cubicBezTo>
                    <a:pt x="12882" y="9090"/>
                    <a:pt x="12855" y="9060"/>
                    <a:pt x="12855" y="9003"/>
                  </a:cubicBezTo>
                  <a:cubicBezTo>
                    <a:pt x="12568" y="8460"/>
                    <a:pt x="12225" y="8029"/>
                    <a:pt x="11824" y="7743"/>
                  </a:cubicBezTo>
                  <a:cubicBezTo>
                    <a:pt x="11966" y="7629"/>
                    <a:pt x="12110" y="7544"/>
                    <a:pt x="12225" y="7457"/>
                  </a:cubicBezTo>
                  <a:cubicBezTo>
                    <a:pt x="12768" y="7056"/>
                    <a:pt x="13054" y="6857"/>
                    <a:pt x="13370" y="6800"/>
                  </a:cubicBezTo>
                  <a:lnTo>
                    <a:pt x="13427" y="6800"/>
                  </a:lnTo>
                  <a:cubicBezTo>
                    <a:pt x="13741" y="6742"/>
                    <a:pt x="14114" y="6742"/>
                    <a:pt x="14542" y="6713"/>
                  </a:cubicBezTo>
                  <a:cubicBezTo>
                    <a:pt x="15259" y="6713"/>
                    <a:pt x="16146" y="6685"/>
                    <a:pt x="17149" y="6369"/>
                  </a:cubicBezTo>
                  <a:cubicBezTo>
                    <a:pt x="17176" y="6369"/>
                    <a:pt x="17206" y="6342"/>
                    <a:pt x="17263" y="6342"/>
                  </a:cubicBezTo>
                  <a:cubicBezTo>
                    <a:pt x="17894" y="6112"/>
                    <a:pt x="18500" y="6048"/>
                    <a:pt x="19234" y="6048"/>
                  </a:cubicBezTo>
                  <a:cubicBezTo>
                    <a:pt x="19598" y="6048"/>
                    <a:pt x="19994" y="6064"/>
                    <a:pt x="20440" y="6083"/>
                  </a:cubicBezTo>
                  <a:lnTo>
                    <a:pt x="21042" y="6113"/>
                  </a:lnTo>
                  <a:lnTo>
                    <a:pt x="21156" y="6113"/>
                  </a:lnTo>
                  <a:cubicBezTo>
                    <a:pt x="22214" y="6113"/>
                    <a:pt x="23160" y="5968"/>
                    <a:pt x="24076" y="5854"/>
                  </a:cubicBezTo>
                  <a:cubicBezTo>
                    <a:pt x="24505" y="5769"/>
                    <a:pt x="24935" y="5712"/>
                    <a:pt x="25363" y="5655"/>
                  </a:cubicBezTo>
                  <a:cubicBezTo>
                    <a:pt x="25650" y="5625"/>
                    <a:pt x="25908" y="5568"/>
                    <a:pt x="26165" y="5453"/>
                  </a:cubicBezTo>
                  <a:cubicBezTo>
                    <a:pt x="27283" y="5139"/>
                    <a:pt x="28313" y="5025"/>
                    <a:pt x="29715" y="5025"/>
                  </a:cubicBezTo>
                  <a:cubicBezTo>
                    <a:pt x="30745" y="5025"/>
                    <a:pt x="31806" y="4968"/>
                    <a:pt x="32806" y="4938"/>
                  </a:cubicBezTo>
                  <a:cubicBezTo>
                    <a:pt x="33803" y="4898"/>
                    <a:pt x="34828" y="4845"/>
                    <a:pt x="35832" y="4845"/>
                  </a:cubicBezTo>
                  <a:close/>
                  <a:moveTo>
                    <a:pt x="35731" y="1"/>
                  </a:moveTo>
                  <a:cubicBezTo>
                    <a:pt x="34673" y="1"/>
                    <a:pt x="33619" y="44"/>
                    <a:pt x="32577" y="101"/>
                  </a:cubicBezTo>
                  <a:cubicBezTo>
                    <a:pt x="31577" y="158"/>
                    <a:pt x="30631" y="186"/>
                    <a:pt x="29715" y="186"/>
                  </a:cubicBezTo>
                  <a:cubicBezTo>
                    <a:pt x="27741" y="186"/>
                    <a:pt x="26252" y="387"/>
                    <a:pt x="24592" y="873"/>
                  </a:cubicBezTo>
                  <a:cubicBezTo>
                    <a:pt x="24562" y="873"/>
                    <a:pt x="24505" y="873"/>
                    <a:pt x="24477" y="903"/>
                  </a:cubicBezTo>
                  <a:cubicBezTo>
                    <a:pt x="24104" y="960"/>
                    <a:pt x="23733" y="987"/>
                    <a:pt x="23389" y="1045"/>
                  </a:cubicBezTo>
                  <a:cubicBezTo>
                    <a:pt x="22588" y="1159"/>
                    <a:pt x="21901" y="1274"/>
                    <a:pt x="21184" y="1274"/>
                  </a:cubicBezTo>
                  <a:lnTo>
                    <a:pt x="20669" y="1246"/>
                  </a:lnTo>
                  <a:cubicBezTo>
                    <a:pt x="20177" y="1228"/>
                    <a:pt x="19682" y="1207"/>
                    <a:pt x="19178" y="1207"/>
                  </a:cubicBezTo>
                  <a:cubicBezTo>
                    <a:pt x="18071" y="1207"/>
                    <a:pt x="16919" y="1308"/>
                    <a:pt x="15660" y="1761"/>
                  </a:cubicBezTo>
                  <a:cubicBezTo>
                    <a:pt x="15317" y="1846"/>
                    <a:pt x="14916" y="1876"/>
                    <a:pt x="14400" y="1876"/>
                  </a:cubicBezTo>
                  <a:cubicBezTo>
                    <a:pt x="13855" y="1903"/>
                    <a:pt x="13255" y="1903"/>
                    <a:pt x="12596" y="2048"/>
                  </a:cubicBezTo>
                  <a:cubicBezTo>
                    <a:pt x="11137" y="2277"/>
                    <a:pt x="10134" y="2991"/>
                    <a:pt x="9419" y="3506"/>
                  </a:cubicBezTo>
                  <a:cubicBezTo>
                    <a:pt x="9190" y="3678"/>
                    <a:pt x="8961" y="3822"/>
                    <a:pt x="8790" y="3937"/>
                  </a:cubicBezTo>
                  <a:cubicBezTo>
                    <a:pt x="8446" y="3994"/>
                    <a:pt x="7672" y="4052"/>
                    <a:pt x="7129" y="4052"/>
                  </a:cubicBezTo>
                  <a:cubicBezTo>
                    <a:pt x="4695" y="4193"/>
                    <a:pt x="2176" y="4308"/>
                    <a:pt x="831" y="6026"/>
                  </a:cubicBezTo>
                  <a:cubicBezTo>
                    <a:pt x="229" y="6800"/>
                    <a:pt x="0" y="7800"/>
                    <a:pt x="202" y="8774"/>
                  </a:cubicBezTo>
                  <a:cubicBezTo>
                    <a:pt x="730" y="11555"/>
                    <a:pt x="2948" y="12126"/>
                    <a:pt x="4901" y="12126"/>
                  </a:cubicBezTo>
                  <a:cubicBezTo>
                    <a:pt x="5802" y="12126"/>
                    <a:pt x="6647" y="12004"/>
                    <a:pt x="7244" y="11923"/>
                  </a:cubicBezTo>
                  <a:cubicBezTo>
                    <a:pt x="7500" y="11865"/>
                    <a:pt x="7844" y="11838"/>
                    <a:pt x="8160" y="11781"/>
                  </a:cubicBezTo>
                  <a:lnTo>
                    <a:pt x="8160" y="11781"/>
                  </a:lnTo>
                  <a:cubicBezTo>
                    <a:pt x="8073" y="12381"/>
                    <a:pt x="7988" y="13010"/>
                    <a:pt x="8045" y="13640"/>
                  </a:cubicBezTo>
                  <a:cubicBezTo>
                    <a:pt x="7931" y="14300"/>
                    <a:pt x="8016" y="15101"/>
                    <a:pt x="8732" y="15846"/>
                  </a:cubicBezTo>
                  <a:cubicBezTo>
                    <a:pt x="8703" y="15873"/>
                    <a:pt x="8703" y="15903"/>
                    <a:pt x="8675" y="15930"/>
                  </a:cubicBezTo>
                  <a:cubicBezTo>
                    <a:pt x="8274" y="16132"/>
                    <a:pt x="7729" y="16475"/>
                    <a:pt x="7301" y="17075"/>
                  </a:cubicBezTo>
                  <a:cubicBezTo>
                    <a:pt x="5068" y="19881"/>
                    <a:pt x="6412" y="24376"/>
                    <a:pt x="7558" y="26637"/>
                  </a:cubicBezTo>
                  <a:cubicBezTo>
                    <a:pt x="8531" y="28441"/>
                    <a:pt x="9935" y="28698"/>
                    <a:pt x="10679" y="28812"/>
                  </a:cubicBezTo>
                  <a:cubicBezTo>
                    <a:pt x="10851" y="28842"/>
                    <a:pt x="10935" y="28870"/>
                    <a:pt x="11050" y="28899"/>
                  </a:cubicBezTo>
                  <a:cubicBezTo>
                    <a:pt x="11394" y="29243"/>
                    <a:pt x="12138" y="29873"/>
                    <a:pt x="13340" y="29873"/>
                  </a:cubicBezTo>
                  <a:cubicBezTo>
                    <a:pt x="13626" y="29873"/>
                    <a:pt x="13913" y="29815"/>
                    <a:pt x="14229" y="29758"/>
                  </a:cubicBezTo>
                  <a:cubicBezTo>
                    <a:pt x="15832" y="29385"/>
                    <a:pt x="16546" y="28125"/>
                    <a:pt x="17004" y="27354"/>
                  </a:cubicBezTo>
                  <a:lnTo>
                    <a:pt x="17062" y="27239"/>
                  </a:lnTo>
                  <a:cubicBezTo>
                    <a:pt x="17119" y="27152"/>
                    <a:pt x="17176" y="27038"/>
                    <a:pt x="17233" y="26923"/>
                  </a:cubicBezTo>
                  <a:lnTo>
                    <a:pt x="17320" y="26667"/>
                  </a:lnTo>
                  <a:cubicBezTo>
                    <a:pt x="17749" y="26522"/>
                    <a:pt x="18351" y="26266"/>
                    <a:pt x="18924" y="25636"/>
                  </a:cubicBezTo>
                  <a:cubicBezTo>
                    <a:pt x="18951" y="25636"/>
                    <a:pt x="18981" y="25606"/>
                    <a:pt x="19008" y="25579"/>
                  </a:cubicBezTo>
                  <a:cubicBezTo>
                    <a:pt x="19553" y="24919"/>
                    <a:pt x="19840" y="24262"/>
                    <a:pt x="20039" y="23774"/>
                  </a:cubicBezTo>
                  <a:cubicBezTo>
                    <a:pt x="20096" y="23632"/>
                    <a:pt x="20183" y="23460"/>
                    <a:pt x="20240" y="23346"/>
                  </a:cubicBezTo>
                  <a:cubicBezTo>
                    <a:pt x="20355" y="23373"/>
                    <a:pt x="20527" y="23403"/>
                    <a:pt x="20669" y="23403"/>
                  </a:cubicBezTo>
                  <a:cubicBezTo>
                    <a:pt x="21069" y="23488"/>
                    <a:pt x="21585" y="23575"/>
                    <a:pt x="22187" y="23575"/>
                  </a:cubicBezTo>
                  <a:lnTo>
                    <a:pt x="22359" y="23575"/>
                  </a:lnTo>
                  <a:cubicBezTo>
                    <a:pt x="23703" y="23488"/>
                    <a:pt x="24649" y="22773"/>
                    <a:pt x="25336" y="22258"/>
                  </a:cubicBezTo>
                  <a:cubicBezTo>
                    <a:pt x="25565" y="22114"/>
                    <a:pt x="25794" y="21942"/>
                    <a:pt x="25908" y="21885"/>
                  </a:cubicBezTo>
                  <a:cubicBezTo>
                    <a:pt x="25936" y="21885"/>
                    <a:pt x="25966" y="21857"/>
                    <a:pt x="25993" y="21857"/>
                  </a:cubicBezTo>
                  <a:cubicBezTo>
                    <a:pt x="26653" y="21484"/>
                    <a:pt x="27168" y="21026"/>
                    <a:pt x="27569" y="20682"/>
                  </a:cubicBezTo>
                  <a:cubicBezTo>
                    <a:pt x="27711" y="20540"/>
                    <a:pt x="27855" y="20426"/>
                    <a:pt x="27970" y="20311"/>
                  </a:cubicBezTo>
                  <a:cubicBezTo>
                    <a:pt x="28054" y="20311"/>
                    <a:pt x="28112" y="20339"/>
                    <a:pt x="28169" y="20339"/>
                  </a:cubicBezTo>
                  <a:cubicBezTo>
                    <a:pt x="28466" y="20389"/>
                    <a:pt x="28829" y="20438"/>
                    <a:pt x="29243" y="20438"/>
                  </a:cubicBezTo>
                  <a:cubicBezTo>
                    <a:pt x="29547" y="20438"/>
                    <a:pt x="29879" y="20412"/>
                    <a:pt x="30230" y="20339"/>
                  </a:cubicBezTo>
                  <a:cubicBezTo>
                    <a:pt x="31004" y="20224"/>
                    <a:pt x="31748" y="19938"/>
                    <a:pt x="32406" y="19682"/>
                  </a:cubicBezTo>
                  <a:cubicBezTo>
                    <a:pt x="32749" y="19567"/>
                    <a:pt x="33065" y="19423"/>
                    <a:pt x="33379" y="19338"/>
                  </a:cubicBezTo>
                  <a:lnTo>
                    <a:pt x="33551" y="19281"/>
                  </a:lnTo>
                  <a:cubicBezTo>
                    <a:pt x="34153" y="19109"/>
                    <a:pt x="35268" y="18766"/>
                    <a:pt x="36013" y="17735"/>
                  </a:cubicBezTo>
                  <a:cubicBezTo>
                    <a:pt x="36558" y="17591"/>
                    <a:pt x="37302" y="17190"/>
                    <a:pt x="37817" y="16189"/>
                  </a:cubicBezTo>
                  <a:cubicBezTo>
                    <a:pt x="38074" y="15701"/>
                    <a:pt x="38275" y="15072"/>
                    <a:pt x="38188" y="14357"/>
                  </a:cubicBezTo>
                  <a:cubicBezTo>
                    <a:pt x="38360" y="14300"/>
                    <a:pt x="38561" y="14185"/>
                    <a:pt x="38733" y="14098"/>
                  </a:cubicBezTo>
                  <a:cubicBezTo>
                    <a:pt x="39620" y="13556"/>
                    <a:pt x="40192" y="12697"/>
                    <a:pt x="40623" y="12067"/>
                  </a:cubicBezTo>
                  <a:lnTo>
                    <a:pt x="40707" y="11923"/>
                  </a:lnTo>
                  <a:cubicBezTo>
                    <a:pt x="40737" y="11895"/>
                    <a:pt x="40737" y="11865"/>
                    <a:pt x="40765" y="11808"/>
                  </a:cubicBezTo>
                  <a:cubicBezTo>
                    <a:pt x="41081" y="11293"/>
                    <a:pt x="41223" y="10807"/>
                    <a:pt x="41310" y="10434"/>
                  </a:cubicBezTo>
                  <a:cubicBezTo>
                    <a:pt x="41710" y="10178"/>
                    <a:pt x="42196" y="9747"/>
                    <a:pt x="42482" y="9090"/>
                  </a:cubicBezTo>
                  <a:cubicBezTo>
                    <a:pt x="42654" y="8716"/>
                    <a:pt x="42741" y="8373"/>
                    <a:pt x="42741" y="8059"/>
                  </a:cubicBezTo>
                  <a:cubicBezTo>
                    <a:pt x="43112" y="7945"/>
                    <a:pt x="43513" y="7887"/>
                    <a:pt x="43829" y="7800"/>
                  </a:cubicBezTo>
                  <a:cubicBezTo>
                    <a:pt x="45688" y="7400"/>
                    <a:pt x="48008" y="6914"/>
                    <a:pt x="48295" y="4624"/>
                  </a:cubicBezTo>
                  <a:lnTo>
                    <a:pt x="48295" y="4452"/>
                  </a:lnTo>
                  <a:cubicBezTo>
                    <a:pt x="48352" y="3536"/>
                    <a:pt x="48008" y="2705"/>
                    <a:pt x="47321" y="2075"/>
                  </a:cubicBezTo>
                  <a:cubicBezTo>
                    <a:pt x="46519" y="1326"/>
                    <a:pt x="45441" y="1097"/>
                    <a:pt x="44236" y="1097"/>
                  </a:cubicBezTo>
                  <a:cubicBezTo>
                    <a:pt x="43462" y="1097"/>
                    <a:pt x="42635" y="1191"/>
                    <a:pt x="41795" y="1303"/>
                  </a:cubicBezTo>
                  <a:cubicBezTo>
                    <a:pt x="41623" y="1303"/>
                    <a:pt x="41481" y="1331"/>
                    <a:pt x="41367" y="1331"/>
                  </a:cubicBezTo>
                  <a:cubicBezTo>
                    <a:pt x="41108" y="1303"/>
                    <a:pt x="40822" y="1159"/>
                    <a:pt x="40336" y="930"/>
                  </a:cubicBezTo>
                  <a:cubicBezTo>
                    <a:pt x="39620" y="587"/>
                    <a:pt x="38733" y="158"/>
                    <a:pt x="37531" y="44"/>
                  </a:cubicBezTo>
                  <a:lnTo>
                    <a:pt x="37444" y="44"/>
                  </a:lnTo>
                  <a:cubicBezTo>
                    <a:pt x="36873" y="13"/>
                    <a:pt x="36301" y="1"/>
                    <a:pt x="3573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9"/>
            <p:cNvSpPr/>
            <p:nvPr/>
          </p:nvSpPr>
          <p:spPr>
            <a:xfrm>
              <a:off x="7152566" y="725976"/>
              <a:ext cx="631745" cy="270158"/>
            </a:xfrm>
            <a:custGeom>
              <a:avLst/>
              <a:gdLst/>
              <a:ahLst/>
              <a:cxnLst/>
              <a:rect l="l" t="t" r="r" b="b"/>
              <a:pathLst>
                <a:path w="31232" h="13356" extrusionOk="0">
                  <a:moveTo>
                    <a:pt x="27276" y="1"/>
                  </a:moveTo>
                  <a:cubicBezTo>
                    <a:pt x="26864" y="1"/>
                    <a:pt x="26484" y="41"/>
                    <a:pt x="26165" y="73"/>
                  </a:cubicBezTo>
                  <a:cubicBezTo>
                    <a:pt x="25994" y="103"/>
                    <a:pt x="25792" y="130"/>
                    <a:pt x="25707" y="130"/>
                  </a:cubicBezTo>
                  <a:cubicBezTo>
                    <a:pt x="25364" y="130"/>
                    <a:pt x="25078" y="187"/>
                    <a:pt x="24791" y="302"/>
                  </a:cubicBezTo>
                  <a:cubicBezTo>
                    <a:pt x="24276" y="389"/>
                    <a:pt x="23818" y="503"/>
                    <a:pt x="23417" y="588"/>
                  </a:cubicBezTo>
                  <a:cubicBezTo>
                    <a:pt x="22714" y="754"/>
                    <a:pt x="22144" y="875"/>
                    <a:pt x="21591" y="875"/>
                  </a:cubicBezTo>
                  <a:cubicBezTo>
                    <a:pt x="21379" y="875"/>
                    <a:pt x="21169" y="857"/>
                    <a:pt x="20955" y="817"/>
                  </a:cubicBezTo>
                  <a:lnTo>
                    <a:pt x="20868" y="817"/>
                  </a:lnTo>
                  <a:cubicBezTo>
                    <a:pt x="20525" y="760"/>
                    <a:pt x="20211" y="703"/>
                    <a:pt x="19895" y="645"/>
                  </a:cubicBezTo>
                  <a:cubicBezTo>
                    <a:pt x="18926" y="472"/>
                    <a:pt x="17874" y="278"/>
                    <a:pt x="16744" y="278"/>
                  </a:cubicBezTo>
                  <a:cubicBezTo>
                    <a:pt x="16005" y="278"/>
                    <a:pt x="15232" y="362"/>
                    <a:pt x="14428" y="588"/>
                  </a:cubicBezTo>
                  <a:cubicBezTo>
                    <a:pt x="14257" y="618"/>
                    <a:pt x="13741" y="618"/>
                    <a:pt x="13398" y="618"/>
                  </a:cubicBezTo>
                  <a:cubicBezTo>
                    <a:pt x="12425" y="618"/>
                    <a:pt x="11307" y="618"/>
                    <a:pt x="10276" y="1161"/>
                  </a:cubicBezTo>
                  <a:cubicBezTo>
                    <a:pt x="8474" y="2134"/>
                    <a:pt x="8273" y="3393"/>
                    <a:pt x="8444" y="4282"/>
                  </a:cubicBezTo>
                  <a:cubicBezTo>
                    <a:pt x="8444" y="4367"/>
                    <a:pt x="8474" y="4454"/>
                    <a:pt x="8502" y="4539"/>
                  </a:cubicBezTo>
                  <a:cubicBezTo>
                    <a:pt x="7501" y="4653"/>
                    <a:pt x="6241" y="4997"/>
                    <a:pt x="5295" y="6229"/>
                  </a:cubicBezTo>
                  <a:cubicBezTo>
                    <a:pt x="4855" y="6031"/>
                    <a:pt x="4261" y="5844"/>
                    <a:pt x="3618" y="5844"/>
                  </a:cubicBezTo>
                  <a:cubicBezTo>
                    <a:pt x="2672" y="5844"/>
                    <a:pt x="1620" y="6250"/>
                    <a:pt x="802" y="7630"/>
                  </a:cubicBezTo>
                  <a:cubicBezTo>
                    <a:pt x="802" y="7630"/>
                    <a:pt x="772" y="7660"/>
                    <a:pt x="772" y="7687"/>
                  </a:cubicBezTo>
                  <a:cubicBezTo>
                    <a:pt x="1" y="9062"/>
                    <a:pt x="230" y="10149"/>
                    <a:pt x="543" y="10809"/>
                  </a:cubicBezTo>
                  <a:cubicBezTo>
                    <a:pt x="1260" y="12325"/>
                    <a:pt x="2863" y="12611"/>
                    <a:pt x="3607" y="12756"/>
                  </a:cubicBezTo>
                  <a:lnTo>
                    <a:pt x="3722" y="12756"/>
                  </a:lnTo>
                  <a:cubicBezTo>
                    <a:pt x="4008" y="12813"/>
                    <a:pt x="4295" y="12898"/>
                    <a:pt x="4581" y="12985"/>
                  </a:cubicBezTo>
                  <a:cubicBezTo>
                    <a:pt x="5153" y="13156"/>
                    <a:pt x="5840" y="13356"/>
                    <a:pt x="6699" y="13356"/>
                  </a:cubicBezTo>
                  <a:cubicBezTo>
                    <a:pt x="7043" y="13356"/>
                    <a:pt x="7386" y="13328"/>
                    <a:pt x="7787" y="13271"/>
                  </a:cubicBezTo>
                  <a:cubicBezTo>
                    <a:pt x="7872" y="13241"/>
                    <a:pt x="8101" y="13241"/>
                    <a:pt x="8273" y="13214"/>
                  </a:cubicBezTo>
                  <a:cubicBezTo>
                    <a:pt x="9447" y="13127"/>
                    <a:pt x="11421" y="13012"/>
                    <a:pt x="12452" y="11409"/>
                  </a:cubicBezTo>
                  <a:cubicBezTo>
                    <a:pt x="12624" y="11123"/>
                    <a:pt x="12768" y="10836"/>
                    <a:pt x="12883" y="10580"/>
                  </a:cubicBezTo>
                  <a:cubicBezTo>
                    <a:pt x="13139" y="10580"/>
                    <a:pt x="13425" y="10523"/>
                    <a:pt x="13684" y="10465"/>
                  </a:cubicBezTo>
                  <a:cubicBezTo>
                    <a:pt x="14600" y="10207"/>
                    <a:pt x="15344" y="9721"/>
                    <a:pt x="16002" y="9320"/>
                  </a:cubicBezTo>
                  <a:cubicBezTo>
                    <a:pt x="16375" y="9091"/>
                    <a:pt x="16719" y="8862"/>
                    <a:pt x="16975" y="8748"/>
                  </a:cubicBezTo>
                  <a:cubicBezTo>
                    <a:pt x="18063" y="8290"/>
                    <a:pt x="19208" y="8145"/>
                    <a:pt x="20525" y="7946"/>
                  </a:cubicBezTo>
                  <a:cubicBezTo>
                    <a:pt x="21242" y="7859"/>
                    <a:pt x="21986" y="7745"/>
                    <a:pt x="22758" y="7603"/>
                  </a:cubicBezTo>
                  <a:cubicBezTo>
                    <a:pt x="22787" y="7603"/>
                    <a:pt x="22787" y="7603"/>
                    <a:pt x="22815" y="7573"/>
                  </a:cubicBezTo>
                  <a:cubicBezTo>
                    <a:pt x="23445" y="7431"/>
                    <a:pt x="23990" y="7229"/>
                    <a:pt x="24505" y="7030"/>
                  </a:cubicBezTo>
                  <a:cubicBezTo>
                    <a:pt x="24906" y="6886"/>
                    <a:pt x="25307" y="6714"/>
                    <a:pt x="25650" y="6657"/>
                  </a:cubicBezTo>
                  <a:cubicBezTo>
                    <a:pt x="25678" y="6657"/>
                    <a:pt x="25707" y="6629"/>
                    <a:pt x="25707" y="6629"/>
                  </a:cubicBezTo>
                  <a:cubicBezTo>
                    <a:pt x="25849" y="6600"/>
                    <a:pt x="26165" y="6600"/>
                    <a:pt x="26422" y="6572"/>
                  </a:cubicBezTo>
                  <a:cubicBezTo>
                    <a:pt x="27081" y="6572"/>
                    <a:pt x="27940" y="6542"/>
                    <a:pt x="28827" y="6171"/>
                  </a:cubicBezTo>
                  <a:cubicBezTo>
                    <a:pt x="31174" y="5283"/>
                    <a:pt x="31231" y="3538"/>
                    <a:pt x="31204" y="2993"/>
                  </a:cubicBezTo>
                  <a:cubicBezTo>
                    <a:pt x="31174" y="2477"/>
                    <a:pt x="30860" y="703"/>
                    <a:pt x="28368" y="130"/>
                  </a:cubicBezTo>
                  <a:cubicBezTo>
                    <a:pt x="28368" y="103"/>
                    <a:pt x="28341" y="103"/>
                    <a:pt x="28311" y="103"/>
                  </a:cubicBezTo>
                  <a:cubicBezTo>
                    <a:pt x="27955" y="26"/>
                    <a:pt x="27605" y="1"/>
                    <a:pt x="2727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9"/>
            <p:cNvSpPr/>
            <p:nvPr/>
          </p:nvSpPr>
          <p:spPr>
            <a:xfrm>
              <a:off x="7103914" y="911075"/>
              <a:ext cx="480646" cy="367655"/>
            </a:xfrm>
            <a:custGeom>
              <a:avLst/>
              <a:gdLst/>
              <a:ahLst/>
              <a:cxnLst/>
              <a:rect l="l" t="t" r="r" b="b"/>
              <a:pathLst>
                <a:path w="23762" h="18176" extrusionOk="0">
                  <a:moveTo>
                    <a:pt x="15001" y="6239"/>
                  </a:moveTo>
                  <a:cubicBezTo>
                    <a:pt x="15230" y="6267"/>
                    <a:pt x="15517" y="6324"/>
                    <a:pt x="15773" y="6411"/>
                  </a:cubicBezTo>
                  <a:cubicBezTo>
                    <a:pt x="15659" y="6782"/>
                    <a:pt x="15601" y="7270"/>
                    <a:pt x="15688" y="7785"/>
                  </a:cubicBezTo>
                  <a:cubicBezTo>
                    <a:pt x="15631" y="7813"/>
                    <a:pt x="15544" y="7813"/>
                    <a:pt x="15459" y="7842"/>
                  </a:cubicBezTo>
                  <a:cubicBezTo>
                    <a:pt x="15059" y="7957"/>
                    <a:pt x="14715" y="8156"/>
                    <a:pt x="14399" y="8385"/>
                  </a:cubicBezTo>
                  <a:cubicBezTo>
                    <a:pt x="14372" y="7728"/>
                    <a:pt x="14142" y="7098"/>
                    <a:pt x="13769" y="6468"/>
                  </a:cubicBezTo>
                  <a:lnTo>
                    <a:pt x="13941" y="6468"/>
                  </a:lnTo>
                  <a:cubicBezTo>
                    <a:pt x="14314" y="6468"/>
                    <a:pt x="14685" y="6411"/>
                    <a:pt x="15001" y="6239"/>
                  </a:cubicBezTo>
                  <a:close/>
                  <a:moveTo>
                    <a:pt x="5380" y="1"/>
                  </a:moveTo>
                  <a:cubicBezTo>
                    <a:pt x="4073" y="1"/>
                    <a:pt x="3114" y="765"/>
                    <a:pt x="2605" y="1201"/>
                  </a:cubicBezTo>
                  <a:cubicBezTo>
                    <a:pt x="1574" y="1945"/>
                    <a:pt x="1" y="3434"/>
                    <a:pt x="1" y="5351"/>
                  </a:cubicBezTo>
                  <a:lnTo>
                    <a:pt x="1" y="5465"/>
                  </a:lnTo>
                  <a:cubicBezTo>
                    <a:pt x="28" y="6525"/>
                    <a:pt x="486" y="7442"/>
                    <a:pt x="1260" y="8042"/>
                  </a:cubicBezTo>
                  <a:cubicBezTo>
                    <a:pt x="1977" y="8583"/>
                    <a:pt x="2783" y="8751"/>
                    <a:pt x="3538" y="8751"/>
                  </a:cubicBezTo>
                  <a:cubicBezTo>
                    <a:pt x="4261" y="8751"/>
                    <a:pt x="4936" y="8597"/>
                    <a:pt x="5440" y="8472"/>
                  </a:cubicBezTo>
                  <a:cubicBezTo>
                    <a:pt x="5582" y="8442"/>
                    <a:pt x="5726" y="8415"/>
                    <a:pt x="5841" y="8385"/>
                  </a:cubicBezTo>
                  <a:cubicBezTo>
                    <a:pt x="6665" y="8277"/>
                    <a:pt x="7342" y="8220"/>
                    <a:pt x="7864" y="8220"/>
                  </a:cubicBezTo>
                  <a:cubicBezTo>
                    <a:pt x="8447" y="8220"/>
                    <a:pt x="8836" y="8291"/>
                    <a:pt x="9017" y="8442"/>
                  </a:cubicBezTo>
                  <a:cubicBezTo>
                    <a:pt x="9189" y="8557"/>
                    <a:pt x="9333" y="8671"/>
                    <a:pt x="9418" y="8758"/>
                  </a:cubicBezTo>
                  <a:cubicBezTo>
                    <a:pt x="9361" y="8873"/>
                    <a:pt x="9276" y="9015"/>
                    <a:pt x="9219" y="9129"/>
                  </a:cubicBezTo>
                  <a:cubicBezTo>
                    <a:pt x="9161" y="9102"/>
                    <a:pt x="9132" y="9102"/>
                    <a:pt x="9104" y="9102"/>
                  </a:cubicBezTo>
                  <a:cubicBezTo>
                    <a:pt x="8626" y="8997"/>
                    <a:pt x="8023" y="8861"/>
                    <a:pt x="7361" y="8861"/>
                  </a:cubicBezTo>
                  <a:cubicBezTo>
                    <a:pt x="6754" y="8861"/>
                    <a:pt x="6097" y="8975"/>
                    <a:pt x="5440" y="9331"/>
                  </a:cubicBezTo>
                  <a:cubicBezTo>
                    <a:pt x="3436" y="10503"/>
                    <a:pt x="3722" y="12164"/>
                    <a:pt x="3837" y="12652"/>
                  </a:cubicBezTo>
                  <a:cubicBezTo>
                    <a:pt x="3979" y="13224"/>
                    <a:pt x="4753" y="15056"/>
                    <a:pt x="8158" y="15084"/>
                  </a:cubicBezTo>
                  <a:cubicBezTo>
                    <a:pt x="8445" y="15113"/>
                    <a:pt x="8616" y="15113"/>
                    <a:pt x="8703" y="15141"/>
                  </a:cubicBezTo>
                  <a:cubicBezTo>
                    <a:pt x="8731" y="15198"/>
                    <a:pt x="8788" y="15285"/>
                    <a:pt x="8875" y="15427"/>
                  </a:cubicBezTo>
                  <a:cubicBezTo>
                    <a:pt x="8903" y="15484"/>
                    <a:pt x="8932" y="15571"/>
                    <a:pt x="8960" y="15599"/>
                  </a:cubicBezTo>
                  <a:cubicBezTo>
                    <a:pt x="9303" y="16545"/>
                    <a:pt x="9848" y="17461"/>
                    <a:pt x="11509" y="17946"/>
                  </a:cubicBezTo>
                  <a:cubicBezTo>
                    <a:pt x="11536" y="17976"/>
                    <a:pt x="11566" y="17976"/>
                    <a:pt x="11594" y="17976"/>
                  </a:cubicBezTo>
                  <a:cubicBezTo>
                    <a:pt x="11967" y="18091"/>
                    <a:pt x="12482" y="18175"/>
                    <a:pt x="13025" y="18175"/>
                  </a:cubicBezTo>
                  <a:cubicBezTo>
                    <a:pt x="13742" y="18175"/>
                    <a:pt x="14543" y="18004"/>
                    <a:pt x="15173" y="17404"/>
                  </a:cubicBezTo>
                  <a:cubicBezTo>
                    <a:pt x="15430" y="17175"/>
                    <a:pt x="15631" y="16916"/>
                    <a:pt x="15773" y="16659"/>
                  </a:cubicBezTo>
                  <a:cubicBezTo>
                    <a:pt x="15841" y="16664"/>
                    <a:pt x="15910" y="16667"/>
                    <a:pt x="15979" y="16667"/>
                  </a:cubicBezTo>
                  <a:cubicBezTo>
                    <a:pt x="16698" y="16667"/>
                    <a:pt x="17481" y="16387"/>
                    <a:pt x="18265" y="15656"/>
                  </a:cubicBezTo>
                  <a:cubicBezTo>
                    <a:pt x="18808" y="15141"/>
                    <a:pt x="19124" y="14626"/>
                    <a:pt x="19266" y="14140"/>
                  </a:cubicBezTo>
                  <a:cubicBezTo>
                    <a:pt x="19925" y="14110"/>
                    <a:pt x="20612" y="13854"/>
                    <a:pt x="21327" y="13366"/>
                  </a:cubicBezTo>
                  <a:cubicBezTo>
                    <a:pt x="22586" y="12507"/>
                    <a:pt x="23761" y="10618"/>
                    <a:pt x="23418" y="8786"/>
                  </a:cubicBezTo>
                  <a:cubicBezTo>
                    <a:pt x="23418" y="8729"/>
                    <a:pt x="23418" y="8671"/>
                    <a:pt x="23388" y="8587"/>
                  </a:cubicBezTo>
                  <a:cubicBezTo>
                    <a:pt x="22960" y="6839"/>
                    <a:pt x="21700" y="6209"/>
                    <a:pt x="20811" y="5980"/>
                  </a:cubicBezTo>
                  <a:cubicBezTo>
                    <a:pt x="20869" y="5037"/>
                    <a:pt x="20640" y="3835"/>
                    <a:pt x="19380" y="2774"/>
                  </a:cubicBezTo>
                  <a:lnTo>
                    <a:pt x="19323" y="2717"/>
                  </a:lnTo>
                  <a:cubicBezTo>
                    <a:pt x="18527" y="2089"/>
                    <a:pt x="16384" y="1379"/>
                    <a:pt x="14720" y="1379"/>
                  </a:cubicBezTo>
                  <a:cubicBezTo>
                    <a:pt x="14412" y="1379"/>
                    <a:pt x="14120" y="1404"/>
                    <a:pt x="13856" y="1457"/>
                  </a:cubicBezTo>
                  <a:cubicBezTo>
                    <a:pt x="13627" y="1515"/>
                    <a:pt x="13426" y="1572"/>
                    <a:pt x="13226" y="1659"/>
                  </a:cubicBezTo>
                  <a:cubicBezTo>
                    <a:pt x="13139" y="1659"/>
                    <a:pt x="13025" y="1686"/>
                    <a:pt x="12910" y="1686"/>
                  </a:cubicBezTo>
                  <a:cubicBezTo>
                    <a:pt x="12739" y="1686"/>
                    <a:pt x="12452" y="1716"/>
                    <a:pt x="12253" y="1716"/>
                  </a:cubicBezTo>
                  <a:cubicBezTo>
                    <a:pt x="12081" y="1515"/>
                    <a:pt x="11795" y="1258"/>
                    <a:pt x="11394" y="1029"/>
                  </a:cubicBezTo>
                  <a:cubicBezTo>
                    <a:pt x="10585" y="541"/>
                    <a:pt x="9832" y="361"/>
                    <a:pt x="9158" y="361"/>
                  </a:cubicBezTo>
                  <a:cubicBezTo>
                    <a:pt x="8569" y="361"/>
                    <a:pt x="8040" y="499"/>
                    <a:pt x="7586" y="686"/>
                  </a:cubicBezTo>
                  <a:cubicBezTo>
                    <a:pt x="7128" y="370"/>
                    <a:pt x="6613" y="170"/>
                    <a:pt x="6127" y="83"/>
                  </a:cubicBezTo>
                  <a:cubicBezTo>
                    <a:pt x="5867" y="26"/>
                    <a:pt x="5618" y="1"/>
                    <a:pt x="538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9"/>
            <p:cNvSpPr/>
            <p:nvPr/>
          </p:nvSpPr>
          <p:spPr>
            <a:xfrm>
              <a:off x="7186713" y="755875"/>
              <a:ext cx="241496" cy="145294"/>
            </a:xfrm>
            <a:custGeom>
              <a:avLst/>
              <a:gdLst/>
              <a:ahLst/>
              <a:cxnLst/>
              <a:rect l="l" t="t" r="r" b="b"/>
              <a:pathLst>
                <a:path w="11939" h="7183" extrusionOk="0">
                  <a:moveTo>
                    <a:pt x="7188" y="0"/>
                  </a:moveTo>
                  <a:cubicBezTo>
                    <a:pt x="6800" y="0"/>
                    <a:pt x="6444" y="73"/>
                    <a:pt x="6126" y="198"/>
                  </a:cubicBezTo>
                  <a:cubicBezTo>
                    <a:pt x="5355" y="399"/>
                    <a:pt x="4839" y="743"/>
                    <a:pt x="4496" y="942"/>
                  </a:cubicBezTo>
                  <a:lnTo>
                    <a:pt x="4496" y="972"/>
                  </a:lnTo>
                  <a:cubicBezTo>
                    <a:pt x="4351" y="964"/>
                    <a:pt x="4184" y="953"/>
                    <a:pt x="4000" y="953"/>
                  </a:cubicBezTo>
                  <a:cubicBezTo>
                    <a:pt x="3530" y="953"/>
                    <a:pt x="2954" y="1022"/>
                    <a:pt x="2378" y="1373"/>
                  </a:cubicBezTo>
                  <a:cubicBezTo>
                    <a:pt x="0" y="2690"/>
                    <a:pt x="545" y="4636"/>
                    <a:pt x="687" y="5007"/>
                  </a:cubicBezTo>
                  <a:cubicBezTo>
                    <a:pt x="1374" y="6897"/>
                    <a:pt x="3752" y="7183"/>
                    <a:pt x="5096" y="7183"/>
                  </a:cubicBezTo>
                  <a:cubicBezTo>
                    <a:pt x="5412" y="7183"/>
                    <a:pt x="5668" y="7183"/>
                    <a:pt x="5813" y="7155"/>
                  </a:cubicBezTo>
                  <a:lnTo>
                    <a:pt x="5813" y="7183"/>
                  </a:lnTo>
                  <a:cubicBezTo>
                    <a:pt x="5955" y="7155"/>
                    <a:pt x="6184" y="7155"/>
                    <a:pt x="6413" y="7155"/>
                  </a:cubicBezTo>
                  <a:cubicBezTo>
                    <a:pt x="6625" y="7158"/>
                    <a:pt x="6841" y="7161"/>
                    <a:pt x="7057" y="7161"/>
                  </a:cubicBezTo>
                  <a:cubicBezTo>
                    <a:pt x="8798" y="7161"/>
                    <a:pt x="10606" y="6986"/>
                    <a:pt x="11394" y="5408"/>
                  </a:cubicBezTo>
                  <a:cubicBezTo>
                    <a:pt x="11939" y="4293"/>
                    <a:pt x="11824" y="2575"/>
                    <a:pt x="9820" y="1029"/>
                  </a:cubicBezTo>
                  <a:cubicBezTo>
                    <a:pt x="8850" y="287"/>
                    <a:pt x="7956" y="0"/>
                    <a:pt x="7188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9"/>
            <p:cNvSpPr/>
            <p:nvPr/>
          </p:nvSpPr>
          <p:spPr>
            <a:xfrm>
              <a:off x="7018223" y="1086848"/>
              <a:ext cx="189329" cy="157147"/>
            </a:xfrm>
            <a:custGeom>
              <a:avLst/>
              <a:gdLst/>
              <a:ahLst/>
              <a:cxnLst/>
              <a:rect l="l" t="t" r="r" b="b"/>
              <a:pathLst>
                <a:path w="9360" h="7769" extrusionOk="0">
                  <a:moveTo>
                    <a:pt x="5098" y="1"/>
                  </a:moveTo>
                  <a:cubicBezTo>
                    <a:pt x="4653" y="1"/>
                    <a:pt x="4215" y="94"/>
                    <a:pt x="3806" y="269"/>
                  </a:cubicBezTo>
                  <a:cubicBezTo>
                    <a:pt x="2948" y="470"/>
                    <a:pt x="2260" y="1013"/>
                    <a:pt x="1775" y="1872"/>
                  </a:cubicBezTo>
                  <a:cubicBezTo>
                    <a:pt x="1718" y="1929"/>
                    <a:pt x="1631" y="2016"/>
                    <a:pt x="1603" y="2101"/>
                  </a:cubicBezTo>
                  <a:cubicBezTo>
                    <a:pt x="1516" y="2188"/>
                    <a:pt x="1431" y="2330"/>
                    <a:pt x="1317" y="2444"/>
                  </a:cubicBezTo>
                  <a:cubicBezTo>
                    <a:pt x="829" y="3017"/>
                    <a:pt x="486" y="3475"/>
                    <a:pt x="371" y="4105"/>
                  </a:cubicBezTo>
                  <a:cubicBezTo>
                    <a:pt x="0" y="5708"/>
                    <a:pt x="687" y="6653"/>
                    <a:pt x="1145" y="7082"/>
                  </a:cubicBezTo>
                  <a:cubicBezTo>
                    <a:pt x="1745" y="7627"/>
                    <a:pt x="2405" y="7769"/>
                    <a:pt x="3005" y="7769"/>
                  </a:cubicBezTo>
                  <a:cubicBezTo>
                    <a:pt x="3749" y="7769"/>
                    <a:pt x="4409" y="7540"/>
                    <a:pt x="4809" y="7398"/>
                  </a:cubicBezTo>
                  <a:lnTo>
                    <a:pt x="4837" y="7398"/>
                  </a:lnTo>
                  <a:cubicBezTo>
                    <a:pt x="5161" y="7475"/>
                    <a:pt x="5642" y="7588"/>
                    <a:pt x="6180" y="7588"/>
                  </a:cubicBezTo>
                  <a:cubicBezTo>
                    <a:pt x="6834" y="7588"/>
                    <a:pt x="7572" y="7422"/>
                    <a:pt x="8215" y="6825"/>
                  </a:cubicBezTo>
                  <a:cubicBezTo>
                    <a:pt x="8760" y="6337"/>
                    <a:pt x="9360" y="5451"/>
                    <a:pt x="9188" y="3905"/>
                  </a:cubicBezTo>
                  <a:cubicBezTo>
                    <a:pt x="9188" y="3876"/>
                    <a:pt x="9161" y="3818"/>
                    <a:pt x="9161" y="3791"/>
                  </a:cubicBezTo>
                  <a:cubicBezTo>
                    <a:pt x="8932" y="2359"/>
                    <a:pt x="7729" y="841"/>
                    <a:pt x="6383" y="269"/>
                  </a:cubicBezTo>
                  <a:cubicBezTo>
                    <a:pt x="5962" y="87"/>
                    <a:pt x="5527" y="1"/>
                    <a:pt x="50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9"/>
            <p:cNvSpPr/>
            <p:nvPr/>
          </p:nvSpPr>
          <p:spPr>
            <a:xfrm>
              <a:off x="6765133" y="844338"/>
              <a:ext cx="294775" cy="147782"/>
            </a:xfrm>
            <a:custGeom>
              <a:avLst/>
              <a:gdLst/>
              <a:ahLst/>
              <a:cxnLst/>
              <a:rect l="l" t="t" r="r" b="b"/>
              <a:pathLst>
                <a:path w="14573" h="7306" extrusionOk="0">
                  <a:moveTo>
                    <a:pt x="5705" y="0"/>
                  </a:moveTo>
                  <a:cubicBezTo>
                    <a:pt x="4245" y="0"/>
                    <a:pt x="2786" y="599"/>
                    <a:pt x="2004" y="1065"/>
                  </a:cubicBezTo>
                  <a:cubicBezTo>
                    <a:pt x="172" y="2180"/>
                    <a:pt x="0" y="3554"/>
                    <a:pt x="87" y="4298"/>
                  </a:cubicBezTo>
                  <a:cubicBezTo>
                    <a:pt x="144" y="4843"/>
                    <a:pt x="488" y="6217"/>
                    <a:pt x="2347" y="6905"/>
                  </a:cubicBezTo>
                  <a:cubicBezTo>
                    <a:pt x="2884" y="7066"/>
                    <a:pt x="3402" y="7119"/>
                    <a:pt x="3892" y="7119"/>
                  </a:cubicBezTo>
                  <a:cubicBezTo>
                    <a:pt x="4448" y="7119"/>
                    <a:pt x="4968" y="7050"/>
                    <a:pt x="5439" y="6989"/>
                  </a:cubicBezTo>
                  <a:cubicBezTo>
                    <a:pt x="5718" y="6943"/>
                    <a:pt x="6054" y="6896"/>
                    <a:pt x="6277" y="6896"/>
                  </a:cubicBezTo>
                  <a:cubicBezTo>
                    <a:pt x="6329" y="6896"/>
                    <a:pt x="6375" y="6899"/>
                    <a:pt x="6412" y="6905"/>
                  </a:cubicBezTo>
                  <a:cubicBezTo>
                    <a:pt x="6557" y="6932"/>
                    <a:pt x="6671" y="6962"/>
                    <a:pt x="6756" y="6989"/>
                  </a:cubicBezTo>
                  <a:cubicBezTo>
                    <a:pt x="7244" y="7134"/>
                    <a:pt x="7816" y="7305"/>
                    <a:pt x="8588" y="7305"/>
                  </a:cubicBezTo>
                  <a:cubicBezTo>
                    <a:pt x="8904" y="7305"/>
                    <a:pt x="9275" y="7276"/>
                    <a:pt x="9676" y="7191"/>
                  </a:cubicBezTo>
                  <a:cubicBezTo>
                    <a:pt x="9733" y="7191"/>
                    <a:pt x="9848" y="7161"/>
                    <a:pt x="9962" y="7161"/>
                  </a:cubicBezTo>
                  <a:cubicBezTo>
                    <a:pt x="11623" y="6932"/>
                    <a:pt x="12683" y="6760"/>
                    <a:pt x="13455" y="5959"/>
                  </a:cubicBezTo>
                  <a:cubicBezTo>
                    <a:pt x="14343" y="5015"/>
                    <a:pt x="14572" y="3813"/>
                    <a:pt x="14114" y="2695"/>
                  </a:cubicBezTo>
                  <a:cubicBezTo>
                    <a:pt x="13542" y="1408"/>
                    <a:pt x="12252" y="863"/>
                    <a:pt x="11252" y="721"/>
                  </a:cubicBezTo>
                  <a:cubicBezTo>
                    <a:pt x="10882" y="629"/>
                    <a:pt x="10543" y="590"/>
                    <a:pt x="10232" y="590"/>
                  </a:cubicBezTo>
                  <a:cubicBezTo>
                    <a:pt x="9482" y="590"/>
                    <a:pt x="8899" y="813"/>
                    <a:pt x="8474" y="1035"/>
                  </a:cubicBezTo>
                  <a:cubicBezTo>
                    <a:pt x="8332" y="893"/>
                    <a:pt x="8160" y="749"/>
                    <a:pt x="7958" y="634"/>
                  </a:cubicBezTo>
                  <a:cubicBezTo>
                    <a:pt x="7277" y="173"/>
                    <a:pt x="6491" y="0"/>
                    <a:pt x="570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9"/>
            <p:cNvSpPr/>
            <p:nvPr/>
          </p:nvSpPr>
          <p:spPr>
            <a:xfrm>
              <a:off x="7003718" y="841546"/>
              <a:ext cx="172581" cy="138983"/>
            </a:xfrm>
            <a:custGeom>
              <a:avLst/>
              <a:gdLst/>
              <a:ahLst/>
              <a:cxnLst/>
              <a:rect l="l" t="t" r="r" b="b"/>
              <a:pathLst>
                <a:path w="8532" h="6871" extrusionOk="0">
                  <a:moveTo>
                    <a:pt x="5297" y="0"/>
                  </a:moveTo>
                  <a:cubicBezTo>
                    <a:pt x="4954" y="0"/>
                    <a:pt x="4581" y="85"/>
                    <a:pt x="4267" y="229"/>
                  </a:cubicBezTo>
                  <a:cubicBezTo>
                    <a:pt x="3580" y="344"/>
                    <a:pt x="3122" y="573"/>
                    <a:pt x="2405" y="1058"/>
                  </a:cubicBezTo>
                  <a:lnTo>
                    <a:pt x="2263" y="1145"/>
                  </a:lnTo>
                  <a:cubicBezTo>
                    <a:pt x="2176" y="1173"/>
                    <a:pt x="2119" y="1230"/>
                    <a:pt x="2034" y="1260"/>
                  </a:cubicBezTo>
                  <a:cubicBezTo>
                    <a:pt x="1489" y="1546"/>
                    <a:pt x="0" y="2291"/>
                    <a:pt x="87" y="4008"/>
                  </a:cubicBezTo>
                  <a:cubicBezTo>
                    <a:pt x="115" y="4810"/>
                    <a:pt x="516" y="5925"/>
                    <a:pt x="2206" y="6612"/>
                  </a:cubicBezTo>
                  <a:cubicBezTo>
                    <a:pt x="2263" y="6642"/>
                    <a:pt x="2348" y="6669"/>
                    <a:pt x="2405" y="6669"/>
                  </a:cubicBezTo>
                  <a:cubicBezTo>
                    <a:pt x="2806" y="6814"/>
                    <a:pt x="3321" y="6871"/>
                    <a:pt x="3923" y="6871"/>
                  </a:cubicBezTo>
                  <a:cubicBezTo>
                    <a:pt x="4782" y="6871"/>
                    <a:pt x="5755" y="6726"/>
                    <a:pt x="6385" y="6413"/>
                  </a:cubicBezTo>
                  <a:cubicBezTo>
                    <a:pt x="6527" y="6355"/>
                    <a:pt x="6642" y="6298"/>
                    <a:pt x="6756" y="6211"/>
                  </a:cubicBezTo>
                  <a:cubicBezTo>
                    <a:pt x="7214" y="5897"/>
                    <a:pt x="7530" y="5439"/>
                    <a:pt x="7672" y="4952"/>
                  </a:cubicBezTo>
                  <a:cubicBezTo>
                    <a:pt x="7702" y="4952"/>
                    <a:pt x="7702" y="4924"/>
                    <a:pt x="7702" y="4924"/>
                  </a:cubicBezTo>
                  <a:cubicBezTo>
                    <a:pt x="7931" y="4665"/>
                    <a:pt x="8130" y="4352"/>
                    <a:pt x="8245" y="4008"/>
                  </a:cubicBezTo>
                  <a:lnTo>
                    <a:pt x="8332" y="3578"/>
                  </a:lnTo>
                  <a:cubicBezTo>
                    <a:pt x="8389" y="3092"/>
                    <a:pt x="8531" y="1947"/>
                    <a:pt x="7672" y="974"/>
                  </a:cubicBezTo>
                  <a:cubicBezTo>
                    <a:pt x="7272" y="543"/>
                    <a:pt x="6527" y="0"/>
                    <a:pt x="5297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9"/>
            <p:cNvSpPr/>
            <p:nvPr/>
          </p:nvSpPr>
          <p:spPr>
            <a:xfrm>
              <a:off x="6920920" y="899443"/>
              <a:ext cx="200374" cy="162710"/>
            </a:xfrm>
            <a:custGeom>
              <a:avLst/>
              <a:gdLst/>
              <a:ahLst/>
              <a:cxnLst/>
              <a:rect l="l" t="t" r="r" b="b"/>
              <a:pathLst>
                <a:path w="9906" h="8044" extrusionOk="0">
                  <a:moveTo>
                    <a:pt x="5834" y="0"/>
                  </a:moveTo>
                  <a:cubicBezTo>
                    <a:pt x="4453" y="0"/>
                    <a:pt x="3578" y="709"/>
                    <a:pt x="3093" y="1089"/>
                  </a:cubicBezTo>
                  <a:lnTo>
                    <a:pt x="2978" y="1203"/>
                  </a:lnTo>
                  <a:cubicBezTo>
                    <a:pt x="1002" y="1318"/>
                    <a:pt x="372" y="2834"/>
                    <a:pt x="200" y="3493"/>
                  </a:cubicBezTo>
                  <a:cubicBezTo>
                    <a:pt x="200" y="3551"/>
                    <a:pt x="173" y="3578"/>
                    <a:pt x="173" y="3635"/>
                  </a:cubicBezTo>
                  <a:cubicBezTo>
                    <a:pt x="1" y="4437"/>
                    <a:pt x="1" y="6013"/>
                    <a:pt x="1890" y="7128"/>
                  </a:cubicBezTo>
                  <a:cubicBezTo>
                    <a:pt x="1918" y="7128"/>
                    <a:pt x="1947" y="7158"/>
                    <a:pt x="1947" y="7158"/>
                  </a:cubicBezTo>
                  <a:cubicBezTo>
                    <a:pt x="2834" y="7815"/>
                    <a:pt x="3608" y="8044"/>
                    <a:pt x="4265" y="8044"/>
                  </a:cubicBezTo>
                  <a:cubicBezTo>
                    <a:pt x="5467" y="8044"/>
                    <a:pt x="6269" y="7329"/>
                    <a:pt x="6612" y="7013"/>
                  </a:cubicBezTo>
                  <a:cubicBezTo>
                    <a:pt x="6699" y="6956"/>
                    <a:pt x="6757" y="6899"/>
                    <a:pt x="6814" y="6842"/>
                  </a:cubicBezTo>
                  <a:cubicBezTo>
                    <a:pt x="7272" y="6757"/>
                    <a:pt x="8074" y="6585"/>
                    <a:pt x="8761" y="5841"/>
                  </a:cubicBezTo>
                  <a:cubicBezTo>
                    <a:pt x="9562" y="4982"/>
                    <a:pt x="9906" y="3750"/>
                    <a:pt x="9647" y="2635"/>
                  </a:cubicBezTo>
                  <a:cubicBezTo>
                    <a:pt x="9448" y="1776"/>
                    <a:pt x="8875" y="1059"/>
                    <a:pt x="8074" y="631"/>
                  </a:cubicBezTo>
                  <a:cubicBezTo>
                    <a:pt x="7902" y="516"/>
                    <a:pt x="7700" y="402"/>
                    <a:pt x="7501" y="315"/>
                  </a:cubicBezTo>
                  <a:cubicBezTo>
                    <a:pt x="6878" y="90"/>
                    <a:pt x="6324" y="0"/>
                    <a:pt x="5834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9"/>
            <p:cNvSpPr/>
            <p:nvPr/>
          </p:nvSpPr>
          <p:spPr>
            <a:xfrm>
              <a:off x="7047717" y="788404"/>
              <a:ext cx="167403" cy="133623"/>
            </a:xfrm>
            <a:custGeom>
              <a:avLst/>
              <a:gdLst/>
              <a:ahLst/>
              <a:cxnLst/>
              <a:rect l="l" t="t" r="r" b="b"/>
              <a:pathLst>
                <a:path w="8276" h="6606" extrusionOk="0">
                  <a:moveTo>
                    <a:pt x="3172" y="1"/>
                  </a:moveTo>
                  <a:cubicBezTo>
                    <a:pt x="2434" y="1"/>
                    <a:pt x="1699" y="152"/>
                    <a:pt x="1089" y="708"/>
                  </a:cubicBezTo>
                  <a:cubicBezTo>
                    <a:pt x="344" y="1368"/>
                    <a:pt x="1" y="2369"/>
                    <a:pt x="173" y="3372"/>
                  </a:cubicBezTo>
                  <a:cubicBezTo>
                    <a:pt x="402" y="4688"/>
                    <a:pt x="1490" y="5861"/>
                    <a:pt x="2493" y="6292"/>
                  </a:cubicBezTo>
                  <a:cubicBezTo>
                    <a:pt x="2951" y="6521"/>
                    <a:pt x="3466" y="6605"/>
                    <a:pt x="4038" y="6605"/>
                  </a:cubicBezTo>
                  <a:cubicBezTo>
                    <a:pt x="5154" y="6605"/>
                    <a:pt x="6329" y="6205"/>
                    <a:pt x="7016" y="5460"/>
                  </a:cubicBezTo>
                  <a:cubicBezTo>
                    <a:pt x="7959" y="4459"/>
                    <a:pt x="8275" y="3056"/>
                    <a:pt x="7760" y="1883"/>
                  </a:cubicBezTo>
                  <a:cubicBezTo>
                    <a:pt x="7272" y="766"/>
                    <a:pt x="6184" y="78"/>
                    <a:pt x="4925" y="78"/>
                  </a:cubicBezTo>
                  <a:cubicBezTo>
                    <a:pt x="4753" y="78"/>
                    <a:pt x="4638" y="108"/>
                    <a:pt x="4496" y="108"/>
                  </a:cubicBezTo>
                  <a:lnTo>
                    <a:pt x="4467" y="108"/>
                  </a:lnTo>
                  <a:cubicBezTo>
                    <a:pt x="4051" y="54"/>
                    <a:pt x="3611" y="1"/>
                    <a:pt x="3172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9"/>
            <p:cNvSpPr/>
            <p:nvPr/>
          </p:nvSpPr>
          <p:spPr>
            <a:xfrm>
              <a:off x="7033274" y="900009"/>
              <a:ext cx="181238" cy="143069"/>
            </a:xfrm>
            <a:custGeom>
              <a:avLst/>
              <a:gdLst/>
              <a:ahLst/>
              <a:cxnLst/>
              <a:rect l="l" t="t" r="r" b="b"/>
              <a:pathLst>
                <a:path w="8960" h="7073" extrusionOk="0">
                  <a:moveTo>
                    <a:pt x="5753" y="1"/>
                  </a:moveTo>
                  <a:cubicBezTo>
                    <a:pt x="4207" y="1"/>
                    <a:pt x="3378" y="172"/>
                    <a:pt x="2089" y="1317"/>
                  </a:cubicBezTo>
                  <a:cubicBezTo>
                    <a:pt x="1489" y="1691"/>
                    <a:pt x="0" y="2749"/>
                    <a:pt x="200" y="4524"/>
                  </a:cubicBezTo>
                  <a:cubicBezTo>
                    <a:pt x="257" y="5039"/>
                    <a:pt x="600" y="6328"/>
                    <a:pt x="2291" y="6958"/>
                  </a:cubicBezTo>
                  <a:cubicBezTo>
                    <a:pt x="2520" y="7043"/>
                    <a:pt x="2806" y="7072"/>
                    <a:pt x="3120" y="7072"/>
                  </a:cubicBezTo>
                  <a:cubicBezTo>
                    <a:pt x="4665" y="7072"/>
                    <a:pt x="6727" y="6099"/>
                    <a:pt x="6756" y="6069"/>
                  </a:cubicBezTo>
                  <a:cubicBezTo>
                    <a:pt x="7901" y="5469"/>
                    <a:pt x="8959" y="4066"/>
                    <a:pt x="8760" y="2520"/>
                  </a:cubicBezTo>
                  <a:cubicBezTo>
                    <a:pt x="8646" y="1661"/>
                    <a:pt x="8130" y="917"/>
                    <a:pt x="7414" y="459"/>
                  </a:cubicBezTo>
                  <a:cubicBezTo>
                    <a:pt x="6985" y="172"/>
                    <a:pt x="6440" y="1"/>
                    <a:pt x="589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9"/>
            <p:cNvSpPr/>
            <p:nvPr/>
          </p:nvSpPr>
          <p:spPr>
            <a:xfrm>
              <a:off x="7297348" y="902558"/>
              <a:ext cx="143615" cy="124864"/>
            </a:xfrm>
            <a:custGeom>
              <a:avLst/>
              <a:gdLst/>
              <a:ahLst/>
              <a:cxnLst/>
              <a:rect l="l" t="t" r="r" b="b"/>
              <a:pathLst>
                <a:path w="7100" h="6173" extrusionOk="0">
                  <a:moveTo>
                    <a:pt x="3668" y="1"/>
                  </a:moveTo>
                  <a:cubicBezTo>
                    <a:pt x="3424" y="1"/>
                    <a:pt x="3174" y="25"/>
                    <a:pt x="2920" y="76"/>
                  </a:cubicBezTo>
                  <a:cubicBezTo>
                    <a:pt x="2776" y="104"/>
                    <a:pt x="2634" y="133"/>
                    <a:pt x="2490" y="191"/>
                  </a:cubicBezTo>
                  <a:cubicBezTo>
                    <a:pt x="1287" y="562"/>
                    <a:pt x="428" y="1450"/>
                    <a:pt x="199" y="2565"/>
                  </a:cubicBezTo>
                  <a:cubicBezTo>
                    <a:pt x="0" y="3653"/>
                    <a:pt x="428" y="4771"/>
                    <a:pt x="1317" y="5485"/>
                  </a:cubicBezTo>
                  <a:cubicBezTo>
                    <a:pt x="1890" y="5943"/>
                    <a:pt x="2604" y="6172"/>
                    <a:pt x="3321" y="6172"/>
                  </a:cubicBezTo>
                  <a:cubicBezTo>
                    <a:pt x="3779" y="6172"/>
                    <a:pt x="4237" y="6088"/>
                    <a:pt x="4665" y="5916"/>
                  </a:cubicBezTo>
                  <a:cubicBezTo>
                    <a:pt x="6241" y="5286"/>
                    <a:pt x="7100" y="3683"/>
                    <a:pt x="6669" y="2137"/>
                  </a:cubicBezTo>
                  <a:cubicBezTo>
                    <a:pt x="6279" y="819"/>
                    <a:pt x="5078" y="1"/>
                    <a:pt x="366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9"/>
            <p:cNvSpPr/>
            <p:nvPr/>
          </p:nvSpPr>
          <p:spPr>
            <a:xfrm>
              <a:off x="7135189" y="800703"/>
              <a:ext cx="149421" cy="125390"/>
            </a:xfrm>
            <a:custGeom>
              <a:avLst/>
              <a:gdLst/>
              <a:ahLst/>
              <a:cxnLst/>
              <a:rect l="l" t="t" r="r" b="b"/>
              <a:pathLst>
                <a:path w="7387" h="6199" extrusionOk="0">
                  <a:moveTo>
                    <a:pt x="3891" y="1"/>
                  </a:moveTo>
                  <a:cubicBezTo>
                    <a:pt x="3524" y="1"/>
                    <a:pt x="3148" y="61"/>
                    <a:pt x="2776" y="187"/>
                  </a:cubicBezTo>
                  <a:lnTo>
                    <a:pt x="2719" y="187"/>
                  </a:lnTo>
                  <a:cubicBezTo>
                    <a:pt x="1375" y="444"/>
                    <a:pt x="658" y="1360"/>
                    <a:pt x="372" y="2191"/>
                  </a:cubicBezTo>
                  <a:cubicBezTo>
                    <a:pt x="1" y="3393"/>
                    <a:pt x="459" y="4681"/>
                    <a:pt x="1517" y="5512"/>
                  </a:cubicBezTo>
                  <a:cubicBezTo>
                    <a:pt x="2147" y="5970"/>
                    <a:pt x="2863" y="6199"/>
                    <a:pt x="3578" y="6199"/>
                  </a:cubicBezTo>
                  <a:cubicBezTo>
                    <a:pt x="4180" y="6199"/>
                    <a:pt x="4810" y="6027"/>
                    <a:pt x="5353" y="5684"/>
                  </a:cubicBezTo>
                  <a:cubicBezTo>
                    <a:pt x="6814" y="4795"/>
                    <a:pt x="7386" y="3192"/>
                    <a:pt x="6727" y="1761"/>
                  </a:cubicBezTo>
                  <a:cubicBezTo>
                    <a:pt x="6222" y="661"/>
                    <a:pt x="5108" y="1"/>
                    <a:pt x="389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9"/>
            <p:cNvSpPr/>
            <p:nvPr/>
          </p:nvSpPr>
          <p:spPr>
            <a:xfrm>
              <a:off x="7117225" y="837662"/>
              <a:ext cx="122781" cy="122033"/>
            </a:xfrm>
            <a:custGeom>
              <a:avLst/>
              <a:gdLst/>
              <a:ahLst/>
              <a:cxnLst/>
              <a:rect l="l" t="t" r="r" b="b"/>
              <a:pathLst>
                <a:path w="6070" h="6033" extrusionOk="0">
                  <a:moveTo>
                    <a:pt x="3018" y="1"/>
                  </a:moveTo>
                  <a:cubicBezTo>
                    <a:pt x="2786" y="1"/>
                    <a:pt x="2552" y="26"/>
                    <a:pt x="2320" y="78"/>
                  </a:cubicBezTo>
                  <a:cubicBezTo>
                    <a:pt x="2034" y="105"/>
                    <a:pt x="1748" y="220"/>
                    <a:pt x="1519" y="364"/>
                  </a:cubicBezTo>
                  <a:cubicBezTo>
                    <a:pt x="1461" y="392"/>
                    <a:pt x="1404" y="421"/>
                    <a:pt x="1374" y="449"/>
                  </a:cubicBezTo>
                  <a:cubicBezTo>
                    <a:pt x="602" y="879"/>
                    <a:pt x="172" y="1681"/>
                    <a:pt x="144" y="2510"/>
                  </a:cubicBezTo>
                  <a:cubicBezTo>
                    <a:pt x="0" y="3456"/>
                    <a:pt x="202" y="4486"/>
                    <a:pt x="973" y="5231"/>
                  </a:cubicBezTo>
                  <a:cubicBezTo>
                    <a:pt x="1431" y="5716"/>
                    <a:pt x="2119" y="6032"/>
                    <a:pt x="2893" y="6032"/>
                  </a:cubicBezTo>
                  <a:cubicBezTo>
                    <a:pt x="3408" y="6032"/>
                    <a:pt x="3951" y="5888"/>
                    <a:pt x="4496" y="5544"/>
                  </a:cubicBezTo>
                  <a:cubicBezTo>
                    <a:pt x="5439" y="5002"/>
                    <a:pt x="6012" y="4086"/>
                    <a:pt x="6042" y="3055"/>
                  </a:cubicBezTo>
                  <a:cubicBezTo>
                    <a:pt x="6069" y="1995"/>
                    <a:pt x="5496" y="994"/>
                    <a:pt x="4553" y="421"/>
                  </a:cubicBezTo>
                  <a:cubicBezTo>
                    <a:pt x="4091" y="141"/>
                    <a:pt x="3560" y="1"/>
                    <a:pt x="3018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9"/>
            <p:cNvSpPr/>
            <p:nvPr/>
          </p:nvSpPr>
          <p:spPr>
            <a:xfrm>
              <a:off x="7080165" y="864345"/>
              <a:ext cx="135504" cy="119666"/>
            </a:xfrm>
            <a:custGeom>
              <a:avLst/>
              <a:gdLst/>
              <a:ahLst/>
              <a:cxnLst/>
              <a:rect l="l" t="t" r="r" b="b"/>
              <a:pathLst>
                <a:path w="6699" h="5916" extrusionOk="0">
                  <a:moveTo>
                    <a:pt x="3460" y="0"/>
                  </a:moveTo>
                  <a:cubicBezTo>
                    <a:pt x="3207" y="0"/>
                    <a:pt x="2949" y="34"/>
                    <a:pt x="2691" y="103"/>
                  </a:cubicBezTo>
                  <a:cubicBezTo>
                    <a:pt x="2347" y="190"/>
                    <a:pt x="2061" y="332"/>
                    <a:pt x="1805" y="561"/>
                  </a:cubicBezTo>
                  <a:cubicBezTo>
                    <a:pt x="1747" y="591"/>
                    <a:pt x="1690" y="618"/>
                    <a:pt x="1633" y="676"/>
                  </a:cubicBezTo>
                  <a:cubicBezTo>
                    <a:pt x="286" y="1706"/>
                    <a:pt x="0" y="3454"/>
                    <a:pt x="973" y="4741"/>
                  </a:cubicBezTo>
                  <a:cubicBezTo>
                    <a:pt x="1546" y="5515"/>
                    <a:pt x="2462" y="5916"/>
                    <a:pt x="3378" y="5916"/>
                  </a:cubicBezTo>
                  <a:cubicBezTo>
                    <a:pt x="4008" y="5916"/>
                    <a:pt x="4638" y="5714"/>
                    <a:pt x="5183" y="5313"/>
                  </a:cubicBezTo>
                  <a:cubicBezTo>
                    <a:pt x="6328" y="4454"/>
                    <a:pt x="6699" y="2938"/>
                    <a:pt x="6069" y="1649"/>
                  </a:cubicBezTo>
                  <a:cubicBezTo>
                    <a:pt x="5557" y="626"/>
                    <a:pt x="4555" y="0"/>
                    <a:pt x="3460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9"/>
            <p:cNvSpPr/>
            <p:nvPr/>
          </p:nvSpPr>
          <p:spPr>
            <a:xfrm>
              <a:off x="6901236" y="807318"/>
              <a:ext cx="153446" cy="123974"/>
            </a:xfrm>
            <a:custGeom>
              <a:avLst/>
              <a:gdLst/>
              <a:ahLst/>
              <a:cxnLst/>
              <a:rect l="l" t="t" r="r" b="b"/>
              <a:pathLst>
                <a:path w="7586" h="6129" extrusionOk="0">
                  <a:moveTo>
                    <a:pt x="3867" y="1"/>
                  </a:moveTo>
                  <a:cubicBezTo>
                    <a:pt x="2089" y="1"/>
                    <a:pt x="569" y="1015"/>
                    <a:pt x="257" y="2551"/>
                  </a:cubicBezTo>
                  <a:cubicBezTo>
                    <a:pt x="1" y="3838"/>
                    <a:pt x="658" y="5414"/>
                    <a:pt x="2719" y="5986"/>
                  </a:cubicBezTo>
                  <a:cubicBezTo>
                    <a:pt x="3062" y="6101"/>
                    <a:pt x="3378" y="6128"/>
                    <a:pt x="3722" y="6128"/>
                  </a:cubicBezTo>
                  <a:cubicBezTo>
                    <a:pt x="4895" y="6128"/>
                    <a:pt x="5955" y="5556"/>
                    <a:pt x="6585" y="4869"/>
                  </a:cubicBezTo>
                  <a:cubicBezTo>
                    <a:pt x="7356" y="4040"/>
                    <a:pt x="7585" y="2922"/>
                    <a:pt x="7214" y="1949"/>
                  </a:cubicBezTo>
                  <a:cubicBezTo>
                    <a:pt x="7043" y="1491"/>
                    <a:pt x="6470" y="433"/>
                    <a:pt x="4924" y="147"/>
                  </a:cubicBezTo>
                  <a:cubicBezTo>
                    <a:pt x="4753" y="89"/>
                    <a:pt x="4608" y="60"/>
                    <a:pt x="4409" y="32"/>
                  </a:cubicBezTo>
                  <a:cubicBezTo>
                    <a:pt x="4227" y="11"/>
                    <a:pt x="4046" y="1"/>
                    <a:pt x="3867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9"/>
            <p:cNvSpPr/>
            <p:nvPr/>
          </p:nvSpPr>
          <p:spPr>
            <a:xfrm>
              <a:off x="6981709" y="838573"/>
              <a:ext cx="121628" cy="116490"/>
            </a:xfrm>
            <a:custGeom>
              <a:avLst/>
              <a:gdLst/>
              <a:ahLst/>
              <a:cxnLst/>
              <a:rect l="l" t="t" r="r" b="b"/>
              <a:pathLst>
                <a:path w="6013" h="5759" extrusionOk="0">
                  <a:moveTo>
                    <a:pt x="2936" y="1"/>
                  </a:moveTo>
                  <a:cubicBezTo>
                    <a:pt x="2391" y="1"/>
                    <a:pt x="1880" y="193"/>
                    <a:pt x="1462" y="518"/>
                  </a:cubicBezTo>
                  <a:cubicBezTo>
                    <a:pt x="1290" y="633"/>
                    <a:pt x="1146" y="747"/>
                    <a:pt x="1004" y="919"/>
                  </a:cubicBezTo>
                  <a:cubicBezTo>
                    <a:pt x="688" y="1235"/>
                    <a:pt x="0" y="1979"/>
                    <a:pt x="0" y="3296"/>
                  </a:cubicBezTo>
                  <a:cubicBezTo>
                    <a:pt x="0" y="4270"/>
                    <a:pt x="573" y="5128"/>
                    <a:pt x="1489" y="5499"/>
                  </a:cubicBezTo>
                  <a:cubicBezTo>
                    <a:pt x="1862" y="5671"/>
                    <a:pt x="2263" y="5758"/>
                    <a:pt x="2664" y="5758"/>
                  </a:cubicBezTo>
                  <a:cubicBezTo>
                    <a:pt x="3436" y="5758"/>
                    <a:pt x="4210" y="5472"/>
                    <a:pt x="4810" y="4927"/>
                  </a:cubicBezTo>
                  <a:cubicBezTo>
                    <a:pt x="5669" y="4155"/>
                    <a:pt x="6012" y="3038"/>
                    <a:pt x="5698" y="1979"/>
                  </a:cubicBezTo>
                  <a:cubicBezTo>
                    <a:pt x="5382" y="949"/>
                    <a:pt x="4496" y="205"/>
                    <a:pt x="3321" y="33"/>
                  </a:cubicBezTo>
                  <a:cubicBezTo>
                    <a:pt x="3191" y="11"/>
                    <a:pt x="3063" y="1"/>
                    <a:pt x="293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9"/>
            <p:cNvSpPr/>
            <p:nvPr/>
          </p:nvSpPr>
          <p:spPr>
            <a:xfrm>
              <a:off x="6717088" y="829834"/>
              <a:ext cx="162144" cy="122902"/>
            </a:xfrm>
            <a:custGeom>
              <a:avLst/>
              <a:gdLst/>
              <a:ahLst/>
              <a:cxnLst/>
              <a:rect l="l" t="t" r="r" b="b"/>
              <a:pathLst>
                <a:path w="8016" h="6076" extrusionOk="0">
                  <a:moveTo>
                    <a:pt x="4772" y="0"/>
                  </a:moveTo>
                  <a:cubicBezTo>
                    <a:pt x="4448" y="0"/>
                    <a:pt x="4113" y="49"/>
                    <a:pt x="3779" y="149"/>
                  </a:cubicBezTo>
                  <a:cubicBezTo>
                    <a:pt x="2577" y="293"/>
                    <a:pt x="1203" y="836"/>
                    <a:pt x="515" y="1953"/>
                  </a:cubicBezTo>
                  <a:cubicBezTo>
                    <a:pt x="0" y="2812"/>
                    <a:pt x="0" y="3843"/>
                    <a:pt x="486" y="4672"/>
                  </a:cubicBezTo>
                  <a:cubicBezTo>
                    <a:pt x="1031" y="5588"/>
                    <a:pt x="2004" y="6076"/>
                    <a:pt x="3378" y="6076"/>
                  </a:cubicBezTo>
                  <a:lnTo>
                    <a:pt x="3550" y="6076"/>
                  </a:lnTo>
                  <a:cubicBezTo>
                    <a:pt x="4523" y="6076"/>
                    <a:pt x="5611" y="5989"/>
                    <a:pt x="6470" y="5331"/>
                  </a:cubicBezTo>
                  <a:cubicBezTo>
                    <a:pt x="7672" y="4358"/>
                    <a:pt x="8016" y="2755"/>
                    <a:pt x="7329" y="1466"/>
                  </a:cubicBezTo>
                  <a:cubicBezTo>
                    <a:pt x="6802" y="523"/>
                    <a:pt x="5838" y="0"/>
                    <a:pt x="4772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9"/>
            <p:cNvSpPr/>
            <p:nvPr/>
          </p:nvSpPr>
          <p:spPr>
            <a:xfrm>
              <a:off x="6619785" y="915808"/>
              <a:ext cx="362517" cy="206017"/>
            </a:xfrm>
            <a:custGeom>
              <a:avLst/>
              <a:gdLst/>
              <a:ahLst/>
              <a:cxnLst/>
              <a:rect l="l" t="t" r="r" b="b"/>
              <a:pathLst>
                <a:path w="17922" h="10185" extrusionOk="0">
                  <a:moveTo>
                    <a:pt x="7835" y="0"/>
                  </a:moveTo>
                  <a:cubicBezTo>
                    <a:pt x="6588" y="0"/>
                    <a:pt x="5710" y="644"/>
                    <a:pt x="5238" y="967"/>
                  </a:cubicBezTo>
                  <a:lnTo>
                    <a:pt x="5154" y="1052"/>
                  </a:lnTo>
                  <a:lnTo>
                    <a:pt x="5039" y="1052"/>
                  </a:lnTo>
                  <a:cubicBezTo>
                    <a:pt x="4899" y="1045"/>
                    <a:pt x="4742" y="1037"/>
                    <a:pt x="4571" y="1037"/>
                  </a:cubicBezTo>
                  <a:cubicBezTo>
                    <a:pt x="4080" y="1037"/>
                    <a:pt x="3479" y="1098"/>
                    <a:pt x="2864" y="1395"/>
                  </a:cubicBezTo>
                  <a:cubicBezTo>
                    <a:pt x="1689" y="1910"/>
                    <a:pt x="1002" y="2712"/>
                    <a:pt x="830" y="3743"/>
                  </a:cubicBezTo>
                  <a:cubicBezTo>
                    <a:pt x="773" y="4116"/>
                    <a:pt x="773" y="4459"/>
                    <a:pt x="830" y="4773"/>
                  </a:cubicBezTo>
                  <a:cubicBezTo>
                    <a:pt x="688" y="4975"/>
                    <a:pt x="573" y="5174"/>
                    <a:pt x="486" y="5433"/>
                  </a:cubicBezTo>
                  <a:cubicBezTo>
                    <a:pt x="200" y="6147"/>
                    <a:pt x="1" y="7551"/>
                    <a:pt x="1746" y="8982"/>
                  </a:cubicBezTo>
                  <a:cubicBezTo>
                    <a:pt x="2635" y="9669"/>
                    <a:pt x="4409" y="10185"/>
                    <a:pt x="5811" y="10185"/>
                  </a:cubicBezTo>
                  <a:cubicBezTo>
                    <a:pt x="6127" y="10185"/>
                    <a:pt x="6441" y="10155"/>
                    <a:pt x="6700" y="10098"/>
                  </a:cubicBezTo>
                  <a:cubicBezTo>
                    <a:pt x="6784" y="10070"/>
                    <a:pt x="6842" y="10070"/>
                    <a:pt x="6899" y="10040"/>
                  </a:cubicBezTo>
                  <a:cubicBezTo>
                    <a:pt x="7787" y="9754"/>
                    <a:pt x="8417" y="9269"/>
                    <a:pt x="8818" y="8953"/>
                  </a:cubicBezTo>
                  <a:cubicBezTo>
                    <a:pt x="8875" y="8895"/>
                    <a:pt x="8960" y="8838"/>
                    <a:pt x="9017" y="8811"/>
                  </a:cubicBezTo>
                  <a:cubicBezTo>
                    <a:pt x="9132" y="8838"/>
                    <a:pt x="9276" y="8925"/>
                    <a:pt x="9361" y="8982"/>
                  </a:cubicBezTo>
                  <a:cubicBezTo>
                    <a:pt x="9933" y="9269"/>
                    <a:pt x="10822" y="9697"/>
                    <a:pt x="11937" y="9697"/>
                  </a:cubicBezTo>
                  <a:cubicBezTo>
                    <a:pt x="11994" y="9697"/>
                    <a:pt x="15258" y="9612"/>
                    <a:pt x="16547" y="8495"/>
                  </a:cubicBezTo>
                  <a:cubicBezTo>
                    <a:pt x="17349" y="7750"/>
                    <a:pt x="17720" y="6921"/>
                    <a:pt x="17720" y="6005"/>
                  </a:cubicBezTo>
                  <a:cubicBezTo>
                    <a:pt x="17720" y="5547"/>
                    <a:pt x="17605" y="5146"/>
                    <a:pt x="17433" y="4830"/>
                  </a:cubicBezTo>
                  <a:cubicBezTo>
                    <a:pt x="17692" y="4459"/>
                    <a:pt x="17864" y="4001"/>
                    <a:pt x="17891" y="3429"/>
                  </a:cubicBezTo>
                  <a:cubicBezTo>
                    <a:pt x="17921" y="2826"/>
                    <a:pt x="17777" y="1910"/>
                    <a:pt x="16918" y="994"/>
                  </a:cubicBezTo>
                  <a:cubicBezTo>
                    <a:pt x="16490" y="536"/>
                    <a:pt x="15917" y="280"/>
                    <a:pt x="15345" y="250"/>
                  </a:cubicBezTo>
                  <a:cubicBezTo>
                    <a:pt x="14952" y="145"/>
                    <a:pt x="14596" y="102"/>
                    <a:pt x="14272" y="102"/>
                  </a:cubicBezTo>
                  <a:cubicBezTo>
                    <a:pt x="13275" y="102"/>
                    <a:pt x="12592" y="513"/>
                    <a:pt x="12139" y="795"/>
                  </a:cubicBezTo>
                  <a:lnTo>
                    <a:pt x="12024" y="852"/>
                  </a:lnTo>
                  <a:lnTo>
                    <a:pt x="11967" y="910"/>
                  </a:lnTo>
                  <a:cubicBezTo>
                    <a:pt x="11223" y="765"/>
                    <a:pt x="10593" y="823"/>
                    <a:pt x="10162" y="795"/>
                  </a:cubicBezTo>
                  <a:cubicBezTo>
                    <a:pt x="10135" y="795"/>
                    <a:pt x="10105" y="765"/>
                    <a:pt x="10048" y="738"/>
                  </a:cubicBezTo>
                  <a:cubicBezTo>
                    <a:pt x="9734" y="536"/>
                    <a:pt x="9276" y="250"/>
                    <a:pt x="8674" y="108"/>
                  </a:cubicBezTo>
                  <a:cubicBezTo>
                    <a:pt x="8589" y="78"/>
                    <a:pt x="8502" y="51"/>
                    <a:pt x="8445" y="51"/>
                  </a:cubicBezTo>
                  <a:cubicBezTo>
                    <a:pt x="8233" y="16"/>
                    <a:pt x="8029" y="0"/>
                    <a:pt x="7835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9"/>
            <p:cNvSpPr/>
            <p:nvPr/>
          </p:nvSpPr>
          <p:spPr>
            <a:xfrm>
              <a:off x="6898930" y="991527"/>
              <a:ext cx="145921" cy="128000"/>
            </a:xfrm>
            <a:custGeom>
              <a:avLst/>
              <a:gdLst/>
              <a:ahLst/>
              <a:cxnLst/>
              <a:rect l="l" t="t" r="r" b="b"/>
              <a:pathLst>
                <a:path w="7214" h="6328" extrusionOk="0">
                  <a:moveTo>
                    <a:pt x="3990" y="1"/>
                  </a:moveTo>
                  <a:cubicBezTo>
                    <a:pt x="3840" y="1"/>
                    <a:pt x="3684" y="10"/>
                    <a:pt x="3520" y="29"/>
                  </a:cubicBezTo>
                  <a:cubicBezTo>
                    <a:pt x="3405" y="29"/>
                    <a:pt x="3321" y="57"/>
                    <a:pt x="3206" y="57"/>
                  </a:cubicBezTo>
                  <a:cubicBezTo>
                    <a:pt x="1344" y="286"/>
                    <a:pt x="0" y="1804"/>
                    <a:pt x="85" y="3492"/>
                  </a:cubicBezTo>
                  <a:cubicBezTo>
                    <a:pt x="172" y="4896"/>
                    <a:pt x="1344" y="6327"/>
                    <a:pt x="3435" y="6327"/>
                  </a:cubicBezTo>
                  <a:cubicBezTo>
                    <a:pt x="4809" y="6327"/>
                    <a:pt x="6096" y="5553"/>
                    <a:pt x="6699" y="4323"/>
                  </a:cubicBezTo>
                  <a:cubicBezTo>
                    <a:pt x="7214" y="3263"/>
                    <a:pt x="7127" y="2061"/>
                    <a:pt x="6440" y="1174"/>
                  </a:cubicBezTo>
                  <a:cubicBezTo>
                    <a:pt x="6157" y="786"/>
                    <a:pt x="5382" y="1"/>
                    <a:pt x="399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9"/>
            <p:cNvSpPr/>
            <p:nvPr/>
          </p:nvSpPr>
          <p:spPr>
            <a:xfrm>
              <a:off x="6534093" y="879820"/>
              <a:ext cx="298194" cy="167281"/>
            </a:xfrm>
            <a:custGeom>
              <a:avLst/>
              <a:gdLst/>
              <a:ahLst/>
              <a:cxnLst/>
              <a:rect l="l" t="t" r="r" b="b"/>
              <a:pathLst>
                <a:path w="14742" h="8270" extrusionOk="0">
                  <a:moveTo>
                    <a:pt x="8513" y="0"/>
                  </a:moveTo>
                  <a:cubicBezTo>
                    <a:pt x="7322" y="0"/>
                    <a:pt x="6541" y="294"/>
                    <a:pt x="5382" y="1113"/>
                  </a:cubicBezTo>
                  <a:cubicBezTo>
                    <a:pt x="5295" y="1170"/>
                    <a:pt x="4951" y="1200"/>
                    <a:pt x="4695" y="1228"/>
                  </a:cubicBezTo>
                  <a:cubicBezTo>
                    <a:pt x="3951" y="1315"/>
                    <a:pt x="2948" y="1457"/>
                    <a:pt x="1947" y="2144"/>
                  </a:cubicBezTo>
                  <a:cubicBezTo>
                    <a:pt x="142" y="3346"/>
                    <a:pt x="0" y="5036"/>
                    <a:pt x="401" y="6124"/>
                  </a:cubicBezTo>
                  <a:cubicBezTo>
                    <a:pt x="916" y="7441"/>
                    <a:pt x="2318" y="8270"/>
                    <a:pt x="3921" y="8270"/>
                  </a:cubicBezTo>
                  <a:cubicBezTo>
                    <a:pt x="4180" y="8270"/>
                    <a:pt x="4466" y="8242"/>
                    <a:pt x="4722" y="8185"/>
                  </a:cubicBezTo>
                  <a:cubicBezTo>
                    <a:pt x="5467" y="8070"/>
                    <a:pt x="6126" y="7784"/>
                    <a:pt x="6669" y="7555"/>
                  </a:cubicBezTo>
                  <a:cubicBezTo>
                    <a:pt x="6898" y="7441"/>
                    <a:pt x="7271" y="7269"/>
                    <a:pt x="7386" y="7269"/>
                  </a:cubicBezTo>
                  <a:cubicBezTo>
                    <a:pt x="8959" y="7010"/>
                    <a:pt x="10276" y="6667"/>
                    <a:pt x="11508" y="6323"/>
                  </a:cubicBezTo>
                  <a:cubicBezTo>
                    <a:pt x="11593" y="6296"/>
                    <a:pt x="11707" y="6266"/>
                    <a:pt x="11794" y="6266"/>
                  </a:cubicBezTo>
                  <a:cubicBezTo>
                    <a:pt x="12539" y="6094"/>
                    <a:pt x="14227" y="5723"/>
                    <a:pt x="14600" y="3918"/>
                  </a:cubicBezTo>
                  <a:cubicBezTo>
                    <a:pt x="14742" y="3261"/>
                    <a:pt x="14714" y="1972"/>
                    <a:pt x="13139" y="857"/>
                  </a:cubicBezTo>
                  <a:cubicBezTo>
                    <a:pt x="13081" y="827"/>
                    <a:pt x="12997" y="770"/>
                    <a:pt x="12939" y="742"/>
                  </a:cubicBezTo>
                  <a:cubicBezTo>
                    <a:pt x="12191" y="315"/>
                    <a:pt x="11476" y="238"/>
                    <a:pt x="10935" y="238"/>
                  </a:cubicBezTo>
                  <a:cubicBezTo>
                    <a:pt x="10751" y="238"/>
                    <a:pt x="10586" y="247"/>
                    <a:pt x="10448" y="254"/>
                  </a:cubicBezTo>
                  <a:lnTo>
                    <a:pt x="10391" y="254"/>
                  </a:lnTo>
                  <a:cubicBezTo>
                    <a:pt x="10134" y="112"/>
                    <a:pt x="9818" y="55"/>
                    <a:pt x="9532" y="55"/>
                  </a:cubicBezTo>
                  <a:cubicBezTo>
                    <a:pt x="9156" y="20"/>
                    <a:pt x="8820" y="0"/>
                    <a:pt x="851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9"/>
            <p:cNvSpPr/>
            <p:nvPr/>
          </p:nvSpPr>
          <p:spPr>
            <a:xfrm>
              <a:off x="6599495" y="2209924"/>
              <a:ext cx="321981" cy="194042"/>
            </a:xfrm>
            <a:custGeom>
              <a:avLst/>
              <a:gdLst/>
              <a:ahLst/>
              <a:cxnLst/>
              <a:rect l="l" t="t" r="r" b="b"/>
              <a:pathLst>
                <a:path w="15918" h="9593" extrusionOk="0">
                  <a:moveTo>
                    <a:pt x="5470" y="1"/>
                  </a:moveTo>
                  <a:cubicBezTo>
                    <a:pt x="4496" y="1"/>
                    <a:pt x="3608" y="115"/>
                    <a:pt x="2864" y="374"/>
                  </a:cubicBezTo>
                  <a:cubicBezTo>
                    <a:pt x="1061" y="974"/>
                    <a:pt x="1" y="2348"/>
                    <a:pt x="230" y="3894"/>
                  </a:cubicBezTo>
                  <a:cubicBezTo>
                    <a:pt x="287" y="4267"/>
                    <a:pt x="688" y="6271"/>
                    <a:pt x="3436" y="6386"/>
                  </a:cubicBezTo>
                  <a:cubicBezTo>
                    <a:pt x="3752" y="6413"/>
                    <a:pt x="4038" y="6413"/>
                    <a:pt x="4295" y="6413"/>
                  </a:cubicBezTo>
                  <a:lnTo>
                    <a:pt x="4611" y="6413"/>
                  </a:lnTo>
                  <a:cubicBezTo>
                    <a:pt x="5012" y="6413"/>
                    <a:pt x="5126" y="6413"/>
                    <a:pt x="5612" y="6615"/>
                  </a:cubicBezTo>
                  <a:cubicBezTo>
                    <a:pt x="5641" y="6642"/>
                    <a:pt x="5669" y="6642"/>
                    <a:pt x="5699" y="6672"/>
                  </a:cubicBezTo>
                  <a:cubicBezTo>
                    <a:pt x="5928" y="6729"/>
                    <a:pt x="6099" y="6814"/>
                    <a:pt x="6299" y="6871"/>
                  </a:cubicBezTo>
                  <a:cubicBezTo>
                    <a:pt x="6558" y="6986"/>
                    <a:pt x="6901" y="7100"/>
                    <a:pt x="6958" y="7158"/>
                  </a:cubicBezTo>
                  <a:cubicBezTo>
                    <a:pt x="6958" y="7158"/>
                    <a:pt x="7043" y="7245"/>
                    <a:pt x="7272" y="7588"/>
                  </a:cubicBezTo>
                  <a:lnTo>
                    <a:pt x="7329" y="7645"/>
                  </a:lnTo>
                  <a:cubicBezTo>
                    <a:pt x="7616" y="8074"/>
                    <a:pt x="8504" y="9391"/>
                    <a:pt x="10306" y="9391"/>
                  </a:cubicBezTo>
                  <a:cubicBezTo>
                    <a:pt x="10478" y="9391"/>
                    <a:pt x="10650" y="9391"/>
                    <a:pt x="10822" y="9363"/>
                  </a:cubicBezTo>
                  <a:cubicBezTo>
                    <a:pt x="10880" y="9363"/>
                    <a:pt x="10950" y="9350"/>
                    <a:pt x="11032" y="9350"/>
                  </a:cubicBezTo>
                  <a:cubicBezTo>
                    <a:pt x="11074" y="9350"/>
                    <a:pt x="11118" y="9353"/>
                    <a:pt x="11165" y="9363"/>
                  </a:cubicBezTo>
                  <a:cubicBezTo>
                    <a:pt x="11195" y="9363"/>
                    <a:pt x="11223" y="9363"/>
                    <a:pt x="11280" y="9391"/>
                  </a:cubicBezTo>
                  <a:cubicBezTo>
                    <a:pt x="11653" y="9478"/>
                    <a:pt x="12196" y="9592"/>
                    <a:pt x="12768" y="9592"/>
                  </a:cubicBezTo>
                  <a:cubicBezTo>
                    <a:pt x="13799" y="9592"/>
                    <a:pt x="14687" y="9161"/>
                    <a:pt x="15230" y="8360"/>
                  </a:cubicBezTo>
                  <a:cubicBezTo>
                    <a:pt x="15517" y="7932"/>
                    <a:pt x="15917" y="7016"/>
                    <a:pt x="15489" y="5784"/>
                  </a:cubicBezTo>
                  <a:cubicBezTo>
                    <a:pt x="15345" y="5241"/>
                    <a:pt x="15031" y="4753"/>
                    <a:pt x="14543" y="4325"/>
                  </a:cubicBezTo>
                  <a:lnTo>
                    <a:pt x="14458" y="4238"/>
                  </a:lnTo>
                  <a:cubicBezTo>
                    <a:pt x="12654" y="2692"/>
                    <a:pt x="10222" y="603"/>
                    <a:pt x="7130" y="115"/>
                  </a:cubicBezTo>
                  <a:cubicBezTo>
                    <a:pt x="6615" y="58"/>
                    <a:pt x="6042" y="1"/>
                    <a:pt x="5470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9"/>
            <p:cNvSpPr/>
            <p:nvPr/>
          </p:nvSpPr>
          <p:spPr>
            <a:xfrm>
              <a:off x="6809132" y="2302170"/>
              <a:ext cx="234558" cy="150998"/>
            </a:xfrm>
            <a:custGeom>
              <a:avLst/>
              <a:gdLst/>
              <a:ahLst/>
              <a:cxnLst/>
              <a:rect l="l" t="t" r="r" b="b"/>
              <a:pathLst>
                <a:path w="11596" h="7465" extrusionOk="0">
                  <a:moveTo>
                    <a:pt x="4871" y="1"/>
                  </a:moveTo>
                  <a:cubicBezTo>
                    <a:pt x="4188" y="1"/>
                    <a:pt x="3399" y="168"/>
                    <a:pt x="2692" y="795"/>
                  </a:cubicBezTo>
                  <a:lnTo>
                    <a:pt x="2550" y="937"/>
                  </a:lnTo>
                  <a:cubicBezTo>
                    <a:pt x="2234" y="1253"/>
                    <a:pt x="2034" y="1624"/>
                    <a:pt x="1920" y="1940"/>
                  </a:cubicBezTo>
                  <a:cubicBezTo>
                    <a:pt x="1748" y="2055"/>
                    <a:pt x="1547" y="2197"/>
                    <a:pt x="1375" y="2398"/>
                  </a:cubicBezTo>
                  <a:cubicBezTo>
                    <a:pt x="1" y="3830"/>
                    <a:pt x="489" y="5261"/>
                    <a:pt x="688" y="5662"/>
                  </a:cubicBezTo>
                  <a:cubicBezTo>
                    <a:pt x="1375" y="7208"/>
                    <a:pt x="2978" y="7464"/>
                    <a:pt x="4439" y="7464"/>
                  </a:cubicBezTo>
                  <a:cubicBezTo>
                    <a:pt x="4810" y="7464"/>
                    <a:pt x="5183" y="7437"/>
                    <a:pt x="5527" y="7437"/>
                  </a:cubicBezTo>
                  <a:cubicBezTo>
                    <a:pt x="5699" y="7407"/>
                    <a:pt x="5841" y="7407"/>
                    <a:pt x="5955" y="7407"/>
                  </a:cubicBezTo>
                  <a:cubicBezTo>
                    <a:pt x="6557" y="7407"/>
                    <a:pt x="9592" y="7322"/>
                    <a:pt x="10879" y="5460"/>
                  </a:cubicBezTo>
                  <a:cubicBezTo>
                    <a:pt x="11481" y="4601"/>
                    <a:pt x="11596" y="3543"/>
                    <a:pt x="11252" y="2570"/>
                  </a:cubicBezTo>
                  <a:cubicBezTo>
                    <a:pt x="10478" y="452"/>
                    <a:pt x="8160" y="365"/>
                    <a:pt x="7157" y="337"/>
                  </a:cubicBezTo>
                  <a:lnTo>
                    <a:pt x="6844" y="337"/>
                  </a:lnTo>
                  <a:cubicBezTo>
                    <a:pt x="6699" y="280"/>
                    <a:pt x="6557" y="223"/>
                    <a:pt x="6386" y="223"/>
                  </a:cubicBezTo>
                  <a:cubicBezTo>
                    <a:pt x="6328" y="193"/>
                    <a:pt x="6271" y="193"/>
                    <a:pt x="6184" y="166"/>
                  </a:cubicBezTo>
                  <a:cubicBezTo>
                    <a:pt x="5871" y="102"/>
                    <a:pt x="5403" y="1"/>
                    <a:pt x="4871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9"/>
            <p:cNvSpPr/>
            <p:nvPr/>
          </p:nvSpPr>
          <p:spPr>
            <a:xfrm>
              <a:off x="7305440" y="1456965"/>
              <a:ext cx="244389" cy="213845"/>
            </a:xfrm>
            <a:custGeom>
              <a:avLst/>
              <a:gdLst/>
              <a:ahLst/>
              <a:cxnLst/>
              <a:rect l="l" t="t" r="r" b="b"/>
              <a:pathLst>
                <a:path w="12082" h="10572" extrusionOk="0">
                  <a:moveTo>
                    <a:pt x="7083" y="1"/>
                  </a:moveTo>
                  <a:cubicBezTo>
                    <a:pt x="6814" y="1"/>
                    <a:pt x="6528" y="56"/>
                    <a:pt x="6242" y="152"/>
                  </a:cubicBezTo>
                  <a:cubicBezTo>
                    <a:pt x="4952" y="667"/>
                    <a:pt x="4352" y="1640"/>
                    <a:pt x="4009" y="2240"/>
                  </a:cubicBezTo>
                  <a:cubicBezTo>
                    <a:pt x="3951" y="2355"/>
                    <a:pt x="3837" y="2499"/>
                    <a:pt x="3837" y="2526"/>
                  </a:cubicBezTo>
                  <a:cubicBezTo>
                    <a:pt x="3665" y="2728"/>
                    <a:pt x="3264" y="2957"/>
                    <a:pt x="2891" y="3214"/>
                  </a:cubicBezTo>
                  <a:cubicBezTo>
                    <a:pt x="2577" y="3415"/>
                    <a:pt x="2204" y="3644"/>
                    <a:pt x="1861" y="3930"/>
                  </a:cubicBezTo>
                  <a:cubicBezTo>
                    <a:pt x="1833" y="3930"/>
                    <a:pt x="1803" y="3958"/>
                    <a:pt x="1803" y="3988"/>
                  </a:cubicBezTo>
                  <a:cubicBezTo>
                    <a:pt x="1" y="5476"/>
                    <a:pt x="28" y="6850"/>
                    <a:pt x="402" y="7737"/>
                  </a:cubicBezTo>
                  <a:cubicBezTo>
                    <a:pt x="1010" y="9279"/>
                    <a:pt x="2441" y="9568"/>
                    <a:pt x="3896" y="9568"/>
                  </a:cubicBezTo>
                  <a:cubicBezTo>
                    <a:pt x="4360" y="9568"/>
                    <a:pt x="4826" y="9539"/>
                    <a:pt x="5268" y="9511"/>
                  </a:cubicBezTo>
                  <a:cubicBezTo>
                    <a:pt x="5497" y="9511"/>
                    <a:pt x="5784" y="9484"/>
                    <a:pt x="6013" y="9484"/>
                  </a:cubicBezTo>
                  <a:cubicBezTo>
                    <a:pt x="6413" y="9855"/>
                    <a:pt x="7272" y="10572"/>
                    <a:pt x="8502" y="10572"/>
                  </a:cubicBezTo>
                  <a:cubicBezTo>
                    <a:pt x="8704" y="10572"/>
                    <a:pt x="8903" y="10572"/>
                    <a:pt x="9104" y="10542"/>
                  </a:cubicBezTo>
                  <a:cubicBezTo>
                    <a:pt x="9132" y="10514"/>
                    <a:pt x="9189" y="10514"/>
                    <a:pt x="9219" y="10514"/>
                  </a:cubicBezTo>
                  <a:cubicBezTo>
                    <a:pt x="10391" y="10256"/>
                    <a:pt x="11193" y="9656"/>
                    <a:pt x="11594" y="8797"/>
                  </a:cubicBezTo>
                  <a:cubicBezTo>
                    <a:pt x="12081" y="7679"/>
                    <a:pt x="11708" y="6706"/>
                    <a:pt x="11452" y="6191"/>
                  </a:cubicBezTo>
                  <a:cubicBezTo>
                    <a:pt x="11795" y="5476"/>
                    <a:pt x="11795" y="4817"/>
                    <a:pt x="11681" y="4301"/>
                  </a:cubicBezTo>
                  <a:cubicBezTo>
                    <a:pt x="11422" y="3129"/>
                    <a:pt x="10765" y="2499"/>
                    <a:pt x="10249" y="2183"/>
                  </a:cubicBezTo>
                  <a:cubicBezTo>
                    <a:pt x="10220" y="2011"/>
                    <a:pt x="10135" y="1812"/>
                    <a:pt x="10020" y="1610"/>
                  </a:cubicBezTo>
                  <a:cubicBezTo>
                    <a:pt x="9791" y="1152"/>
                    <a:pt x="9189" y="323"/>
                    <a:pt x="7872" y="65"/>
                  </a:cubicBezTo>
                  <a:cubicBezTo>
                    <a:pt x="7673" y="7"/>
                    <a:pt x="7444" y="7"/>
                    <a:pt x="7242" y="7"/>
                  </a:cubicBezTo>
                  <a:cubicBezTo>
                    <a:pt x="7190" y="3"/>
                    <a:pt x="7137" y="1"/>
                    <a:pt x="7083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9"/>
            <p:cNvSpPr/>
            <p:nvPr/>
          </p:nvSpPr>
          <p:spPr>
            <a:xfrm>
              <a:off x="6644121" y="1514599"/>
              <a:ext cx="335251" cy="302138"/>
            </a:xfrm>
            <a:custGeom>
              <a:avLst/>
              <a:gdLst/>
              <a:ahLst/>
              <a:cxnLst/>
              <a:rect l="l" t="t" r="r" b="b"/>
              <a:pathLst>
                <a:path w="16574" h="14937" extrusionOk="0">
                  <a:moveTo>
                    <a:pt x="8756" y="1"/>
                  </a:moveTo>
                  <a:cubicBezTo>
                    <a:pt x="7947" y="1"/>
                    <a:pt x="6983" y="240"/>
                    <a:pt x="5840" y="852"/>
                  </a:cubicBezTo>
                  <a:cubicBezTo>
                    <a:pt x="5840" y="852"/>
                    <a:pt x="5810" y="852"/>
                    <a:pt x="5810" y="880"/>
                  </a:cubicBezTo>
                  <a:cubicBezTo>
                    <a:pt x="5554" y="994"/>
                    <a:pt x="5238" y="1081"/>
                    <a:pt x="4810" y="1166"/>
                  </a:cubicBezTo>
                  <a:cubicBezTo>
                    <a:pt x="4264" y="1310"/>
                    <a:pt x="3550" y="1452"/>
                    <a:pt x="2833" y="1826"/>
                  </a:cubicBezTo>
                  <a:cubicBezTo>
                    <a:pt x="2776" y="1853"/>
                    <a:pt x="2748" y="1853"/>
                    <a:pt x="2719" y="1883"/>
                  </a:cubicBezTo>
                  <a:cubicBezTo>
                    <a:pt x="0" y="3399"/>
                    <a:pt x="229" y="5204"/>
                    <a:pt x="458" y="5891"/>
                  </a:cubicBezTo>
                  <a:cubicBezTo>
                    <a:pt x="829" y="7063"/>
                    <a:pt x="1745" y="7551"/>
                    <a:pt x="2634" y="7723"/>
                  </a:cubicBezTo>
                  <a:cubicBezTo>
                    <a:pt x="1947" y="8582"/>
                    <a:pt x="887" y="10127"/>
                    <a:pt x="1661" y="11930"/>
                  </a:cubicBezTo>
                  <a:cubicBezTo>
                    <a:pt x="2348" y="13677"/>
                    <a:pt x="3664" y="13963"/>
                    <a:pt x="4207" y="14021"/>
                  </a:cubicBezTo>
                  <a:cubicBezTo>
                    <a:pt x="4295" y="14028"/>
                    <a:pt x="4381" y="14032"/>
                    <a:pt x="4466" y="14032"/>
                  </a:cubicBezTo>
                  <a:cubicBezTo>
                    <a:pt x="5313" y="14032"/>
                    <a:pt x="5974" y="13658"/>
                    <a:pt x="6470" y="13189"/>
                  </a:cubicBezTo>
                  <a:cubicBezTo>
                    <a:pt x="6955" y="13963"/>
                    <a:pt x="7787" y="14563"/>
                    <a:pt x="9017" y="14850"/>
                  </a:cubicBezTo>
                  <a:cubicBezTo>
                    <a:pt x="9303" y="14907"/>
                    <a:pt x="9646" y="14937"/>
                    <a:pt x="9990" y="14937"/>
                  </a:cubicBezTo>
                  <a:cubicBezTo>
                    <a:pt x="11765" y="14937"/>
                    <a:pt x="14199" y="14135"/>
                    <a:pt x="15257" y="12502"/>
                  </a:cubicBezTo>
                  <a:cubicBezTo>
                    <a:pt x="16574" y="11101"/>
                    <a:pt x="16146" y="9811"/>
                    <a:pt x="15887" y="9269"/>
                  </a:cubicBezTo>
                  <a:cubicBezTo>
                    <a:pt x="15830" y="9182"/>
                    <a:pt x="15772" y="9067"/>
                    <a:pt x="15715" y="8982"/>
                  </a:cubicBezTo>
                  <a:cubicBezTo>
                    <a:pt x="15745" y="8953"/>
                    <a:pt x="15772" y="8895"/>
                    <a:pt x="15802" y="8838"/>
                  </a:cubicBezTo>
                  <a:cubicBezTo>
                    <a:pt x="16288" y="8123"/>
                    <a:pt x="16432" y="7207"/>
                    <a:pt x="16203" y="6147"/>
                  </a:cubicBezTo>
                  <a:cubicBezTo>
                    <a:pt x="15944" y="4975"/>
                    <a:pt x="15115" y="3543"/>
                    <a:pt x="12795" y="3486"/>
                  </a:cubicBezTo>
                  <a:cubicBezTo>
                    <a:pt x="12711" y="2941"/>
                    <a:pt x="12509" y="2341"/>
                    <a:pt x="11966" y="1768"/>
                  </a:cubicBezTo>
                  <a:cubicBezTo>
                    <a:pt x="11909" y="1711"/>
                    <a:pt x="11879" y="1654"/>
                    <a:pt x="11822" y="1624"/>
                  </a:cubicBezTo>
                  <a:cubicBezTo>
                    <a:pt x="11227" y="825"/>
                    <a:pt x="10257" y="1"/>
                    <a:pt x="8756" y="1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9"/>
            <p:cNvSpPr/>
            <p:nvPr/>
          </p:nvSpPr>
          <p:spPr>
            <a:xfrm>
              <a:off x="5553090" y="1000853"/>
              <a:ext cx="2184186" cy="3379044"/>
            </a:xfrm>
            <a:custGeom>
              <a:avLst/>
              <a:gdLst/>
              <a:ahLst/>
              <a:cxnLst/>
              <a:rect l="l" t="t" r="r" b="b"/>
              <a:pathLst>
                <a:path w="107981" h="167052" extrusionOk="0">
                  <a:moveTo>
                    <a:pt x="75507" y="1"/>
                  </a:moveTo>
                  <a:cubicBezTo>
                    <a:pt x="75053" y="1"/>
                    <a:pt x="74488" y="549"/>
                    <a:pt x="74144" y="913"/>
                  </a:cubicBezTo>
                  <a:cubicBezTo>
                    <a:pt x="73999" y="1000"/>
                    <a:pt x="74057" y="1428"/>
                    <a:pt x="73942" y="1572"/>
                  </a:cubicBezTo>
                  <a:cubicBezTo>
                    <a:pt x="73815" y="1678"/>
                    <a:pt x="73689" y="1705"/>
                    <a:pt x="73562" y="1705"/>
                  </a:cubicBezTo>
                  <a:cubicBezTo>
                    <a:pt x="73422" y="1705"/>
                    <a:pt x="73283" y="1672"/>
                    <a:pt x="73143" y="1672"/>
                  </a:cubicBezTo>
                  <a:cubicBezTo>
                    <a:pt x="73066" y="1672"/>
                    <a:pt x="72989" y="1682"/>
                    <a:pt x="72912" y="1714"/>
                  </a:cubicBezTo>
                  <a:cubicBezTo>
                    <a:pt x="72282" y="2087"/>
                    <a:pt x="72426" y="2287"/>
                    <a:pt x="72140" y="2946"/>
                  </a:cubicBezTo>
                  <a:cubicBezTo>
                    <a:pt x="71538" y="4462"/>
                    <a:pt x="71109" y="3947"/>
                    <a:pt x="69763" y="4233"/>
                  </a:cubicBezTo>
                  <a:cubicBezTo>
                    <a:pt x="69076" y="4405"/>
                    <a:pt x="68991" y="4607"/>
                    <a:pt x="68189" y="4607"/>
                  </a:cubicBezTo>
                  <a:cubicBezTo>
                    <a:pt x="67491" y="4558"/>
                    <a:pt x="66754" y="4287"/>
                    <a:pt x="66043" y="4287"/>
                  </a:cubicBezTo>
                  <a:cubicBezTo>
                    <a:pt x="65908" y="4287"/>
                    <a:pt x="65773" y="4297"/>
                    <a:pt x="65640" y="4320"/>
                  </a:cubicBezTo>
                  <a:cubicBezTo>
                    <a:pt x="65122" y="4437"/>
                    <a:pt x="64896" y="4806"/>
                    <a:pt x="64417" y="4806"/>
                  </a:cubicBezTo>
                  <a:cubicBezTo>
                    <a:pt x="64314" y="4806"/>
                    <a:pt x="64199" y="4789"/>
                    <a:pt x="64067" y="4749"/>
                  </a:cubicBezTo>
                  <a:cubicBezTo>
                    <a:pt x="63666" y="4607"/>
                    <a:pt x="63323" y="4176"/>
                    <a:pt x="62835" y="3947"/>
                  </a:cubicBezTo>
                  <a:cubicBezTo>
                    <a:pt x="62525" y="3822"/>
                    <a:pt x="62211" y="3770"/>
                    <a:pt x="61895" y="3770"/>
                  </a:cubicBezTo>
                  <a:cubicBezTo>
                    <a:pt x="60277" y="3770"/>
                    <a:pt x="58590" y="5136"/>
                    <a:pt x="56877" y="5136"/>
                  </a:cubicBezTo>
                  <a:cubicBezTo>
                    <a:pt x="56394" y="5136"/>
                    <a:pt x="55908" y="5028"/>
                    <a:pt x="55422" y="4749"/>
                  </a:cubicBezTo>
                  <a:cubicBezTo>
                    <a:pt x="54533" y="4176"/>
                    <a:pt x="54533" y="3317"/>
                    <a:pt x="53388" y="2946"/>
                  </a:cubicBezTo>
                  <a:cubicBezTo>
                    <a:pt x="52816" y="2717"/>
                    <a:pt x="52129" y="2573"/>
                    <a:pt x="51529" y="2516"/>
                  </a:cubicBezTo>
                  <a:cubicBezTo>
                    <a:pt x="51329" y="2484"/>
                    <a:pt x="51112" y="2474"/>
                    <a:pt x="50886" y="2474"/>
                  </a:cubicBezTo>
                  <a:cubicBezTo>
                    <a:pt x="50478" y="2474"/>
                    <a:pt x="50041" y="2507"/>
                    <a:pt x="49625" y="2507"/>
                  </a:cubicBezTo>
                  <a:cubicBezTo>
                    <a:pt x="49247" y="2507"/>
                    <a:pt x="48886" y="2479"/>
                    <a:pt x="48579" y="2374"/>
                  </a:cubicBezTo>
                  <a:cubicBezTo>
                    <a:pt x="47750" y="2087"/>
                    <a:pt x="47693" y="1428"/>
                    <a:pt x="46605" y="1343"/>
                  </a:cubicBezTo>
                  <a:cubicBezTo>
                    <a:pt x="46304" y="1325"/>
                    <a:pt x="45992" y="1313"/>
                    <a:pt x="45679" y="1313"/>
                  </a:cubicBezTo>
                  <a:cubicBezTo>
                    <a:pt x="44978" y="1313"/>
                    <a:pt x="44269" y="1374"/>
                    <a:pt x="43655" y="1572"/>
                  </a:cubicBezTo>
                  <a:cubicBezTo>
                    <a:pt x="42338" y="2087"/>
                    <a:pt x="41795" y="2516"/>
                    <a:pt x="40421" y="2660"/>
                  </a:cubicBezTo>
                  <a:cubicBezTo>
                    <a:pt x="39541" y="2757"/>
                    <a:pt x="39062" y="2988"/>
                    <a:pt x="38455" y="2988"/>
                  </a:cubicBezTo>
                  <a:cubicBezTo>
                    <a:pt x="38172" y="2988"/>
                    <a:pt x="37862" y="2939"/>
                    <a:pt x="37472" y="2802"/>
                  </a:cubicBezTo>
                  <a:cubicBezTo>
                    <a:pt x="37128" y="2660"/>
                    <a:pt x="36185" y="2516"/>
                    <a:pt x="35841" y="2287"/>
                  </a:cubicBezTo>
                  <a:cubicBezTo>
                    <a:pt x="35411" y="1916"/>
                    <a:pt x="35841" y="1572"/>
                    <a:pt x="35154" y="1286"/>
                  </a:cubicBezTo>
                  <a:cubicBezTo>
                    <a:pt x="34896" y="1190"/>
                    <a:pt x="34559" y="1159"/>
                    <a:pt x="34195" y="1159"/>
                  </a:cubicBezTo>
                  <a:cubicBezTo>
                    <a:pt x="33467" y="1159"/>
                    <a:pt x="32634" y="1286"/>
                    <a:pt x="32120" y="1286"/>
                  </a:cubicBezTo>
                  <a:cubicBezTo>
                    <a:pt x="31812" y="1286"/>
                    <a:pt x="31500" y="1289"/>
                    <a:pt x="31188" y="1289"/>
                  </a:cubicBezTo>
                  <a:cubicBezTo>
                    <a:pt x="30251" y="1289"/>
                    <a:pt x="29307" y="1257"/>
                    <a:pt x="28426" y="1000"/>
                  </a:cubicBezTo>
                  <a:cubicBezTo>
                    <a:pt x="27574" y="663"/>
                    <a:pt x="26932" y="328"/>
                    <a:pt x="25993" y="328"/>
                  </a:cubicBezTo>
                  <a:cubicBezTo>
                    <a:pt x="25892" y="328"/>
                    <a:pt x="25787" y="332"/>
                    <a:pt x="25677" y="340"/>
                  </a:cubicBezTo>
                  <a:lnTo>
                    <a:pt x="25765" y="397"/>
                  </a:lnTo>
                  <a:cubicBezTo>
                    <a:pt x="24590" y="542"/>
                    <a:pt x="23646" y="913"/>
                    <a:pt x="22471" y="1000"/>
                  </a:cubicBezTo>
                  <a:cubicBezTo>
                    <a:pt x="21299" y="1000"/>
                    <a:pt x="20353" y="1000"/>
                    <a:pt x="19238" y="1428"/>
                  </a:cubicBezTo>
                  <a:cubicBezTo>
                    <a:pt x="18150" y="1858"/>
                    <a:pt x="16918" y="2287"/>
                    <a:pt x="15745" y="2660"/>
                  </a:cubicBezTo>
                  <a:cubicBezTo>
                    <a:pt x="15143" y="2859"/>
                    <a:pt x="12395" y="3004"/>
                    <a:pt x="12195" y="3462"/>
                  </a:cubicBezTo>
                  <a:cubicBezTo>
                    <a:pt x="11708" y="4320"/>
                    <a:pt x="13570" y="4749"/>
                    <a:pt x="13570" y="5408"/>
                  </a:cubicBezTo>
                  <a:cubicBezTo>
                    <a:pt x="13570" y="5935"/>
                    <a:pt x="11995" y="6655"/>
                    <a:pt x="11364" y="6655"/>
                  </a:cubicBezTo>
                  <a:cubicBezTo>
                    <a:pt x="11309" y="6655"/>
                    <a:pt x="11261" y="6650"/>
                    <a:pt x="11222" y="6638"/>
                  </a:cubicBezTo>
                  <a:cubicBezTo>
                    <a:pt x="10879" y="6553"/>
                    <a:pt x="10563" y="5981"/>
                    <a:pt x="9933" y="5836"/>
                  </a:cubicBezTo>
                  <a:cubicBezTo>
                    <a:pt x="9833" y="5828"/>
                    <a:pt x="9742" y="5824"/>
                    <a:pt x="9657" y="5824"/>
                  </a:cubicBezTo>
                  <a:cubicBezTo>
                    <a:pt x="9157" y="5824"/>
                    <a:pt x="8881" y="5965"/>
                    <a:pt x="8417" y="6210"/>
                  </a:cubicBezTo>
                  <a:cubicBezTo>
                    <a:pt x="7959" y="6409"/>
                    <a:pt x="6841" y="7153"/>
                    <a:pt x="6699" y="7726"/>
                  </a:cubicBezTo>
                  <a:cubicBezTo>
                    <a:pt x="7284" y="7970"/>
                    <a:pt x="7869" y="8011"/>
                    <a:pt x="8470" y="8011"/>
                  </a:cubicBezTo>
                  <a:cubicBezTo>
                    <a:pt x="8770" y="8011"/>
                    <a:pt x="9074" y="8001"/>
                    <a:pt x="9383" y="8001"/>
                  </a:cubicBezTo>
                  <a:cubicBezTo>
                    <a:pt x="9546" y="8001"/>
                    <a:pt x="9710" y="8004"/>
                    <a:pt x="9876" y="8012"/>
                  </a:cubicBezTo>
                  <a:cubicBezTo>
                    <a:pt x="12195" y="8241"/>
                    <a:pt x="9646" y="9043"/>
                    <a:pt x="8760" y="9386"/>
                  </a:cubicBezTo>
                  <a:cubicBezTo>
                    <a:pt x="6784" y="10188"/>
                    <a:pt x="2062" y="10275"/>
                    <a:pt x="1574" y="13222"/>
                  </a:cubicBezTo>
                  <a:cubicBezTo>
                    <a:pt x="1427" y="13968"/>
                    <a:pt x="1561" y="14186"/>
                    <a:pt x="1818" y="14186"/>
                  </a:cubicBezTo>
                  <a:cubicBezTo>
                    <a:pt x="2181" y="14186"/>
                    <a:pt x="2790" y="13750"/>
                    <a:pt x="3198" y="13750"/>
                  </a:cubicBezTo>
                  <a:cubicBezTo>
                    <a:pt x="3289" y="13750"/>
                    <a:pt x="3370" y="13772"/>
                    <a:pt x="3436" y="13824"/>
                  </a:cubicBezTo>
                  <a:cubicBezTo>
                    <a:pt x="4036" y="14310"/>
                    <a:pt x="1574" y="15198"/>
                    <a:pt x="3436" y="15684"/>
                  </a:cubicBezTo>
                  <a:cubicBezTo>
                    <a:pt x="3454" y="15687"/>
                    <a:pt x="3475" y="15689"/>
                    <a:pt x="3499" y="15689"/>
                  </a:cubicBezTo>
                  <a:cubicBezTo>
                    <a:pt x="3841" y="15689"/>
                    <a:pt x="4741" y="15357"/>
                    <a:pt x="5217" y="15357"/>
                  </a:cubicBezTo>
                  <a:cubicBezTo>
                    <a:pt x="5547" y="15357"/>
                    <a:pt x="5673" y="15517"/>
                    <a:pt x="5268" y="16057"/>
                  </a:cubicBezTo>
                  <a:cubicBezTo>
                    <a:pt x="4867" y="16715"/>
                    <a:pt x="3092" y="16859"/>
                    <a:pt x="2405" y="17230"/>
                  </a:cubicBezTo>
                  <a:cubicBezTo>
                    <a:pt x="2062" y="17374"/>
                    <a:pt x="0" y="18318"/>
                    <a:pt x="0" y="18805"/>
                  </a:cubicBezTo>
                  <a:cubicBezTo>
                    <a:pt x="0" y="19147"/>
                    <a:pt x="221" y="19272"/>
                    <a:pt x="550" y="19272"/>
                  </a:cubicBezTo>
                  <a:cubicBezTo>
                    <a:pt x="1406" y="19272"/>
                    <a:pt x="2998" y="18422"/>
                    <a:pt x="3349" y="18318"/>
                  </a:cubicBezTo>
                  <a:cubicBezTo>
                    <a:pt x="4867" y="17947"/>
                    <a:pt x="5611" y="17718"/>
                    <a:pt x="6841" y="16715"/>
                  </a:cubicBezTo>
                  <a:cubicBezTo>
                    <a:pt x="8016" y="15684"/>
                    <a:pt x="9532" y="15485"/>
                    <a:pt x="10677" y="14596"/>
                  </a:cubicBezTo>
                  <a:cubicBezTo>
                    <a:pt x="11708" y="13882"/>
                    <a:pt x="12482" y="13080"/>
                    <a:pt x="13627" y="12737"/>
                  </a:cubicBezTo>
                  <a:cubicBezTo>
                    <a:pt x="13949" y="12611"/>
                    <a:pt x="14198" y="12554"/>
                    <a:pt x="14371" y="12554"/>
                  </a:cubicBezTo>
                  <a:cubicBezTo>
                    <a:pt x="14828" y="12554"/>
                    <a:pt x="14757" y="12949"/>
                    <a:pt x="14112" y="13508"/>
                  </a:cubicBezTo>
                  <a:cubicBezTo>
                    <a:pt x="13570" y="13966"/>
                    <a:pt x="11909" y="14596"/>
                    <a:pt x="13139" y="15054"/>
                  </a:cubicBezTo>
                  <a:cubicBezTo>
                    <a:pt x="13229" y="15081"/>
                    <a:pt x="13322" y="15093"/>
                    <a:pt x="13416" y="15093"/>
                  </a:cubicBezTo>
                  <a:cubicBezTo>
                    <a:pt x="14336" y="15093"/>
                    <a:pt x="15408" y="13924"/>
                    <a:pt x="16031" y="13508"/>
                  </a:cubicBezTo>
                  <a:cubicBezTo>
                    <a:pt x="16809" y="13033"/>
                    <a:pt x="17390" y="12575"/>
                    <a:pt x="18157" y="12575"/>
                  </a:cubicBezTo>
                  <a:cubicBezTo>
                    <a:pt x="18407" y="12575"/>
                    <a:pt x="18677" y="12624"/>
                    <a:pt x="18979" y="12737"/>
                  </a:cubicBezTo>
                  <a:cubicBezTo>
                    <a:pt x="20067" y="13080"/>
                    <a:pt x="21184" y="13366"/>
                    <a:pt x="22272" y="13737"/>
                  </a:cubicBezTo>
                  <a:cubicBezTo>
                    <a:pt x="24448" y="14539"/>
                    <a:pt x="25677" y="17058"/>
                    <a:pt x="25421" y="19550"/>
                  </a:cubicBezTo>
                  <a:cubicBezTo>
                    <a:pt x="25277" y="20550"/>
                    <a:pt x="24532" y="21554"/>
                    <a:pt x="24590" y="22584"/>
                  </a:cubicBezTo>
                  <a:cubicBezTo>
                    <a:pt x="24734" y="23585"/>
                    <a:pt x="25765" y="24329"/>
                    <a:pt x="26250" y="25188"/>
                  </a:cubicBezTo>
                  <a:cubicBezTo>
                    <a:pt x="26509" y="25619"/>
                    <a:pt x="27395" y="28023"/>
                    <a:pt x="26795" y="28367"/>
                  </a:cubicBezTo>
                  <a:cubicBezTo>
                    <a:pt x="26740" y="28393"/>
                    <a:pt x="26688" y="28405"/>
                    <a:pt x="26638" y="28405"/>
                  </a:cubicBezTo>
                  <a:cubicBezTo>
                    <a:pt x="25992" y="28405"/>
                    <a:pt x="25793" y="26313"/>
                    <a:pt x="25421" y="26047"/>
                  </a:cubicBezTo>
                  <a:cubicBezTo>
                    <a:pt x="25224" y="25931"/>
                    <a:pt x="25045" y="25881"/>
                    <a:pt x="24887" y="25881"/>
                  </a:cubicBezTo>
                  <a:cubicBezTo>
                    <a:pt x="24267" y="25881"/>
                    <a:pt x="23990" y="26661"/>
                    <a:pt x="24333" y="27279"/>
                  </a:cubicBezTo>
                  <a:cubicBezTo>
                    <a:pt x="24791" y="28367"/>
                    <a:pt x="25563" y="28165"/>
                    <a:pt x="25020" y="29597"/>
                  </a:cubicBezTo>
                  <a:cubicBezTo>
                    <a:pt x="24590" y="30542"/>
                    <a:pt x="23990" y="31630"/>
                    <a:pt x="23445" y="32516"/>
                  </a:cubicBezTo>
                  <a:cubicBezTo>
                    <a:pt x="22758" y="33749"/>
                    <a:pt x="21642" y="34092"/>
                    <a:pt x="20841" y="35123"/>
                  </a:cubicBezTo>
                  <a:cubicBezTo>
                    <a:pt x="19925" y="36123"/>
                    <a:pt x="20696" y="37355"/>
                    <a:pt x="20154" y="38443"/>
                  </a:cubicBezTo>
                  <a:cubicBezTo>
                    <a:pt x="19810" y="39245"/>
                    <a:pt x="18578" y="39387"/>
                    <a:pt x="18436" y="40417"/>
                  </a:cubicBezTo>
                  <a:cubicBezTo>
                    <a:pt x="18349" y="41047"/>
                    <a:pt x="18979" y="42279"/>
                    <a:pt x="19180" y="43024"/>
                  </a:cubicBezTo>
                  <a:cubicBezTo>
                    <a:pt x="19322" y="43738"/>
                    <a:pt x="19380" y="44455"/>
                    <a:pt x="19380" y="45199"/>
                  </a:cubicBezTo>
                  <a:lnTo>
                    <a:pt x="19322" y="44913"/>
                  </a:lnTo>
                  <a:lnTo>
                    <a:pt x="19322" y="44913"/>
                  </a:lnTo>
                  <a:cubicBezTo>
                    <a:pt x="19380" y="45543"/>
                    <a:pt x="19123" y="47001"/>
                    <a:pt x="19524" y="47432"/>
                  </a:cubicBezTo>
                  <a:cubicBezTo>
                    <a:pt x="19810" y="47718"/>
                    <a:pt x="20410" y="47661"/>
                    <a:pt x="20696" y="47803"/>
                  </a:cubicBezTo>
                  <a:cubicBezTo>
                    <a:pt x="21299" y="48234"/>
                    <a:pt x="21241" y="48463"/>
                    <a:pt x="21498" y="49035"/>
                  </a:cubicBezTo>
                  <a:cubicBezTo>
                    <a:pt x="21841" y="50036"/>
                    <a:pt x="22414" y="50924"/>
                    <a:pt x="22272" y="52012"/>
                  </a:cubicBezTo>
                  <a:cubicBezTo>
                    <a:pt x="22185" y="52356"/>
                    <a:pt x="21929" y="52956"/>
                    <a:pt x="21986" y="53299"/>
                  </a:cubicBezTo>
                  <a:cubicBezTo>
                    <a:pt x="22128" y="54044"/>
                    <a:pt x="22529" y="53815"/>
                    <a:pt x="22758" y="54330"/>
                  </a:cubicBezTo>
                  <a:cubicBezTo>
                    <a:pt x="23303" y="55562"/>
                    <a:pt x="22272" y="56192"/>
                    <a:pt x="22329" y="57135"/>
                  </a:cubicBezTo>
                  <a:cubicBezTo>
                    <a:pt x="22471" y="58081"/>
                    <a:pt x="23445" y="57937"/>
                    <a:pt x="23903" y="58367"/>
                  </a:cubicBezTo>
                  <a:cubicBezTo>
                    <a:pt x="24448" y="58825"/>
                    <a:pt x="24390" y="59112"/>
                    <a:pt x="24590" y="59826"/>
                  </a:cubicBezTo>
                  <a:cubicBezTo>
                    <a:pt x="24734" y="60486"/>
                    <a:pt x="25277" y="62231"/>
                    <a:pt x="26250" y="62288"/>
                  </a:cubicBezTo>
                  <a:cubicBezTo>
                    <a:pt x="27539" y="62288"/>
                    <a:pt x="26250" y="60543"/>
                    <a:pt x="26021" y="59971"/>
                  </a:cubicBezTo>
                  <a:cubicBezTo>
                    <a:pt x="25677" y="59169"/>
                    <a:pt x="25765" y="58367"/>
                    <a:pt x="25563" y="57566"/>
                  </a:cubicBezTo>
                  <a:cubicBezTo>
                    <a:pt x="25277" y="56707"/>
                    <a:pt x="24590" y="56048"/>
                    <a:pt x="24390" y="55189"/>
                  </a:cubicBezTo>
                  <a:cubicBezTo>
                    <a:pt x="24333" y="54760"/>
                    <a:pt x="24448" y="54330"/>
                    <a:pt x="24390" y="53959"/>
                  </a:cubicBezTo>
                  <a:cubicBezTo>
                    <a:pt x="24189" y="53386"/>
                    <a:pt x="23761" y="53242"/>
                    <a:pt x="23559" y="52727"/>
                  </a:cubicBezTo>
                  <a:cubicBezTo>
                    <a:pt x="23303" y="52154"/>
                    <a:pt x="23216" y="51268"/>
                    <a:pt x="24047" y="51124"/>
                  </a:cubicBezTo>
                  <a:lnTo>
                    <a:pt x="24189" y="51066"/>
                  </a:lnTo>
                  <a:cubicBezTo>
                    <a:pt x="24306" y="51048"/>
                    <a:pt x="24415" y="51039"/>
                    <a:pt x="24516" y="51039"/>
                  </a:cubicBezTo>
                  <a:cubicBezTo>
                    <a:pt x="25643" y="51039"/>
                    <a:pt x="25765" y="52159"/>
                    <a:pt x="25765" y="53157"/>
                  </a:cubicBezTo>
                  <a:cubicBezTo>
                    <a:pt x="25765" y="54330"/>
                    <a:pt x="25906" y="54760"/>
                    <a:pt x="26509" y="55848"/>
                  </a:cubicBezTo>
                  <a:cubicBezTo>
                    <a:pt x="27139" y="56792"/>
                    <a:pt x="27196" y="57795"/>
                    <a:pt x="27624" y="58738"/>
                  </a:cubicBezTo>
                  <a:cubicBezTo>
                    <a:pt x="28169" y="59913"/>
                    <a:pt x="29200" y="60628"/>
                    <a:pt x="29800" y="61773"/>
                  </a:cubicBezTo>
                  <a:cubicBezTo>
                    <a:pt x="30201" y="62574"/>
                    <a:pt x="31117" y="63749"/>
                    <a:pt x="31174" y="64693"/>
                  </a:cubicBezTo>
                  <a:cubicBezTo>
                    <a:pt x="31231" y="65781"/>
                    <a:pt x="30288" y="66268"/>
                    <a:pt x="30688" y="67356"/>
                  </a:cubicBezTo>
                  <a:cubicBezTo>
                    <a:pt x="31117" y="68586"/>
                    <a:pt x="33150" y="69188"/>
                    <a:pt x="34124" y="70104"/>
                  </a:cubicBezTo>
                  <a:cubicBezTo>
                    <a:pt x="35211" y="71192"/>
                    <a:pt x="36384" y="71277"/>
                    <a:pt x="37758" y="71792"/>
                  </a:cubicBezTo>
                  <a:cubicBezTo>
                    <a:pt x="38567" y="72035"/>
                    <a:pt x="39074" y="72159"/>
                    <a:pt x="39595" y="72159"/>
                  </a:cubicBezTo>
                  <a:cubicBezTo>
                    <a:pt x="39996" y="72159"/>
                    <a:pt x="40404" y="72086"/>
                    <a:pt x="40964" y="71936"/>
                  </a:cubicBezTo>
                  <a:cubicBezTo>
                    <a:pt x="41291" y="71860"/>
                    <a:pt x="41629" y="71819"/>
                    <a:pt x="41960" y="71819"/>
                  </a:cubicBezTo>
                  <a:cubicBezTo>
                    <a:pt x="42878" y="71819"/>
                    <a:pt x="43753" y="72138"/>
                    <a:pt x="44257" y="72937"/>
                  </a:cubicBezTo>
                  <a:cubicBezTo>
                    <a:pt x="44457" y="73368"/>
                    <a:pt x="44200" y="73654"/>
                    <a:pt x="44601" y="74112"/>
                  </a:cubicBezTo>
                  <a:cubicBezTo>
                    <a:pt x="44887" y="74398"/>
                    <a:pt x="45487" y="74598"/>
                    <a:pt x="45918" y="74742"/>
                  </a:cubicBezTo>
                  <a:cubicBezTo>
                    <a:pt x="46948" y="75342"/>
                    <a:pt x="47892" y="75399"/>
                    <a:pt x="48922" y="75772"/>
                  </a:cubicBezTo>
                  <a:cubicBezTo>
                    <a:pt x="50010" y="76143"/>
                    <a:pt x="49525" y="76860"/>
                    <a:pt x="50354" y="77433"/>
                  </a:cubicBezTo>
                  <a:cubicBezTo>
                    <a:pt x="50448" y="77496"/>
                    <a:pt x="50557" y="77513"/>
                    <a:pt x="50674" y="77513"/>
                  </a:cubicBezTo>
                  <a:cubicBezTo>
                    <a:pt x="50820" y="77513"/>
                    <a:pt x="50976" y="77486"/>
                    <a:pt x="51127" y="77486"/>
                  </a:cubicBezTo>
                  <a:cubicBezTo>
                    <a:pt x="51294" y="77486"/>
                    <a:pt x="51455" y="77519"/>
                    <a:pt x="51586" y="77662"/>
                  </a:cubicBezTo>
                  <a:cubicBezTo>
                    <a:pt x="52216" y="78376"/>
                    <a:pt x="51384" y="78234"/>
                    <a:pt x="51242" y="78750"/>
                  </a:cubicBezTo>
                  <a:cubicBezTo>
                    <a:pt x="50899" y="80266"/>
                    <a:pt x="51929" y="80410"/>
                    <a:pt x="52903" y="81124"/>
                  </a:cubicBezTo>
                  <a:cubicBezTo>
                    <a:pt x="53704" y="81697"/>
                    <a:pt x="54334" y="82929"/>
                    <a:pt x="55422" y="83243"/>
                  </a:cubicBezTo>
                  <a:cubicBezTo>
                    <a:pt x="55492" y="83258"/>
                    <a:pt x="55562" y="83265"/>
                    <a:pt x="55631" y="83265"/>
                  </a:cubicBezTo>
                  <a:cubicBezTo>
                    <a:pt x="56700" y="83265"/>
                    <a:pt x="57574" y="81531"/>
                    <a:pt x="58285" y="81531"/>
                  </a:cubicBezTo>
                  <a:cubicBezTo>
                    <a:pt x="58383" y="81531"/>
                    <a:pt x="58479" y="81564"/>
                    <a:pt x="58571" y="81640"/>
                  </a:cubicBezTo>
                  <a:lnTo>
                    <a:pt x="58456" y="81498"/>
                  </a:lnTo>
                  <a:lnTo>
                    <a:pt x="58456" y="81498"/>
                  </a:lnTo>
                  <a:cubicBezTo>
                    <a:pt x="59143" y="82070"/>
                    <a:pt x="59487" y="83444"/>
                    <a:pt x="59743" y="84246"/>
                  </a:cubicBezTo>
                  <a:cubicBezTo>
                    <a:pt x="60087" y="85105"/>
                    <a:pt x="60087" y="85849"/>
                    <a:pt x="60030" y="86793"/>
                  </a:cubicBezTo>
                  <a:cubicBezTo>
                    <a:pt x="59945" y="88224"/>
                    <a:pt x="59801" y="89170"/>
                    <a:pt x="58800" y="90113"/>
                  </a:cubicBezTo>
                  <a:cubicBezTo>
                    <a:pt x="58312" y="90486"/>
                    <a:pt x="58026" y="90686"/>
                    <a:pt x="57769" y="91144"/>
                  </a:cubicBezTo>
                  <a:cubicBezTo>
                    <a:pt x="57682" y="91258"/>
                    <a:pt x="57884" y="91632"/>
                    <a:pt x="57769" y="91774"/>
                  </a:cubicBezTo>
                  <a:cubicBezTo>
                    <a:pt x="57568" y="92060"/>
                    <a:pt x="57224" y="92003"/>
                    <a:pt x="57082" y="92204"/>
                  </a:cubicBezTo>
                  <a:cubicBezTo>
                    <a:pt x="55965" y="93377"/>
                    <a:pt x="55163" y="95181"/>
                    <a:pt x="56052" y="96842"/>
                  </a:cubicBezTo>
                  <a:cubicBezTo>
                    <a:pt x="56109" y="97071"/>
                    <a:pt x="56739" y="97643"/>
                    <a:pt x="56739" y="97643"/>
                  </a:cubicBezTo>
                  <a:cubicBezTo>
                    <a:pt x="56881" y="98529"/>
                    <a:pt x="56594" y="98158"/>
                    <a:pt x="56109" y="98587"/>
                  </a:cubicBezTo>
                  <a:cubicBezTo>
                    <a:pt x="55422" y="99246"/>
                    <a:pt x="55422" y="98674"/>
                    <a:pt x="55365" y="99762"/>
                  </a:cubicBezTo>
                  <a:cubicBezTo>
                    <a:pt x="55307" y="100105"/>
                    <a:pt x="55422" y="100907"/>
                    <a:pt x="55507" y="101278"/>
                  </a:cubicBezTo>
                  <a:cubicBezTo>
                    <a:pt x="55708" y="102709"/>
                    <a:pt x="56594" y="102281"/>
                    <a:pt x="57281" y="103453"/>
                  </a:cubicBezTo>
                  <a:cubicBezTo>
                    <a:pt x="58170" y="104827"/>
                    <a:pt x="58227" y="106201"/>
                    <a:pt x="59400" y="107433"/>
                  </a:cubicBezTo>
                  <a:cubicBezTo>
                    <a:pt x="61319" y="109465"/>
                    <a:pt x="61461" y="113244"/>
                    <a:pt x="63923" y="114904"/>
                  </a:cubicBezTo>
                  <a:cubicBezTo>
                    <a:pt x="65155" y="115705"/>
                    <a:pt x="66327" y="115476"/>
                    <a:pt x="67415" y="116708"/>
                  </a:cubicBezTo>
                  <a:cubicBezTo>
                    <a:pt x="68045" y="117366"/>
                    <a:pt x="69277" y="118083"/>
                    <a:pt x="69534" y="118884"/>
                  </a:cubicBezTo>
                  <a:cubicBezTo>
                    <a:pt x="69763" y="119599"/>
                    <a:pt x="69621" y="120831"/>
                    <a:pt x="69678" y="121575"/>
                  </a:cubicBezTo>
                  <a:cubicBezTo>
                    <a:pt x="69678" y="122519"/>
                    <a:pt x="69763" y="123435"/>
                    <a:pt x="69763" y="124380"/>
                  </a:cubicBezTo>
                  <a:lnTo>
                    <a:pt x="69763" y="125324"/>
                  </a:lnTo>
                  <a:lnTo>
                    <a:pt x="69621" y="125411"/>
                  </a:lnTo>
                  <a:cubicBezTo>
                    <a:pt x="69534" y="127300"/>
                    <a:pt x="70221" y="128961"/>
                    <a:pt x="70450" y="130763"/>
                  </a:cubicBezTo>
                  <a:cubicBezTo>
                    <a:pt x="70651" y="132710"/>
                    <a:pt x="70221" y="134828"/>
                    <a:pt x="70507" y="136862"/>
                  </a:cubicBezTo>
                  <a:cubicBezTo>
                    <a:pt x="70709" y="138149"/>
                    <a:pt x="70766" y="139466"/>
                    <a:pt x="70766" y="140840"/>
                  </a:cubicBezTo>
                  <a:cubicBezTo>
                    <a:pt x="70766" y="142072"/>
                    <a:pt x="70163" y="143072"/>
                    <a:pt x="70308" y="144160"/>
                  </a:cubicBezTo>
                  <a:cubicBezTo>
                    <a:pt x="70365" y="145248"/>
                    <a:pt x="71109" y="146194"/>
                    <a:pt x="71251" y="147282"/>
                  </a:cubicBezTo>
                  <a:cubicBezTo>
                    <a:pt x="71338" y="147939"/>
                    <a:pt x="71338" y="148885"/>
                    <a:pt x="71682" y="149457"/>
                  </a:cubicBezTo>
                  <a:cubicBezTo>
                    <a:pt x="72025" y="150115"/>
                    <a:pt x="72083" y="149828"/>
                    <a:pt x="72568" y="150172"/>
                  </a:cubicBezTo>
                  <a:cubicBezTo>
                    <a:pt x="74487" y="151718"/>
                    <a:pt x="74201" y="155469"/>
                    <a:pt x="75232" y="157645"/>
                  </a:cubicBezTo>
                  <a:cubicBezTo>
                    <a:pt x="75632" y="158675"/>
                    <a:pt x="75717" y="159477"/>
                    <a:pt x="75976" y="160393"/>
                  </a:cubicBezTo>
                  <a:cubicBezTo>
                    <a:pt x="76319" y="161565"/>
                    <a:pt x="77492" y="162710"/>
                    <a:pt x="78179" y="163798"/>
                  </a:cubicBezTo>
                  <a:cubicBezTo>
                    <a:pt x="78696" y="164616"/>
                    <a:pt x="79164" y="165160"/>
                    <a:pt x="79901" y="165160"/>
                  </a:cubicBezTo>
                  <a:cubicBezTo>
                    <a:pt x="80144" y="165160"/>
                    <a:pt x="80416" y="165101"/>
                    <a:pt x="80728" y="164973"/>
                  </a:cubicBezTo>
                  <a:cubicBezTo>
                    <a:pt x="81083" y="164861"/>
                    <a:pt x="81213" y="164407"/>
                    <a:pt x="81600" y="164407"/>
                  </a:cubicBezTo>
                  <a:cubicBezTo>
                    <a:pt x="81713" y="164407"/>
                    <a:pt x="81847" y="164446"/>
                    <a:pt x="82015" y="164542"/>
                  </a:cubicBezTo>
                  <a:cubicBezTo>
                    <a:pt x="82503" y="164829"/>
                    <a:pt x="82560" y="165630"/>
                    <a:pt x="82904" y="166061"/>
                  </a:cubicBezTo>
                  <a:cubicBezTo>
                    <a:pt x="83379" y="166813"/>
                    <a:pt x="83921" y="167015"/>
                    <a:pt x="84685" y="167015"/>
                  </a:cubicBezTo>
                  <a:cubicBezTo>
                    <a:pt x="84793" y="167015"/>
                    <a:pt x="84905" y="167011"/>
                    <a:pt x="85022" y="167004"/>
                  </a:cubicBezTo>
                  <a:cubicBezTo>
                    <a:pt x="85229" y="167004"/>
                    <a:pt x="85443" y="167051"/>
                    <a:pt x="85635" y="167051"/>
                  </a:cubicBezTo>
                  <a:cubicBezTo>
                    <a:pt x="85840" y="167051"/>
                    <a:pt x="86019" y="166998"/>
                    <a:pt x="86137" y="166775"/>
                  </a:cubicBezTo>
                  <a:cubicBezTo>
                    <a:pt x="86481" y="165917"/>
                    <a:pt x="85565" y="166118"/>
                    <a:pt x="85164" y="165917"/>
                  </a:cubicBezTo>
                  <a:cubicBezTo>
                    <a:pt x="84278" y="165488"/>
                    <a:pt x="83533" y="165030"/>
                    <a:pt x="82988" y="164114"/>
                  </a:cubicBezTo>
                  <a:cubicBezTo>
                    <a:pt x="82702" y="163599"/>
                    <a:pt x="82645" y="163084"/>
                    <a:pt x="82301" y="162653"/>
                  </a:cubicBezTo>
                  <a:cubicBezTo>
                    <a:pt x="81816" y="161939"/>
                    <a:pt x="81529" y="161996"/>
                    <a:pt x="81529" y="160993"/>
                  </a:cubicBezTo>
                  <a:cubicBezTo>
                    <a:pt x="81614" y="158675"/>
                    <a:pt x="84278" y="157787"/>
                    <a:pt x="81729" y="156271"/>
                  </a:cubicBezTo>
                  <a:cubicBezTo>
                    <a:pt x="80842" y="155698"/>
                    <a:pt x="80155" y="155267"/>
                    <a:pt x="80984" y="154180"/>
                  </a:cubicBezTo>
                  <a:cubicBezTo>
                    <a:pt x="81271" y="153751"/>
                    <a:pt x="81816" y="153751"/>
                    <a:pt x="82015" y="153236"/>
                  </a:cubicBezTo>
                  <a:cubicBezTo>
                    <a:pt x="82159" y="152863"/>
                    <a:pt x="81873" y="152290"/>
                    <a:pt x="82015" y="151862"/>
                  </a:cubicBezTo>
                  <a:cubicBezTo>
                    <a:pt x="82358" y="150630"/>
                    <a:pt x="83247" y="150774"/>
                    <a:pt x="81958" y="149886"/>
                  </a:cubicBezTo>
                  <a:cubicBezTo>
                    <a:pt x="81058" y="149356"/>
                    <a:pt x="80403" y="148582"/>
                    <a:pt x="81621" y="148582"/>
                  </a:cubicBezTo>
                  <a:cubicBezTo>
                    <a:pt x="81720" y="148582"/>
                    <a:pt x="81832" y="148588"/>
                    <a:pt x="81958" y="148599"/>
                  </a:cubicBezTo>
                  <a:cubicBezTo>
                    <a:pt x="82364" y="148621"/>
                    <a:pt x="82650" y="148706"/>
                    <a:pt x="82851" y="148706"/>
                  </a:cubicBezTo>
                  <a:cubicBezTo>
                    <a:pt x="83161" y="148706"/>
                    <a:pt x="83270" y="148505"/>
                    <a:pt x="83304" y="147568"/>
                  </a:cubicBezTo>
                  <a:cubicBezTo>
                    <a:pt x="83304" y="146423"/>
                    <a:pt x="82560" y="145392"/>
                    <a:pt x="84220" y="145335"/>
                  </a:cubicBezTo>
                  <a:cubicBezTo>
                    <a:pt x="84292" y="145329"/>
                    <a:pt x="84364" y="145327"/>
                    <a:pt x="84436" y="145327"/>
                  </a:cubicBezTo>
                  <a:cubicBezTo>
                    <a:pt x="84891" y="145327"/>
                    <a:pt x="85335" y="145428"/>
                    <a:pt x="85761" y="145428"/>
                  </a:cubicBezTo>
                  <a:cubicBezTo>
                    <a:pt x="86279" y="145428"/>
                    <a:pt x="86771" y="145279"/>
                    <a:pt x="87225" y="144618"/>
                  </a:cubicBezTo>
                  <a:cubicBezTo>
                    <a:pt x="87770" y="143874"/>
                    <a:pt x="87569" y="142587"/>
                    <a:pt x="87225" y="141785"/>
                  </a:cubicBezTo>
                  <a:cubicBezTo>
                    <a:pt x="86789" y="140809"/>
                    <a:pt x="85637" y="139946"/>
                    <a:pt x="86794" y="139946"/>
                  </a:cubicBezTo>
                  <a:cubicBezTo>
                    <a:pt x="86925" y="139946"/>
                    <a:pt x="87087" y="139957"/>
                    <a:pt x="87282" y="139981"/>
                  </a:cubicBezTo>
                  <a:cubicBezTo>
                    <a:pt x="87817" y="140018"/>
                    <a:pt x="88209" y="140186"/>
                    <a:pt x="88673" y="140186"/>
                  </a:cubicBezTo>
                  <a:cubicBezTo>
                    <a:pt x="88930" y="140186"/>
                    <a:pt x="89208" y="140134"/>
                    <a:pt x="89545" y="139981"/>
                  </a:cubicBezTo>
                  <a:cubicBezTo>
                    <a:pt x="90660" y="139610"/>
                    <a:pt x="90232" y="139610"/>
                    <a:pt x="90518" y="138751"/>
                  </a:cubicBezTo>
                  <a:cubicBezTo>
                    <a:pt x="90660" y="138378"/>
                    <a:pt x="90717" y="138091"/>
                    <a:pt x="90862" y="137720"/>
                  </a:cubicBezTo>
                  <a:cubicBezTo>
                    <a:pt x="91004" y="137434"/>
                    <a:pt x="91347" y="137148"/>
                    <a:pt x="91462" y="136575"/>
                  </a:cubicBezTo>
                  <a:cubicBezTo>
                    <a:pt x="91748" y="135259"/>
                    <a:pt x="91950" y="134457"/>
                    <a:pt x="92836" y="133454"/>
                  </a:cubicBezTo>
                  <a:cubicBezTo>
                    <a:pt x="94210" y="132080"/>
                    <a:pt x="94840" y="131278"/>
                    <a:pt x="94553" y="129160"/>
                  </a:cubicBezTo>
                  <a:cubicBezTo>
                    <a:pt x="94354" y="127300"/>
                    <a:pt x="94354" y="127213"/>
                    <a:pt x="95641" y="125984"/>
                  </a:cubicBezTo>
                  <a:lnTo>
                    <a:pt x="95641" y="125984"/>
                  </a:lnTo>
                  <a:lnTo>
                    <a:pt x="95298" y="126213"/>
                  </a:lnTo>
                  <a:cubicBezTo>
                    <a:pt x="96901" y="124094"/>
                    <a:pt x="100107" y="125697"/>
                    <a:pt x="101538" y="123606"/>
                  </a:cubicBezTo>
                  <a:cubicBezTo>
                    <a:pt x="102168" y="122663"/>
                    <a:pt x="102427" y="121346"/>
                    <a:pt x="102855" y="120343"/>
                  </a:cubicBezTo>
                  <a:cubicBezTo>
                    <a:pt x="103343" y="119255"/>
                    <a:pt x="104087" y="118025"/>
                    <a:pt x="104145" y="116793"/>
                  </a:cubicBezTo>
                  <a:cubicBezTo>
                    <a:pt x="104145" y="115048"/>
                    <a:pt x="102855" y="112442"/>
                    <a:pt x="103744" y="110839"/>
                  </a:cubicBezTo>
                  <a:cubicBezTo>
                    <a:pt x="104000" y="110324"/>
                    <a:pt x="104488" y="110124"/>
                    <a:pt x="104889" y="109751"/>
                  </a:cubicBezTo>
                  <a:cubicBezTo>
                    <a:pt x="105603" y="109037"/>
                    <a:pt x="105461" y="108579"/>
                    <a:pt x="105805" y="107720"/>
                  </a:cubicBezTo>
                  <a:cubicBezTo>
                    <a:pt x="106263" y="106430"/>
                    <a:pt x="107637" y="106059"/>
                    <a:pt x="107866" y="104598"/>
                  </a:cubicBezTo>
                  <a:cubicBezTo>
                    <a:pt x="107981" y="103739"/>
                    <a:pt x="107923" y="102510"/>
                    <a:pt x="107779" y="101621"/>
                  </a:cubicBezTo>
                  <a:cubicBezTo>
                    <a:pt x="107722" y="101193"/>
                    <a:pt x="107580" y="100563"/>
                    <a:pt x="107294" y="100190"/>
                  </a:cubicBezTo>
                  <a:cubicBezTo>
                    <a:pt x="107002" y="99808"/>
                    <a:pt x="106866" y="99728"/>
                    <a:pt x="106689" y="99728"/>
                  </a:cubicBezTo>
                  <a:cubicBezTo>
                    <a:pt x="106563" y="99728"/>
                    <a:pt x="106416" y="99768"/>
                    <a:pt x="106177" y="99768"/>
                  </a:cubicBezTo>
                  <a:cubicBezTo>
                    <a:pt x="106124" y="99768"/>
                    <a:pt x="106067" y="99766"/>
                    <a:pt x="106004" y="99762"/>
                  </a:cubicBezTo>
                  <a:cubicBezTo>
                    <a:pt x="104832" y="99617"/>
                    <a:pt x="104488" y="98960"/>
                    <a:pt x="103542" y="98243"/>
                  </a:cubicBezTo>
                  <a:cubicBezTo>
                    <a:pt x="102370" y="97442"/>
                    <a:pt x="101538" y="97155"/>
                    <a:pt x="100164" y="97013"/>
                  </a:cubicBezTo>
                  <a:cubicBezTo>
                    <a:pt x="99764" y="96926"/>
                    <a:pt x="99363" y="96842"/>
                    <a:pt x="98934" y="96784"/>
                  </a:cubicBezTo>
                  <a:cubicBezTo>
                    <a:pt x="98772" y="96755"/>
                    <a:pt x="98629" y="96746"/>
                    <a:pt x="98494" y="96746"/>
                  </a:cubicBezTo>
                  <a:cubicBezTo>
                    <a:pt x="98225" y="96746"/>
                    <a:pt x="97989" y="96784"/>
                    <a:pt x="97702" y="96784"/>
                  </a:cubicBezTo>
                  <a:cubicBezTo>
                    <a:pt x="96615" y="96640"/>
                    <a:pt x="96958" y="96354"/>
                    <a:pt x="96328" y="95697"/>
                  </a:cubicBezTo>
                  <a:cubicBezTo>
                    <a:pt x="95870" y="95181"/>
                    <a:pt x="94897" y="94666"/>
                    <a:pt x="94267" y="94551"/>
                  </a:cubicBezTo>
                  <a:cubicBezTo>
                    <a:pt x="94134" y="94527"/>
                    <a:pt x="94018" y="94517"/>
                    <a:pt x="93916" y="94517"/>
                  </a:cubicBezTo>
                  <a:cubicBezTo>
                    <a:pt x="93293" y="94517"/>
                    <a:pt x="93157" y="94907"/>
                    <a:pt x="92492" y="94980"/>
                  </a:cubicBezTo>
                  <a:cubicBezTo>
                    <a:pt x="92435" y="94551"/>
                    <a:pt x="92435" y="94036"/>
                    <a:pt x="92149" y="93663"/>
                  </a:cubicBezTo>
                  <a:lnTo>
                    <a:pt x="92092" y="93434"/>
                  </a:lnTo>
                  <a:cubicBezTo>
                    <a:pt x="91405" y="92662"/>
                    <a:pt x="90919" y="93090"/>
                    <a:pt x="90660" y="91861"/>
                  </a:cubicBezTo>
                  <a:cubicBezTo>
                    <a:pt x="90575" y="91487"/>
                    <a:pt x="90717" y="91059"/>
                    <a:pt x="90660" y="90773"/>
                  </a:cubicBezTo>
                  <a:cubicBezTo>
                    <a:pt x="90431" y="90342"/>
                    <a:pt x="89973" y="90342"/>
                    <a:pt x="89831" y="89884"/>
                  </a:cubicBezTo>
                  <a:cubicBezTo>
                    <a:pt x="89545" y="89170"/>
                    <a:pt x="89973" y="88368"/>
                    <a:pt x="89545" y="87594"/>
                  </a:cubicBezTo>
                  <a:cubicBezTo>
                    <a:pt x="89201" y="86937"/>
                    <a:pt x="88256" y="86193"/>
                    <a:pt x="87626" y="85849"/>
                  </a:cubicBezTo>
                  <a:cubicBezTo>
                    <a:pt x="85450" y="84475"/>
                    <a:pt x="82988" y="86135"/>
                    <a:pt x="81472" y="83815"/>
                  </a:cubicBezTo>
                  <a:cubicBezTo>
                    <a:pt x="80785" y="82785"/>
                    <a:pt x="80499" y="82441"/>
                    <a:pt x="79553" y="81841"/>
                  </a:cubicBezTo>
                  <a:cubicBezTo>
                    <a:pt x="78866" y="81411"/>
                    <a:pt x="78236" y="80609"/>
                    <a:pt x="77636" y="80037"/>
                  </a:cubicBezTo>
                  <a:cubicBezTo>
                    <a:pt x="76910" y="79333"/>
                    <a:pt x="76726" y="78963"/>
                    <a:pt x="76144" y="78963"/>
                  </a:cubicBezTo>
                  <a:cubicBezTo>
                    <a:pt x="75946" y="78963"/>
                    <a:pt x="75701" y="79006"/>
                    <a:pt x="75374" y="79093"/>
                  </a:cubicBezTo>
                  <a:cubicBezTo>
                    <a:pt x="74830" y="79279"/>
                    <a:pt x="74350" y="79371"/>
                    <a:pt x="73853" y="79371"/>
                  </a:cubicBezTo>
                  <a:cubicBezTo>
                    <a:pt x="73356" y="79371"/>
                    <a:pt x="72841" y="79279"/>
                    <a:pt x="72225" y="79093"/>
                  </a:cubicBezTo>
                  <a:cubicBezTo>
                    <a:pt x="71682" y="78949"/>
                    <a:pt x="71109" y="78892"/>
                    <a:pt x="70651" y="78663"/>
                  </a:cubicBezTo>
                  <a:cubicBezTo>
                    <a:pt x="70163" y="78434"/>
                    <a:pt x="69621" y="77861"/>
                    <a:pt x="69076" y="77719"/>
                  </a:cubicBezTo>
                  <a:cubicBezTo>
                    <a:pt x="69021" y="77711"/>
                    <a:pt x="68969" y="77707"/>
                    <a:pt x="68917" y="77707"/>
                  </a:cubicBezTo>
                  <a:cubicBezTo>
                    <a:pt x="68169" y="77707"/>
                    <a:pt x="67707" y="78504"/>
                    <a:pt x="67025" y="78504"/>
                  </a:cubicBezTo>
                  <a:cubicBezTo>
                    <a:pt x="66914" y="78504"/>
                    <a:pt x="66796" y="78483"/>
                    <a:pt x="66671" y="78434"/>
                  </a:cubicBezTo>
                  <a:cubicBezTo>
                    <a:pt x="66728" y="78147"/>
                    <a:pt x="67502" y="77433"/>
                    <a:pt x="67159" y="77059"/>
                  </a:cubicBezTo>
                  <a:cubicBezTo>
                    <a:pt x="67114" y="77003"/>
                    <a:pt x="67043" y="76980"/>
                    <a:pt x="66957" y="76980"/>
                  </a:cubicBezTo>
                  <a:cubicBezTo>
                    <a:pt x="66606" y="76980"/>
                    <a:pt x="66002" y="77363"/>
                    <a:pt x="65842" y="77433"/>
                  </a:cubicBezTo>
                  <a:cubicBezTo>
                    <a:pt x="64896" y="77948"/>
                    <a:pt x="63437" y="78090"/>
                    <a:pt x="62693" y="78663"/>
                  </a:cubicBezTo>
                  <a:cubicBezTo>
                    <a:pt x="61747" y="79379"/>
                    <a:pt x="62063" y="81411"/>
                    <a:pt x="61060" y="81697"/>
                  </a:cubicBezTo>
                  <a:cubicBezTo>
                    <a:pt x="60918" y="81743"/>
                    <a:pt x="60800" y="81764"/>
                    <a:pt x="60702" y="81764"/>
                  </a:cubicBezTo>
                  <a:cubicBezTo>
                    <a:pt x="60133" y="81764"/>
                    <a:pt x="60230" y="81070"/>
                    <a:pt x="59888" y="80753"/>
                  </a:cubicBezTo>
                  <a:cubicBezTo>
                    <a:pt x="59591" y="80544"/>
                    <a:pt x="59326" y="80463"/>
                    <a:pt x="59009" y="80463"/>
                  </a:cubicBezTo>
                  <a:cubicBezTo>
                    <a:pt x="58806" y="80463"/>
                    <a:pt x="58581" y="80496"/>
                    <a:pt x="58312" y="80552"/>
                  </a:cubicBezTo>
                  <a:lnTo>
                    <a:pt x="58312" y="80696"/>
                  </a:lnTo>
                  <a:cubicBezTo>
                    <a:pt x="58170" y="80627"/>
                    <a:pt x="58033" y="80599"/>
                    <a:pt x="57899" y="80599"/>
                  </a:cubicBezTo>
                  <a:cubicBezTo>
                    <a:pt x="57266" y="80599"/>
                    <a:pt x="56702" y="81235"/>
                    <a:pt x="55997" y="81235"/>
                  </a:cubicBezTo>
                  <a:cubicBezTo>
                    <a:pt x="55922" y="81235"/>
                    <a:pt x="55844" y="81228"/>
                    <a:pt x="55765" y="81211"/>
                  </a:cubicBezTo>
                  <a:cubicBezTo>
                    <a:pt x="55021" y="80982"/>
                    <a:pt x="55078" y="80696"/>
                    <a:pt x="54533" y="80124"/>
                  </a:cubicBezTo>
                  <a:cubicBezTo>
                    <a:pt x="54277" y="79750"/>
                    <a:pt x="53704" y="79464"/>
                    <a:pt x="53445" y="79036"/>
                  </a:cubicBezTo>
                  <a:cubicBezTo>
                    <a:pt x="52960" y="78147"/>
                    <a:pt x="53303" y="77002"/>
                    <a:pt x="53647" y="76143"/>
                  </a:cubicBezTo>
                  <a:cubicBezTo>
                    <a:pt x="54132" y="74827"/>
                    <a:pt x="54391" y="74311"/>
                    <a:pt x="53933" y="72937"/>
                  </a:cubicBezTo>
                  <a:cubicBezTo>
                    <a:pt x="53647" y="72280"/>
                    <a:pt x="53933" y="72223"/>
                    <a:pt x="53102" y="71849"/>
                  </a:cubicBezTo>
                  <a:cubicBezTo>
                    <a:pt x="52839" y="71741"/>
                    <a:pt x="52516" y="71692"/>
                    <a:pt x="52189" y="71692"/>
                  </a:cubicBezTo>
                  <a:cubicBezTo>
                    <a:pt x="51913" y="71692"/>
                    <a:pt x="51634" y="71727"/>
                    <a:pt x="51384" y="71792"/>
                  </a:cubicBezTo>
                  <a:cubicBezTo>
                    <a:pt x="50982" y="71831"/>
                    <a:pt x="50079" y="72268"/>
                    <a:pt x="49379" y="72268"/>
                  </a:cubicBezTo>
                  <a:cubicBezTo>
                    <a:pt x="49035" y="72268"/>
                    <a:pt x="48740" y="72162"/>
                    <a:pt x="48579" y="71849"/>
                  </a:cubicBezTo>
                  <a:cubicBezTo>
                    <a:pt x="48093" y="70906"/>
                    <a:pt x="49868" y="68242"/>
                    <a:pt x="50154" y="67299"/>
                  </a:cubicBezTo>
                  <a:cubicBezTo>
                    <a:pt x="50354" y="66697"/>
                    <a:pt x="51327" y="65265"/>
                    <a:pt x="50984" y="64693"/>
                  </a:cubicBezTo>
                  <a:cubicBezTo>
                    <a:pt x="50842" y="64423"/>
                    <a:pt x="50411" y="64326"/>
                    <a:pt x="49918" y="64326"/>
                  </a:cubicBezTo>
                  <a:cubicBezTo>
                    <a:pt x="49212" y="64326"/>
                    <a:pt x="48379" y="64524"/>
                    <a:pt x="48093" y="64693"/>
                  </a:cubicBezTo>
                  <a:cubicBezTo>
                    <a:pt x="47006" y="65265"/>
                    <a:pt x="47349" y="66268"/>
                    <a:pt x="46861" y="67212"/>
                  </a:cubicBezTo>
                  <a:cubicBezTo>
                    <a:pt x="46461" y="68013"/>
                    <a:pt x="45288" y="68586"/>
                    <a:pt x="44544" y="68815"/>
                  </a:cubicBezTo>
                  <a:cubicBezTo>
                    <a:pt x="44350" y="68887"/>
                    <a:pt x="44111" y="68917"/>
                    <a:pt x="43850" y="68917"/>
                  </a:cubicBezTo>
                  <a:cubicBezTo>
                    <a:pt x="43069" y="68917"/>
                    <a:pt x="42088" y="68644"/>
                    <a:pt x="41509" y="68387"/>
                  </a:cubicBezTo>
                  <a:cubicBezTo>
                    <a:pt x="40364" y="67642"/>
                    <a:pt x="40708" y="66555"/>
                    <a:pt x="40364" y="65410"/>
                  </a:cubicBezTo>
                  <a:cubicBezTo>
                    <a:pt x="40021" y="64093"/>
                    <a:pt x="39247" y="63319"/>
                    <a:pt x="39590" y="61860"/>
                  </a:cubicBezTo>
                  <a:cubicBezTo>
                    <a:pt x="39876" y="60772"/>
                    <a:pt x="40708" y="59971"/>
                    <a:pt x="40907" y="58825"/>
                  </a:cubicBezTo>
                  <a:cubicBezTo>
                    <a:pt x="41108" y="57566"/>
                    <a:pt x="41051" y="56849"/>
                    <a:pt x="41995" y="55990"/>
                  </a:cubicBezTo>
                  <a:cubicBezTo>
                    <a:pt x="42739" y="55246"/>
                    <a:pt x="43712" y="54673"/>
                    <a:pt x="44544" y="54158"/>
                  </a:cubicBezTo>
                  <a:cubicBezTo>
                    <a:pt x="45125" y="53771"/>
                    <a:pt x="45583" y="53650"/>
                    <a:pt x="46031" y="53650"/>
                  </a:cubicBezTo>
                  <a:cubicBezTo>
                    <a:pt x="46642" y="53650"/>
                    <a:pt x="47234" y="53876"/>
                    <a:pt x="48093" y="53959"/>
                  </a:cubicBezTo>
                  <a:cubicBezTo>
                    <a:pt x="48380" y="53994"/>
                    <a:pt x="48716" y="54035"/>
                    <a:pt x="49055" y="54035"/>
                  </a:cubicBezTo>
                  <a:cubicBezTo>
                    <a:pt x="49527" y="54035"/>
                    <a:pt x="50004" y="53956"/>
                    <a:pt x="50354" y="53673"/>
                  </a:cubicBezTo>
                  <a:cubicBezTo>
                    <a:pt x="50784" y="53299"/>
                    <a:pt x="50555" y="52956"/>
                    <a:pt x="51128" y="52642"/>
                  </a:cubicBezTo>
                  <a:cubicBezTo>
                    <a:pt x="51380" y="52485"/>
                    <a:pt x="52175" y="52397"/>
                    <a:pt x="52946" y="52397"/>
                  </a:cubicBezTo>
                  <a:cubicBezTo>
                    <a:pt x="53578" y="52397"/>
                    <a:pt x="54192" y="52456"/>
                    <a:pt x="54476" y="52585"/>
                  </a:cubicBezTo>
                  <a:cubicBezTo>
                    <a:pt x="55021" y="52784"/>
                    <a:pt x="55220" y="53299"/>
                    <a:pt x="55708" y="53444"/>
                  </a:cubicBezTo>
                  <a:cubicBezTo>
                    <a:pt x="55784" y="53466"/>
                    <a:pt x="55852" y="53474"/>
                    <a:pt x="55913" y="53474"/>
                  </a:cubicBezTo>
                  <a:cubicBezTo>
                    <a:pt x="56084" y="53474"/>
                    <a:pt x="56208" y="53410"/>
                    <a:pt x="56356" y="53410"/>
                  </a:cubicBezTo>
                  <a:cubicBezTo>
                    <a:pt x="56493" y="53410"/>
                    <a:pt x="56649" y="53464"/>
                    <a:pt x="56881" y="53673"/>
                  </a:cubicBezTo>
                  <a:cubicBezTo>
                    <a:pt x="58113" y="54760"/>
                    <a:pt x="56395" y="59112"/>
                    <a:pt x="58713" y="59254"/>
                  </a:cubicBezTo>
                  <a:cubicBezTo>
                    <a:pt x="58748" y="59256"/>
                    <a:pt x="58782" y="59257"/>
                    <a:pt x="58815" y="59257"/>
                  </a:cubicBezTo>
                  <a:cubicBezTo>
                    <a:pt x="60890" y="59257"/>
                    <a:pt x="60025" y="54885"/>
                    <a:pt x="59743" y="53815"/>
                  </a:cubicBezTo>
                  <a:cubicBezTo>
                    <a:pt x="58914" y="50608"/>
                    <a:pt x="60774" y="49177"/>
                    <a:pt x="63437" y="48089"/>
                  </a:cubicBezTo>
                  <a:cubicBezTo>
                    <a:pt x="64610" y="47574"/>
                    <a:pt x="65842" y="47001"/>
                    <a:pt x="66586" y="45914"/>
                  </a:cubicBezTo>
                  <a:cubicBezTo>
                    <a:pt x="67502" y="44597"/>
                    <a:pt x="67273" y="43882"/>
                    <a:pt x="67560" y="42508"/>
                  </a:cubicBezTo>
                  <a:cubicBezTo>
                    <a:pt x="67718" y="41809"/>
                    <a:pt x="67949" y="41693"/>
                    <a:pt x="68244" y="41693"/>
                  </a:cubicBezTo>
                  <a:cubicBezTo>
                    <a:pt x="68391" y="41693"/>
                    <a:pt x="68554" y="41722"/>
                    <a:pt x="68732" y="41722"/>
                  </a:cubicBezTo>
                  <a:cubicBezTo>
                    <a:pt x="68973" y="41722"/>
                    <a:pt x="69241" y="41669"/>
                    <a:pt x="69534" y="41420"/>
                  </a:cubicBezTo>
                  <a:cubicBezTo>
                    <a:pt x="70507" y="40619"/>
                    <a:pt x="71194" y="39330"/>
                    <a:pt x="71938" y="38386"/>
                  </a:cubicBezTo>
                  <a:lnTo>
                    <a:pt x="72025" y="38242"/>
                  </a:lnTo>
                  <a:cubicBezTo>
                    <a:pt x="72352" y="37853"/>
                    <a:pt x="72667" y="37761"/>
                    <a:pt x="72997" y="37761"/>
                  </a:cubicBezTo>
                  <a:cubicBezTo>
                    <a:pt x="73295" y="37761"/>
                    <a:pt x="73604" y="37836"/>
                    <a:pt x="73945" y="37836"/>
                  </a:cubicBezTo>
                  <a:cubicBezTo>
                    <a:pt x="74091" y="37836"/>
                    <a:pt x="74242" y="37822"/>
                    <a:pt x="74400" y="37784"/>
                  </a:cubicBezTo>
                  <a:cubicBezTo>
                    <a:pt x="75575" y="37440"/>
                    <a:pt x="75174" y="36410"/>
                    <a:pt x="75632" y="35409"/>
                  </a:cubicBezTo>
                  <a:cubicBezTo>
                    <a:pt x="76262" y="34177"/>
                    <a:pt x="77148" y="34234"/>
                    <a:pt x="78236" y="33890"/>
                  </a:cubicBezTo>
                  <a:cubicBezTo>
                    <a:pt x="79210" y="33519"/>
                    <a:pt x="79954" y="32860"/>
                    <a:pt x="80984" y="32574"/>
                  </a:cubicBezTo>
                  <a:cubicBezTo>
                    <a:pt x="81185" y="32474"/>
                    <a:pt x="81822" y="32295"/>
                    <a:pt x="82269" y="32295"/>
                  </a:cubicBezTo>
                  <a:cubicBezTo>
                    <a:pt x="82717" y="32295"/>
                    <a:pt x="82975" y="32474"/>
                    <a:pt x="82416" y="33089"/>
                  </a:cubicBezTo>
                  <a:cubicBezTo>
                    <a:pt x="82159" y="33462"/>
                    <a:pt x="79553" y="33749"/>
                    <a:pt x="81271" y="34607"/>
                  </a:cubicBezTo>
                  <a:cubicBezTo>
                    <a:pt x="81397" y="34660"/>
                    <a:pt x="81521" y="34683"/>
                    <a:pt x="81644" y="34683"/>
                  </a:cubicBezTo>
                  <a:cubicBezTo>
                    <a:pt x="82519" y="34683"/>
                    <a:pt x="83298" y="33491"/>
                    <a:pt x="84076" y="33290"/>
                  </a:cubicBezTo>
                  <a:cubicBezTo>
                    <a:pt x="84678" y="33089"/>
                    <a:pt x="86481" y="33089"/>
                    <a:pt x="85995" y="31859"/>
                  </a:cubicBezTo>
                  <a:cubicBezTo>
                    <a:pt x="85652" y="31000"/>
                    <a:pt x="84076" y="31715"/>
                    <a:pt x="83591" y="30829"/>
                  </a:cubicBezTo>
                  <a:cubicBezTo>
                    <a:pt x="82904" y="29597"/>
                    <a:pt x="84763" y="29253"/>
                    <a:pt x="85022" y="28509"/>
                  </a:cubicBezTo>
                  <a:cubicBezTo>
                    <a:pt x="85301" y="27869"/>
                    <a:pt x="84987" y="27645"/>
                    <a:pt x="84389" y="27645"/>
                  </a:cubicBezTo>
                  <a:cubicBezTo>
                    <a:pt x="83004" y="27645"/>
                    <a:pt x="80094" y="28845"/>
                    <a:pt x="79502" y="28845"/>
                  </a:cubicBezTo>
                  <a:cubicBezTo>
                    <a:pt x="79459" y="28845"/>
                    <a:pt x="79428" y="28839"/>
                    <a:pt x="79411" y="28825"/>
                  </a:cubicBezTo>
                  <a:cubicBezTo>
                    <a:pt x="78580" y="28080"/>
                    <a:pt x="80641" y="26791"/>
                    <a:pt x="81186" y="26562"/>
                  </a:cubicBezTo>
                  <a:cubicBezTo>
                    <a:pt x="81502" y="26469"/>
                    <a:pt x="81825" y="26446"/>
                    <a:pt x="82151" y="26446"/>
                  </a:cubicBezTo>
                  <a:cubicBezTo>
                    <a:pt x="82481" y="26446"/>
                    <a:pt x="82814" y="26469"/>
                    <a:pt x="83149" y="26469"/>
                  </a:cubicBezTo>
                  <a:cubicBezTo>
                    <a:pt x="83505" y="26469"/>
                    <a:pt x="83863" y="26443"/>
                    <a:pt x="84220" y="26333"/>
                  </a:cubicBezTo>
                  <a:cubicBezTo>
                    <a:pt x="85182" y="26080"/>
                    <a:pt x="85875" y="25895"/>
                    <a:pt x="86872" y="25895"/>
                  </a:cubicBezTo>
                  <a:cubicBezTo>
                    <a:pt x="87003" y="25895"/>
                    <a:pt x="87140" y="25898"/>
                    <a:pt x="87282" y="25905"/>
                  </a:cubicBezTo>
                  <a:cubicBezTo>
                    <a:pt x="88002" y="26009"/>
                    <a:pt x="88483" y="26126"/>
                    <a:pt x="88937" y="26126"/>
                  </a:cubicBezTo>
                  <a:cubicBezTo>
                    <a:pt x="89477" y="26126"/>
                    <a:pt x="89980" y="25962"/>
                    <a:pt x="90804" y="25417"/>
                  </a:cubicBezTo>
                  <a:cubicBezTo>
                    <a:pt x="92092" y="24531"/>
                    <a:pt x="95041" y="24760"/>
                    <a:pt x="94954" y="22298"/>
                  </a:cubicBezTo>
                  <a:cubicBezTo>
                    <a:pt x="94954" y="21352"/>
                    <a:pt x="93953" y="20321"/>
                    <a:pt x="93266" y="19749"/>
                  </a:cubicBezTo>
                  <a:cubicBezTo>
                    <a:pt x="92149" y="18890"/>
                    <a:pt x="91892" y="18947"/>
                    <a:pt x="91892" y="17374"/>
                  </a:cubicBezTo>
                  <a:cubicBezTo>
                    <a:pt x="91892" y="16344"/>
                    <a:pt x="92149" y="15054"/>
                    <a:pt x="91462" y="14397"/>
                  </a:cubicBezTo>
                  <a:cubicBezTo>
                    <a:pt x="91136" y="14124"/>
                    <a:pt x="90823" y="14021"/>
                    <a:pt x="90519" y="14021"/>
                  </a:cubicBezTo>
                  <a:cubicBezTo>
                    <a:pt x="89677" y="14021"/>
                    <a:pt x="88898" y="14806"/>
                    <a:pt x="88056" y="14912"/>
                  </a:cubicBezTo>
                  <a:cubicBezTo>
                    <a:pt x="87946" y="14934"/>
                    <a:pt x="87775" y="14948"/>
                    <a:pt x="87593" y="14948"/>
                  </a:cubicBezTo>
                  <a:cubicBezTo>
                    <a:pt x="87303" y="14948"/>
                    <a:pt x="86983" y="14914"/>
                    <a:pt x="86824" y="14825"/>
                  </a:cubicBezTo>
                  <a:cubicBezTo>
                    <a:pt x="85908" y="14111"/>
                    <a:pt x="86881" y="14253"/>
                    <a:pt x="86939" y="13451"/>
                  </a:cubicBezTo>
                  <a:cubicBezTo>
                    <a:pt x="86939" y="12879"/>
                    <a:pt x="85995" y="11191"/>
                    <a:pt x="85565" y="10904"/>
                  </a:cubicBezTo>
                  <a:cubicBezTo>
                    <a:pt x="85357" y="10715"/>
                    <a:pt x="83662" y="10501"/>
                    <a:pt x="82338" y="10501"/>
                  </a:cubicBezTo>
                  <a:cubicBezTo>
                    <a:pt x="81658" y="10501"/>
                    <a:pt x="81075" y="10558"/>
                    <a:pt x="80842" y="10703"/>
                  </a:cubicBezTo>
                  <a:cubicBezTo>
                    <a:pt x="79610" y="11420"/>
                    <a:pt x="80584" y="13080"/>
                    <a:pt x="79697" y="13882"/>
                  </a:cubicBezTo>
                  <a:cubicBezTo>
                    <a:pt x="79068" y="14539"/>
                    <a:pt x="77206" y="13680"/>
                    <a:pt x="77893" y="15684"/>
                  </a:cubicBezTo>
                  <a:cubicBezTo>
                    <a:pt x="78179" y="16630"/>
                    <a:pt x="79210" y="17287"/>
                    <a:pt x="78236" y="18375"/>
                  </a:cubicBezTo>
                  <a:cubicBezTo>
                    <a:pt x="76606" y="20179"/>
                    <a:pt x="74201" y="18462"/>
                    <a:pt x="73656" y="21409"/>
                  </a:cubicBezTo>
                  <a:cubicBezTo>
                    <a:pt x="73514" y="22298"/>
                    <a:pt x="73457" y="23729"/>
                    <a:pt x="72625" y="24244"/>
                  </a:cubicBezTo>
                  <a:cubicBezTo>
                    <a:pt x="72448" y="24355"/>
                    <a:pt x="72231" y="24405"/>
                    <a:pt x="72000" y="24405"/>
                  </a:cubicBezTo>
                  <a:cubicBezTo>
                    <a:pt x="71337" y="24405"/>
                    <a:pt x="70563" y="23995"/>
                    <a:pt x="70308" y="23443"/>
                  </a:cubicBezTo>
                  <a:cubicBezTo>
                    <a:pt x="69534" y="21725"/>
                    <a:pt x="71538" y="21725"/>
                    <a:pt x="71739" y="20638"/>
                  </a:cubicBezTo>
                  <a:cubicBezTo>
                    <a:pt x="71900" y="19815"/>
                    <a:pt x="71362" y="19664"/>
                    <a:pt x="70723" y="19664"/>
                  </a:cubicBezTo>
                  <a:cubicBezTo>
                    <a:pt x="70356" y="19664"/>
                    <a:pt x="69955" y="19714"/>
                    <a:pt x="69635" y="19714"/>
                  </a:cubicBezTo>
                  <a:cubicBezTo>
                    <a:pt x="69523" y="19714"/>
                    <a:pt x="69422" y="19708"/>
                    <a:pt x="69334" y="19692"/>
                  </a:cubicBezTo>
                  <a:cubicBezTo>
                    <a:pt x="68503" y="19463"/>
                    <a:pt x="67273" y="18604"/>
                    <a:pt x="66671" y="18004"/>
                  </a:cubicBezTo>
                  <a:cubicBezTo>
                    <a:pt x="66185" y="17573"/>
                    <a:pt x="66270" y="16916"/>
                    <a:pt x="65498" y="16859"/>
                  </a:cubicBezTo>
                  <a:cubicBezTo>
                    <a:pt x="65036" y="16859"/>
                    <a:pt x="64575" y="17436"/>
                    <a:pt x="63991" y="17436"/>
                  </a:cubicBezTo>
                  <a:cubicBezTo>
                    <a:pt x="63887" y="17436"/>
                    <a:pt x="63779" y="17417"/>
                    <a:pt x="63666" y="17374"/>
                  </a:cubicBezTo>
                  <a:cubicBezTo>
                    <a:pt x="63666" y="16199"/>
                    <a:pt x="64667" y="15398"/>
                    <a:pt x="63094" y="15054"/>
                  </a:cubicBezTo>
                  <a:cubicBezTo>
                    <a:pt x="63179" y="14825"/>
                    <a:pt x="63236" y="14683"/>
                    <a:pt x="63380" y="14454"/>
                  </a:cubicBezTo>
                  <a:lnTo>
                    <a:pt x="63380" y="14454"/>
                  </a:lnTo>
                  <a:lnTo>
                    <a:pt x="63179" y="14596"/>
                  </a:lnTo>
                  <a:cubicBezTo>
                    <a:pt x="63522" y="13882"/>
                    <a:pt x="63236" y="13222"/>
                    <a:pt x="63866" y="12737"/>
                  </a:cubicBezTo>
                  <a:cubicBezTo>
                    <a:pt x="64266" y="12363"/>
                    <a:pt x="64754" y="12650"/>
                    <a:pt x="65240" y="12421"/>
                  </a:cubicBezTo>
                  <a:cubicBezTo>
                    <a:pt x="66270" y="11935"/>
                    <a:pt x="66671" y="10989"/>
                    <a:pt x="67960" y="10760"/>
                  </a:cubicBezTo>
                  <a:cubicBezTo>
                    <a:pt x="69190" y="10561"/>
                    <a:pt x="69964" y="10046"/>
                    <a:pt x="71109" y="9329"/>
                  </a:cubicBezTo>
                  <a:cubicBezTo>
                    <a:pt x="72140" y="8672"/>
                    <a:pt x="73170" y="8527"/>
                    <a:pt x="74286" y="7955"/>
                  </a:cubicBezTo>
                  <a:cubicBezTo>
                    <a:pt x="75087" y="7439"/>
                    <a:pt x="75774" y="6267"/>
                    <a:pt x="76606" y="5981"/>
                  </a:cubicBezTo>
                  <a:cubicBezTo>
                    <a:pt x="76784" y="5916"/>
                    <a:pt x="76970" y="5891"/>
                    <a:pt x="77162" y="5891"/>
                  </a:cubicBezTo>
                  <a:cubicBezTo>
                    <a:pt x="77822" y="5891"/>
                    <a:pt x="78550" y="6188"/>
                    <a:pt x="79243" y="6188"/>
                  </a:cubicBezTo>
                  <a:cubicBezTo>
                    <a:pt x="79416" y="6188"/>
                    <a:pt x="79587" y="6169"/>
                    <a:pt x="79755" y="6123"/>
                  </a:cubicBezTo>
                  <a:cubicBezTo>
                    <a:pt x="80499" y="5923"/>
                    <a:pt x="82358" y="4405"/>
                    <a:pt x="82759" y="3748"/>
                  </a:cubicBezTo>
                  <a:cubicBezTo>
                    <a:pt x="83293" y="2868"/>
                    <a:pt x="82974" y="2643"/>
                    <a:pt x="82431" y="2643"/>
                  </a:cubicBezTo>
                  <a:cubicBezTo>
                    <a:pt x="81984" y="2643"/>
                    <a:pt x="81385" y="2795"/>
                    <a:pt x="80984" y="2859"/>
                  </a:cubicBezTo>
                  <a:cubicBezTo>
                    <a:pt x="79812" y="3088"/>
                    <a:pt x="79610" y="3375"/>
                    <a:pt x="78667" y="4034"/>
                  </a:cubicBezTo>
                  <a:cubicBezTo>
                    <a:pt x="78224" y="4356"/>
                    <a:pt x="77948" y="4486"/>
                    <a:pt x="77767" y="4486"/>
                  </a:cubicBezTo>
                  <a:cubicBezTo>
                    <a:pt x="77305" y="4486"/>
                    <a:pt x="77459" y="3640"/>
                    <a:pt x="77006" y="3004"/>
                  </a:cubicBezTo>
                  <a:cubicBezTo>
                    <a:pt x="76606" y="2431"/>
                    <a:pt x="76061" y="2717"/>
                    <a:pt x="75861" y="2000"/>
                  </a:cubicBezTo>
                  <a:cubicBezTo>
                    <a:pt x="75774" y="1572"/>
                    <a:pt x="76262" y="1142"/>
                    <a:pt x="76118" y="684"/>
                  </a:cubicBezTo>
                  <a:cubicBezTo>
                    <a:pt x="75992" y="182"/>
                    <a:pt x="75768" y="1"/>
                    <a:pt x="7550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9"/>
            <p:cNvSpPr/>
            <p:nvPr/>
          </p:nvSpPr>
          <p:spPr>
            <a:xfrm>
              <a:off x="5545545" y="993833"/>
              <a:ext cx="2199235" cy="3393224"/>
            </a:xfrm>
            <a:custGeom>
              <a:avLst/>
              <a:gdLst/>
              <a:ahLst/>
              <a:cxnLst/>
              <a:rect l="l" t="t" r="r" b="b"/>
              <a:pathLst>
                <a:path w="108725" h="167753" extrusionOk="0">
                  <a:moveTo>
                    <a:pt x="75903" y="717"/>
                  </a:moveTo>
                  <a:cubicBezTo>
                    <a:pt x="75909" y="717"/>
                    <a:pt x="75914" y="717"/>
                    <a:pt x="75918" y="717"/>
                  </a:cubicBezTo>
                  <a:cubicBezTo>
                    <a:pt x="76005" y="744"/>
                    <a:pt x="76090" y="889"/>
                    <a:pt x="76147" y="1145"/>
                  </a:cubicBezTo>
                  <a:cubicBezTo>
                    <a:pt x="76177" y="1260"/>
                    <a:pt x="76120" y="1404"/>
                    <a:pt x="76033" y="1603"/>
                  </a:cubicBezTo>
                  <a:cubicBezTo>
                    <a:pt x="75918" y="1832"/>
                    <a:pt x="75804" y="2091"/>
                    <a:pt x="75861" y="2434"/>
                  </a:cubicBezTo>
                  <a:cubicBezTo>
                    <a:pt x="76033" y="3007"/>
                    <a:pt x="76406" y="3179"/>
                    <a:pt x="76663" y="3263"/>
                  </a:cubicBezTo>
                  <a:cubicBezTo>
                    <a:pt x="76834" y="3351"/>
                    <a:pt x="76979" y="3408"/>
                    <a:pt x="77093" y="3580"/>
                  </a:cubicBezTo>
                  <a:cubicBezTo>
                    <a:pt x="77235" y="3779"/>
                    <a:pt x="77322" y="4065"/>
                    <a:pt x="77379" y="4324"/>
                  </a:cubicBezTo>
                  <a:cubicBezTo>
                    <a:pt x="77464" y="4667"/>
                    <a:pt x="77551" y="5038"/>
                    <a:pt x="77895" y="5153"/>
                  </a:cubicBezTo>
                  <a:cubicBezTo>
                    <a:pt x="77977" y="5182"/>
                    <a:pt x="78060" y="5196"/>
                    <a:pt x="78145" y="5196"/>
                  </a:cubicBezTo>
                  <a:cubicBezTo>
                    <a:pt x="78474" y="5196"/>
                    <a:pt x="78829" y="4986"/>
                    <a:pt x="79239" y="4667"/>
                  </a:cubicBezTo>
                  <a:cubicBezTo>
                    <a:pt x="79411" y="4553"/>
                    <a:pt x="79583" y="4438"/>
                    <a:pt x="79727" y="4351"/>
                  </a:cubicBezTo>
                  <a:cubicBezTo>
                    <a:pt x="80299" y="3923"/>
                    <a:pt x="80556" y="3722"/>
                    <a:pt x="81415" y="3580"/>
                  </a:cubicBezTo>
                  <a:cubicBezTo>
                    <a:pt x="81529" y="3550"/>
                    <a:pt x="81673" y="3522"/>
                    <a:pt x="81815" y="3492"/>
                  </a:cubicBezTo>
                  <a:cubicBezTo>
                    <a:pt x="82083" y="3448"/>
                    <a:pt x="82595" y="3352"/>
                    <a:pt x="82876" y="3352"/>
                  </a:cubicBezTo>
                  <a:cubicBezTo>
                    <a:pt x="82955" y="3352"/>
                    <a:pt x="83016" y="3359"/>
                    <a:pt x="83047" y="3378"/>
                  </a:cubicBezTo>
                  <a:cubicBezTo>
                    <a:pt x="83047" y="3378"/>
                    <a:pt x="83075" y="3492"/>
                    <a:pt x="82846" y="3893"/>
                  </a:cubicBezTo>
                  <a:cubicBezTo>
                    <a:pt x="82475" y="4466"/>
                    <a:pt x="80700" y="5927"/>
                    <a:pt x="80041" y="6126"/>
                  </a:cubicBezTo>
                  <a:cubicBezTo>
                    <a:pt x="79897" y="6165"/>
                    <a:pt x="79750" y="6181"/>
                    <a:pt x="79599" y="6181"/>
                  </a:cubicBezTo>
                  <a:cubicBezTo>
                    <a:pt x="79299" y="6181"/>
                    <a:pt x="78982" y="6118"/>
                    <a:pt x="78639" y="6041"/>
                  </a:cubicBezTo>
                  <a:cubicBezTo>
                    <a:pt x="78288" y="5953"/>
                    <a:pt x="77915" y="5876"/>
                    <a:pt x="77547" y="5876"/>
                  </a:cubicBezTo>
                  <a:cubicBezTo>
                    <a:pt x="77315" y="5876"/>
                    <a:pt x="77085" y="5906"/>
                    <a:pt x="76864" y="5984"/>
                  </a:cubicBezTo>
                  <a:cubicBezTo>
                    <a:pt x="76319" y="6183"/>
                    <a:pt x="75861" y="6671"/>
                    <a:pt x="75403" y="7129"/>
                  </a:cubicBezTo>
                  <a:cubicBezTo>
                    <a:pt x="75117" y="7443"/>
                    <a:pt x="74773" y="7786"/>
                    <a:pt x="74487" y="7958"/>
                  </a:cubicBezTo>
                  <a:cubicBezTo>
                    <a:pt x="74001" y="8217"/>
                    <a:pt x="73543" y="8389"/>
                    <a:pt x="73085" y="8561"/>
                  </a:cubicBezTo>
                  <a:cubicBezTo>
                    <a:pt x="72513" y="8760"/>
                    <a:pt x="71911" y="8989"/>
                    <a:pt x="71311" y="9362"/>
                  </a:cubicBezTo>
                  <a:lnTo>
                    <a:pt x="71109" y="9477"/>
                  </a:lnTo>
                  <a:cubicBezTo>
                    <a:pt x="70051" y="10134"/>
                    <a:pt x="69364" y="10564"/>
                    <a:pt x="68276" y="10764"/>
                  </a:cubicBezTo>
                  <a:cubicBezTo>
                    <a:pt x="67388" y="10908"/>
                    <a:pt x="66872" y="11336"/>
                    <a:pt x="66387" y="11767"/>
                  </a:cubicBezTo>
                  <a:cubicBezTo>
                    <a:pt x="66071" y="12023"/>
                    <a:pt x="65814" y="12282"/>
                    <a:pt x="65441" y="12454"/>
                  </a:cubicBezTo>
                  <a:cubicBezTo>
                    <a:pt x="65326" y="12511"/>
                    <a:pt x="65155" y="12511"/>
                    <a:pt x="64983" y="12511"/>
                  </a:cubicBezTo>
                  <a:cubicBezTo>
                    <a:pt x="64697" y="12511"/>
                    <a:pt x="64326" y="12511"/>
                    <a:pt x="64010" y="12797"/>
                  </a:cubicBezTo>
                  <a:cubicBezTo>
                    <a:pt x="63524" y="13198"/>
                    <a:pt x="63467" y="13656"/>
                    <a:pt x="63410" y="14084"/>
                  </a:cubicBezTo>
                  <a:cubicBezTo>
                    <a:pt x="63352" y="14313"/>
                    <a:pt x="63323" y="14572"/>
                    <a:pt x="63208" y="14801"/>
                  </a:cubicBezTo>
                  <a:cubicBezTo>
                    <a:pt x="63181" y="14886"/>
                    <a:pt x="63181" y="15000"/>
                    <a:pt x="63208" y="15087"/>
                  </a:cubicBezTo>
                  <a:cubicBezTo>
                    <a:pt x="63181" y="15145"/>
                    <a:pt x="63151" y="15202"/>
                    <a:pt x="63123" y="15287"/>
                  </a:cubicBezTo>
                  <a:cubicBezTo>
                    <a:pt x="63094" y="15374"/>
                    <a:pt x="63123" y="15488"/>
                    <a:pt x="63151" y="15573"/>
                  </a:cubicBezTo>
                  <a:cubicBezTo>
                    <a:pt x="63208" y="15660"/>
                    <a:pt x="63295" y="15717"/>
                    <a:pt x="63410" y="15745"/>
                  </a:cubicBezTo>
                  <a:cubicBezTo>
                    <a:pt x="63838" y="15859"/>
                    <a:pt x="63952" y="15974"/>
                    <a:pt x="63982" y="16003"/>
                  </a:cubicBezTo>
                  <a:cubicBezTo>
                    <a:pt x="64039" y="16118"/>
                    <a:pt x="63952" y="16374"/>
                    <a:pt x="63868" y="16603"/>
                  </a:cubicBezTo>
                  <a:cubicBezTo>
                    <a:pt x="63781" y="16920"/>
                    <a:pt x="63666" y="17291"/>
                    <a:pt x="63666" y="17721"/>
                  </a:cubicBezTo>
                  <a:cubicBezTo>
                    <a:pt x="63666" y="17863"/>
                    <a:pt x="63753" y="18007"/>
                    <a:pt x="63895" y="18035"/>
                  </a:cubicBezTo>
                  <a:cubicBezTo>
                    <a:pt x="64064" y="18104"/>
                    <a:pt x="64223" y="18132"/>
                    <a:pt x="64372" y="18132"/>
                  </a:cubicBezTo>
                  <a:cubicBezTo>
                    <a:pt x="64778" y="18132"/>
                    <a:pt x="65112" y="17924"/>
                    <a:pt x="65384" y="17778"/>
                  </a:cubicBezTo>
                  <a:cubicBezTo>
                    <a:pt x="65555" y="17664"/>
                    <a:pt x="65757" y="17577"/>
                    <a:pt x="65842" y="17577"/>
                  </a:cubicBezTo>
                  <a:cubicBezTo>
                    <a:pt x="66100" y="17577"/>
                    <a:pt x="66185" y="17691"/>
                    <a:pt x="66357" y="18007"/>
                  </a:cubicBezTo>
                  <a:cubicBezTo>
                    <a:pt x="66444" y="18207"/>
                    <a:pt x="66586" y="18436"/>
                    <a:pt x="66787" y="18637"/>
                  </a:cubicBezTo>
                  <a:cubicBezTo>
                    <a:pt x="67417" y="19210"/>
                    <a:pt x="68704" y="20126"/>
                    <a:pt x="69650" y="20382"/>
                  </a:cubicBezTo>
                  <a:cubicBezTo>
                    <a:pt x="69759" y="20407"/>
                    <a:pt x="69874" y="20416"/>
                    <a:pt x="69996" y="20416"/>
                  </a:cubicBezTo>
                  <a:cubicBezTo>
                    <a:pt x="70161" y="20416"/>
                    <a:pt x="70339" y="20399"/>
                    <a:pt x="70536" y="20382"/>
                  </a:cubicBezTo>
                  <a:cubicBezTo>
                    <a:pt x="70688" y="20372"/>
                    <a:pt x="70873" y="20361"/>
                    <a:pt x="71051" y="20361"/>
                  </a:cubicBezTo>
                  <a:cubicBezTo>
                    <a:pt x="71345" y="20361"/>
                    <a:pt x="71622" y="20390"/>
                    <a:pt x="71711" y="20497"/>
                  </a:cubicBezTo>
                  <a:cubicBezTo>
                    <a:pt x="71796" y="20584"/>
                    <a:pt x="71769" y="20783"/>
                    <a:pt x="71769" y="20897"/>
                  </a:cubicBezTo>
                  <a:cubicBezTo>
                    <a:pt x="71711" y="21184"/>
                    <a:pt x="71425" y="21385"/>
                    <a:pt x="71109" y="21614"/>
                  </a:cubicBezTo>
                  <a:cubicBezTo>
                    <a:pt x="70536" y="22043"/>
                    <a:pt x="69765" y="22615"/>
                    <a:pt x="70337" y="23962"/>
                  </a:cubicBezTo>
                  <a:cubicBezTo>
                    <a:pt x="70566" y="24420"/>
                    <a:pt x="71109" y="24848"/>
                    <a:pt x="71739" y="25020"/>
                  </a:cubicBezTo>
                  <a:cubicBezTo>
                    <a:pt x="71965" y="25087"/>
                    <a:pt x="72182" y="25120"/>
                    <a:pt x="72384" y="25120"/>
                  </a:cubicBezTo>
                  <a:cubicBezTo>
                    <a:pt x="72696" y="25120"/>
                    <a:pt x="72974" y="25044"/>
                    <a:pt x="73200" y="24905"/>
                  </a:cubicBezTo>
                  <a:cubicBezTo>
                    <a:pt x="74059" y="24362"/>
                    <a:pt x="74201" y="23130"/>
                    <a:pt x="74345" y="22214"/>
                  </a:cubicBezTo>
                  <a:cubicBezTo>
                    <a:pt x="74345" y="22072"/>
                    <a:pt x="74372" y="21958"/>
                    <a:pt x="74372" y="21843"/>
                  </a:cubicBezTo>
                  <a:cubicBezTo>
                    <a:pt x="74659" y="20382"/>
                    <a:pt x="75346" y="20268"/>
                    <a:pt x="76376" y="20096"/>
                  </a:cubicBezTo>
                  <a:cubicBezTo>
                    <a:pt x="77178" y="19981"/>
                    <a:pt x="78094" y="19839"/>
                    <a:pt x="78895" y="18951"/>
                  </a:cubicBezTo>
                  <a:cubicBezTo>
                    <a:pt x="79754" y="18007"/>
                    <a:pt x="79296" y="17233"/>
                    <a:pt x="78953" y="16633"/>
                  </a:cubicBezTo>
                  <a:cubicBezTo>
                    <a:pt x="78811" y="16404"/>
                    <a:pt x="78696" y="16175"/>
                    <a:pt x="78609" y="15916"/>
                  </a:cubicBezTo>
                  <a:cubicBezTo>
                    <a:pt x="78437" y="15374"/>
                    <a:pt x="78495" y="15172"/>
                    <a:pt x="78524" y="15115"/>
                  </a:cubicBezTo>
                  <a:cubicBezTo>
                    <a:pt x="78609" y="14973"/>
                    <a:pt x="78895" y="14943"/>
                    <a:pt x="79182" y="14916"/>
                  </a:cubicBezTo>
                  <a:cubicBezTo>
                    <a:pt x="79583" y="14858"/>
                    <a:pt x="80013" y="14801"/>
                    <a:pt x="80299" y="14515"/>
                  </a:cubicBezTo>
                  <a:cubicBezTo>
                    <a:pt x="80815" y="14027"/>
                    <a:pt x="80842" y="13370"/>
                    <a:pt x="80872" y="12768"/>
                  </a:cubicBezTo>
                  <a:cubicBezTo>
                    <a:pt x="80899" y="12080"/>
                    <a:pt x="80929" y="11622"/>
                    <a:pt x="81415" y="11336"/>
                  </a:cubicBezTo>
                  <a:cubicBezTo>
                    <a:pt x="81576" y="11238"/>
                    <a:pt x="82014" y="11199"/>
                    <a:pt x="82555" y="11199"/>
                  </a:cubicBezTo>
                  <a:cubicBezTo>
                    <a:pt x="83743" y="11199"/>
                    <a:pt x="85424" y="11389"/>
                    <a:pt x="85738" y="11565"/>
                  </a:cubicBezTo>
                  <a:cubicBezTo>
                    <a:pt x="86082" y="11794"/>
                    <a:pt x="86968" y="13340"/>
                    <a:pt x="86968" y="13771"/>
                  </a:cubicBezTo>
                  <a:cubicBezTo>
                    <a:pt x="86941" y="13942"/>
                    <a:pt x="86854" y="14057"/>
                    <a:pt x="86739" y="14171"/>
                  </a:cubicBezTo>
                  <a:cubicBezTo>
                    <a:pt x="86597" y="14286"/>
                    <a:pt x="86425" y="14458"/>
                    <a:pt x="86453" y="14714"/>
                  </a:cubicBezTo>
                  <a:cubicBezTo>
                    <a:pt x="86453" y="15000"/>
                    <a:pt x="86712" y="15259"/>
                    <a:pt x="86968" y="15458"/>
                  </a:cubicBezTo>
                  <a:cubicBezTo>
                    <a:pt x="86968" y="15458"/>
                    <a:pt x="86998" y="15488"/>
                    <a:pt x="87025" y="15488"/>
                  </a:cubicBezTo>
                  <a:cubicBezTo>
                    <a:pt x="87251" y="15609"/>
                    <a:pt x="87623" y="15656"/>
                    <a:pt x="87952" y="15656"/>
                  </a:cubicBezTo>
                  <a:cubicBezTo>
                    <a:pt x="88166" y="15656"/>
                    <a:pt x="88362" y="15636"/>
                    <a:pt x="88487" y="15603"/>
                  </a:cubicBezTo>
                  <a:cubicBezTo>
                    <a:pt x="88945" y="15545"/>
                    <a:pt x="89345" y="15344"/>
                    <a:pt x="89746" y="15145"/>
                  </a:cubicBezTo>
                  <a:cubicBezTo>
                    <a:pt x="90226" y="14905"/>
                    <a:pt x="90583" y="14726"/>
                    <a:pt x="90922" y="14726"/>
                  </a:cubicBezTo>
                  <a:cubicBezTo>
                    <a:pt x="91148" y="14726"/>
                    <a:pt x="91365" y="14806"/>
                    <a:pt x="91606" y="15000"/>
                  </a:cubicBezTo>
                  <a:cubicBezTo>
                    <a:pt x="92007" y="15401"/>
                    <a:pt x="91979" y="16203"/>
                    <a:pt x="91922" y="17004"/>
                  </a:cubicBezTo>
                  <a:cubicBezTo>
                    <a:pt x="91922" y="17233"/>
                    <a:pt x="91892" y="17492"/>
                    <a:pt x="91892" y="17721"/>
                  </a:cubicBezTo>
                  <a:cubicBezTo>
                    <a:pt x="91892" y="19180"/>
                    <a:pt x="92151" y="19439"/>
                    <a:pt x="92980" y="20068"/>
                  </a:cubicBezTo>
                  <a:cubicBezTo>
                    <a:pt x="93094" y="20153"/>
                    <a:pt x="93239" y="20268"/>
                    <a:pt x="93381" y="20382"/>
                  </a:cubicBezTo>
                  <a:cubicBezTo>
                    <a:pt x="94411" y="21241"/>
                    <a:pt x="94984" y="22043"/>
                    <a:pt x="94984" y="22645"/>
                  </a:cubicBezTo>
                  <a:cubicBezTo>
                    <a:pt x="95013" y="23989"/>
                    <a:pt x="94097" y="24362"/>
                    <a:pt x="92579" y="24791"/>
                  </a:cubicBezTo>
                  <a:cubicBezTo>
                    <a:pt x="91979" y="24992"/>
                    <a:pt x="91407" y="25164"/>
                    <a:pt x="90948" y="25450"/>
                  </a:cubicBezTo>
                  <a:cubicBezTo>
                    <a:pt x="90211" y="25948"/>
                    <a:pt x="89782" y="26101"/>
                    <a:pt x="89294" y="26101"/>
                  </a:cubicBezTo>
                  <a:cubicBezTo>
                    <a:pt x="89025" y="26101"/>
                    <a:pt x="88739" y="26054"/>
                    <a:pt x="88372" y="25993"/>
                  </a:cubicBezTo>
                  <a:cubicBezTo>
                    <a:pt x="88171" y="25966"/>
                    <a:pt x="87942" y="25936"/>
                    <a:pt x="87685" y="25908"/>
                  </a:cubicBezTo>
                  <a:cubicBezTo>
                    <a:pt x="87503" y="25895"/>
                    <a:pt x="87331" y="25889"/>
                    <a:pt x="87166" y="25889"/>
                  </a:cubicBezTo>
                  <a:cubicBezTo>
                    <a:pt x="86211" y="25889"/>
                    <a:pt x="85499" y="26088"/>
                    <a:pt x="84621" y="26309"/>
                  </a:cubicBezTo>
                  <a:lnTo>
                    <a:pt x="84479" y="26337"/>
                  </a:lnTo>
                  <a:cubicBezTo>
                    <a:pt x="84155" y="26439"/>
                    <a:pt x="83830" y="26454"/>
                    <a:pt x="83496" y="26454"/>
                  </a:cubicBezTo>
                  <a:cubicBezTo>
                    <a:pt x="83357" y="26454"/>
                    <a:pt x="83217" y="26451"/>
                    <a:pt x="83075" y="26451"/>
                  </a:cubicBezTo>
                  <a:cubicBezTo>
                    <a:pt x="82869" y="26441"/>
                    <a:pt x="82664" y="26430"/>
                    <a:pt x="82458" y="26430"/>
                  </a:cubicBezTo>
                  <a:cubicBezTo>
                    <a:pt x="82120" y="26430"/>
                    <a:pt x="81782" y="26459"/>
                    <a:pt x="81444" y="26566"/>
                  </a:cubicBezTo>
                  <a:cubicBezTo>
                    <a:pt x="81014" y="26737"/>
                    <a:pt x="79411" y="27653"/>
                    <a:pt x="79239" y="28599"/>
                  </a:cubicBezTo>
                  <a:cubicBezTo>
                    <a:pt x="79182" y="28913"/>
                    <a:pt x="79296" y="29199"/>
                    <a:pt x="79555" y="29428"/>
                  </a:cubicBezTo>
                  <a:cubicBezTo>
                    <a:pt x="79642" y="29506"/>
                    <a:pt x="79735" y="29544"/>
                    <a:pt x="79876" y="29544"/>
                  </a:cubicBezTo>
                  <a:cubicBezTo>
                    <a:pt x="80150" y="29544"/>
                    <a:pt x="80602" y="29398"/>
                    <a:pt x="81529" y="29114"/>
                  </a:cubicBezTo>
                  <a:cubicBezTo>
                    <a:pt x="82213" y="28901"/>
                    <a:pt x="84021" y="28341"/>
                    <a:pt x="84799" y="28341"/>
                  </a:cubicBezTo>
                  <a:cubicBezTo>
                    <a:pt x="84966" y="28341"/>
                    <a:pt x="85085" y="28367"/>
                    <a:pt x="85136" y="28427"/>
                  </a:cubicBezTo>
                  <a:cubicBezTo>
                    <a:pt x="85136" y="28427"/>
                    <a:pt x="85166" y="28512"/>
                    <a:pt x="85079" y="28741"/>
                  </a:cubicBezTo>
                  <a:cubicBezTo>
                    <a:pt x="85022" y="28885"/>
                    <a:pt x="84735" y="29085"/>
                    <a:pt x="84479" y="29256"/>
                  </a:cubicBezTo>
                  <a:cubicBezTo>
                    <a:pt x="83964" y="29657"/>
                    <a:pt x="83047" y="30287"/>
                    <a:pt x="83648" y="31375"/>
                  </a:cubicBezTo>
                  <a:cubicBezTo>
                    <a:pt x="83991" y="31977"/>
                    <a:pt x="84651" y="32005"/>
                    <a:pt x="85193" y="32062"/>
                  </a:cubicBezTo>
                  <a:cubicBezTo>
                    <a:pt x="85709" y="32092"/>
                    <a:pt x="85938" y="32119"/>
                    <a:pt x="86025" y="32321"/>
                  </a:cubicBezTo>
                  <a:cubicBezTo>
                    <a:pt x="86082" y="32492"/>
                    <a:pt x="86109" y="32634"/>
                    <a:pt x="86052" y="32721"/>
                  </a:cubicBezTo>
                  <a:cubicBezTo>
                    <a:pt x="85910" y="32978"/>
                    <a:pt x="85280" y="33092"/>
                    <a:pt x="84880" y="33179"/>
                  </a:cubicBezTo>
                  <a:cubicBezTo>
                    <a:pt x="84678" y="33207"/>
                    <a:pt x="84479" y="33264"/>
                    <a:pt x="84364" y="33294"/>
                  </a:cubicBezTo>
                  <a:cubicBezTo>
                    <a:pt x="83934" y="33408"/>
                    <a:pt x="83563" y="33722"/>
                    <a:pt x="83189" y="34008"/>
                  </a:cubicBezTo>
                  <a:cubicBezTo>
                    <a:pt x="82695" y="34411"/>
                    <a:pt x="82336" y="34676"/>
                    <a:pt x="82000" y="34676"/>
                  </a:cubicBezTo>
                  <a:cubicBezTo>
                    <a:pt x="81929" y="34676"/>
                    <a:pt x="81858" y="34664"/>
                    <a:pt x="81788" y="34638"/>
                  </a:cubicBezTo>
                  <a:cubicBezTo>
                    <a:pt x="81616" y="34554"/>
                    <a:pt x="81529" y="34467"/>
                    <a:pt x="81472" y="34409"/>
                  </a:cubicBezTo>
                  <a:cubicBezTo>
                    <a:pt x="81616" y="34325"/>
                    <a:pt x="82017" y="34180"/>
                    <a:pt x="82246" y="34096"/>
                  </a:cubicBezTo>
                  <a:cubicBezTo>
                    <a:pt x="82674" y="33951"/>
                    <a:pt x="82960" y="33837"/>
                    <a:pt x="83075" y="33665"/>
                  </a:cubicBezTo>
                  <a:cubicBezTo>
                    <a:pt x="83476" y="33207"/>
                    <a:pt x="83590" y="32836"/>
                    <a:pt x="83361" y="32550"/>
                  </a:cubicBezTo>
                  <a:cubicBezTo>
                    <a:pt x="83209" y="32346"/>
                    <a:pt x="82932" y="32276"/>
                    <a:pt x="82627" y="32276"/>
                  </a:cubicBezTo>
                  <a:cubicBezTo>
                    <a:pt x="82074" y="32276"/>
                    <a:pt x="81427" y="32503"/>
                    <a:pt x="81243" y="32577"/>
                  </a:cubicBezTo>
                  <a:cubicBezTo>
                    <a:pt x="80643" y="32749"/>
                    <a:pt x="80128" y="33035"/>
                    <a:pt x="79640" y="33321"/>
                  </a:cubicBezTo>
                  <a:cubicBezTo>
                    <a:pt x="79239" y="33550"/>
                    <a:pt x="78895" y="33752"/>
                    <a:pt x="78495" y="33894"/>
                  </a:cubicBezTo>
                  <a:cubicBezTo>
                    <a:pt x="78266" y="33951"/>
                    <a:pt x="78066" y="34008"/>
                    <a:pt x="77837" y="34066"/>
                  </a:cubicBezTo>
                  <a:cubicBezTo>
                    <a:pt x="77036" y="34295"/>
                    <a:pt x="76262" y="34467"/>
                    <a:pt x="75689" y="35612"/>
                  </a:cubicBezTo>
                  <a:cubicBezTo>
                    <a:pt x="75490" y="35985"/>
                    <a:pt x="75433" y="36386"/>
                    <a:pt x="75376" y="36729"/>
                  </a:cubicBezTo>
                  <a:cubicBezTo>
                    <a:pt x="75261" y="37359"/>
                    <a:pt x="75204" y="37645"/>
                    <a:pt x="74716" y="37787"/>
                  </a:cubicBezTo>
                  <a:cubicBezTo>
                    <a:pt x="74582" y="37812"/>
                    <a:pt x="74459" y="37821"/>
                    <a:pt x="74338" y="37821"/>
                  </a:cubicBezTo>
                  <a:cubicBezTo>
                    <a:pt x="74177" y="37821"/>
                    <a:pt x="74021" y="37804"/>
                    <a:pt x="73857" y="37787"/>
                  </a:cubicBezTo>
                  <a:cubicBezTo>
                    <a:pt x="73692" y="37770"/>
                    <a:pt x="73521" y="37750"/>
                    <a:pt x="73347" y="37750"/>
                  </a:cubicBezTo>
                  <a:cubicBezTo>
                    <a:pt x="72948" y="37750"/>
                    <a:pt x="72530" y="37854"/>
                    <a:pt x="72112" y="38332"/>
                  </a:cubicBezTo>
                  <a:cubicBezTo>
                    <a:pt x="72082" y="38360"/>
                    <a:pt x="72082" y="38390"/>
                    <a:pt x="72055" y="38417"/>
                  </a:cubicBezTo>
                  <a:lnTo>
                    <a:pt x="71998" y="38531"/>
                  </a:lnTo>
                  <a:cubicBezTo>
                    <a:pt x="71769" y="38848"/>
                    <a:pt x="71510" y="39191"/>
                    <a:pt x="71281" y="39562"/>
                  </a:cubicBezTo>
                  <a:cubicBezTo>
                    <a:pt x="70795" y="40249"/>
                    <a:pt x="70280" y="40993"/>
                    <a:pt x="69678" y="41481"/>
                  </a:cubicBezTo>
                  <a:cubicBezTo>
                    <a:pt x="69482" y="41656"/>
                    <a:pt x="69301" y="41699"/>
                    <a:pt x="69123" y="41699"/>
                  </a:cubicBezTo>
                  <a:cubicBezTo>
                    <a:pt x="69040" y="41699"/>
                    <a:pt x="68958" y="41690"/>
                    <a:pt x="68876" y="41680"/>
                  </a:cubicBezTo>
                  <a:cubicBezTo>
                    <a:pt x="68811" y="41677"/>
                    <a:pt x="68747" y="41675"/>
                    <a:pt x="68683" y="41675"/>
                  </a:cubicBezTo>
                  <a:cubicBezTo>
                    <a:pt x="68214" y="41675"/>
                    <a:pt x="67791" y="41810"/>
                    <a:pt x="67589" y="42768"/>
                  </a:cubicBezTo>
                  <a:cubicBezTo>
                    <a:pt x="67502" y="43199"/>
                    <a:pt x="67445" y="43542"/>
                    <a:pt x="67417" y="43856"/>
                  </a:cubicBezTo>
                  <a:cubicBezTo>
                    <a:pt x="67330" y="44630"/>
                    <a:pt x="67273" y="45203"/>
                    <a:pt x="66673" y="46061"/>
                  </a:cubicBezTo>
                  <a:cubicBezTo>
                    <a:pt x="65986" y="47035"/>
                    <a:pt x="64868" y="47578"/>
                    <a:pt x="63696" y="48093"/>
                  </a:cubicBezTo>
                  <a:cubicBezTo>
                    <a:pt x="61234" y="49096"/>
                    <a:pt x="58829" y="50612"/>
                    <a:pt x="59773" y="54249"/>
                  </a:cubicBezTo>
                  <a:cubicBezTo>
                    <a:pt x="60146" y="55707"/>
                    <a:pt x="60432" y="58169"/>
                    <a:pt x="59773" y="58971"/>
                  </a:cubicBezTo>
                  <a:cubicBezTo>
                    <a:pt x="59622" y="59148"/>
                    <a:pt x="59450" y="59235"/>
                    <a:pt x="59217" y="59235"/>
                  </a:cubicBezTo>
                  <a:cubicBezTo>
                    <a:pt x="59184" y="59235"/>
                    <a:pt x="59150" y="59233"/>
                    <a:pt x="59116" y="59230"/>
                  </a:cubicBezTo>
                  <a:cubicBezTo>
                    <a:pt x="58170" y="59172"/>
                    <a:pt x="58112" y="58199"/>
                    <a:pt x="58112" y="56566"/>
                  </a:cubicBezTo>
                  <a:cubicBezTo>
                    <a:pt x="58112" y="55394"/>
                    <a:pt x="58112" y="54306"/>
                    <a:pt x="57483" y="53761"/>
                  </a:cubicBezTo>
                  <a:cubicBezTo>
                    <a:pt x="57201" y="53479"/>
                    <a:pt x="56968" y="53395"/>
                    <a:pt x="56759" y="53395"/>
                  </a:cubicBezTo>
                  <a:cubicBezTo>
                    <a:pt x="56651" y="53395"/>
                    <a:pt x="56550" y="53417"/>
                    <a:pt x="56452" y="53447"/>
                  </a:cubicBezTo>
                  <a:cubicBezTo>
                    <a:pt x="56395" y="53461"/>
                    <a:pt x="56352" y="53468"/>
                    <a:pt x="56309" y="53468"/>
                  </a:cubicBezTo>
                  <a:cubicBezTo>
                    <a:pt x="56266" y="53468"/>
                    <a:pt x="56223" y="53461"/>
                    <a:pt x="56166" y="53447"/>
                  </a:cubicBezTo>
                  <a:cubicBezTo>
                    <a:pt x="56024" y="53390"/>
                    <a:pt x="55909" y="53275"/>
                    <a:pt x="55738" y="53131"/>
                  </a:cubicBezTo>
                  <a:cubicBezTo>
                    <a:pt x="55536" y="52932"/>
                    <a:pt x="55307" y="52730"/>
                    <a:pt x="54993" y="52588"/>
                  </a:cubicBezTo>
                  <a:cubicBezTo>
                    <a:pt x="54673" y="52447"/>
                    <a:pt x="54022" y="52380"/>
                    <a:pt x="53349" y="52380"/>
                  </a:cubicBezTo>
                  <a:cubicBezTo>
                    <a:pt x="52515" y="52380"/>
                    <a:pt x="51646" y="52483"/>
                    <a:pt x="51329" y="52673"/>
                  </a:cubicBezTo>
                  <a:cubicBezTo>
                    <a:pt x="50899" y="52902"/>
                    <a:pt x="50784" y="53188"/>
                    <a:pt x="50699" y="53417"/>
                  </a:cubicBezTo>
                  <a:cubicBezTo>
                    <a:pt x="50642" y="53562"/>
                    <a:pt x="50612" y="53646"/>
                    <a:pt x="50498" y="53733"/>
                  </a:cubicBezTo>
                  <a:cubicBezTo>
                    <a:pt x="50226" y="53954"/>
                    <a:pt x="49843" y="54013"/>
                    <a:pt x="49444" y="54013"/>
                  </a:cubicBezTo>
                  <a:cubicBezTo>
                    <a:pt x="49173" y="54013"/>
                    <a:pt x="48894" y="53986"/>
                    <a:pt x="48638" y="53962"/>
                  </a:cubicBezTo>
                  <a:lnTo>
                    <a:pt x="48494" y="53933"/>
                  </a:lnTo>
                  <a:cubicBezTo>
                    <a:pt x="48123" y="53905"/>
                    <a:pt x="47807" y="53848"/>
                    <a:pt x="47493" y="53791"/>
                  </a:cubicBezTo>
                  <a:cubicBezTo>
                    <a:pt x="47119" y="53706"/>
                    <a:pt x="46766" y="53632"/>
                    <a:pt x="46398" y="53632"/>
                  </a:cubicBezTo>
                  <a:cubicBezTo>
                    <a:pt x="45893" y="53632"/>
                    <a:pt x="45362" y="53772"/>
                    <a:pt x="44715" y="54219"/>
                  </a:cubicBezTo>
                  <a:lnTo>
                    <a:pt x="44601" y="54276"/>
                  </a:lnTo>
                  <a:cubicBezTo>
                    <a:pt x="43799" y="54791"/>
                    <a:pt x="42856" y="55364"/>
                    <a:pt x="42139" y="56051"/>
                  </a:cubicBezTo>
                  <a:cubicBezTo>
                    <a:pt x="41223" y="56882"/>
                    <a:pt x="41138" y="57597"/>
                    <a:pt x="40994" y="58513"/>
                  </a:cubicBezTo>
                  <a:cubicBezTo>
                    <a:pt x="40966" y="58714"/>
                    <a:pt x="40966" y="58886"/>
                    <a:pt x="40909" y="59085"/>
                  </a:cubicBezTo>
                  <a:cubicBezTo>
                    <a:pt x="40822" y="59658"/>
                    <a:pt x="40565" y="60146"/>
                    <a:pt x="40279" y="60631"/>
                  </a:cubicBezTo>
                  <a:cubicBezTo>
                    <a:pt x="40020" y="61089"/>
                    <a:pt x="39764" y="61577"/>
                    <a:pt x="39620" y="62120"/>
                  </a:cubicBezTo>
                  <a:cubicBezTo>
                    <a:pt x="39363" y="63237"/>
                    <a:pt x="39677" y="64009"/>
                    <a:pt x="39993" y="64783"/>
                  </a:cubicBezTo>
                  <a:cubicBezTo>
                    <a:pt x="40135" y="65127"/>
                    <a:pt x="40279" y="65470"/>
                    <a:pt x="40394" y="65871"/>
                  </a:cubicBezTo>
                  <a:cubicBezTo>
                    <a:pt x="40478" y="66185"/>
                    <a:pt x="40508" y="66501"/>
                    <a:pt x="40565" y="66815"/>
                  </a:cubicBezTo>
                  <a:cubicBezTo>
                    <a:pt x="40650" y="67616"/>
                    <a:pt x="40737" y="68447"/>
                    <a:pt x="41738" y="69047"/>
                  </a:cubicBezTo>
                  <a:cubicBezTo>
                    <a:pt x="42326" y="69342"/>
                    <a:pt x="43346" y="69636"/>
                    <a:pt x="44186" y="69636"/>
                  </a:cubicBezTo>
                  <a:cubicBezTo>
                    <a:pt x="44491" y="69636"/>
                    <a:pt x="44773" y="69597"/>
                    <a:pt x="45001" y="69506"/>
                  </a:cubicBezTo>
                  <a:cubicBezTo>
                    <a:pt x="45718" y="69306"/>
                    <a:pt x="47063" y="68676"/>
                    <a:pt x="47550" y="67731"/>
                  </a:cubicBezTo>
                  <a:cubicBezTo>
                    <a:pt x="47750" y="67360"/>
                    <a:pt x="47837" y="66959"/>
                    <a:pt x="47894" y="66615"/>
                  </a:cubicBezTo>
                  <a:cubicBezTo>
                    <a:pt x="48008" y="66043"/>
                    <a:pt x="48093" y="65642"/>
                    <a:pt x="48666" y="65326"/>
                  </a:cubicBezTo>
                  <a:cubicBezTo>
                    <a:pt x="48880" y="65197"/>
                    <a:pt x="49643" y="65036"/>
                    <a:pt x="50264" y="65036"/>
                  </a:cubicBezTo>
                  <a:cubicBezTo>
                    <a:pt x="50472" y="65036"/>
                    <a:pt x="50663" y="65054"/>
                    <a:pt x="50814" y="65097"/>
                  </a:cubicBezTo>
                  <a:cubicBezTo>
                    <a:pt x="50956" y="65127"/>
                    <a:pt x="51013" y="65154"/>
                    <a:pt x="51043" y="65212"/>
                  </a:cubicBezTo>
                  <a:cubicBezTo>
                    <a:pt x="51185" y="65470"/>
                    <a:pt x="50699" y="66444"/>
                    <a:pt x="50498" y="66844"/>
                  </a:cubicBezTo>
                  <a:cubicBezTo>
                    <a:pt x="50356" y="67101"/>
                    <a:pt x="50241" y="67330"/>
                    <a:pt x="50184" y="67531"/>
                  </a:cubicBezTo>
                  <a:cubicBezTo>
                    <a:pt x="50097" y="67788"/>
                    <a:pt x="49868" y="68276"/>
                    <a:pt x="49611" y="68761"/>
                  </a:cubicBezTo>
                  <a:cubicBezTo>
                    <a:pt x="48810" y="70337"/>
                    <a:pt x="48237" y="71624"/>
                    <a:pt x="48638" y="72368"/>
                  </a:cubicBezTo>
                  <a:cubicBezTo>
                    <a:pt x="48870" y="72833"/>
                    <a:pt x="49279" y="72985"/>
                    <a:pt x="49733" y="72985"/>
                  </a:cubicBezTo>
                  <a:cubicBezTo>
                    <a:pt x="50230" y="72985"/>
                    <a:pt x="50780" y="72804"/>
                    <a:pt x="51215" y="72654"/>
                  </a:cubicBezTo>
                  <a:cubicBezTo>
                    <a:pt x="51471" y="72570"/>
                    <a:pt x="51673" y="72512"/>
                    <a:pt x="51815" y="72483"/>
                  </a:cubicBezTo>
                  <a:lnTo>
                    <a:pt x="51844" y="72483"/>
                  </a:lnTo>
                  <a:cubicBezTo>
                    <a:pt x="52067" y="72421"/>
                    <a:pt x="52306" y="72392"/>
                    <a:pt x="52536" y="72392"/>
                  </a:cubicBezTo>
                  <a:cubicBezTo>
                    <a:pt x="52837" y="72392"/>
                    <a:pt x="53121" y="72443"/>
                    <a:pt x="53333" y="72540"/>
                  </a:cubicBezTo>
                  <a:cubicBezTo>
                    <a:pt x="53761" y="72712"/>
                    <a:pt x="53761" y="72741"/>
                    <a:pt x="53818" y="72941"/>
                  </a:cubicBezTo>
                  <a:cubicBezTo>
                    <a:pt x="53848" y="73055"/>
                    <a:pt x="53876" y="73227"/>
                    <a:pt x="53963" y="73399"/>
                  </a:cubicBezTo>
                  <a:cubicBezTo>
                    <a:pt x="54363" y="74544"/>
                    <a:pt x="54192" y="75002"/>
                    <a:pt x="53791" y="76062"/>
                  </a:cubicBezTo>
                  <a:lnTo>
                    <a:pt x="53676" y="76348"/>
                  </a:lnTo>
                  <a:cubicBezTo>
                    <a:pt x="53333" y="77235"/>
                    <a:pt x="52932" y="78524"/>
                    <a:pt x="53505" y="79582"/>
                  </a:cubicBezTo>
                  <a:cubicBezTo>
                    <a:pt x="53704" y="79868"/>
                    <a:pt x="53963" y="80097"/>
                    <a:pt x="54192" y="80269"/>
                  </a:cubicBezTo>
                  <a:cubicBezTo>
                    <a:pt x="54363" y="80413"/>
                    <a:pt x="54535" y="80555"/>
                    <a:pt x="54650" y="80700"/>
                  </a:cubicBezTo>
                  <a:cubicBezTo>
                    <a:pt x="54822" y="80871"/>
                    <a:pt x="54906" y="81013"/>
                    <a:pt x="54993" y="81158"/>
                  </a:cubicBezTo>
                  <a:cubicBezTo>
                    <a:pt x="55222" y="81444"/>
                    <a:pt x="55422" y="81700"/>
                    <a:pt x="56081" y="81902"/>
                  </a:cubicBezTo>
                  <a:cubicBezTo>
                    <a:pt x="56195" y="81930"/>
                    <a:pt x="56305" y="81943"/>
                    <a:pt x="56411" y="81943"/>
                  </a:cubicBezTo>
                  <a:cubicBezTo>
                    <a:pt x="56835" y="81943"/>
                    <a:pt x="57197" y="81742"/>
                    <a:pt x="57540" y="81558"/>
                  </a:cubicBezTo>
                  <a:cubicBezTo>
                    <a:pt x="57849" y="81414"/>
                    <a:pt x="58069" y="81300"/>
                    <a:pt x="58274" y="81300"/>
                  </a:cubicBezTo>
                  <a:cubicBezTo>
                    <a:pt x="58355" y="81300"/>
                    <a:pt x="58433" y="81317"/>
                    <a:pt x="58513" y="81357"/>
                  </a:cubicBezTo>
                  <a:cubicBezTo>
                    <a:pt x="58570" y="81386"/>
                    <a:pt x="58635" y="81400"/>
                    <a:pt x="58700" y="81400"/>
                  </a:cubicBezTo>
                  <a:cubicBezTo>
                    <a:pt x="58765" y="81400"/>
                    <a:pt x="58829" y="81386"/>
                    <a:pt x="58887" y="81357"/>
                  </a:cubicBezTo>
                  <a:cubicBezTo>
                    <a:pt x="58944" y="81300"/>
                    <a:pt x="58971" y="81272"/>
                    <a:pt x="59001" y="81215"/>
                  </a:cubicBezTo>
                  <a:cubicBezTo>
                    <a:pt x="59147" y="81189"/>
                    <a:pt x="59273" y="81176"/>
                    <a:pt x="59385" y="81176"/>
                  </a:cubicBezTo>
                  <a:cubicBezTo>
                    <a:pt x="59645" y="81176"/>
                    <a:pt x="59832" y="81246"/>
                    <a:pt x="60032" y="81387"/>
                  </a:cubicBezTo>
                  <a:cubicBezTo>
                    <a:pt x="60089" y="81444"/>
                    <a:pt x="60146" y="81586"/>
                    <a:pt x="60203" y="81730"/>
                  </a:cubicBezTo>
                  <a:cubicBezTo>
                    <a:pt x="60298" y="82013"/>
                    <a:pt x="60488" y="82490"/>
                    <a:pt x="61080" y="82490"/>
                  </a:cubicBezTo>
                  <a:cubicBezTo>
                    <a:pt x="61207" y="82490"/>
                    <a:pt x="61353" y="82468"/>
                    <a:pt x="61520" y="82417"/>
                  </a:cubicBezTo>
                  <a:cubicBezTo>
                    <a:pt x="62264" y="82188"/>
                    <a:pt x="62464" y="81387"/>
                    <a:pt x="62635" y="80700"/>
                  </a:cubicBezTo>
                  <a:cubicBezTo>
                    <a:pt x="62780" y="80127"/>
                    <a:pt x="62922" y="79582"/>
                    <a:pt x="63295" y="79296"/>
                  </a:cubicBezTo>
                  <a:cubicBezTo>
                    <a:pt x="63666" y="79010"/>
                    <a:pt x="64239" y="78838"/>
                    <a:pt x="64868" y="78666"/>
                  </a:cubicBezTo>
                  <a:cubicBezTo>
                    <a:pt x="65384" y="78494"/>
                    <a:pt x="65929" y="78352"/>
                    <a:pt x="66357" y="78123"/>
                  </a:cubicBezTo>
                  <a:cubicBezTo>
                    <a:pt x="66444" y="78094"/>
                    <a:pt x="66529" y="78036"/>
                    <a:pt x="66616" y="77979"/>
                  </a:cubicBezTo>
                  <a:cubicBezTo>
                    <a:pt x="66730" y="77922"/>
                    <a:pt x="67044" y="77750"/>
                    <a:pt x="67246" y="77722"/>
                  </a:cubicBezTo>
                  <a:lnTo>
                    <a:pt x="67246" y="77722"/>
                  </a:lnTo>
                  <a:cubicBezTo>
                    <a:pt x="67188" y="77864"/>
                    <a:pt x="67044" y="78094"/>
                    <a:pt x="66959" y="78208"/>
                  </a:cubicBezTo>
                  <a:cubicBezTo>
                    <a:pt x="66815" y="78410"/>
                    <a:pt x="66730" y="78552"/>
                    <a:pt x="66700" y="78723"/>
                  </a:cubicBezTo>
                  <a:cubicBezTo>
                    <a:pt x="66643" y="78895"/>
                    <a:pt x="66730" y="79067"/>
                    <a:pt x="66902" y="79124"/>
                  </a:cubicBezTo>
                  <a:cubicBezTo>
                    <a:pt x="67074" y="79189"/>
                    <a:pt x="67236" y="79216"/>
                    <a:pt x="67387" y="79216"/>
                  </a:cubicBezTo>
                  <a:cubicBezTo>
                    <a:pt x="67840" y="79216"/>
                    <a:pt x="68205" y="78974"/>
                    <a:pt x="68505" y="78781"/>
                  </a:cubicBezTo>
                  <a:cubicBezTo>
                    <a:pt x="68795" y="78569"/>
                    <a:pt x="69038" y="78406"/>
                    <a:pt x="69276" y="78406"/>
                  </a:cubicBezTo>
                  <a:cubicBezTo>
                    <a:pt x="69295" y="78406"/>
                    <a:pt x="69315" y="78407"/>
                    <a:pt x="69334" y="78410"/>
                  </a:cubicBezTo>
                  <a:cubicBezTo>
                    <a:pt x="69593" y="78494"/>
                    <a:pt x="69879" y="78696"/>
                    <a:pt x="70165" y="78895"/>
                  </a:cubicBezTo>
                  <a:cubicBezTo>
                    <a:pt x="70394" y="79067"/>
                    <a:pt x="70623" y="79239"/>
                    <a:pt x="70880" y="79353"/>
                  </a:cubicBezTo>
                  <a:cubicBezTo>
                    <a:pt x="71224" y="79497"/>
                    <a:pt x="71624" y="79582"/>
                    <a:pt x="71998" y="79669"/>
                  </a:cubicBezTo>
                  <a:cubicBezTo>
                    <a:pt x="72169" y="79726"/>
                    <a:pt x="72341" y="79754"/>
                    <a:pt x="72483" y="79811"/>
                  </a:cubicBezTo>
                  <a:cubicBezTo>
                    <a:pt x="73141" y="79998"/>
                    <a:pt x="73693" y="80091"/>
                    <a:pt x="74223" y="80091"/>
                  </a:cubicBezTo>
                  <a:cubicBezTo>
                    <a:pt x="74753" y="80091"/>
                    <a:pt x="75261" y="79998"/>
                    <a:pt x="75834" y="79811"/>
                  </a:cubicBezTo>
                  <a:cubicBezTo>
                    <a:pt x="76143" y="79721"/>
                    <a:pt x="76352" y="79673"/>
                    <a:pt x="76515" y="79673"/>
                  </a:cubicBezTo>
                  <a:cubicBezTo>
                    <a:pt x="76819" y="79673"/>
                    <a:pt x="76968" y="79839"/>
                    <a:pt x="77322" y="80212"/>
                  </a:cubicBezTo>
                  <a:lnTo>
                    <a:pt x="77750" y="80642"/>
                  </a:lnTo>
                  <a:cubicBezTo>
                    <a:pt x="77952" y="80842"/>
                    <a:pt x="78151" y="81071"/>
                    <a:pt x="78380" y="81272"/>
                  </a:cubicBezTo>
                  <a:cubicBezTo>
                    <a:pt x="78811" y="81730"/>
                    <a:pt x="79239" y="82188"/>
                    <a:pt x="79727" y="82502"/>
                  </a:cubicBezTo>
                  <a:cubicBezTo>
                    <a:pt x="80643" y="83047"/>
                    <a:pt x="80872" y="83361"/>
                    <a:pt x="81529" y="84364"/>
                  </a:cubicBezTo>
                  <a:cubicBezTo>
                    <a:pt x="82502" y="85823"/>
                    <a:pt x="83819" y="85880"/>
                    <a:pt x="85109" y="85910"/>
                  </a:cubicBezTo>
                  <a:cubicBezTo>
                    <a:pt x="86025" y="85937"/>
                    <a:pt x="86941" y="85937"/>
                    <a:pt x="87827" y="86510"/>
                  </a:cubicBezTo>
                  <a:cubicBezTo>
                    <a:pt x="88514" y="86911"/>
                    <a:pt x="89345" y="87570"/>
                    <a:pt x="89602" y="88085"/>
                  </a:cubicBezTo>
                  <a:cubicBezTo>
                    <a:pt x="89774" y="88429"/>
                    <a:pt x="89774" y="88800"/>
                    <a:pt x="89746" y="89201"/>
                  </a:cubicBezTo>
                  <a:cubicBezTo>
                    <a:pt x="89716" y="89574"/>
                    <a:pt x="89716" y="89975"/>
                    <a:pt x="89861" y="90346"/>
                  </a:cubicBezTo>
                  <a:cubicBezTo>
                    <a:pt x="89975" y="90689"/>
                    <a:pt x="90232" y="90861"/>
                    <a:pt x="90403" y="91005"/>
                  </a:cubicBezTo>
                  <a:cubicBezTo>
                    <a:pt x="90548" y="91090"/>
                    <a:pt x="90632" y="91147"/>
                    <a:pt x="90690" y="91234"/>
                  </a:cubicBezTo>
                  <a:cubicBezTo>
                    <a:pt x="90690" y="91319"/>
                    <a:pt x="90662" y="91463"/>
                    <a:pt x="90662" y="91578"/>
                  </a:cubicBezTo>
                  <a:cubicBezTo>
                    <a:pt x="90632" y="91807"/>
                    <a:pt x="90632" y="92036"/>
                    <a:pt x="90662" y="92292"/>
                  </a:cubicBezTo>
                  <a:cubicBezTo>
                    <a:pt x="90861" y="93124"/>
                    <a:pt x="91177" y="93353"/>
                    <a:pt x="91578" y="93582"/>
                  </a:cubicBezTo>
                  <a:cubicBezTo>
                    <a:pt x="91778" y="93666"/>
                    <a:pt x="91949" y="93753"/>
                    <a:pt x="92151" y="93982"/>
                  </a:cubicBezTo>
                  <a:lnTo>
                    <a:pt x="92178" y="94124"/>
                  </a:lnTo>
                  <a:cubicBezTo>
                    <a:pt x="92208" y="94154"/>
                    <a:pt x="92208" y="94211"/>
                    <a:pt x="92236" y="94239"/>
                  </a:cubicBezTo>
                  <a:cubicBezTo>
                    <a:pt x="92407" y="94440"/>
                    <a:pt x="92437" y="94754"/>
                    <a:pt x="92465" y="95070"/>
                  </a:cubicBezTo>
                  <a:cubicBezTo>
                    <a:pt x="92494" y="95185"/>
                    <a:pt x="92494" y="95269"/>
                    <a:pt x="92522" y="95384"/>
                  </a:cubicBezTo>
                  <a:cubicBezTo>
                    <a:pt x="92549" y="95540"/>
                    <a:pt x="92694" y="95674"/>
                    <a:pt x="92849" y="95674"/>
                  </a:cubicBezTo>
                  <a:cubicBezTo>
                    <a:pt x="92865" y="95674"/>
                    <a:pt x="92880" y="95673"/>
                    <a:pt x="92895" y="95670"/>
                  </a:cubicBezTo>
                  <a:cubicBezTo>
                    <a:pt x="93296" y="95643"/>
                    <a:pt x="93552" y="95498"/>
                    <a:pt x="93754" y="95414"/>
                  </a:cubicBezTo>
                  <a:cubicBezTo>
                    <a:pt x="93934" y="95301"/>
                    <a:pt x="94078" y="95224"/>
                    <a:pt x="94339" y="95224"/>
                  </a:cubicBezTo>
                  <a:cubicBezTo>
                    <a:pt x="94411" y="95224"/>
                    <a:pt x="94491" y="95230"/>
                    <a:pt x="94583" y="95242"/>
                  </a:cubicBezTo>
                  <a:cubicBezTo>
                    <a:pt x="95098" y="95357"/>
                    <a:pt x="96014" y="95815"/>
                    <a:pt x="96445" y="96300"/>
                  </a:cubicBezTo>
                  <a:cubicBezTo>
                    <a:pt x="96617" y="96472"/>
                    <a:pt x="96701" y="96616"/>
                    <a:pt x="96788" y="96758"/>
                  </a:cubicBezTo>
                  <a:cubicBezTo>
                    <a:pt x="97017" y="97159"/>
                    <a:pt x="97217" y="97388"/>
                    <a:pt x="98075" y="97502"/>
                  </a:cubicBezTo>
                  <a:cubicBezTo>
                    <a:pt x="98220" y="97502"/>
                    <a:pt x="98362" y="97475"/>
                    <a:pt x="98506" y="97475"/>
                  </a:cubicBezTo>
                  <a:cubicBezTo>
                    <a:pt x="98659" y="97475"/>
                    <a:pt x="98824" y="97462"/>
                    <a:pt x="98993" y="97462"/>
                  </a:cubicBezTo>
                  <a:cubicBezTo>
                    <a:pt x="99078" y="97462"/>
                    <a:pt x="99164" y="97465"/>
                    <a:pt x="99250" y="97475"/>
                  </a:cubicBezTo>
                  <a:cubicBezTo>
                    <a:pt x="99651" y="97560"/>
                    <a:pt x="100079" y="97617"/>
                    <a:pt x="100510" y="97704"/>
                  </a:cubicBezTo>
                  <a:cubicBezTo>
                    <a:pt x="101827" y="97846"/>
                    <a:pt x="102598" y="98132"/>
                    <a:pt x="103686" y="98876"/>
                  </a:cubicBezTo>
                  <a:cubicBezTo>
                    <a:pt x="103945" y="99048"/>
                    <a:pt x="104144" y="99250"/>
                    <a:pt x="104346" y="99421"/>
                  </a:cubicBezTo>
                  <a:cubicBezTo>
                    <a:pt x="104889" y="99907"/>
                    <a:pt x="105376" y="100338"/>
                    <a:pt x="106350" y="100452"/>
                  </a:cubicBezTo>
                  <a:cubicBezTo>
                    <a:pt x="106435" y="100461"/>
                    <a:pt x="106515" y="100464"/>
                    <a:pt x="106588" y="100464"/>
                  </a:cubicBezTo>
                  <a:cubicBezTo>
                    <a:pt x="106734" y="100464"/>
                    <a:pt x="106855" y="100452"/>
                    <a:pt x="106950" y="100452"/>
                  </a:cubicBezTo>
                  <a:cubicBezTo>
                    <a:pt x="106989" y="100445"/>
                    <a:pt x="107019" y="100440"/>
                    <a:pt x="107045" y="100440"/>
                  </a:cubicBezTo>
                  <a:cubicBezTo>
                    <a:pt x="107135" y="100440"/>
                    <a:pt x="107180" y="100500"/>
                    <a:pt x="107380" y="100766"/>
                  </a:cubicBezTo>
                  <a:cubicBezTo>
                    <a:pt x="107495" y="100910"/>
                    <a:pt x="107667" y="101254"/>
                    <a:pt x="107781" y="102025"/>
                  </a:cubicBezTo>
                  <a:cubicBezTo>
                    <a:pt x="107923" y="102857"/>
                    <a:pt x="108010" y="104059"/>
                    <a:pt x="107866" y="104888"/>
                  </a:cubicBezTo>
                  <a:cubicBezTo>
                    <a:pt x="107781" y="105575"/>
                    <a:pt x="107380" y="105976"/>
                    <a:pt x="106922" y="106434"/>
                  </a:cubicBezTo>
                  <a:cubicBezTo>
                    <a:pt x="106521" y="106835"/>
                    <a:pt x="106063" y="107293"/>
                    <a:pt x="105834" y="107952"/>
                  </a:cubicBezTo>
                  <a:cubicBezTo>
                    <a:pt x="105720" y="108238"/>
                    <a:pt x="105633" y="108495"/>
                    <a:pt x="105576" y="108724"/>
                  </a:cubicBezTo>
                  <a:cubicBezTo>
                    <a:pt x="105491" y="109155"/>
                    <a:pt x="105404" y="109441"/>
                    <a:pt x="105033" y="109812"/>
                  </a:cubicBezTo>
                  <a:cubicBezTo>
                    <a:pt x="104918" y="109926"/>
                    <a:pt x="104804" y="110013"/>
                    <a:pt x="104660" y="110098"/>
                  </a:cubicBezTo>
                  <a:cubicBezTo>
                    <a:pt x="104346" y="110357"/>
                    <a:pt x="104030" y="110586"/>
                    <a:pt x="103801" y="111014"/>
                  </a:cubicBezTo>
                  <a:cubicBezTo>
                    <a:pt x="103143" y="112159"/>
                    <a:pt x="103487" y="113648"/>
                    <a:pt x="103831" y="115079"/>
                  </a:cubicBezTo>
                  <a:cubicBezTo>
                    <a:pt x="104002" y="115823"/>
                    <a:pt x="104174" y="116540"/>
                    <a:pt x="104174" y="117113"/>
                  </a:cubicBezTo>
                  <a:cubicBezTo>
                    <a:pt x="104117" y="117999"/>
                    <a:pt x="103686" y="118888"/>
                    <a:pt x="103258" y="119746"/>
                  </a:cubicBezTo>
                  <a:cubicBezTo>
                    <a:pt x="103114" y="120033"/>
                    <a:pt x="102999" y="120289"/>
                    <a:pt x="102885" y="120548"/>
                  </a:cubicBezTo>
                  <a:cubicBezTo>
                    <a:pt x="102743" y="120891"/>
                    <a:pt x="102628" y="121262"/>
                    <a:pt x="102484" y="121663"/>
                  </a:cubicBezTo>
                  <a:cubicBezTo>
                    <a:pt x="102255" y="122380"/>
                    <a:pt x="101998" y="123152"/>
                    <a:pt x="101625" y="123724"/>
                  </a:cubicBezTo>
                  <a:cubicBezTo>
                    <a:pt x="100995" y="124640"/>
                    <a:pt x="99937" y="124755"/>
                    <a:pt x="98820" y="124869"/>
                  </a:cubicBezTo>
                  <a:cubicBezTo>
                    <a:pt x="97617" y="125014"/>
                    <a:pt x="96273" y="125156"/>
                    <a:pt x="95384" y="126331"/>
                  </a:cubicBezTo>
                  <a:cubicBezTo>
                    <a:pt x="95357" y="126388"/>
                    <a:pt x="95327" y="126445"/>
                    <a:pt x="95327" y="126502"/>
                  </a:cubicBezTo>
                  <a:cubicBezTo>
                    <a:pt x="94384" y="127476"/>
                    <a:pt x="94384" y="127819"/>
                    <a:pt x="94555" y="129564"/>
                  </a:cubicBezTo>
                  <a:cubicBezTo>
                    <a:pt x="94812" y="131454"/>
                    <a:pt x="94326" y="132170"/>
                    <a:pt x="92952" y="133544"/>
                  </a:cubicBezTo>
                  <a:cubicBezTo>
                    <a:pt x="91979" y="134632"/>
                    <a:pt x="91778" y="135519"/>
                    <a:pt x="91491" y="136835"/>
                  </a:cubicBezTo>
                  <a:cubicBezTo>
                    <a:pt x="91407" y="137151"/>
                    <a:pt x="91262" y="137351"/>
                    <a:pt x="91120" y="137552"/>
                  </a:cubicBezTo>
                  <a:cubicBezTo>
                    <a:pt x="91033" y="137667"/>
                    <a:pt x="90948" y="137781"/>
                    <a:pt x="90891" y="137953"/>
                  </a:cubicBezTo>
                  <a:cubicBezTo>
                    <a:pt x="90804" y="138125"/>
                    <a:pt x="90747" y="138296"/>
                    <a:pt x="90719" y="138496"/>
                  </a:cubicBezTo>
                  <a:cubicBezTo>
                    <a:pt x="90662" y="138640"/>
                    <a:pt x="90605" y="138782"/>
                    <a:pt x="90548" y="138984"/>
                  </a:cubicBezTo>
                  <a:cubicBezTo>
                    <a:pt x="90461" y="139240"/>
                    <a:pt x="90433" y="139442"/>
                    <a:pt x="90403" y="139584"/>
                  </a:cubicBezTo>
                  <a:lnTo>
                    <a:pt x="90403" y="139728"/>
                  </a:lnTo>
                  <a:cubicBezTo>
                    <a:pt x="90346" y="139785"/>
                    <a:pt x="90147" y="139870"/>
                    <a:pt x="89774" y="139984"/>
                  </a:cubicBezTo>
                  <a:cubicBezTo>
                    <a:pt x="89476" y="140119"/>
                    <a:pt x="89240" y="140168"/>
                    <a:pt x="89014" y="140168"/>
                  </a:cubicBezTo>
                  <a:cubicBezTo>
                    <a:pt x="88805" y="140168"/>
                    <a:pt x="88605" y="140126"/>
                    <a:pt x="88372" y="140071"/>
                  </a:cubicBezTo>
                  <a:cubicBezTo>
                    <a:pt x="88171" y="140014"/>
                    <a:pt x="87971" y="139984"/>
                    <a:pt x="87713" y="139957"/>
                  </a:cubicBezTo>
                  <a:cubicBezTo>
                    <a:pt x="87517" y="139931"/>
                    <a:pt x="87339" y="139915"/>
                    <a:pt x="87180" y="139915"/>
                  </a:cubicBezTo>
                  <a:cubicBezTo>
                    <a:pt x="86805" y="139915"/>
                    <a:pt x="86537" y="140002"/>
                    <a:pt x="86396" y="140243"/>
                  </a:cubicBezTo>
                  <a:cubicBezTo>
                    <a:pt x="86167" y="140614"/>
                    <a:pt x="86453" y="141015"/>
                    <a:pt x="86769" y="141473"/>
                  </a:cubicBezTo>
                  <a:cubicBezTo>
                    <a:pt x="86941" y="141702"/>
                    <a:pt x="87140" y="141988"/>
                    <a:pt x="87254" y="142274"/>
                  </a:cubicBezTo>
                  <a:cubicBezTo>
                    <a:pt x="87598" y="143048"/>
                    <a:pt x="87742" y="144164"/>
                    <a:pt x="87312" y="144736"/>
                  </a:cubicBezTo>
                  <a:cubicBezTo>
                    <a:pt x="86929" y="145282"/>
                    <a:pt x="86560" y="145415"/>
                    <a:pt x="86114" y="145415"/>
                  </a:cubicBezTo>
                  <a:cubicBezTo>
                    <a:pt x="85928" y="145415"/>
                    <a:pt x="85729" y="145392"/>
                    <a:pt x="85509" y="145366"/>
                  </a:cubicBezTo>
                  <a:cubicBezTo>
                    <a:pt x="85252" y="145344"/>
                    <a:pt x="84996" y="145302"/>
                    <a:pt x="84739" y="145302"/>
                  </a:cubicBezTo>
                  <a:cubicBezTo>
                    <a:pt x="84681" y="145302"/>
                    <a:pt x="84622" y="145304"/>
                    <a:pt x="84564" y="145309"/>
                  </a:cubicBezTo>
                  <a:cubicBezTo>
                    <a:pt x="83964" y="145339"/>
                    <a:pt x="83590" y="145481"/>
                    <a:pt x="83361" y="145767"/>
                  </a:cubicBezTo>
                  <a:cubicBezTo>
                    <a:pt x="83075" y="146140"/>
                    <a:pt x="83162" y="146626"/>
                    <a:pt x="83247" y="147141"/>
                  </a:cubicBezTo>
                  <a:cubicBezTo>
                    <a:pt x="83277" y="147400"/>
                    <a:pt x="83334" y="147656"/>
                    <a:pt x="83334" y="147915"/>
                  </a:cubicBezTo>
                  <a:cubicBezTo>
                    <a:pt x="83304" y="148545"/>
                    <a:pt x="83247" y="148687"/>
                    <a:pt x="83247" y="148687"/>
                  </a:cubicBezTo>
                  <a:cubicBezTo>
                    <a:pt x="83189" y="148687"/>
                    <a:pt x="83047" y="148659"/>
                    <a:pt x="82903" y="148659"/>
                  </a:cubicBezTo>
                  <a:cubicBezTo>
                    <a:pt x="82761" y="148630"/>
                    <a:pt x="82560" y="148602"/>
                    <a:pt x="82360" y="148572"/>
                  </a:cubicBezTo>
                  <a:cubicBezTo>
                    <a:pt x="82278" y="148565"/>
                    <a:pt x="82158" y="148556"/>
                    <a:pt x="82023" y="148556"/>
                  </a:cubicBezTo>
                  <a:cubicBezTo>
                    <a:pt x="81640" y="148556"/>
                    <a:pt x="81134" y="148629"/>
                    <a:pt x="80986" y="149030"/>
                  </a:cubicBezTo>
                  <a:cubicBezTo>
                    <a:pt x="80785" y="149660"/>
                    <a:pt x="81731" y="150320"/>
                    <a:pt x="82131" y="150549"/>
                  </a:cubicBezTo>
                  <a:cubicBezTo>
                    <a:pt x="82475" y="150778"/>
                    <a:pt x="82589" y="150892"/>
                    <a:pt x="82647" y="150949"/>
                  </a:cubicBezTo>
                  <a:cubicBezTo>
                    <a:pt x="82617" y="151007"/>
                    <a:pt x="82560" y="151064"/>
                    <a:pt x="82532" y="151121"/>
                  </a:cubicBezTo>
                  <a:cubicBezTo>
                    <a:pt x="82388" y="151320"/>
                    <a:pt x="82159" y="151636"/>
                    <a:pt x="82044" y="152095"/>
                  </a:cubicBezTo>
                  <a:cubicBezTo>
                    <a:pt x="81960" y="152381"/>
                    <a:pt x="81987" y="152695"/>
                    <a:pt x="82044" y="152981"/>
                  </a:cubicBezTo>
                  <a:cubicBezTo>
                    <a:pt x="82044" y="153153"/>
                    <a:pt x="82074" y="153354"/>
                    <a:pt x="82044" y="153439"/>
                  </a:cubicBezTo>
                  <a:cubicBezTo>
                    <a:pt x="81987" y="153583"/>
                    <a:pt x="81873" y="153668"/>
                    <a:pt x="81673" y="153782"/>
                  </a:cubicBezTo>
                  <a:cubicBezTo>
                    <a:pt x="81472" y="153897"/>
                    <a:pt x="81215" y="154041"/>
                    <a:pt x="81071" y="154298"/>
                  </a:cubicBezTo>
                  <a:cubicBezTo>
                    <a:pt x="80728" y="154756"/>
                    <a:pt x="80586" y="155186"/>
                    <a:pt x="80643" y="155557"/>
                  </a:cubicBezTo>
                  <a:cubicBezTo>
                    <a:pt x="80757" y="156159"/>
                    <a:pt x="81300" y="156530"/>
                    <a:pt x="81930" y="156931"/>
                  </a:cubicBezTo>
                  <a:cubicBezTo>
                    <a:pt x="82445" y="157247"/>
                    <a:pt x="82761" y="157534"/>
                    <a:pt x="82818" y="157820"/>
                  </a:cubicBezTo>
                  <a:cubicBezTo>
                    <a:pt x="82903" y="158134"/>
                    <a:pt x="82674" y="158507"/>
                    <a:pt x="82388" y="158992"/>
                  </a:cubicBezTo>
                  <a:cubicBezTo>
                    <a:pt x="82017" y="159595"/>
                    <a:pt x="81586" y="160339"/>
                    <a:pt x="81559" y="161340"/>
                  </a:cubicBezTo>
                  <a:cubicBezTo>
                    <a:pt x="81559" y="162141"/>
                    <a:pt x="81731" y="162400"/>
                    <a:pt x="82044" y="162771"/>
                  </a:cubicBezTo>
                  <a:cubicBezTo>
                    <a:pt x="82131" y="162886"/>
                    <a:pt x="82246" y="163000"/>
                    <a:pt x="82388" y="163229"/>
                  </a:cubicBezTo>
                  <a:cubicBezTo>
                    <a:pt x="82560" y="163431"/>
                    <a:pt x="82647" y="163687"/>
                    <a:pt x="82731" y="163973"/>
                  </a:cubicBezTo>
                  <a:cubicBezTo>
                    <a:pt x="82818" y="164175"/>
                    <a:pt x="82903" y="164404"/>
                    <a:pt x="83047" y="164633"/>
                  </a:cubicBezTo>
                  <a:cubicBezTo>
                    <a:pt x="83648" y="165664"/>
                    <a:pt x="84506" y="166149"/>
                    <a:pt x="85365" y="166580"/>
                  </a:cubicBezTo>
                  <a:cubicBezTo>
                    <a:pt x="85537" y="166664"/>
                    <a:pt x="85738" y="166694"/>
                    <a:pt x="85910" y="166722"/>
                  </a:cubicBezTo>
                  <a:cubicBezTo>
                    <a:pt x="86025" y="166751"/>
                    <a:pt x="86196" y="166779"/>
                    <a:pt x="86224" y="166779"/>
                  </a:cubicBezTo>
                  <a:cubicBezTo>
                    <a:pt x="86224" y="166779"/>
                    <a:pt x="86224" y="166836"/>
                    <a:pt x="86167" y="166980"/>
                  </a:cubicBezTo>
                  <a:cubicBezTo>
                    <a:pt x="86150" y="167015"/>
                    <a:pt x="86143" y="167039"/>
                    <a:pt x="86054" y="167039"/>
                  </a:cubicBezTo>
                  <a:cubicBezTo>
                    <a:pt x="85999" y="167039"/>
                    <a:pt x="85910" y="167030"/>
                    <a:pt x="85766" y="167008"/>
                  </a:cubicBezTo>
                  <a:cubicBezTo>
                    <a:pt x="85651" y="167008"/>
                    <a:pt x="85537" y="166980"/>
                    <a:pt x="85395" y="166980"/>
                  </a:cubicBezTo>
                  <a:lnTo>
                    <a:pt x="85365" y="166980"/>
                  </a:lnTo>
                  <a:cubicBezTo>
                    <a:pt x="85237" y="166989"/>
                    <a:pt x="85118" y="166995"/>
                    <a:pt x="85005" y="166995"/>
                  </a:cubicBezTo>
                  <a:cubicBezTo>
                    <a:pt x="84386" y="166995"/>
                    <a:pt x="83974" y="166832"/>
                    <a:pt x="83563" y="166179"/>
                  </a:cubicBezTo>
                  <a:cubicBezTo>
                    <a:pt x="83448" y="166035"/>
                    <a:pt x="83391" y="165835"/>
                    <a:pt x="83304" y="165634"/>
                  </a:cubicBezTo>
                  <a:cubicBezTo>
                    <a:pt x="83132" y="165233"/>
                    <a:pt x="82960" y="164805"/>
                    <a:pt x="82560" y="164576"/>
                  </a:cubicBezTo>
                  <a:cubicBezTo>
                    <a:pt x="82330" y="164437"/>
                    <a:pt x="82133" y="164385"/>
                    <a:pt x="81964" y="164385"/>
                  </a:cubicBezTo>
                  <a:cubicBezTo>
                    <a:pt x="81605" y="164385"/>
                    <a:pt x="81371" y="164619"/>
                    <a:pt x="81215" y="164775"/>
                  </a:cubicBezTo>
                  <a:cubicBezTo>
                    <a:pt x="81128" y="164862"/>
                    <a:pt x="81071" y="164947"/>
                    <a:pt x="80957" y="164976"/>
                  </a:cubicBezTo>
                  <a:cubicBezTo>
                    <a:pt x="80702" y="165083"/>
                    <a:pt x="80480" y="165140"/>
                    <a:pt x="80276" y="165140"/>
                  </a:cubicBezTo>
                  <a:cubicBezTo>
                    <a:pt x="79771" y="165140"/>
                    <a:pt x="79377" y="164789"/>
                    <a:pt x="78868" y="163973"/>
                  </a:cubicBezTo>
                  <a:cubicBezTo>
                    <a:pt x="78609" y="163573"/>
                    <a:pt x="78323" y="163172"/>
                    <a:pt x="78037" y="162801"/>
                  </a:cubicBezTo>
                  <a:cubicBezTo>
                    <a:pt x="77494" y="162084"/>
                    <a:pt x="76921" y="161340"/>
                    <a:pt x="76720" y="160653"/>
                  </a:cubicBezTo>
                  <a:cubicBezTo>
                    <a:pt x="76605" y="160309"/>
                    <a:pt x="76548" y="159995"/>
                    <a:pt x="76463" y="159652"/>
                  </a:cubicBezTo>
                  <a:cubicBezTo>
                    <a:pt x="76349" y="159107"/>
                    <a:pt x="76205" y="158534"/>
                    <a:pt x="75948" y="157847"/>
                  </a:cubicBezTo>
                  <a:cubicBezTo>
                    <a:pt x="75575" y="157046"/>
                    <a:pt x="75376" y="156045"/>
                    <a:pt x="75174" y="154985"/>
                  </a:cubicBezTo>
                  <a:cubicBezTo>
                    <a:pt x="74803" y="153153"/>
                    <a:pt x="74459" y="151263"/>
                    <a:pt x="73143" y="150233"/>
                  </a:cubicBezTo>
                  <a:cubicBezTo>
                    <a:pt x="72941" y="150061"/>
                    <a:pt x="72769" y="150004"/>
                    <a:pt x="72655" y="149976"/>
                  </a:cubicBezTo>
                  <a:cubicBezTo>
                    <a:pt x="72540" y="149946"/>
                    <a:pt x="72513" y="149919"/>
                    <a:pt x="72369" y="149633"/>
                  </a:cubicBezTo>
                  <a:cubicBezTo>
                    <a:pt x="72112" y="149232"/>
                    <a:pt x="72082" y="148545"/>
                    <a:pt x="72025" y="148030"/>
                  </a:cubicBezTo>
                  <a:cubicBezTo>
                    <a:pt x="72025" y="147858"/>
                    <a:pt x="71998" y="147713"/>
                    <a:pt x="71998" y="147599"/>
                  </a:cubicBezTo>
                  <a:cubicBezTo>
                    <a:pt x="71911" y="147026"/>
                    <a:pt x="71711" y="146511"/>
                    <a:pt x="71482" y="146026"/>
                  </a:cubicBezTo>
                  <a:cubicBezTo>
                    <a:pt x="71281" y="145481"/>
                    <a:pt x="71082" y="144995"/>
                    <a:pt x="71024" y="144480"/>
                  </a:cubicBezTo>
                  <a:cubicBezTo>
                    <a:pt x="70967" y="143965"/>
                    <a:pt x="71109" y="143449"/>
                    <a:pt x="71253" y="142877"/>
                  </a:cubicBezTo>
                  <a:cubicBezTo>
                    <a:pt x="71368" y="142361"/>
                    <a:pt x="71510" y="141816"/>
                    <a:pt x="71510" y="141187"/>
                  </a:cubicBezTo>
                  <a:cubicBezTo>
                    <a:pt x="71510" y="139641"/>
                    <a:pt x="71425" y="138354"/>
                    <a:pt x="71224" y="137151"/>
                  </a:cubicBezTo>
                  <a:cubicBezTo>
                    <a:pt x="71109" y="136121"/>
                    <a:pt x="71139" y="135033"/>
                    <a:pt x="71196" y="133973"/>
                  </a:cubicBezTo>
                  <a:cubicBezTo>
                    <a:pt x="71224" y="133029"/>
                    <a:pt x="71281" y="132026"/>
                    <a:pt x="71166" y="131083"/>
                  </a:cubicBezTo>
                  <a:cubicBezTo>
                    <a:pt x="71082" y="130338"/>
                    <a:pt x="70937" y="129651"/>
                    <a:pt x="70765" y="128964"/>
                  </a:cubicBezTo>
                  <a:cubicBezTo>
                    <a:pt x="70566" y="127961"/>
                    <a:pt x="70337" y="126988"/>
                    <a:pt x="70337" y="125957"/>
                  </a:cubicBezTo>
                  <a:cubicBezTo>
                    <a:pt x="70422" y="125900"/>
                    <a:pt x="70479" y="125785"/>
                    <a:pt x="70479" y="125671"/>
                  </a:cubicBezTo>
                  <a:lnTo>
                    <a:pt x="70479" y="124727"/>
                  </a:lnTo>
                  <a:cubicBezTo>
                    <a:pt x="70479" y="124269"/>
                    <a:pt x="70479" y="123782"/>
                    <a:pt x="70452" y="123324"/>
                  </a:cubicBezTo>
                  <a:cubicBezTo>
                    <a:pt x="70422" y="122838"/>
                    <a:pt x="70422" y="122380"/>
                    <a:pt x="70422" y="121865"/>
                  </a:cubicBezTo>
                  <a:cubicBezTo>
                    <a:pt x="70394" y="121636"/>
                    <a:pt x="70394" y="121292"/>
                    <a:pt x="70394" y="120949"/>
                  </a:cubicBezTo>
                  <a:cubicBezTo>
                    <a:pt x="70394" y="120289"/>
                    <a:pt x="70422" y="119632"/>
                    <a:pt x="70250" y="119117"/>
                  </a:cubicBezTo>
                  <a:cubicBezTo>
                    <a:pt x="70051" y="118487"/>
                    <a:pt x="69421" y="117972"/>
                    <a:pt x="68791" y="117456"/>
                  </a:cubicBezTo>
                  <a:cubicBezTo>
                    <a:pt x="68505" y="117227"/>
                    <a:pt x="68246" y="116998"/>
                    <a:pt x="68075" y="116826"/>
                  </a:cubicBezTo>
                  <a:cubicBezTo>
                    <a:pt x="67360" y="115995"/>
                    <a:pt x="66586" y="115766"/>
                    <a:pt x="65871" y="115537"/>
                  </a:cubicBezTo>
                  <a:cubicBezTo>
                    <a:pt x="65413" y="115365"/>
                    <a:pt x="64955" y="115223"/>
                    <a:pt x="64497" y="114937"/>
                  </a:cubicBezTo>
                  <a:cubicBezTo>
                    <a:pt x="63208" y="114078"/>
                    <a:pt x="62608" y="112590"/>
                    <a:pt x="61948" y="110987"/>
                  </a:cubicBezTo>
                  <a:cubicBezTo>
                    <a:pt x="61463" y="109755"/>
                    <a:pt x="60918" y="108468"/>
                    <a:pt x="60032" y="107522"/>
                  </a:cubicBezTo>
                  <a:cubicBezTo>
                    <a:pt x="59402" y="106864"/>
                    <a:pt x="59116" y="106148"/>
                    <a:pt x="58799" y="105376"/>
                  </a:cubicBezTo>
                  <a:cubicBezTo>
                    <a:pt x="58570" y="104803"/>
                    <a:pt x="58341" y="104201"/>
                    <a:pt x="57970" y="103601"/>
                  </a:cubicBezTo>
                  <a:cubicBezTo>
                    <a:pt x="57627" y="103028"/>
                    <a:pt x="57226" y="102799"/>
                    <a:pt x="56910" y="102598"/>
                  </a:cubicBezTo>
                  <a:cubicBezTo>
                    <a:pt x="56539" y="102369"/>
                    <a:pt x="56338" y="102227"/>
                    <a:pt x="56223" y="101540"/>
                  </a:cubicBezTo>
                  <a:cubicBezTo>
                    <a:pt x="56051" y="100594"/>
                    <a:pt x="56081" y="100251"/>
                    <a:pt x="56109" y="100109"/>
                  </a:cubicBezTo>
                  <a:cubicBezTo>
                    <a:pt x="56109" y="99964"/>
                    <a:pt x="56109" y="99735"/>
                    <a:pt x="56138" y="99621"/>
                  </a:cubicBezTo>
                  <a:cubicBezTo>
                    <a:pt x="56253" y="99563"/>
                    <a:pt x="56452" y="99479"/>
                    <a:pt x="56738" y="99220"/>
                  </a:cubicBezTo>
                  <a:cubicBezTo>
                    <a:pt x="56853" y="99105"/>
                    <a:pt x="56940" y="99078"/>
                    <a:pt x="57025" y="99021"/>
                  </a:cubicBezTo>
                  <a:cubicBezTo>
                    <a:pt x="57512" y="98849"/>
                    <a:pt x="57570" y="98533"/>
                    <a:pt x="57455" y="97933"/>
                  </a:cubicBezTo>
                  <a:cubicBezTo>
                    <a:pt x="57455" y="97876"/>
                    <a:pt x="57425" y="97789"/>
                    <a:pt x="57368" y="97731"/>
                  </a:cubicBezTo>
                  <a:cubicBezTo>
                    <a:pt x="57082" y="97475"/>
                    <a:pt x="56796" y="97159"/>
                    <a:pt x="56768" y="97102"/>
                  </a:cubicBezTo>
                  <a:cubicBezTo>
                    <a:pt x="56768" y="97074"/>
                    <a:pt x="56738" y="97044"/>
                    <a:pt x="56738" y="97017"/>
                  </a:cubicBezTo>
                  <a:cubicBezTo>
                    <a:pt x="55937" y="95528"/>
                    <a:pt x="56711" y="93868"/>
                    <a:pt x="57712" y="92808"/>
                  </a:cubicBezTo>
                  <a:cubicBezTo>
                    <a:pt x="57741" y="92808"/>
                    <a:pt x="57741" y="92780"/>
                    <a:pt x="57741" y="92780"/>
                  </a:cubicBezTo>
                  <a:cubicBezTo>
                    <a:pt x="57769" y="92750"/>
                    <a:pt x="57826" y="92750"/>
                    <a:pt x="57856" y="92723"/>
                  </a:cubicBezTo>
                  <a:cubicBezTo>
                    <a:pt x="58028" y="92666"/>
                    <a:pt x="58257" y="92579"/>
                    <a:pt x="58399" y="92379"/>
                  </a:cubicBezTo>
                  <a:cubicBezTo>
                    <a:pt x="58600" y="92150"/>
                    <a:pt x="58543" y="91864"/>
                    <a:pt x="58513" y="91663"/>
                  </a:cubicBezTo>
                  <a:cubicBezTo>
                    <a:pt x="58486" y="91663"/>
                    <a:pt x="58486" y="91635"/>
                    <a:pt x="58486" y="91605"/>
                  </a:cubicBezTo>
                  <a:cubicBezTo>
                    <a:pt x="58715" y="91262"/>
                    <a:pt x="58944" y="91090"/>
                    <a:pt x="59402" y="90719"/>
                  </a:cubicBezTo>
                  <a:cubicBezTo>
                    <a:pt x="60547" y="89688"/>
                    <a:pt x="60689" y="88571"/>
                    <a:pt x="60746" y="87169"/>
                  </a:cubicBezTo>
                  <a:cubicBezTo>
                    <a:pt x="60833" y="86253"/>
                    <a:pt x="60833" y="85422"/>
                    <a:pt x="60460" y="84478"/>
                  </a:cubicBezTo>
                  <a:cubicBezTo>
                    <a:pt x="60432" y="84334"/>
                    <a:pt x="60375" y="84192"/>
                    <a:pt x="60318" y="84048"/>
                  </a:cubicBezTo>
                  <a:cubicBezTo>
                    <a:pt x="60059" y="83189"/>
                    <a:pt x="59716" y="82101"/>
                    <a:pt x="59058" y="81558"/>
                  </a:cubicBezTo>
                  <a:cubicBezTo>
                    <a:pt x="58985" y="81502"/>
                    <a:pt x="58899" y="81471"/>
                    <a:pt x="58809" y="81471"/>
                  </a:cubicBezTo>
                  <a:cubicBezTo>
                    <a:pt x="58759" y="81471"/>
                    <a:pt x="58708" y="81481"/>
                    <a:pt x="58658" y="81501"/>
                  </a:cubicBezTo>
                  <a:cubicBezTo>
                    <a:pt x="58199" y="81501"/>
                    <a:pt x="57712" y="81959"/>
                    <a:pt x="57341" y="82360"/>
                  </a:cubicBezTo>
                  <a:cubicBezTo>
                    <a:pt x="56927" y="82774"/>
                    <a:pt x="56466" y="83235"/>
                    <a:pt x="56043" y="83235"/>
                  </a:cubicBezTo>
                  <a:cubicBezTo>
                    <a:pt x="55998" y="83235"/>
                    <a:pt x="55953" y="83230"/>
                    <a:pt x="55909" y="83219"/>
                  </a:cubicBezTo>
                  <a:cubicBezTo>
                    <a:pt x="55307" y="83075"/>
                    <a:pt x="54849" y="82559"/>
                    <a:pt x="54421" y="82074"/>
                  </a:cubicBezTo>
                  <a:cubicBezTo>
                    <a:pt x="54105" y="81758"/>
                    <a:pt x="53818" y="81414"/>
                    <a:pt x="53475" y="81185"/>
                  </a:cubicBezTo>
                  <a:cubicBezTo>
                    <a:pt x="53276" y="81013"/>
                    <a:pt x="53047" y="80871"/>
                    <a:pt x="52845" y="80757"/>
                  </a:cubicBezTo>
                  <a:cubicBezTo>
                    <a:pt x="52131" y="80326"/>
                    <a:pt x="51757" y="80097"/>
                    <a:pt x="51986" y="79181"/>
                  </a:cubicBezTo>
                  <a:cubicBezTo>
                    <a:pt x="51986" y="79124"/>
                    <a:pt x="52044" y="79097"/>
                    <a:pt x="52158" y="79010"/>
                  </a:cubicBezTo>
                  <a:cubicBezTo>
                    <a:pt x="52302" y="78925"/>
                    <a:pt x="52502" y="78781"/>
                    <a:pt x="52559" y="78494"/>
                  </a:cubicBezTo>
                  <a:cubicBezTo>
                    <a:pt x="52589" y="78208"/>
                    <a:pt x="52417" y="77952"/>
                    <a:pt x="52245" y="77750"/>
                  </a:cubicBezTo>
                  <a:cubicBezTo>
                    <a:pt x="52021" y="77527"/>
                    <a:pt x="51740" y="77476"/>
                    <a:pt x="51503" y="77476"/>
                  </a:cubicBezTo>
                  <a:cubicBezTo>
                    <a:pt x="51406" y="77476"/>
                    <a:pt x="51317" y="77485"/>
                    <a:pt x="51242" y="77493"/>
                  </a:cubicBezTo>
                  <a:lnTo>
                    <a:pt x="50956" y="77493"/>
                  </a:lnTo>
                  <a:cubicBezTo>
                    <a:pt x="50669" y="77292"/>
                    <a:pt x="50585" y="77093"/>
                    <a:pt x="50498" y="76834"/>
                  </a:cubicBezTo>
                  <a:cubicBezTo>
                    <a:pt x="50356" y="76490"/>
                    <a:pt x="50184" y="76032"/>
                    <a:pt x="49410" y="75776"/>
                  </a:cubicBezTo>
                  <a:cubicBezTo>
                    <a:pt x="49039" y="75632"/>
                    <a:pt x="48666" y="75547"/>
                    <a:pt x="48295" y="75460"/>
                  </a:cubicBezTo>
                  <a:cubicBezTo>
                    <a:pt x="47665" y="75288"/>
                    <a:pt x="47092" y="75146"/>
                    <a:pt x="46463" y="74773"/>
                  </a:cubicBezTo>
                  <a:cubicBezTo>
                    <a:pt x="46433" y="74773"/>
                    <a:pt x="46433" y="74773"/>
                    <a:pt x="46405" y="74745"/>
                  </a:cubicBezTo>
                  <a:cubicBezTo>
                    <a:pt x="46119" y="74658"/>
                    <a:pt x="45459" y="74429"/>
                    <a:pt x="45230" y="74200"/>
                  </a:cubicBezTo>
                  <a:cubicBezTo>
                    <a:pt x="45088" y="74029"/>
                    <a:pt x="45088" y="73944"/>
                    <a:pt x="45088" y="73772"/>
                  </a:cubicBezTo>
                  <a:cubicBezTo>
                    <a:pt x="45088" y="73600"/>
                    <a:pt x="45088" y="73371"/>
                    <a:pt x="44944" y="73085"/>
                  </a:cubicBezTo>
                  <a:cubicBezTo>
                    <a:pt x="44333" y="72134"/>
                    <a:pt x="43301" y="71791"/>
                    <a:pt x="42296" y="71791"/>
                  </a:cubicBezTo>
                  <a:cubicBezTo>
                    <a:pt x="41938" y="71791"/>
                    <a:pt x="41583" y="71835"/>
                    <a:pt x="41252" y="71910"/>
                  </a:cubicBezTo>
                  <a:cubicBezTo>
                    <a:pt x="40720" y="72062"/>
                    <a:pt x="40339" y="72136"/>
                    <a:pt x="39961" y="72136"/>
                  </a:cubicBezTo>
                  <a:cubicBezTo>
                    <a:pt x="39484" y="72136"/>
                    <a:pt x="39011" y="72019"/>
                    <a:pt x="38245" y="71796"/>
                  </a:cubicBezTo>
                  <a:cubicBezTo>
                    <a:pt x="37874" y="71654"/>
                    <a:pt x="37531" y="71539"/>
                    <a:pt x="37187" y="71452"/>
                  </a:cubicBezTo>
                  <a:cubicBezTo>
                    <a:pt x="36271" y="71166"/>
                    <a:pt x="35497" y="70937"/>
                    <a:pt x="34753" y="70193"/>
                  </a:cubicBezTo>
                  <a:cubicBezTo>
                    <a:pt x="34352" y="69822"/>
                    <a:pt x="33780" y="69478"/>
                    <a:pt x="33237" y="69162"/>
                  </a:cubicBezTo>
                  <a:cubicBezTo>
                    <a:pt x="32435" y="68704"/>
                    <a:pt x="31634" y="68218"/>
                    <a:pt x="31405" y="67589"/>
                  </a:cubicBezTo>
                  <a:cubicBezTo>
                    <a:pt x="31233" y="67131"/>
                    <a:pt x="31375" y="66815"/>
                    <a:pt x="31577" y="66386"/>
                  </a:cubicBezTo>
                  <a:cubicBezTo>
                    <a:pt x="31748" y="66013"/>
                    <a:pt x="31948" y="65585"/>
                    <a:pt x="31920" y="65012"/>
                  </a:cubicBezTo>
                  <a:cubicBezTo>
                    <a:pt x="31863" y="64238"/>
                    <a:pt x="31348" y="63409"/>
                    <a:pt x="30917" y="62665"/>
                  </a:cubicBezTo>
                  <a:cubicBezTo>
                    <a:pt x="30745" y="62406"/>
                    <a:pt x="30603" y="62177"/>
                    <a:pt x="30489" y="61948"/>
                  </a:cubicBezTo>
                  <a:cubicBezTo>
                    <a:pt x="30173" y="61376"/>
                    <a:pt x="29772" y="60890"/>
                    <a:pt x="29371" y="60432"/>
                  </a:cubicBezTo>
                  <a:cubicBezTo>
                    <a:pt x="28970" y="59944"/>
                    <a:pt x="28570" y="59486"/>
                    <a:pt x="28313" y="58943"/>
                  </a:cubicBezTo>
                  <a:cubicBezTo>
                    <a:pt x="28169" y="58600"/>
                    <a:pt x="28054" y="58227"/>
                    <a:pt x="27970" y="57856"/>
                  </a:cubicBezTo>
                  <a:cubicBezTo>
                    <a:pt x="27768" y="57253"/>
                    <a:pt x="27596" y="56596"/>
                    <a:pt x="27196" y="55994"/>
                  </a:cubicBezTo>
                  <a:cubicBezTo>
                    <a:pt x="26596" y="54936"/>
                    <a:pt x="26509" y="54562"/>
                    <a:pt x="26509" y="53504"/>
                  </a:cubicBezTo>
                  <a:cubicBezTo>
                    <a:pt x="26509" y="52703"/>
                    <a:pt x="26424" y="51844"/>
                    <a:pt x="25851" y="51356"/>
                  </a:cubicBezTo>
                  <a:cubicBezTo>
                    <a:pt x="25605" y="51133"/>
                    <a:pt x="25271" y="51014"/>
                    <a:pt x="24865" y="51014"/>
                  </a:cubicBezTo>
                  <a:cubicBezTo>
                    <a:pt x="24750" y="51014"/>
                    <a:pt x="24630" y="51023"/>
                    <a:pt x="24505" y="51042"/>
                  </a:cubicBezTo>
                  <a:cubicBezTo>
                    <a:pt x="24447" y="51042"/>
                    <a:pt x="24420" y="51070"/>
                    <a:pt x="24390" y="51100"/>
                  </a:cubicBezTo>
                  <a:lnTo>
                    <a:pt x="24305" y="51127"/>
                  </a:lnTo>
                  <a:cubicBezTo>
                    <a:pt x="23847" y="51242"/>
                    <a:pt x="23646" y="51501"/>
                    <a:pt x="23531" y="51700"/>
                  </a:cubicBezTo>
                  <a:cubicBezTo>
                    <a:pt x="23218" y="52302"/>
                    <a:pt x="23504" y="53017"/>
                    <a:pt x="23589" y="53218"/>
                  </a:cubicBezTo>
                  <a:cubicBezTo>
                    <a:pt x="23733" y="53504"/>
                    <a:pt x="23905" y="53704"/>
                    <a:pt x="24047" y="53875"/>
                  </a:cubicBezTo>
                  <a:cubicBezTo>
                    <a:pt x="24191" y="54047"/>
                    <a:pt x="24333" y="54162"/>
                    <a:pt x="24420" y="54391"/>
                  </a:cubicBezTo>
                  <a:cubicBezTo>
                    <a:pt x="24420" y="54535"/>
                    <a:pt x="24420" y="54677"/>
                    <a:pt x="24390" y="54849"/>
                  </a:cubicBezTo>
                  <a:cubicBezTo>
                    <a:pt x="24390" y="55078"/>
                    <a:pt x="24363" y="55336"/>
                    <a:pt x="24420" y="55623"/>
                  </a:cubicBezTo>
                  <a:cubicBezTo>
                    <a:pt x="24534" y="56138"/>
                    <a:pt x="24791" y="56566"/>
                    <a:pt x="25050" y="56997"/>
                  </a:cubicBezTo>
                  <a:cubicBezTo>
                    <a:pt x="25279" y="57340"/>
                    <a:pt x="25478" y="57654"/>
                    <a:pt x="25565" y="58027"/>
                  </a:cubicBezTo>
                  <a:cubicBezTo>
                    <a:pt x="25650" y="58314"/>
                    <a:pt x="25679" y="58600"/>
                    <a:pt x="25737" y="58914"/>
                  </a:cubicBezTo>
                  <a:cubicBezTo>
                    <a:pt x="25794" y="59429"/>
                    <a:pt x="25851" y="59944"/>
                    <a:pt x="26080" y="60432"/>
                  </a:cubicBezTo>
                  <a:cubicBezTo>
                    <a:pt x="26108" y="60604"/>
                    <a:pt x="26222" y="60776"/>
                    <a:pt x="26337" y="61005"/>
                  </a:cubicBezTo>
                  <a:cubicBezTo>
                    <a:pt x="26481" y="61261"/>
                    <a:pt x="26909" y="62063"/>
                    <a:pt x="26825" y="62234"/>
                  </a:cubicBezTo>
                  <a:cubicBezTo>
                    <a:pt x="26825" y="62234"/>
                    <a:pt x="26767" y="62264"/>
                    <a:pt x="26653" y="62264"/>
                  </a:cubicBezTo>
                  <a:cubicBezTo>
                    <a:pt x="26050" y="62234"/>
                    <a:pt x="25508" y="60947"/>
                    <a:pt x="25306" y="60059"/>
                  </a:cubicBezTo>
                  <a:cubicBezTo>
                    <a:pt x="25279" y="59917"/>
                    <a:pt x="25249" y="59772"/>
                    <a:pt x="25221" y="59658"/>
                  </a:cubicBezTo>
                  <a:cubicBezTo>
                    <a:pt x="25107" y="59200"/>
                    <a:pt x="25020" y="58856"/>
                    <a:pt x="24534" y="58456"/>
                  </a:cubicBezTo>
                  <a:cubicBezTo>
                    <a:pt x="24305" y="58256"/>
                    <a:pt x="24019" y="58142"/>
                    <a:pt x="23790" y="58055"/>
                  </a:cubicBezTo>
                  <a:cubicBezTo>
                    <a:pt x="23332" y="57913"/>
                    <a:pt x="23131" y="57826"/>
                    <a:pt x="23073" y="57455"/>
                  </a:cubicBezTo>
                  <a:cubicBezTo>
                    <a:pt x="23046" y="57169"/>
                    <a:pt x="23160" y="56910"/>
                    <a:pt x="23302" y="56596"/>
                  </a:cubicBezTo>
                  <a:cubicBezTo>
                    <a:pt x="23561" y="56051"/>
                    <a:pt x="23847" y="55394"/>
                    <a:pt x="23447" y="54535"/>
                  </a:cubicBezTo>
                  <a:cubicBezTo>
                    <a:pt x="23332" y="54191"/>
                    <a:pt x="23131" y="54077"/>
                    <a:pt x="22959" y="53962"/>
                  </a:cubicBezTo>
                  <a:cubicBezTo>
                    <a:pt x="22844" y="53875"/>
                    <a:pt x="22760" y="53848"/>
                    <a:pt x="22730" y="53589"/>
                  </a:cubicBezTo>
                  <a:cubicBezTo>
                    <a:pt x="22702" y="53417"/>
                    <a:pt x="22787" y="53104"/>
                    <a:pt x="22874" y="52875"/>
                  </a:cubicBezTo>
                  <a:cubicBezTo>
                    <a:pt x="22931" y="52703"/>
                    <a:pt x="22959" y="52531"/>
                    <a:pt x="22989" y="52387"/>
                  </a:cubicBezTo>
                  <a:cubicBezTo>
                    <a:pt x="23103" y="51501"/>
                    <a:pt x="22817" y="50726"/>
                    <a:pt x="22501" y="50012"/>
                  </a:cubicBezTo>
                  <a:cubicBezTo>
                    <a:pt x="22416" y="49753"/>
                    <a:pt x="22302" y="49524"/>
                    <a:pt x="22214" y="49210"/>
                  </a:cubicBezTo>
                  <a:cubicBezTo>
                    <a:pt x="22157" y="49096"/>
                    <a:pt x="22100" y="48981"/>
                    <a:pt x="22073" y="48867"/>
                  </a:cubicBezTo>
                  <a:cubicBezTo>
                    <a:pt x="21901" y="48466"/>
                    <a:pt x="21786" y="48207"/>
                    <a:pt x="21241" y="47836"/>
                  </a:cubicBezTo>
                  <a:cubicBezTo>
                    <a:pt x="21069" y="47749"/>
                    <a:pt x="20870" y="47722"/>
                    <a:pt x="20669" y="47692"/>
                  </a:cubicBezTo>
                  <a:cubicBezTo>
                    <a:pt x="20469" y="47665"/>
                    <a:pt x="20240" y="47607"/>
                    <a:pt x="20153" y="47520"/>
                  </a:cubicBezTo>
                  <a:cubicBezTo>
                    <a:pt x="19982" y="47348"/>
                    <a:pt x="20039" y="46547"/>
                    <a:pt x="20039" y="46089"/>
                  </a:cubicBezTo>
                  <a:cubicBezTo>
                    <a:pt x="20069" y="45974"/>
                    <a:pt x="20069" y="45860"/>
                    <a:pt x="20069" y="45745"/>
                  </a:cubicBezTo>
                  <a:cubicBezTo>
                    <a:pt x="20096" y="45688"/>
                    <a:pt x="20126" y="45603"/>
                    <a:pt x="20126" y="45546"/>
                  </a:cubicBezTo>
                  <a:cubicBezTo>
                    <a:pt x="20126" y="44802"/>
                    <a:pt x="20039" y="44028"/>
                    <a:pt x="19897" y="43256"/>
                  </a:cubicBezTo>
                  <a:cubicBezTo>
                    <a:pt x="19840" y="43027"/>
                    <a:pt x="19725" y="42741"/>
                    <a:pt x="19611" y="42425"/>
                  </a:cubicBezTo>
                  <a:cubicBezTo>
                    <a:pt x="19382" y="41852"/>
                    <a:pt x="19123" y="41138"/>
                    <a:pt x="19153" y="40794"/>
                  </a:cubicBezTo>
                  <a:cubicBezTo>
                    <a:pt x="19210" y="40393"/>
                    <a:pt x="19553" y="40164"/>
                    <a:pt x="19924" y="39906"/>
                  </a:cubicBezTo>
                  <a:cubicBezTo>
                    <a:pt x="20268" y="39649"/>
                    <a:pt x="20669" y="39390"/>
                    <a:pt x="20840" y="38962"/>
                  </a:cubicBezTo>
                  <a:cubicBezTo>
                    <a:pt x="21127" y="38390"/>
                    <a:pt x="21099" y="37817"/>
                    <a:pt x="21099" y="37302"/>
                  </a:cubicBezTo>
                  <a:cubicBezTo>
                    <a:pt x="21069" y="36699"/>
                    <a:pt x="21069" y="36157"/>
                    <a:pt x="21470" y="35699"/>
                  </a:cubicBezTo>
                  <a:cubicBezTo>
                    <a:pt x="21814" y="35298"/>
                    <a:pt x="22157" y="35012"/>
                    <a:pt x="22558" y="34696"/>
                  </a:cubicBezTo>
                  <a:cubicBezTo>
                    <a:pt x="23103" y="34267"/>
                    <a:pt x="23676" y="33809"/>
                    <a:pt x="24104" y="33035"/>
                  </a:cubicBezTo>
                  <a:cubicBezTo>
                    <a:pt x="24763" y="32034"/>
                    <a:pt x="25336" y="30947"/>
                    <a:pt x="25707" y="30088"/>
                  </a:cubicBezTo>
                  <a:cubicBezTo>
                    <a:pt x="26138" y="29000"/>
                    <a:pt x="25908" y="28627"/>
                    <a:pt x="25478" y="28169"/>
                  </a:cubicBezTo>
                  <a:cubicBezTo>
                    <a:pt x="25336" y="27997"/>
                    <a:pt x="25164" y="27798"/>
                    <a:pt x="25020" y="27482"/>
                  </a:cubicBezTo>
                  <a:cubicBezTo>
                    <a:pt x="24848" y="27138"/>
                    <a:pt x="24905" y="26824"/>
                    <a:pt x="25077" y="26680"/>
                  </a:cubicBezTo>
                  <a:cubicBezTo>
                    <a:pt x="25136" y="26623"/>
                    <a:pt x="25208" y="26602"/>
                    <a:pt x="25281" y="26602"/>
                  </a:cubicBezTo>
                  <a:cubicBezTo>
                    <a:pt x="25388" y="26602"/>
                    <a:pt x="25497" y="26646"/>
                    <a:pt x="25565" y="26680"/>
                  </a:cubicBezTo>
                  <a:cubicBezTo>
                    <a:pt x="25650" y="26767"/>
                    <a:pt x="25764" y="27195"/>
                    <a:pt x="25851" y="27482"/>
                  </a:cubicBezTo>
                  <a:cubicBezTo>
                    <a:pt x="26080" y="28198"/>
                    <a:pt x="26279" y="28856"/>
                    <a:pt x="26738" y="29057"/>
                  </a:cubicBezTo>
                  <a:cubicBezTo>
                    <a:pt x="26831" y="29096"/>
                    <a:pt x="26923" y="29117"/>
                    <a:pt x="27016" y="29117"/>
                  </a:cubicBezTo>
                  <a:cubicBezTo>
                    <a:pt x="27124" y="29117"/>
                    <a:pt x="27231" y="29089"/>
                    <a:pt x="27340" y="29027"/>
                  </a:cubicBezTo>
                  <a:cubicBezTo>
                    <a:pt x="27454" y="28970"/>
                    <a:pt x="27626" y="28828"/>
                    <a:pt x="27683" y="28512"/>
                  </a:cubicBezTo>
                  <a:cubicBezTo>
                    <a:pt x="27912" y="27626"/>
                    <a:pt x="27168" y="25707"/>
                    <a:pt x="26939" y="25363"/>
                  </a:cubicBezTo>
                  <a:cubicBezTo>
                    <a:pt x="26738" y="25020"/>
                    <a:pt x="26481" y="24676"/>
                    <a:pt x="26195" y="24362"/>
                  </a:cubicBezTo>
                  <a:cubicBezTo>
                    <a:pt x="25794" y="23875"/>
                    <a:pt x="25393" y="23417"/>
                    <a:pt x="25336" y="22901"/>
                  </a:cubicBezTo>
                  <a:cubicBezTo>
                    <a:pt x="25306" y="22416"/>
                    <a:pt x="25508" y="21871"/>
                    <a:pt x="25737" y="21328"/>
                  </a:cubicBezTo>
                  <a:cubicBezTo>
                    <a:pt x="25908" y="20870"/>
                    <a:pt x="26080" y="20412"/>
                    <a:pt x="26138" y="19924"/>
                  </a:cubicBezTo>
                  <a:cubicBezTo>
                    <a:pt x="26451" y="17176"/>
                    <a:pt x="25020" y="14572"/>
                    <a:pt x="22760" y="13741"/>
                  </a:cubicBezTo>
                  <a:cubicBezTo>
                    <a:pt x="22187" y="13569"/>
                    <a:pt x="21642" y="13397"/>
                    <a:pt x="21099" y="13226"/>
                  </a:cubicBezTo>
                  <a:cubicBezTo>
                    <a:pt x="20554" y="13054"/>
                    <a:pt x="20011" y="12912"/>
                    <a:pt x="19466" y="12740"/>
                  </a:cubicBezTo>
                  <a:cubicBezTo>
                    <a:pt x="19120" y="12617"/>
                    <a:pt x="18810" y="12564"/>
                    <a:pt x="18525" y="12564"/>
                  </a:cubicBezTo>
                  <a:cubicBezTo>
                    <a:pt x="17752" y="12564"/>
                    <a:pt x="17158" y="12952"/>
                    <a:pt x="16489" y="13370"/>
                  </a:cubicBezTo>
                  <a:lnTo>
                    <a:pt x="16203" y="13569"/>
                  </a:lnTo>
                  <a:cubicBezTo>
                    <a:pt x="16004" y="13684"/>
                    <a:pt x="15802" y="13855"/>
                    <a:pt x="15546" y="14057"/>
                  </a:cubicBezTo>
                  <a:cubicBezTo>
                    <a:pt x="15028" y="14496"/>
                    <a:pt x="14322" y="15078"/>
                    <a:pt x="13811" y="15078"/>
                  </a:cubicBezTo>
                  <a:cubicBezTo>
                    <a:pt x="13757" y="15078"/>
                    <a:pt x="13705" y="15071"/>
                    <a:pt x="13656" y="15058"/>
                  </a:cubicBezTo>
                  <a:cubicBezTo>
                    <a:pt x="13569" y="15030"/>
                    <a:pt x="13512" y="15000"/>
                    <a:pt x="13484" y="14973"/>
                  </a:cubicBezTo>
                  <a:cubicBezTo>
                    <a:pt x="13626" y="14829"/>
                    <a:pt x="13970" y="14629"/>
                    <a:pt x="14172" y="14515"/>
                  </a:cubicBezTo>
                  <a:cubicBezTo>
                    <a:pt x="14371" y="14371"/>
                    <a:pt x="14572" y="14256"/>
                    <a:pt x="14714" y="14142"/>
                  </a:cubicBezTo>
                  <a:cubicBezTo>
                    <a:pt x="15317" y="13599"/>
                    <a:pt x="15516" y="13168"/>
                    <a:pt x="15317" y="12825"/>
                  </a:cubicBezTo>
                  <a:cubicBezTo>
                    <a:pt x="15195" y="12605"/>
                    <a:pt x="14969" y="12537"/>
                    <a:pt x="14728" y="12537"/>
                  </a:cubicBezTo>
                  <a:cubicBezTo>
                    <a:pt x="14403" y="12537"/>
                    <a:pt x="14050" y="12662"/>
                    <a:pt x="13885" y="12710"/>
                  </a:cubicBezTo>
                  <a:cubicBezTo>
                    <a:pt x="12997" y="12997"/>
                    <a:pt x="12339" y="13512"/>
                    <a:pt x="11652" y="14057"/>
                  </a:cubicBezTo>
                  <a:cubicBezTo>
                    <a:pt x="11394" y="14256"/>
                    <a:pt x="11137" y="14458"/>
                    <a:pt x="10851" y="14657"/>
                  </a:cubicBezTo>
                  <a:cubicBezTo>
                    <a:pt x="10336" y="15030"/>
                    <a:pt x="9763" y="15287"/>
                    <a:pt x="9161" y="15545"/>
                  </a:cubicBezTo>
                  <a:cubicBezTo>
                    <a:pt x="8416" y="15859"/>
                    <a:pt x="7645" y="16203"/>
                    <a:pt x="6985" y="16775"/>
                  </a:cubicBezTo>
                  <a:cubicBezTo>
                    <a:pt x="5813" y="17749"/>
                    <a:pt x="5125" y="17950"/>
                    <a:pt x="3637" y="18294"/>
                  </a:cubicBezTo>
                  <a:cubicBezTo>
                    <a:pt x="3493" y="18351"/>
                    <a:pt x="3321" y="18436"/>
                    <a:pt x="3064" y="18550"/>
                  </a:cubicBezTo>
                  <a:cubicBezTo>
                    <a:pt x="1765" y="19137"/>
                    <a:pt x="1171" y="19279"/>
                    <a:pt x="912" y="19279"/>
                  </a:cubicBezTo>
                  <a:cubicBezTo>
                    <a:pt x="818" y="19279"/>
                    <a:pt x="768" y="19260"/>
                    <a:pt x="744" y="19237"/>
                  </a:cubicBezTo>
                  <a:cubicBezTo>
                    <a:pt x="744" y="19237"/>
                    <a:pt x="744" y="19210"/>
                    <a:pt x="717" y="19210"/>
                  </a:cubicBezTo>
                  <a:cubicBezTo>
                    <a:pt x="831" y="18951"/>
                    <a:pt x="2004" y="18294"/>
                    <a:pt x="2950" y="17893"/>
                  </a:cubicBezTo>
                  <a:cubicBezTo>
                    <a:pt x="3149" y="17778"/>
                    <a:pt x="3522" y="17664"/>
                    <a:pt x="3923" y="17577"/>
                  </a:cubicBezTo>
                  <a:cubicBezTo>
                    <a:pt x="4752" y="17348"/>
                    <a:pt x="5611" y="17119"/>
                    <a:pt x="5927" y="16633"/>
                  </a:cubicBezTo>
                  <a:cubicBezTo>
                    <a:pt x="6069" y="16432"/>
                    <a:pt x="6413" y="15974"/>
                    <a:pt x="6184" y="15603"/>
                  </a:cubicBezTo>
                  <a:cubicBezTo>
                    <a:pt x="6053" y="15406"/>
                    <a:pt x="5845" y="15335"/>
                    <a:pt x="5587" y="15335"/>
                  </a:cubicBezTo>
                  <a:cubicBezTo>
                    <a:pt x="5279" y="15335"/>
                    <a:pt x="4900" y="15436"/>
                    <a:pt x="4496" y="15545"/>
                  </a:cubicBezTo>
                  <a:cubicBezTo>
                    <a:pt x="4267" y="15603"/>
                    <a:pt x="3951" y="15687"/>
                    <a:pt x="3893" y="15687"/>
                  </a:cubicBezTo>
                  <a:cubicBezTo>
                    <a:pt x="3637" y="15630"/>
                    <a:pt x="3522" y="15545"/>
                    <a:pt x="3465" y="15516"/>
                  </a:cubicBezTo>
                  <a:cubicBezTo>
                    <a:pt x="3522" y="15431"/>
                    <a:pt x="3694" y="15259"/>
                    <a:pt x="3779" y="15172"/>
                  </a:cubicBezTo>
                  <a:cubicBezTo>
                    <a:pt x="4008" y="14916"/>
                    <a:pt x="4267" y="14657"/>
                    <a:pt x="4267" y="14313"/>
                  </a:cubicBezTo>
                  <a:cubicBezTo>
                    <a:pt x="4267" y="14199"/>
                    <a:pt x="4209" y="14027"/>
                    <a:pt x="4008" y="13885"/>
                  </a:cubicBezTo>
                  <a:cubicBezTo>
                    <a:pt x="3876" y="13772"/>
                    <a:pt x="3728" y="13729"/>
                    <a:pt x="3573" y="13729"/>
                  </a:cubicBezTo>
                  <a:cubicBezTo>
                    <a:pt x="3293" y="13729"/>
                    <a:pt x="2986" y="13870"/>
                    <a:pt x="2691" y="14000"/>
                  </a:cubicBezTo>
                  <a:cubicBezTo>
                    <a:pt x="2577" y="14057"/>
                    <a:pt x="2377" y="14142"/>
                    <a:pt x="2263" y="14171"/>
                  </a:cubicBezTo>
                  <a:cubicBezTo>
                    <a:pt x="2233" y="14084"/>
                    <a:pt x="2233" y="13942"/>
                    <a:pt x="2290" y="13626"/>
                  </a:cubicBezTo>
                  <a:cubicBezTo>
                    <a:pt x="2634" y="11680"/>
                    <a:pt x="5183" y="11107"/>
                    <a:pt x="7244" y="10622"/>
                  </a:cubicBezTo>
                  <a:cubicBezTo>
                    <a:pt x="8016" y="10450"/>
                    <a:pt x="8732" y="10306"/>
                    <a:pt x="9275" y="10077"/>
                  </a:cubicBezTo>
                  <a:cubicBezTo>
                    <a:pt x="9390" y="10019"/>
                    <a:pt x="9534" y="9962"/>
                    <a:pt x="9676" y="9905"/>
                  </a:cubicBezTo>
                  <a:cubicBezTo>
                    <a:pt x="10878" y="9447"/>
                    <a:pt x="11623" y="9161"/>
                    <a:pt x="11565" y="8618"/>
                  </a:cubicBezTo>
                  <a:cubicBezTo>
                    <a:pt x="11481" y="8160"/>
                    <a:pt x="10851" y="8045"/>
                    <a:pt x="10249" y="7988"/>
                  </a:cubicBezTo>
                  <a:lnTo>
                    <a:pt x="9218" y="7988"/>
                  </a:lnTo>
                  <a:cubicBezTo>
                    <a:pt x="9066" y="7988"/>
                    <a:pt x="8915" y="7990"/>
                    <a:pt x="8764" y="7990"/>
                  </a:cubicBezTo>
                  <a:cubicBezTo>
                    <a:pt x="8373" y="7990"/>
                    <a:pt x="7986" y="7976"/>
                    <a:pt x="7615" y="7874"/>
                  </a:cubicBezTo>
                  <a:cubicBezTo>
                    <a:pt x="7901" y="7500"/>
                    <a:pt x="8531" y="7072"/>
                    <a:pt x="8961" y="6870"/>
                  </a:cubicBezTo>
                  <a:cubicBezTo>
                    <a:pt x="9441" y="6618"/>
                    <a:pt x="9654" y="6522"/>
                    <a:pt x="10052" y="6522"/>
                  </a:cubicBezTo>
                  <a:cubicBezTo>
                    <a:pt x="10105" y="6522"/>
                    <a:pt x="10161" y="6524"/>
                    <a:pt x="10221" y="6527"/>
                  </a:cubicBezTo>
                  <a:cubicBezTo>
                    <a:pt x="10478" y="6614"/>
                    <a:pt x="10707" y="6786"/>
                    <a:pt x="10908" y="6957"/>
                  </a:cubicBezTo>
                  <a:cubicBezTo>
                    <a:pt x="11107" y="7129"/>
                    <a:pt x="11279" y="7301"/>
                    <a:pt x="11508" y="7328"/>
                  </a:cubicBezTo>
                  <a:cubicBezTo>
                    <a:pt x="11585" y="7353"/>
                    <a:pt x="11674" y="7364"/>
                    <a:pt x="11772" y="7364"/>
                  </a:cubicBezTo>
                  <a:cubicBezTo>
                    <a:pt x="12365" y="7364"/>
                    <a:pt x="13275" y="6954"/>
                    <a:pt x="13741" y="6584"/>
                  </a:cubicBezTo>
                  <a:cubicBezTo>
                    <a:pt x="14114" y="6328"/>
                    <a:pt x="14286" y="6041"/>
                    <a:pt x="14286" y="5755"/>
                  </a:cubicBezTo>
                  <a:cubicBezTo>
                    <a:pt x="14286" y="5297"/>
                    <a:pt x="13885" y="4981"/>
                    <a:pt x="13484" y="4695"/>
                  </a:cubicBezTo>
                  <a:cubicBezTo>
                    <a:pt x="12939" y="4324"/>
                    <a:pt x="12797" y="4180"/>
                    <a:pt x="12882" y="3980"/>
                  </a:cubicBezTo>
                  <a:cubicBezTo>
                    <a:pt x="13111" y="3836"/>
                    <a:pt x="14256" y="3664"/>
                    <a:pt x="14886" y="3580"/>
                  </a:cubicBezTo>
                  <a:cubicBezTo>
                    <a:pt x="15516" y="3492"/>
                    <a:pt x="16004" y="3435"/>
                    <a:pt x="16233" y="3351"/>
                  </a:cubicBezTo>
                  <a:cubicBezTo>
                    <a:pt x="17405" y="2977"/>
                    <a:pt x="18665" y="2549"/>
                    <a:pt x="19753" y="2118"/>
                  </a:cubicBezTo>
                  <a:cubicBezTo>
                    <a:pt x="20783" y="1690"/>
                    <a:pt x="21699" y="1690"/>
                    <a:pt x="22874" y="1690"/>
                  </a:cubicBezTo>
                  <a:cubicBezTo>
                    <a:pt x="23561" y="1660"/>
                    <a:pt x="24161" y="1518"/>
                    <a:pt x="24763" y="1374"/>
                  </a:cubicBezTo>
                  <a:cubicBezTo>
                    <a:pt x="25221" y="1289"/>
                    <a:pt x="25679" y="1175"/>
                    <a:pt x="26165" y="1118"/>
                  </a:cubicBezTo>
                  <a:cubicBezTo>
                    <a:pt x="26252" y="1118"/>
                    <a:pt x="26309" y="1088"/>
                    <a:pt x="26367" y="1031"/>
                  </a:cubicBezTo>
                  <a:cubicBezTo>
                    <a:pt x="27054" y="1031"/>
                    <a:pt x="27596" y="1260"/>
                    <a:pt x="28256" y="1518"/>
                  </a:cubicBezTo>
                  <a:cubicBezTo>
                    <a:pt x="28398" y="1546"/>
                    <a:pt x="28542" y="1603"/>
                    <a:pt x="28714" y="1690"/>
                  </a:cubicBezTo>
                  <a:cubicBezTo>
                    <a:pt x="29509" y="1932"/>
                    <a:pt x="30373" y="1988"/>
                    <a:pt x="31225" y="1988"/>
                  </a:cubicBezTo>
                  <a:cubicBezTo>
                    <a:pt x="31478" y="1988"/>
                    <a:pt x="31729" y="1983"/>
                    <a:pt x="31977" y="1976"/>
                  </a:cubicBezTo>
                  <a:lnTo>
                    <a:pt x="32493" y="1976"/>
                  </a:lnTo>
                  <a:cubicBezTo>
                    <a:pt x="32749" y="1976"/>
                    <a:pt x="33065" y="1947"/>
                    <a:pt x="33379" y="1919"/>
                  </a:cubicBezTo>
                  <a:cubicBezTo>
                    <a:pt x="33764" y="1887"/>
                    <a:pt x="34212" y="1846"/>
                    <a:pt x="34607" y="1846"/>
                  </a:cubicBezTo>
                  <a:cubicBezTo>
                    <a:pt x="34917" y="1846"/>
                    <a:pt x="35195" y="1871"/>
                    <a:pt x="35383" y="1947"/>
                  </a:cubicBezTo>
                  <a:cubicBezTo>
                    <a:pt x="35584" y="2034"/>
                    <a:pt x="35584" y="2091"/>
                    <a:pt x="35612" y="2233"/>
                  </a:cubicBezTo>
                  <a:cubicBezTo>
                    <a:pt x="35642" y="2405"/>
                    <a:pt x="35699" y="2663"/>
                    <a:pt x="35955" y="2920"/>
                  </a:cubicBezTo>
                  <a:cubicBezTo>
                    <a:pt x="35985" y="2920"/>
                    <a:pt x="35985" y="2920"/>
                    <a:pt x="36013" y="2950"/>
                  </a:cubicBezTo>
                  <a:cubicBezTo>
                    <a:pt x="36271" y="3092"/>
                    <a:pt x="36700" y="3206"/>
                    <a:pt x="37130" y="3321"/>
                  </a:cubicBezTo>
                  <a:cubicBezTo>
                    <a:pt x="37359" y="3378"/>
                    <a:pt x="37588" y="3435"/>
                    <a:pt x="37730" y="3492"/>
                  </a:cubicBezTo>
                  <a:cubicBezTo>
                    <a:pt x="38174" y="3641"/>
                    <a:pt x="38530" y="3694"/>
                    <a:pt x="38847" y="3694"/>
                  </a:cubicBezTo>
                  <a:cubicBezTo>
                    <a:pt x="39205" y="3694"/>
                    <a:pt x="39515" y="3626"/>
                    <a:pt x="39849" y="3550"/>
                  </a:cubicBezTo>
                  <a:cubicBezTo>
                    <a:pt x="40135" y="3465"/>
                    <a:pt x="40451" y="3408"/>
                    <a:pt x="40822" y="3351"/>
                  </a:cubicBezTo>
                  <a:cubicBezTo>
                    <a:pt x="41882" y="3263"/>
                    <a:pt x="42482" y="2977"/>
                    <a:pt x="43199" y="2663"/>
                  </a:cubicBezTo>
                  <a:cubicBezTo>
                    <a:pt x="43485" y="2519"/>
                    <a:pt x="43772" y="2405"/>
                    <a:pt x="44143" y="2263"/>
                  </a:cubicBezTo>
                  <a:cubicBezTo>
                    <a:pt x="44631" y="2100"/>
                    <a:pt x="45234" y="2024"/>
                    <a:pt x="45974" y="2024"/>
                  </a:cubicBezTo>
                  <a:cubicBezTo>
                    <a:pt x="46276" y="2024"/>
                    <a:pt x="46600" y="2037"/>
                    <a:pt x="46948" y="2061"/>
                  </a:cubicBezTo>
                  <a:cubicBezTo>
                    <a:pt x="47463" y="2091"/>
                    <a:pt x="47692" y="2290"/>
                    <a:pt x="47979" y="2519"/>
                  </a:cubicBezTo>
                  <a:cubicBezTo>
                    <a:pt x="48180" y="2691"/>
                    <a:pt x="48437" y="2920"/>
                    <a:pt x="48837" y="3064"/>
                  </a:cubicBezTo>
                  <a:cubicBezTo>
                    <a:pt x="49158" y="3171"/>
                    <a:pt x="49533" y="3200"/>
                    <a:pt x="49923" y="3200"/>
                  </a:cubicBezTo>
                  <a:cubicBezTo>
                    <a:pt x="50161" y="3200"/>
                    <a:pt x="50404" y="3189"/>
                    <a:pt x="50642" y="3179"/>
                  </a:cubicBezTo>
                  <a:cubicBezTo>
                    <a:pt x="50860" y="3179"/>
                    <a:pt x="51079" y="3171"/>
                    <a:pt x="51287" y="3171"/>
                  </a:cubicBezTo>
                  <a:cubicBezTo>
                    <a:pt x="51487" y="3171"/>
                    <a:pt x="51676" y="3178"/>
                    <a:pt x="51844" y="3206"/>
                  </a:cubicBezTo>
                  <a:cubicBezTo>
                    <a:pt x="52531" y="3293"/>
                    <a:pt x="53131" y="3435"/>
                    <a:pt x="53647" y="3637"/>
                  </a:cubicBezTo>
                  <a:cubicBezTo>
                    <a:pt x="54192" y="3809"/>
                    <a:pt x="54421" y="4122"/>
                    <a:pt x="54707" y="4496"/>
                  </a:cubicBezTo>
                  <a:cubicBezTo>
                    <a:pt x="54936" y="4782"/>
                    <a:pt x="55193" y="5125"/>
                    <a:pt x="55623" y="5412"/>
                  </a:cubicBezTo>
                  <a:cubicBezTo>
                    <a:pt x="56172" y="5723"/>
                    <a:pt x="56717" y="5842"/>
                    <a:pt x="57254" y="5842"/>
                  </a:cubicBezTo>
                  <a:cubicBezTo>
                    <a:pt x="58199" y="5842"/>
                    <a:pt x="59115" y="5472"/>
                    <a:pt x="59974" y="5125"/>
                  </a:cubicBezTo>
                  <a:cubicBezTo>
                    <a:pt x="60762" y="4794"/>
                    <a:pt x="61535" y="4492"/>
                    <a:pt x="62261" y="4492"/>
                  </a:cubicBezTo>
                  <a:cubicBezTo>
                    <a:pt x="62536" y="4492"/>
                    <a:pt x="62805" y="4535"/>
                    <a:pt x="63066" y="4638"/>
                  </a:cubicBezTo>
                  <a:cubicBezTo>
                    <a:pt x="63238" y="4725"/>
                    <a:pt x="63410" y="4867"/>
                    <a:pt x="63609" y="5011"/>
                  </a:cubicBezTo>
                  <a:cubicBezTo>
                    <a:pt x="63810" y="5183"/>
                    <a:pt x="64039" y="5354"/>
                    <a:pt x="64326" y="5439"/>
                  </a:cubicBezTo>
                  <a:cubicBezTo>
                    <a:pt x="64501" y="5495"/>
                    <a:pt x="64655" y="5518"/>
                    <a:pt x="64795" y="5518"/>
                  </a:cubicBezTo>
                  <a:cubicBezTo>
                    <a:pt x="65157" y="5518"/>
                    <a:pt x="65414" y="5364"/>
                    <a:pt x="65642" y="5240"/>
                  </a:cubicBezTo>
                  <a:cubicBezTo>
                    <a:pt x="65784" y="5153"/>
                    <a:pt x="65929" y="5068"/>
                    <a:pt x="66071" y="5011"/>
                  </a:cubicBezTo>
                  <a:cubicBezTo>
                    <a:pt x="66172" y="4998"/>
                    <a:pt x="66276" y="4992"/>
                    <a:pt x="66382" y="4992"/>
                  </a:cubicBezTo>
                  <a:cubicBezTo>
                    <a:pt x="66756" y="4992"/>
                    <a:pt x="67158" y="5064"/>
                    <a:pt x="67559" y="5153"/>
                  </a:cubicBezTo>
                  <a:cubicBezTo>
                    <a:pt x="67875" y="5210"/>
                    <a:pt x="68189" y="5297"/>
                    <a:pt x="68562" y="5325"/>
                  </a:cubicBezTo>
                  <a:cubicBezTo>
                    <a:pt x="69135" y="5325"/>
                    <a:pt x="69391" y="5210"/>
                    <a:pt x="69678" y="5125"/>
                  </a:cubicBezTo>
                  <a:cubicBezTo>
                    <a:pt x="69822" y="5068"/>
                    <a:pt x="69964" y="5011"/>
                    <a:pt x="70193" y="4954"/>
                  </a:cubicBezTo>
                  <a:cubicBezTo>
                    <a:pt x="70536" y="4867"/>
                    <a:pt x="70823" y="4867"/>
                    <a:pt x="71052" y="4839"/>
                  </a:cubicBezTo>
                  <a:cubicBezTo>
                    <a:pt x="71853" y="4782"/>
                    <a:pt x="72341" y="4695"/>
                    <a:pt x="72856" y="3435"/>
                  </a:cubicBezTo>
                  <a:cubicBezTo>
                    <a:pt x="72941" y="3236"/>
                    <a:pt x="72998" y="3064"/>
                    <a:pt x="73028" y="2920"/>
                  </a:cubicBezTo>
                  <a:cubicBezTo>
                    <a:pt x="73113" y="2634"/>
                    <a:pt x="73143" y="2549"/>
                    <a:pt x="73429" y="2405"/>
                  </a:cubicBezTo>
                  <a:cubicBezTo>
                    <a:pt x="73458" y="2391"/>
                    <a:pt x="73486" y="2384"/>
                    <a:pt x="73525" y="2384"/>
                  </a:cubicBezTo>
                  <a:cubicBezTo>
                    <a:pt x="73565" y="2384"/>
                    <a:pt x="73614" y="2391"/>
                    <a:pt x="73685" y="2405"/>
                  </a:cubicBezTo>
                  <a:cubicBezTo>
                    <a:pt x="73743" y="2405"/>
                    <a:pt x="73812" y="2409"/>
                    <a:pt x="73890" y="2409"/>
                  </a:cubicBezTo>
                  <a:cubicBezTo>
                    <a:pt x="74083" y="2409"/>
                    <a:pt x="74329" y="2380"/>
                    <a:pt x="74574" y="2176"/>
                  </a:cubicBezTo>
                  <a:cubicBezTo>
                    <a:pt x="74716" y="2004"/>
                    <a:pt x="74746" y="1775"/>
                    <a:pt x="74773" y="1603"/>
                  </a:cubicBezTo>
                  <a:lnTo>
                    <a:pt x="74773" y="1489"/>
                  </a:lnTo>
                  <a:cubicBezTo>
                    <a:pt x="75494" y="743"/>
                    <a:pt x="75815" y="717"/>
                    <a:pt x="75903" y="717"/>
                  </a:cubicBezTo>
                  <a:close/>
                  <a:moveTo>
                    <a:pt x="75870" y="1"/>
                  </a:moveTo>
                  <a:cubicBezTo>
                    <a:pt x="75299" y="1"/>
                    <a:pt x="74693" y="544"/>
                    <a:pt x="74288" y="973"/>
                  </a:cubicBezTo>
                  <a:cubicBezTo>
                    <a:pt x="74086" y="1118"/>
                    <a:pt x="74059" y="1347"/>
                    <a:pt x="74059" y="1518"/>
                  </a:cubicBezTo>
                  <a:cubicBezTo>
                    <a:pt x="74029" y="1576"/>
                    <a:pt x="74029" y="1633"/>
                    <a:pt x="74029" y="1660"/>
                  </a:cubicBezTo>
                  <a:cubicBezTo>
                    <a:pt x="74000" y="1675"/>
                    <a:pt x="73972" y="1683"/>
                    <a:pt x="73932" y="1683"/>
                  </a:cubicBezTo>
                  <a:cubicBezTo>
                    <a:pt x="73893" y="1683"/>
                    <a:pt x="73843" y="1675"/>
                    <a:pt x="73772" y="1660"/>
                  </a:cubicBezTo>
                  <a:cubicBezTo>
                    <a:pt x="73717" y="1660"/>
                    <a:pt x="73655" y="1657"/>
                    <a:pt x="73587" y="1657"/>
                  </a:cubicBezTo>
                  <a:cubicBezTo>
                    <a:pt x="73446" y="1657"/>
                    <a:pt x="73279" y="1670"/>
                    <a:pt x="73085" y="1747"/>
                  </a:cubicBezTo>
                  <a:cubicBezTo>
                    <a:pt x="72570" y="2061"/>
                    <a:pt x="72456" y="2320"/>
                    <a:pt x="72341" y="2721"/>
                  </a:cubicBezTo>
                  <a:cubicBezTo>
                    <a:pt x="72311" y="2835"/>
                    <a:pt x="72254" y="2977"/>
                    <a:pt x="72197" y="3149"/>
                  </a:cubicBezTo>
                  <a:cubicBezTo>
                    <a:pt x="71826" y="4065"/>
                    <a:pt x="71654" y="4065"/>
                    <a:pt x="71024" y="4122"/>
                  </a:cubicBezTo>
                  <a:cubicBezTo>
                    <a:pt x="70765" y="4122"/>
                    <a:pt x="70452" y="4152"/>
                    <a:pt x="70051" y="4237"/>
                  </a:cubicBezTo>
                  <a:cubicBezTo>
                    <a:pt x="69765" y="4294"/>
                    <a:pt x="69563" y="4381"/>
                    <a:pt x="69421" y="4438"/>
                  </a:cubicBezTo>
                  <a:cubicBezTo>
                    <a:pt x="69162" y="4523"/>
                    <a:pt x="68991" y="4580"/>
                    <a:pt x="68590" y="4580"/>
                  </a:cubicBezTo>
                  <a:cubicBezTo>
                    <a:pt x="68304" y="4580"/>
                    <a:pt x="68017" y="4523"/>
                    <a:pt x="67731" y="4438"/>
                  </a:cubicBezTo>
                  <a:cubicBezTo>
                    <a:pt x="67307" y="4357"/>
                    <a:pt x="66896" y="4276"/>
                    <a:pt x="66469" y="4276"/>
                  </a:cubicBezTo>
                  <a:cubicBezTo>
                    <a:pt x="66293" y="4276"/>
                    <a:pt x="66113" y="4290"/>
                    <a:pt x="65929" y="4324"/>
                  </a:cubicBezTo>
                  <a:cubicBezTo>
                    <a:pt x="65642" y="4381"/>
                    <a:pt x="65441" y="4496"/>
                    <a:pt x="65269" y="4610"/>
                  </a:cubicBezTo>
                  <a:cubicBezTo>
                    <a:pt x="65083" y="4713"/>
                    <a:pt x="64957" y="4787"/>
                    <a:pt x="64782" y="4787"/>
                  </a:cubicBezTo>
                  <a:cubicBezTo>
                    <a:pt x="64715" y="4787"/>
                    <a:pt x="64641" y="4776"/>
                    <a:pt x="64555" y="4752"/>
                  </a:cubicBezTo>
                  <a:cubicBezTo>
                    <a:pt x="64410" y="4695"/>
                    <a:pt x="64239" y="4580"/>
                    <a:pt x="64067" y="4438"/>
                  </a:cubicBezTo>
                  <a:cubicBezTo>
                    <a:pt x="63868" y="4267"/>
                    <a:pt x="63639" y="4095"/>
                    <a:pt x="63352" y="3980"/>
                  </a:cubicBezTo>
                  <a:cubicBezTo>
                    <a:pt x="62989" y="3828"/>
                    <a:pt x="62626" y="3766"/>
                    <a:pt x="62264" y="3766"/>
                  </a:cubicBezTo>
                  <a:cubicBezTo>
                    <a:pt x="61398" y="3766"/>
                    <a:pt x="60536" y="4123"/>
                    <a:pt x="59688" y="4466"/>
                  </a:cubicBezTo>
                  <a:cubicBezTo>
                    <a:pt x="58845" y="4803"/>
                    <a:pt x="58038" y="5128"/>
                    <a:pt x="57245" y="5128"/>
                  </a:cubicBezTo>
                  <a:cubicBezTo>
                    <a:pt x="56826" y="5128"/>
                    <a:pt x="56410" y="5037"/>
                    <a:pt x="55994" y="4809"/>
                  </a:cubicBezTo>
                  <a:cubicBezTo>
                    <a:pt x="55680" y="4580"/>
                    <a:pt x="55509" y="4324"/>
                    <a:pt x="55307" y="4065"/>
                  </a:cubicBezTo>
                  <a:cubicBezTo>
                    <a:pt x="54993" y="3664"/>
                    <a:pt x="54650" y="3179"/>
                    <a:pt x="53876" y="2950"/>
                  </a:cubicBezTo>
                  <a:cubicBezTo>
                    <a:pt x="53360" y="2748"/>
                    <a:pt x="52673" y="2576"/>
                    <a:pt x="51959" y="2492"/>
                  </a:cubicBezTo>
                  <a:cubicBezTo>
                    <a:pt x="51705" y="2458"/>
                    <a:pt x="51441" y="2444"/>
                    <a:pt x="51173" y="2444"/>
                  </a:cubicBezTo>
                  <a:cubicBezTo>
                    <a:pt x="50987" y="2444"/>
                    <a:pt x="50800" y="2451"/>
                    <a:pt x="50612" y="2462"/>
                  </a:cubicBezTo>
                  <a:cubicBezTo>
                    <a:pt x="50378" y="2474"/>
                    <a:pt x="50144" y="2486"/>
                    <a:pt x="49922" y="2486"/>
                  </a:cubicBezTo>
                  <a:cubicBezTo>
                    <a:pt x="49601" y="2486"/>
                    <a:pt x="49303" y="2461"/>
                    <a:pt x="49066" y="2377"/>
                  </a:cubicBezTo>
                  <a:cubicBezTo>
                    <a:pt x="48810" y="2263"/>
                    <a:pt x="48638" y="2118"/>
                    <a:pt x="48437" y="1976"/>
                  </a:cubicBezTo>
                  <a:cubicBezTo>
                    <a:pt x="48123" y="1690"/>
                    <a:pt x="47750" y="1374"/>
                    <a:pt x="46978" y="1347"/>
                  </a:cubicBezTo>
                  <a:cubicBezTo>
                    <a:pt x="46600" y="1313"/>
                    <a:pt x="46248" y="1297"/>
                    <a:pt x="45917" y="1297"/>
                  </a:cubicBezTo>
                  <a:cubicBezTo>
                    <a:pt x="45119" y="1297"/>
                    <a:pt x="44453" y="1393"/>
                    <a:pt x="43886" y="1576"/>
                  </a:cubicBezTo>
                  <a:cubicBezTo>
                    <a:pt x="43513" y="1718"/>
                    <a:pt x="43199" y="1862"/>
                    <a:pt x="42883" y="2004"/>
                  </a:cubicBezTo>
                  <a:cubicBezTo>
                    <a:pt x="42196" y="2320"/>
                    <a:pt x="41681" y="2549"/>
                    <a:pt x="40765" y="2634"/>
                  </a:cubicBezTo>
                  <a:cubicBezTo>
                    <a:pt x="40307" y="2691"/>
                    <a:pt x="39993" y="2778"/>
                    <a:pt x="39677" y="2835"/>
                  </a:cubicBezTo>
                  <a:cubicBezTo>
                    <a:pt x="39356" y="2911"/>
                    <a:pt x="39100" y="2971"/>
                    <a:pt x="38822" y="2971"/>
                  </a:cubicBezTo>
                  <a:cubicBezTo>
                    <a:pt x="38580" y="2971"/>
                    <a:pt x="38321" y="2926"/>
                    <a:pt x="37989" y="2805"/>
                  </a:cubicBezTo>
                  <a:cubicBezTo>
                    <a:pt x="37817" y="2748"/>
                    <a:pt x="37588" y="2691"/>
                    <a:pt x="37302" y="2606"/>
                  </a:cubicBezTo>
                  <a:cubicBezTo>
                    <a:pt x="37016" y="2549"/>
                    <a:pt x="36585" y="2434"/>
                    <a:pt x="36413" y="2347"/>
                  </a:cubicBezTo>
                  <a:cubicBezTo>
                    <a:pt x="36356" y="2290"/>
                    <a:pt x="36356" y="2233"/>
                    <a:pt x="36329" y="2118"/>
                  </a:cubicBezTo>
                  <a:cubicBezTo>
                    <a:pt x="36299" y="1832"/>
                    <a:pt x="36184" y="1518"/>
                    <a:pt x="35642" y="1289"/>
                  </a:cubicBezTo>
                  <a:cubicBezTo>
                    <a:pt x="35339" y="1174"/>
                    <a:pt x="34958" y="1139"/>
                    <a:pt x="34551" y="1139"/>
                  </a:cubicBezTo>
                  <a:cubicBezTo>
                    <a:pt x="34148" y="1139"/>
                    <a:pt x="33721" y="1174"/>
                    <a:pt x="33322" y="1202"/>
                  </a:cubicBezTo>
                  <a:cubicBezTo>
                    <a:pt x="33008" y="1232"/>
                    <a:pt x="32722" y="1260"/>
                    <a:pt x="32493" y="1260"/>
                  </a:cubicBezTo>
                  <a:lnTo>
                    <a:pt x="31977" y="1260"/>
                  </a:lnTo>
                  <a:cubicBezTo>
                    <a:pt x="31800" y="1260"/>
                    <a:pt x="31621" y="1260"/>
                    <a:pt x="31441" y="1260"/>
                  </a:cubicBezTo>
                  <a:cubicBezTo>
                    <a:pt x="30577" y="1260"/>
                    <a:pt x="29701" y="1240"/>
                    <a:pt x="28943" y="1003"/>
                  </a:cubicBezTo>
                  <a:lnTo>
                    <a:pt x="28512" y="831"/>
                  </a:lnTo>
                  <a:cubicBezTo>
                    <a:pt x="27814" y="545"/>
                    <a:pt x="27185" y="308"/>
                    <a:pt x="26328" y="308"/>
                  </a:cubicBezTo>
                  <a:cubicBezTo>
                    <a:pt x="26238" y="308"/>
                    <a:pt x="26146" y="311"/>
                    <a:pt x="26050" y="316"/>
                  </a:cubicBezTo>
                  <a:cubicBezTo>
                    <a:pt x="25936" y="316"/>
                    <a:pt x="25851" y="373"/>
                    <a:pt x="25794" y="431"/>
                  </a:cubicBezTo>
                  <a:cubicBezTo>
                    <a:pt x="25393" y="488"/>
                    <a:pt x="24992" y="602"/>
                    <a:pt x="24592" y="687"/>
                  </a:cubicBezTo>
                  <a:cubicBezTo>
                    <a:pt x="24019" y="802"/>
                    <a:pt x="23447" y="946"/>
                    <a:pt x="22844" y="973"/>
                  </a:cubicBezTo>
                  <a:cubicBezTo>
                    <a:pt x="21672" y="973"/>
                    <a:pt x="20641" y="973"/>
                    <a:pt x="19496" y="1431"/>
                  </a:cubicBezTo>
                  <a:cubicBezTo>
                    <a:pt x="18408" y="1862"/>
                    <a:pt x="17176" y="2290"/>
                    <a:pt x="16004" y="2663"/>
                  </a:cubicBezTo>
                  <a:cubicBezTo>
                    <a:pt x="15832" y="2721"/>
                    <a:pt x="15287" y="2805"/>
                    <a:pt x="14801" y="2863"/>
                  </a:cubicBezTo>
                  <a:cubicBezTo>
                    <a:pt x="13168" y="3092"/>
                    <a:pt x="12424" y="3236"/>
                    <a:pt x="12252" y="3637"/>
                  </a:cubicBezTo>
                  <a:cubicBezTo>
                    <a:pt x="11824" y="4409"/>
                    <a:pt x="12568" y="4924"/>
                    <a:pt x="13054" y="5297"/>
                  </a:cubicBezTo>
                  <a:cubicBezTo>
                    <a:pt x="13226" y="5412"/>
                    <a:pt x="13569" y="5641"/>
                    <a:pt x="13569" y="5725"/>
                  </a:cubicBezTo>
                  <a:cubicBezTo>
                    <a:pt x="13490" y="6048"/>
                    <a:pt x="12223" y="6649"/>
                    <a:pt x="11759" y="6649"/>
                  </a:cubicBezTo>
                  <a:cubicBezTo>
                    <a:pt x="11729" y="6649"/>
                    <a:pt x="11703" y="6647"/>
                    <a:pt x="11680" y="6641"/>
                  </a:cubicBezTo>
                  <a:cubicBezTo>
                    <a:pt x="11623" y="6614"/>
                    <a:pt x="11481" y="6499"/>
                    <a:pt x="11366" y="6412"/>
                  </a:cubicBezTo>
                  <a:cubicBezTo>
                    <a:pt x="11137" y="6213"/>
                    <a:pt x="10821" y="5927"/>
                    <a:pt x="10336" y="5840"/>
                  </a:cubicBezTo>
                  <a:cubicBezTo>
                    <a:pt x="10201" y="5825"/>
                    <a:pt x="10080" y="5818"/>
                    <a:pt x="9968" y="5818"/>
                  </a:cubicBezTo>
                  <a:cubicBezTo>
                    <a:pt x="9435" y="5818"/>
                    <a:pt x="9119" y="5977"/>
                    <a:pt x="8645" y="6213"/>
                  </a:cubicBezTo>
                  <a:cubicBezTo>
                    <a:pt x="8302" y="6385"/>
                    <a:pt x="6928" y="7157"/>
                    <a:pt x="6729" y="7988"/>
                  </a:cubicBezTo>
                  <a:cubicBezTo>
                    <a:pt x="6699" y="8160"/>
                    <a:pt x="6786" y="8332"/>
                    <a:pt x="6958" y="8416"/>
                  </a:cubicBezTo>
                  <a:cubicBezTo>
                    <a:pt x="7548" y="8658"/>
                    <a:pt x="8140" y="8715"/>
                    <a:pt x="8719" y="8715"/>
                  </a:cubicBezTo>
                  <a:cubicBezTo>
                    <a:pt x="8896" y="8715"/>
                    <a:pt x="9073" y="8710"/>
                    <a:pt x="9248" y="8703"/>
                  </a:cubicBezTo>
                  <a:cubicBezTo>
                    <a:pt x="9561" y="8703"/>
                    <a:pt x="9878" y="8703"/>
                    <a:pt x="10191" y="8732"/>
                  </a:cubicBezTo>
                  <a:cubicBezTo>
                    <a:pt x="10363" y="8732"/>
                    <a:pt x="10478" y="8760"/>
                    <a:pt x="10565" y="8760"/>
                  </a:cubicBezTo>
                  <a:cubicBezTo>
                    <a:pt x="10221" y="8932"/>
                    <a:pt x="9706" y="9133"/>
                    <a:pt x="9419" y="9248"/>
                  </a:cubicBezTo>
                  <a:cubicBezTo>
                    <a:pt x="9275" y="9305"/>
                    <a:pt x="9133" y="9362"/>
                    <a:pt x="9019" y="9390"/>
                  </a:cubicBezTo>
                  <a:cubicBezTo>
                    <a:pt x="8531" y="9591"/>
                    <a:pt x="7816" y="9763"/>
                    <a:pt x="7100" y="9935"/>
                  </a:cubicBezTo>
                  <a:cubicBezTo>
                    <a:pt x="4809" y="10450"/>
                    <a:pt x="1977" y="11080"/>
                    <a:pt x="1603" y="13512"/>
                  </a:cubicBezTo>
                  <a:cubicBezTo>
                    <a:pt x="1489" y="13942"/>
                    <a:pt x="1431" y="14485"/>
                    <a:pt x="1775" y="14771"/>
                  </a:cubicBezTo>
                  <a:cubicBezTo>
                    <a:pt x="1893" y="14870"/>
                    <a:pt x="2024" y="14907"/>
                    <a:pt x="2163" y="14907"/>
                  </a:cubicBezTo>
                  <a:cubicBezTo>
                    <a:pt x="2430" y="14907"/>
                    <a:pt x="2724" y="14770"/>
                    <a:pt x="3007" y="14657"/>
                  </a:cubicBezTo>
                  <a:cubicBezTo>
                    <a:pt x="3122" y="14600"/>
                    <a:pt x="3293" y="14515"/>
                    <a:pt x="3435" y="14485"/>
                  </a:cubicBezTo>
                  <a:lnTo>
                    <a:pt x="3435" y="14485"/>
                  </a:lnTo>
                  <a:cubicBezTo>
                    <a:pt x="3378" y="14542"/>
                    <a:pt x="3293" y="14600"/>
                    <a:pt x="3264" y="14657"/>
                  </a:cubicBezTo>
                  <a:cubicBezTo>
                    <a:pt x="2977" y="14943"/>
                    <a:pt x="2634" y="15287"/>
                    <a:pt x="2748" y="15717"/>
                  </a:cubicBezTo>
                  <a:cubicBezTo>
                    <a:pt x="2863" y="16118"/>
                    <a:pt x="3351" y="16290"/>
                    <a:pt x="3751" y="16404"/>
                  </a:cubicBezTo>
                  <a:cubicBezTo>
                    <a:pt x="3785" y="16409"/>
                    <a:pt x="3819" y="16411"/>
                    <a:pt x="3857" y="16411"/>
                  </a:cubicBezTo>
                  <a:cubicBezTo>
                    <a:pt x="4042" y="16411"/>
                    <a:pt x="4286" y="16355"/>
                    <a:pt x="4667" y="16260"/>
                  </a:cubicBezTo>
                  <a:cubicBezTo>
                    <a:pt x="4867" y="16203"/>
                    <a:pt x="5210" y="16118"/>
                    <a:pt x="5439" y="16088"/>
                  </a:cubicBezTo>
                  <a:lnTo>
                    <a:pt x="5439" y="16088"/>
                  </a:lnTo>
                  <a:cubicBezTo>
                    <a:pt x="5412" y="16118"/>
                    <a:pt x="5382" y="16175"/>
                    <a:pt x="5325" y="16203"/>
                  </a:cubicBezTo>
                  <a:cubicBezTo>
                    <a:pt x="5153" y="16489"/>
                    <a:pt x="4351" y="16718"/>
                    <a:pt x="3751" y="16862"/>
                  </a:cubicBezTo>
                  <a:cubicBezTo>
                    <a:pt x="3321" y="16977"/>
                    <a:pt x="2893" y="17091"/>
                    <a:pt x="2634" y="17233"/>
                  </a:cubicBezTo>
                  <a:cubicBezTo>
                    <a:pt x="1832" y="17577"/>
                    <a:pt x="0" y="18408"/>
                    <a:pt x="0" y="19152"/>
                  </a:cubicBezTo>
                  <a:cubicBezTo>
                    <a:pt x="0" y="19466"/>
                    <a:pt x="115" y="19695"/>
                    <a:pt x="344" y="19839"/>
                  </a:cubicBezTo>
                  <a:cubicBezTo>
                    <a:pt x="498" y="19942"/>
                    <a:pt x="690" y="19987"/>
                    <a:pt x="911" y="19987"/>
                  </a:cubicBezTo>
                  <a:cubicBezTo>
                    <a:pt x="1553" y="19987"/>
                    <a:pt x="2441" y="19613"/>
                    <a:pt x="3378" y="19210"/>
                  </a:cubicBezTo>
                  <a:cubicBezTo>
                    <a:pt x="3580" y="19095"/>
                    <a:pt x="3751" y="19008"/>
                    <a:pt x="3809" y="19008"/>
                  </a:cubicBezTo>
                  <a:cubicBezTo>
                    <a:pt x="5325" y="18637"/>
                    <a:pt x="6156" y="18408"/>
                    <a:pt x="7473" y="17320"/>
                  </a:cubicBezTo>
                  <a:cubicBezTo>
                    <a:pt x="8045" y="16833"/>
                    <a:pt x="8732" y="16519"/>
                    <a:pt x="9447" y="16203"/>
                  </a:cubicBezTo>
                  <a:cubicBezTo>
                    <a:pt x="10077" y="15946"/>
                    <a:pt x="10707" y="15660"/>
                    <a:pt x="11279" y="15259"/>
                  </a:cubicBezTo>
                  <a:cubicBezTo>
                    <a:pt x="11565" y="15058"/>
                    <a:pt x="11824" y="14829"/>
                    <a:pt x="12081" y="14629"/>
                  </a:cubicBezTo>
                  <a:cubicBezTo>
                    <a:pt x="12768" y="14114"/>
                    <a:pt x="13340" y="13656"/>
                    <a:pt x="14142" y="13397"/>
                  </a:cubicBezTo>
                  <a:cubicBezTo>
                    <a:pt x="14314" y="13340"/>
                    <a:pt x="14458" y="13313"/>
                    <a:pt x="14543" y="13283"/>
                  </a:cubicBezTo>
                  <a:lnTo>
                    <a:pt x="14543" y="13283"/>
                  </a:lnTo>
                  <a:cubicBezTo>
                    <a:pt x="14485" y="13370"/>
                    <a:pt x="14401" y="13455"/>
                    <a:pt x="14256" y="13599"/>
                  </a:cubicBezTo>
                  <a:cubicBezTo>
                    <a:pt x="14142" y="13656"/>
                    <a:pt x="13970" y="13771"/>
                    <a:pt x="13798" y="13885"/>
                  </a:cubicBezTo>
                  <a:cubicBezTo>
                    <a:pt x="13255" y="14229"/>
                    <a:pt x="12653" y="14572"/>
                    <a:pt x="12710" y="15087"/>
                  </a:cubicBezTo>
                  <a:cubicBezTo>
                    <a:pt x="12768" y="15516"/>
                    <a:pt x="13255" y="15687"/>
                    <a:pt x="13427" y="15745"/>
                  </a:cubicBezTo>
                  <a:cubicBezTo>
                    <a:pt x="13548" y="15780"/>
                    <a:pt x="13670" y="15796"/>
                    <a:pt x="13792" y="15796"/>
                  </a:cubicBezTo>
                  <a:cubicBezTo>
                    <a:pt x="14568" y="15796"/>
                    <a:pt x="15364" y="15148"/>
                    <a:pt x="16031" y="14629"/>
                  </a:cubicBezTo>
                  <a:cubicBezTo>
                    <a:pt x="16233" y="14458"/>
                    <a:pt x="16432" y="14286"/>
                    <a:pt x="16604" y="14171"/>
                  </a:cubicBezTo>
                  <a:lnTo>
                    <a:pt x="16890" y="13970"/>
                  </a:lnTo>
                  <a:cubicBezTo>
                    <a:pt x="17491" y="13578"/>
                    <a:pt x="17956" y="13289"/>
                    <a:pt x="18525" y="13289"/>
                  </a:cubicBezTo>
                  <a:cubicBezTo>
                    <a:pt x="18743" y="13289"/>
                    <a:pt x="18976" y="13332"/>
                    <a:pt x="19237" y="13427"/>
                  </a:cubicBezTo>
                  <a:cubicBezTo>
                    <a:pt x="19782" y="13599"/>
                    <a:pt x="20325" y="13771"/>
                    <a:pt x="20870" y="13913"/>
                  </a:cubicBezTo>
                  <a:cubicBezTo>
                    <a:pt x="21413" y="14084"/>
                    <a:pt x="21985" y="14256"/>
                    <a:pt x="22501" y="14428"/>
                  </a:cubicBezTo>
                  <a:cubicBezTo>
                    <a:pt x="24477" y="15145"/>
                    <a:pt x="25707" y="17405"/>
                    <a:pt x="25421" y="19839"/>
                  </a:cubicBezTo>
                  <a:cubicBezTo>
                    <a:pt x="25393" y="20240"/>
                    <a:pt x="25221" y="20641"/>
                    <a:pt x="25050" y="21042"/>
                  </a:cubicBezTo>
                  <a:cubicBezTo>
                    <a:pt x="24821" y="21672"/>
                    <a:pt x="24562" y="22301"/>
                    <a:pt x="24619" y="22988"/>
                  </a:cubicBezTo>
                  <a:cubicBezTo>
                    <a:pt x="24706" y="23733"/>
                    <a:pt x="25192" y="24305"/>
                    <a:pt x="25650" y="24848"/>
                  </a:cubicBezTo>
                  <a:cubicBezTo>
                    <a:pt x="25908" y="25134"/>
                    <a:pt x="26138" y="25420"/>
                    <a:pt x="26309" y="25737"/>
                  </a:cubicBezTo>
                  <a:cubicBezTo>
                    <a:pt x="26623" y="26222"/>
                    <a:pt x="27168" y="27969"/>
                    <a:pt x="26996" y="28370"/>
                  </a:cubicBezTo>
                  <a:cubicBezTo>
                    <a:pt x="26852" y="28198"/>
                    <a:pt x="26653" y="27596"/>
                    <a:pt x="26566" y="27282"/>
                  </a:cubicBezTo>
                  <a:cubicBezTo>
                    <a:pt x="26367" y="26653"/>
                    <a:pt x="26252" y="26279"/>
                    <a:pt x="25966" y="26108"/>
                  </a:cubicBezTo>
                  <a:cubicBezTo>
                    <a:pt x="25714" y="25954"/>
                    <a:pt x="25462" y="25876"/>
                    <a:pt x="25227" y="25876"/>
                  </a:cubicBezTo>
                  <a:cubicBezTo>
                    <a:pt x="24981" y="25876"/>
                    <a:pt x="24753" y="25962"/>
                    <a:pt x="24562" y="26137"/>
                  </a:cubicBezTo>
                  <a:cubicBezTo>
                    <a:pt x="24161" y="26538"/>
                    <a:pt x="24076" y="27225"/>
                    <a:pt x="24363" y="27798"/>
                  </a:cubicBezTo>
                  <a:cubicBezTo>
                    <a:pt x="24562" y="28198"/>
                    <a:pt x="24763" y="28455"/>
                    <a:pt x="24935" y="28656"/>
                  </a:cubicBezTo>
                  <a:cubicBezTo>
                    <a:pt x="25221" y="28970"/>
                    <a:pt x="25336" y="29085"/>
                    <a:pt x="25050" y="29802"/>
                  </a:cubicBezTo>
                  <a:cubicBezTo>
                    <a:pt x="24706" y="30631"/>
                    <a:pt x="24134" y="31661"/>
                    <a:pt x="23474" y="32664"/>
                  </a:cubicBezTo>
                  <a:cubicBezTo>
                    <a:pt x="23131" y="33321"/>
                    <a:pt x="22645" y="33722"/>
                    <a:pt x="22100" y="34123"/>
                  </a:cubicBezTo>
                  <a:cubicBezTo>
                    <a:pt x="21699" y="34439"/>
                    <a:pt x="21298" y="34783"/>
                    <a:pt x="20927" y="35211"/>
                  </a:cubicBezTo>
                  <a:cubicBezTo>
                    <a:pt x="20325" y="35898"/>
                    <a:pt x="20355" y="36642"/>
                    <a:pt x="20382" y="37302"/>
                  </a:cubicBezTo>
                  <a:cubicBezTo>
                    <a:pt x="20382" y="37787"/>
                    <a:pt x="20382" y="38245"/>
                    <a:pt x="20183" y="38646"/>
                  </a:cubicBezTo>
                  <a:cubicBezTo>
                    <a:pt x="20069" y="38905"/>
                    <a:pt x="19810" y="39104"/>
                    <a:pt x="19524" y="39306"/>
                  </a:cubicBezTo>
                  <a:cubicBezTo>
                    <a:pt x="19066" y="39592"/>
                    <a:pt x="18550" y="39993"/>
                    <a:pt x="18436" y="40707"/>
                  </a:cubicBezTo>
                  <a:cubicBezTo>
                    <a:pt x="18379" y="41252"/>
                    <a:pt x="18665" y="41967"/>
                    <a:pt x="18924" y="42683"/>
                  </a:cubicBezTo>
                  <a:cubicBezTo>
                    <a:pt x="19038" y="42970"/>
                    <a:pt x="19153" y="43256"/>
                    <a:pt x="19210" y="43428"/>
                  </a:cubicBezTo>
                  <a:cubicBezTo>
                    <a:pt x="19295" y="43971"/>
                    <a:pt x="19352" y="44516"/>
                    <a:pt x="19382" y="45058"/>
                  </a:cubicBezTo>
                  <a:cubicBezTo>
                    <a:pt x="19352" y="45116"/>
                    <a:pt x="19324" y="45203"/>
                    <a:pt x="19324" y="45287"/>
                  </a:cubicBezTo>
                  <a:cubicBezTo>
                    <a:pt x="19352" y="45459"/>
                    <a:pt x="19324" y="45745"/>
                    <a:pt x="19324" y="46061"/>
                  </a:cubicBezTo>
                  <a:cubicBezTo>
                    <a:pt x="19295" y="46833"/>
                    <a:pt x="19237" y="47635"/>
                    <a:pt x="19638" y="48036"/>
                  </a:cubicBezTo>
                  <a:cubicBezTo>
                    <a:pt x="19897" y="48294"/>
                    <a:pt x="20268" y="48352"/>
                    <a:pt x="20554" y="48409"/>
                  </a:cubicBezTo>
                  <a:cubicBezTo>
                    <a:pt x="20669" y="48409"/>
                    <a:pt x="20840" y="48436"/>
                    <a:pt x="20840" y="48436"/>
                  </a:cubicBezTo>
                  <a:cubicBezTo>
                    <a:pt x="21214" y="48695"/>
                    <a:pt x="21271" y="48837"/>
                    <a:pt x="21385" y="49123"/>
                  </a:cubicBezTo>
                  <a:cubicBezTo>
                    <a:pt x="21443" y="49238"/>
                    <a:pt x="21470" y="49382"/>
                    <a:pt x="21527" y="49497"/>
                  </a:cubicBezTo>
                  <a:cubicBezTo>
                    <a:pt x="21642" y="49753"/>
                    <a:pt x="21729" y="50012"/>
                    <a:pt x="21843" y="50268"/>
                  </a:cubicBezTo>
                  <a:cubicBezTo>
                    <a:pt x="22130" y="50985"/>
                    <a:pt x="22359" y="51585"/>
                    <a:pt x="22272" y="52272"/>
                  </a:cubicBezTo>
                  <a:cubicBezTo>
                    <a:pt x="22272" y="52387"/>
                    <a:pt x="22214" y="52531"/>
                    <a:pt x="22187" y="52646"/>
                  </a:cubicBezTo>
                  <a:cubicBezTo>
                    <a:pt x="22073" y="52989"/>
                    <a:pt x="21958" y="53390"/>
                    <a:pt x="22015" y="53733"/>
                  </a:cubicBezTo>
                  <a:cubicBezTo>
                    <a:pt x="22100" y="54249"/>
                    <a:pt x="22329" y="54420"/>
                    <a:pt x="22588" y="54592"/>
                  </a:cubicBezTo>
                  <a:cubicBezTo>
                    <a:pt x="22673" y="54649"/>
                    <a:pt x="22730" y="54677"/>
                    <a:pt x="22787" y="54821"/>
                  </a:cubicBezTo>
                  <a:cubicBezTo>
                    <a:pt x="23046" y="55394"/>
                    <a:pt x="22874" y="55822"/>
                    <a:pt x="22645" y="56310"/>
                  </a:cubicBezTo>
                  <a:cubicBezTo>
                    <a:pt x="22473" y="56653"/>
                    <a:pt x="22302" y="57054"/>
                    <a:pt x="22359" y="57540"/>
                  </a:cubicBezTo>
                  <a:cubicBezTo>
                    <a:pt x="22473" y="58371"/>
                    <a:pt x="23073" y="58600"/>
                    <a:pt x="23531" y="58742"/>
                  </a:cubicBezTo>
                  <a:cubicBezTo>
                    <a:pt x="23733" y="58829"/>
                    <a:pt x="23932" y="58886"/>
                    <a:pt x="24047" y="59001"/>
                  </a:cubicBezTo>
                  <a:cubicBezTo>
                    <a:pt x="24390" y="59257"/>
                    <a:pt x="24420" y="59401"/>
                    <a:pt x="24505" y="59802"/>
                  </a:cubicBezTo>
                  <a:cubicBezTo>
                    <a:pt x="24534" y="59944"/>
                    <a:pt x="24562" y="60088"/>
                    <a:pt x="24619" y="60260"/>
                  </a:cubicBezTo>
                  <a:cubicBezTo>
                    <a:pt x="24676" y="60517"/>
                    <a:pt x="25192" y="62894"/>
                    <a:pt x="26623" y="63008"/>
                  </a:cubicBezTo>
                  <a:cubicBezTo>
                    <a:pt x="27111" y="63008"/>
                    <a:pt x="27340" y="62779"/>
                    <a:pt x="27425" y="62608"/>
                  </a:cubicBezTo>
                  <a:cubicBezTo>
                    <a:pt x="27741" y="62092"/>
                    <a:pt x="27340" y="61348"/>
                    <a:pt x="26996" y="60661"/>
                  </a:cubicBezTo>
                  <a:cubicBezTo>
                    <a:pt x="26882" y="60489"/>
                    <a:pt x="26795" y="60288"/>
                    <a:pt x="26738" y="60173"/>
                  </a:cubicBezTo>
                  <a:cubicBezTo>
                    <a:pt x="26566" y="59745"/>
                    <a:pt x="26509" y="59314"/>
                    <a:pt x="26451" y="58829"/>
                  </a:cubicBezTo>
                  <a:cubicBezTo>
                    <a:pt x="26394" y="58513"/>
                    <a:pt x="26367" y="58169"/>
                    <a:pt x="26279" y="57826"/>
                  </a:cubicBezTo>
                  <a:cubicBezTo>
                    <a:pt x="26138" y="57368"/>
                    <a:pt x="25908" y="56967"/>
                    <a:pt x="25679" y="56596"/>
                  </a:cubicBezTo>
                  <a:cubicBezTo>
                    <a:pt x="25421" y="56223"/>
                    <a:pt x="25221" y="55852"/>
                    <a:pt x="25134" y="55478"/>
                  </a:cubicBezTo>
                  <a:cubicBezTo>
                    <a:pt x="25107" y="55307"/>
                    <a:pt x="25107" y="55107"/>
                    <a:pt x="25134" y="54906"/>
                  </a:cubicBezTo>
                  <a:cubicBezTo>
                    <a:pt x="25134" y="54677"/>
                    <a:pt x="25164" y="54448"/>
                    <a:pt x="25107" y="54249"/>
                  </a:cubicBezTo>
                  <a:lnTo>
                    <a:pt x="25107" y="54191"/>
                  </a:lnTo>
                  <a:cubicBezTo>
                    <a:pt x="24963" y="53818"/>
                    <a:pt x="24763" y="53589"/>
                    <a:pt x="24592" y="53390"/>
                  </a:cubicBezTo>
                  <a:cubicBezTo>
                    <a:pt x="24477" y="53246"/>
                    <a:pt x="24363" y="53104"/>
                    <a:pt x="24276" y="52902"/>
                  </a:cubicBezTo>
                  <a:cubicBezTo>
                    <a:pt x="24104" y="52588"/>
                    <a:pt x="24076" y="52215"/>
                    <a:pt x="24161" y="52016"/>
                  </a:cubicBezTo>
                  <a:cubicBezTo>
                    <a:pt x="24218" y="51959"/>
                    <a:pt x="24276" y="51872"/>
                    <a:pt x="24477" y="51844"/>
                  </a:cubicBezTo>
                  <a:cubicBezTo>
                    <a:pt x="24534" y="51844"/>
                    <a:pt x="24562" y="51814"/>
                    <a:pt x="24592" y="51787"/>
                  </a:cubicBezTo>
                  <a:lnTo>
                    <a:pt x="24676" y="51757"/>
                  </a:lnTo>
                  <a:cubicBezTo>
                    <a:pt x="24747" y="51751"/>
                    <a:pt x="24813" y="51747"/>
                    <a:pt x="24875" y="51747"/>
                  </a:cubicBezTo>
                  <a:cubicBezTo>
                    <a:pt x="25091" y="51747"/>
                    <a:pt x="25260" y="51789"/>
                    <a:pt x="25393" y="51901"/>
                  </a:cubicBezTo>
                  <a:cubicBezTo>
                    <a:pt x="25737" y="52188"/>
                    <a:pt x="25764" y="52902"/>
                    <a:pt x="25764" y="53504"/>
                  </a:cubicBezTo>
                  <a:cubicBezTo>
                    <a:pt x="25764" y="54764"/>
                    <a:pt x="25966" y="55279"/>
                    <a:pt x="26596" y="56395"/>
                  </a:cubicBezTo>
                  <a:cubicBezTo>
                    <a:pt x="26939" y="56910"/>
                    <a:pt x="27081" y="57482"/>
                    <a:pt x="27253" y="58055"/>
                  </a:cubicBezTo>
                  <a:cubicBezTo>
                    <a:pt x="27367" y="58456"/>
                    <a:pt x="27482" y="58829"/>
                    <a:pt x="27654" y="59230"/>
                  </a:cubicBezTo>
                  <a:cubicBezTo>
                    <a:pt x="27970" y="59887"/>
                    <a:pt x="28398" y="60402"/>
                    <a:pt x="28828" y="60890"/>
                  </a:cubicBezTo>
                  <a:cubicBezTo>
                    <a:pt x="29229" y="61348"/>
                    <a:pt x="29573" y="61776"/>
                    <a:pt x="29859" y="62292"/>
                  </a:cubicBezTo>
                  <a:cubicBezTo>
                    <a:pt x="29973" y="62521"/>
                    <a:pt x="30115" y="62779"/>
                    <a:pt x="30287" y="63036"/>
                  </a:cubicBezTo>
                  <a:cubicBezTo>
                    <a:pt x="30688" y="63695"/>
                    <a:pt x="31146" y="64467"/>
                    <a:pt x="31176" y="65040"/>
                  </a:cubicBezTo>
                  <a:cubicBezTo>
                    <a:pt x="31203" y="65441"/>
                    <a:pt x="31061" y="65757"/>
                    <a:pt x="30917" y="66070"/>
                  </a:cubicBezTo>
                  <a:cubicBezTo>
                    <a:pt x="30688" y="66558"/>
                    <a:pt x="30432" y="67101"/>
                    <a:pt x="30718" y="67818"/>
                  </a:cubicBezTo>
                  <a:cubicBezTo>
                    <a:pt x="31032" y="68704"/>
                    <a:pt x="31977" y="69276"/>
                    <a:pt x="32893" y="69792"/>
                  </a:cubicBezTo>
                  <a:cubicBezTo>
                    <a:pt x="33409" y="70108"/>
                    <a:pt x="33894" y="70394"/>
                    <a:pt x="34238" y="70708"/>
                  </a:cubicBezTo>
                  <a:cubicBezTo>
                    <a:pt x="35097" y="71596"/>
                    <a:pt x="36013" y="71853"/>
                    <a:pt x="36986" y="72139"/>
                  </a:cubicBezTo>
                  <a:cubicBezTo>
                    <a:pt x="37302" y="72226"/>
                    <a:pt x="37645" y="72341"/>
                    <a:pt x="38016" y="72483"/>
                  </a:cubicBezTo>
                  <a:cubicBezTo>
                    <a:pt x="38868" y="72739"/>
                    <a:pt x="39412" y="72870"/>
                    <a:pt x="39964" y="72870"/>
                  </a:cubicBezTo>
                  <a:cubicBezTo>
                    <a:pt x="40396" y="72870"/>
                    <a:pt x="40833" y="72790"/>
                    <a:pt x="41424" y="72627"/>
                  </a:cubicBezTo>
                  <a:cubicBezTo>
                    <a:pt x="41715" y="72560"/>
                    <a:pt x="42031" y="72520"/>
                    <a:pt x="42347" y="72520"/>
                  </a:cubicBezTo>
                  <a:cubicBezTo>
                    <a:pt x="43117" y="72520"/>
                    <a:pt x="43889" y="72758"/>
                    <a:pt x="44314" y="73429"/>
                  </a:cubicBezTo>
                  <a:cubicBezTo>
                    <a:pt x="44372" y="73543"/>
                    <a:pt x="44372" y="73658"/>
                    <a:pt x="44372" y="73772"/>
                  </a:cubicBezTo>
                  <a:cubicBezTo>
                    <a:pt x="44372" y="74001"/>
                    <a:pt x="44372" y="74345"/>
                    <a:pt x="44715" y="74688"/>
                  </a:cubicBezTo>
                  <a:cubicBezTo>
                    <a:pt x="45031" y="75032"/>
                    <a:pt x="45604" y="75261"/>
                    <a:pt x="46119" y="75432"/>
                  </a:cubicBezTo>
                  <a:cubicBezTo>
                    <a:pt x="46834" y="75803"/>
                    <a:pt x="47493" y="75975"/>
                    <a:pt x="48123" y="76147"/>
                  </a:cubicBezTo>
                  <a:cubicBezTo>
                    <a:pt x="48466" y="76234"/>
                    <a:pt x="48810" y="76348"/>
                    <a:pt x="49181" y="76463"/>
                  </a:cubicBezTo>
                  <a:cubicBezTo>
                    <a:pt x="49639" y="76605"/>
                    <a:pt x="49696" y="76777"/>
                    <a:pt x="49811" y="77093"/>
                  </a:cubicBezTo>
                  <a:cubicBezTo>
                    <a:pt x="49925" y="77406"/>
                    <a:pt x="50069" y="77750"/>
                    <a:pt x="50527" y="78094"/>
                  </a:cubicBezTo>
                  <a:cubicBezTo>
                    <a:pt x="50704" y="78193"/>
                    <a:pt x="50894" y="78224"/>
                    <a:pt x="51071" y="78224"/>
                  </a:cubicBezTo>
                  <a:cubicBezTo>
                    <a:pt x="51151" y="78224"/>
                    <a:pt x="51228" y="78217"/>
                    <a:pt x="51299" y="78208"/>
                  </a:cubicBezTo>
                  <a:cubicBezTo>
                    <a:pt x="51393" y="78197"/>
                    <a:pt x="51468" y="78190"/>
                    <a:pt x="51527" y="78190"/>
                  </a:cubicBezTo>
                  <a:cubicBezTo>
                    <a:pt x="51612" y="78190"/>
                    <a:pt x="51666" y="78204"/>
                    <a:pt x="51700" y="78238"/>
                  </a:cubicBezTo>
                  <a:cubicBezTo>
                    <a:pt x="51757" y="78295"/>
                    <a:pt x="51787" y="78352"/>
                    <a:pt x="51787" y="78380"/>
                  </a:cubicBezTo>
                  <a:cubicBezTo>
                    <a:pt x="51787" y="78380"/>
                    <a:pt x="51787" y="78410"/>
                    <a:pt x="51757" y="78410"/>
                  </a:cubicBezTo>
                  <a:cubicBezTo>
                    <a:pt x="51615" y="78524"/>
                    <a:pt x="51357" y="78666"/>
                    <a:pt x="51272" y="79010"/>
                  </a:cubicBezTo>
                  <a:cubicBezTo>
                    <a:pt x="50956" y="80441"/>
                    <a:pt x="51700" y="80929"/>
                    <a:pt x="52444" y="81387"/>
                  </a:cubicBezTo>
                  <a:cubicBezTo>
                    <a:pt x="52646" y="81501"/>
                    <a:pt x="52845" y="81616"/>
                    <a:pt x="53074" y="81787"/>
                  </a:cubicBezTo>
                  <a:cubicBezTo>
                    <a:pt x="53333" y="81959"/>
                    <a:pt x="53589" y="82246"/>
                    <a:pt x="53876" y="82559"/>
                  </a:cubicBezTo>
                  <a:cubicBezTo>
                    <a:pt x="54363" y="83104"/>
                    <a:pt x="54906" y="83734"/>
                    <a:pt x="55738" y="83933"/>
                  </a:cubicBezTo>
                  <a:cubicBezTo>
                    <a:pt x="55839" y="83957"/>
                    <a:pt x="55938" y="83968"/>
                    <a:pt x="56035" y="83968"/>
                  </a:cubicBezTo>
                  <a:cubicBezTo>
                    <a:pt x="56757" y="83968"/>
                    <a:pt x="57351" y="83354"/>
                    <a:pt x="57856" y="82875"/>
                  </a:cubicBezTo>
                  <a:cubicBezTo>
                    <a:pt x="58200" y="82531"/>
                    <a:pt x="58502" y="82249"/>
                    <a:pt x="58653" y="82249"/>
                  </a:cubicBezTo>
                  <a:cubicBezTo>
                    <a:pt x="58678" y="82249"/>
                    <a:pt x="58699" y="82257"/>
                    <a:pt x="58715" y="82273"/>
                  </a:cubicBezTo>
                  <a:lnTo>
                    <a:pt x="58742" y="82273"/>
                  </a:lnTo>
                  <a:cubicBezTo>
                    <a:pt x="59143" y="82761"/>
                    <a:pt x="59429" y="83620"/>
                    <a:pt x="59631" y="84277"/>
                  </a:cubicBezTo>
                  <a:cubicBezTo>
                    <a:pt x="59688" y="84421"/>
                    <a:pt x="59745" y="84593"/>
                    <a:pt x="59773" y="84735"/>
                  </a:cubicBezTo>
                  <a:cubicBezTo>
                    <a:pt x="60089" y="85479"/>
                    <a:pt x="60116" y="86139"/>
                    <a:pt x="60032" y="87112"/>
                  </a:cubicBezTo>
                  <a:cubicBezTo>
                    <a:pt x="59974" y="88456"/>
                    <a:pt x="59860" y="89315"/>
                    <a:pt x="58944" y="90174"/>
                  </a:cubicBezTo>
                  <a:cubicBezTo>
                    <a:pt x="58428" y="90547"/>
                    <a:pt x="58142" y="90804"/>
                    <a:pt x="57799" y="91319"/>
                  </a:cubicBezTo>
                  <a:cubicBezTo>
                    <a:pt x="57712" y="91491"/>
                    <a:pt x="57769" y="91663"/>
                    <a:pt x="57799" y="91834"/>
                  </a:cubicBezTo>
                  <a:cubicBezTo>
                    <a:pt x="57799" y="91864"/>
                    <a:pt x="57799" y="91921"/>
                    <a:pt x="57826" y="91949"/>
                  </a:cubicBezTo>
                  <a:cubicBezTo>
                    <a:pt x="57769" y="91979"/>
                    <a:pt x="57712" y="92006"/>
                    <a:pt x="57627" y="92036"/>
                  </a:cubicBezTo>
                  <a:cubicBezTo>
                    <a:pt x="57483" y="92093"/>
                    <a:pt x="57283" y="92150"/>
                    <a:pt x="57169" y="92350"/>
                  </a:cubicBezTo>
                  <a:cubicBezTo>
                    <a:pt x="55994" y="93582"/>
                    <a:pt x="55135" y="95528"/>
                    <a:pt x="56081" y="97360"/>
                  </a:cubicBezTo>
                  <a:cubicBezTo>
                    <a:pt x="56196" y="97589"/>
                    <a:pt x="56482" y="97903"/>
                    <a:pt x="56768" y="98162"/>
                  </a:cubicBezTo>
                  <a:lnTo>
                    <a:pt x="56768" y="98361"/>
                  </a:lnTo>
                  <a:cubicBezTo>
                    <a:pt x="56654" y="98418"/>
                    <a:pt x="56452" y="98476"/>
                    <a:pt x="56253" y="98677"/>
                  </a:cubicBezTo>
                  <a:cubicBezTo>
                    <a:pt x="56024" y="98876"/>
                    <a:pt x="55909" y="98934"/>
                    <a:pt x="55822" y="98963"/>
                  </a:cubicBezTo>
                  <a:cubicBezTo>
                    <a:pt x="55422" y="99163"/>
                    <a:pt x="55422" y="99392"/>
                    <a:pt x="55364" y="100022"/>
                  </a:cubicBezTo>
                  <a:cubicBezTo>
                    <a:pt x="55307" y="100338"/>
                    <a:pt x="55364" y="100880"/>
                    <a:pt x="55509" y="101682"/>
                  </a:cubicBezTo>
                  <a:cubicBezTo>
                    <a:pt x="55651" y="102655"/>
                    <a:pt x="56138" y="102971"/>
                    <a:pt x="56539" y="103228"/>
                  </a:cubicBezTo>
                  <a:cubicBezTo>
                    <a:pt x="56825" y="103399"/>
                    <a:pt x="57082" y="103571"/>
                    <a:pt x="57341" y="104002"/>
                  </a:cubicBezTo>
                  <a:cubicBezTo>
                    <a:pt x="57712" y="104545"/>
                    <a:pt x="57913" y="105090"/>
                    <a:pt x="58142" y="105632"/>
                  </a:cubicBezTo>
                  <a:cubicBezTo>
                    <a:pt x="58456" y="106434"/>
                    <a:pt x="58772" y="107265"/>
                    <a:pt x="59516" y="108037"/>
                  </a:cubicBezTo>
                  <a:cubicBezTo>
                    <a:pt x="60318" y="108868"/>
                    <a:pt x="60776" y="110041"/>
                    <a:pt x="61291" y="111273"/>
                  </a:cubicBezTo>
                  <a:cubicBezTo>
                    <a:pt x="61948" y="112876"/>
                    <a:pt x="62608" y="114536"/>
                    <a:pt x="64097" y="115537"/>
                  </a:cubicBezTo>
                  <a:cubicBezTo>
                    <a:pt x="64639" y="115910"/>
                    <a:pt x="65155" y="116052"/>
                    <a:pt x="65642" y="116224"/>
                  </a:cubicBezTo>
                  <a:cubicBezTo>
                    <a:pt x="66329" y="116453"/>
                    <a:pt x="66929" y="116625"/>
                    <a:pt x="67532" y="117312"/>
                  </a:cubicBezTo>
                  <a:cubicBezTo>
                    <a:pt x="67761" y="117541"/>
                    <a:pt x="68047" y="117770"/>
                    <a:pt x="68333" y="118029"/>
                  </a:cubicBezTo>
                  <a:cubicBezTo>
                    <a:pt x="68849" y="118430"/>
                    <a:pt x="69421" y="118915"/>
                    <a:pt x="69563" y="119316"/>
                  </a:cubicBezTo>
                  <a:cubicBezTo>
                    <a:pt x="69678" y="119746"/>
                    <a:pt x="69678" y="120376"/>
                    <a:pt x="69678" y="120949"/>
                  </a:cubicBezTo>
                  <a:cubicBezTo>
                    <a:pt x="69678" y="121320"/>
                    <a:pt x="69678" y="121663"/>
                    <a:pt x="69707" y="121922"/>
                  </a:cubicBezTo>
                  <a:cubicBezTo>
                    <a:pt x="69707" y="122380"/>
                    <a:pt x="69707" y="122866"/>
                    <a:pt x="69735" y="123324"/>
                  </a:cubicBezTo>
                  <a:cubicBezTo>
                    <a:pt x="69735" y="123811"/>
                    <a:pt x="69765" y="124269"/>
                    <a:pt x="69765" y="124727"/>
                  </a:cubicBezTo>
                  <a:lnTo>
                    <a:pt x="69765" y="125472"/>
                  </a:lnTo>
                  <a:cubicBezTo>
                    <a:pt x="69678" y="125529"/>
                    <a:pt x="69620" y="125643"/>
                    <a:pt x="69620" y="125728"/>
                  </a:cubicBezTo>
                  <a:cubicBezTo>
                    <a:pt x="69593" y="126931"/>
                    <a:pt x="69822" y="128048"/>
                    <a:pt x="70078" y="129106"/>
                  </a:cubicBezTo>
                  <a:cubicBezTo>
                    <a:pt x="70223" y="129793"/>
                    <a:pt x="70365" y="130453"/>
                    <a:pt x="70452" y="131140"/>
                  </a:cubicBezTo>
                  <a:cubicBezTo>
                    <a:pt x="70536" y="132056"/>
                    <a:pt x="70509" y="132972"/>
                    <a:pt x="70452" y="133945"/>
                  </a:cubicBezTo>
                  <a:cubicBezTo>
                    <a:pt x="70422" y="135033"/>
                    <a:pt x="70365" y="136148"/>
                    <a:pt x="70509" y="137266"/>
                  </a:cubicBezTo>
                  <a:cubicBezTo>
                    <a:pt x="70708" y="138411"/>
                    <a:pt x="70795" y="139671"/>
                    <a:pt x="70795" y="141187"/>
                  </a:cubicBezTo>
                  <a:cubicBezTo>
                    <a:pt x="70795" y="141702"/>
                    <a:pt x="70651" y="142217"/>
                    <a:pt x="70536" y="142705"/>
                  </a:cubicBezTo>
                  <a:cubicBezTo>
                    <a:pt x="70394" y="143305"/>
                    <a:pt x="70223" y="143907"/>
                    <a:pt x="70307" y="144537"/>
                  </a:cubicBezTo>
                  <a:cubicBezTo>
                    <a:pt x="70337" y="145167"/>
                    <a:pt x="70594" y="145739"/>
                    <a:pt x="70823" y="146282"/>
                  </a:cubicBezTo>
                  <a:cubicBezTo>
                    <a:pt x="71024" y="146770"/>
                    <a:pt x="71224" y="147228"/>
                    <a:pt x="71281" y="147686"/>
                  </a:cubicBezTo>
                  <a:cubicBezTo>
                    <a:pt x="71281" y="147801"/>
                    <a:pt x="71281" y="147942"/>
                    <a:pt x="71311" y="148087"/>
                  </a:cubicBezTo>
                  <a:cubicBezTo>
                    <a:pt x="71368" y="148717"/>
                    <a:pt x="71425" y="149461"/>
                    <a:pt x="71711" y="149976"/>
                  </a:cubicBezTo>
                  <a:cubicBezTo>
                    <a:pt x="71968" y="150434"/>
                    <a:pt x="72140" y="150549"/>
                    <a:pt x="72398" y="150663"/>
                  </a:cubicBezTo>
                  <a:cubicBezTo>
                    <a:pt x="72483" y="150691"/>
                    <a:pt x="72570" y="150720"/>
                    <a:pt x="72712" y="150805"/>
                  </a:cubicBezTo>
                  <a:cubicBezTo>
                    <a:pt x="73800" y="151664"/>
                    <a:pt x="74116" y="153411"/>
                    <a:pt x="74459" y="155099"/>
                  </a:cubicBezTo>
                  <a:cubicBezTo>
                    <a:pt x="74659" y="156187"/>
                    <a:pt x="74860" y="157275"/>
                    <a:pt x="75261" y="158134"/>
                  </a:cubicBezTo>
                  <a:cubicBezTo>
                    <a:pt x="75518" y="158736"/>
                    <a:pt x="75632" y="159279"/>
                    <a:pt x="75747" y="159824"/>
                  </a:cubicBezTo>
                  <a:cubicBezTo>
                    <a:pt x="75834" y="160167"/>
                    <a:pt x="75918" y="160481"/>
                    <a:pt x="76005" y="160854"/>
                  </a:cubicBezTo>
                  <a:cubicBezTo>
                    <a:pt x="76262" y="161683"/>
                    <a:pt x="76864" y="162485"/>
                    <a:pt x="77437" y="163229"/>
                  </a:cubicBezTo>
                  <a:cubicBezTo>
                    <a:pt x="77750" y="163630"/>
                    <a:pt x="78009" y="164003"/>
                    <a:pt x="78238" y="164347"/>
                  </a:cubicBezTo>
                  <a:cubicBezTo>
                    <a:pt x="78729" y="165105"/>
                    <a:pt x="79306" y="165863"/>
                    <a:pt x="80268" y="165863"/>
                  </a:cubicBezTo>
                  <a:cubicBezTo>
                    <a:pt x="80541" y="165863"/>
                    <a:pt x="80844" y="165803"/>
                    <a:pt x="81186" y="165664"/>
                  </a:cubicBezTo>
                  <a:cubicBezTo>
                    <a:pt x="81444" y="165577"/>
                    <a:pt x="81616" y="165405"/>
                    <a:pt x="81758" y="165290"/>
                  </a:cubicBezTo>
                  <a:cubicBezTo>
                    <a:pt x="81871" y="165163"/>
                    <a:pt x="81920" y="165106"/>
                    <a:pt x="81982" y="165106"/>
                  </a:cubicBezTo>
                  <a:cubicBezTo>
                    <a:pt x="82031" y="165106"/>
                    <a:pt x="82087" y="165142"/>
                    <a:pt x="82189" y="165205"/>
                  </a:cubicBezTo>
                  <a:cubicBezTo>
                    <a:pt x="82388" y="165290"/>
                    <a:pt x="82502" y="165577"/>
                    <a:pt x="82617" y="165893"/>
                  </a:cubicBezTo>
                  <a:cubicBezTo>
                    <a:pt x="82731" y="166149"/>
                    <a:pt x="82818" y="166408"/>
                    <a:pt x="82960" y="166607"/>
                  </a:cubicBezTo>
                  <a:cubicBezTo>
                    <a:pt x="83518" y="167479"/>
                    <a:pt x="84156" y="167716"/>
                    <a:pt x="84946" y="167716"/>
                  </a:cubicBezTo>
                  <a:cubicBezTo>
                    <a:pt x="85091" y="167716"/>
                    <a:pt x="85240" y="167708"/>
                    <a:pt x="85395" y="167695"/>
                  </a:cubicBezTo>
                  <a:cubicBezTo>
                    <a:pt x="85509" y="167695"/>
                    <a:pt x="85594" y="167725"/>
                    <a:pt x="85681" y="167725"/>
                  </a:cubicBezTo>
                  <a:cubicBezTo>
                    <a:pt x="85766" y="167752"/>
                    <a:pt x="85880" y="167752"/>
                    <a:pt x="86025" y="167752"/>
                  </a:cubicBezTo>
                  <a:cubicBezTo>
                    <a:pt x="86311" y="167752"/>
                    <a:pt x="86654" y="167667"/>
                    <a:pt x="86826" y="167267"/>
                  </a:cubicBezTo>
                  <a:cubicBezTo>
                    <a:pt x="86968" y="166923"/>
                    <a:pt x="86968" y="166664"/>
                    <a:pt x="86854" y="166435"/>
                  </a:cubicBezTo>
                  <a:cubicBezTo>
                    <a:pt x="86682" y="166122"/>
                    <a:pt x="86311" y="166064"/>
                    <a:pt x="86025" y="166007"/>
                  </a:cubicBezTo>
                  <a:cubicBezTo>
                    <a:pt x="85910" y="166007"/>
                    <a:pt x="85766" y="165977"/>
                    <a:pt x="85709" y="165920"/>
                  </a:cubicBezTo>
                  <a:cubicBezTo>
                    <a:pt x="84880" y="165549"/>
                    <a:pt x="84163" y="165148"/>
                    <a:pt x="83677" y="164260"/>
                  </a:cubicBezTo>
                  <a:cubicBezTo>
                    <a:pt x="83563" y="164088"/>
                    <a:pt x="83506" y="163916"/>
                    <a:pt x="83419" y="163717"/>
                  </a:cubicBezTo>
                  <a:cubicBezTo>
                    <a:pt x="83304" y="163401"/>
                    <a:pt x="83189" y="163087"/>
                    <a:pt x="82960" y="162801"/>
                  </a:cubicBezTo>
                  <a:cubicBezTo>
                    <a:pt x="82818" y="162572"/>
                    <a:pt x="82704" y="162428"/>
                    <a:pt x="82589" y="162286"/>
                  </a:cubicBezTo>
                  <a:cubicBezTo>
                    <a:pt x="82360" y="162027"/>
                    <a:pt x="82273" y="161912"/>
                    <a:pt x="82273" y="161340"/>
                  </a:cubicBezTo>
                  <a:cubicBezTo>
                    <a:pt x="82303" y="160538"/>
                    <a:pt x="82674" y="159938"/>
                    <a:pt x="83018" y="159366"/>
                  </a:cubicBezTo>
                  <a:cubicBezTo>
                    <a:pt x="83361" y="158793"/>
                    <a:pt x="83677" y="158248"/>
                    <a:pt x="83533" y="157648"/>
                  </a:cubicBezTo>
                  <a:cubicBezTo>
                    <a:pt x="83419" y="157160"/>
                    <a:pt x="83018" y="156732"/>
                    <a:pt x="82303" y="156301"/>
                  </a:cubicBezTo>
                  <a:cubicBezTo>
                    <a:pt x="81815" y="155988"/>
                    <a:pt x="81415" y="155729"/>
                    <a:pt x="81357" y="155443"/>
                  </a:cubicBezTo>
                  <a:cubicBezTo>
                    <a:pt x="81330" y="155271"/>
                    <a:pt x="81415" y="155042"/>
                    <a:pt x="81673" y="154698"/>
                  </a:cubicBezTo>
                  <a:cubicBezTo>
                    <a:pt x="81758" y="154584"/>
                    <a:pt x="81873" y="154527"/>
                    <a:pt x="82044" y="154412"/>
                  </a:cubicBezTo>
                  <a:cubicBezTo>
                    <a:pt x="82273" y="154270"/>
                    <a:pt x="82560" y="154098"/>
                    <a:pt x="82731" y="153698"/>
                  </a:cubicBezTo>
                  <a:cubicBezTo>
                    <a:pt x="82818" y="153439"/>
                    <a:pt x="82789" y="153153"/>
                    <a:pt x="82761" y="152866"/>
                  </a:cubicBezTo>
                  <a:cubicBezTo>
                    <a:pt x="82731" y="152667"/>
                    <a:pt x="82704" y="152438"/>
                    <a:pt x="82731" y="152294"/>
                  </a:cubicBezTo>
                  <a:cubicBezTo>
                    <a:pt x="82846" y="151923"/>
                    <a:pt x="82990" y="151721"/>
                    <a:pt x="83132" y="151522"/>
                  </a:cubicBezTo>
                  <a:cubicBezTo>
                    <a:pt x="83277" y="151320"/>
                    <a:pt x="83419" y="151121"/>
                    <a:pt x="83361" y="150835"/>
                  </a:cubicBezTo>
                  <a:cubicBezTo>
                    <a:pt x="83304" y="150519"/>
                    <a:pt x="83018" y="150262"/>
                    <a:pt x="82502" y="149946"/>
                  </a:cubicBezTo>
                  <a:cubicBezTo>
                    <a:pt x="82074" y="149660"/>
                    <a:pt x="81845" y="149431"/>
                    <a:pt x="81731" y="149317"/>
                  </a:cubicBezTo>
                  <a:cubicBezTo>
                    <a:pt x="81845" y="149289"/>
                    <a:pt x="82017" y="149289"/>
                    <a:pt x="82303" y="149289"/>
                  </a:cubicBezTo>
                  <a:cubicBezTo>
                    <a:pt x="82502" y="149317"/>
                    <a:pt x="82647" y="149346"/>
                    <a:pt x="82789" y="149374"/>
                  </a:cubicBezTo>
                  <a:cubicBezTo>
                    <a:pt x="82930" y="149397"/>
                    <a:pt x="83062" y="149416"/>
                    <a:pt x="83186" y="149416"/>
                  </a:cubicBezTo>
                  <a:cubicBezTo>
                    <a:pt x="83363" y="149416"/>
                    <a:pt x="83525" y="149378"/>
                    <a:pt x="83677" y="149259"/>
                  </a:cubicBezTo>
                  <a:cubicBezTo>
                    <a:pt x="83964" y="149030"/>
                    <a:pt x="84021" y="148630"/>
                    <a:pt x="84048" y="147915"/>
                  </a:cubicBezTo>
                  <a:cubicBezTo>
                    <a:pt x="84048" y="147599"/>
                    <a:pt x="83991" y="147285"/>
                    <a:pt x="83964" y="146999"/>
                  </a:cubicBezTo>
                  <a:cubicBezTo>
                    <a:pt x="83906" y="146655"/>
                    <a:pt x="83849" y="146339"/>
                    <a:pt x="83934" y="146225"/>
                  </a:cubicBezTo>
                  <a:cubicBezTo>
                    <a:pt x="83991" y="146168"/>
                    <a:pt x="84135" y="146053"/>
                    <a:pt x="84593" y="146053"/>
                  </a:cubicBezTo>
                  <a:cubicBezTo>
                    <a:pt x="84676" y="146045"/>
                    <a:pt x="84757" y="146042"/>
                    <a:pt x="84837" y="146042"/>
                  </a:cubicBezTo>
                  <a:cubicBezTo>
                    <a:pt x="85031" y="146042"/>
                    <a:pt x="85219" y="146062"/>
                    <a:pt x="85422" y="146083"/>
                  </a:cubicBezTo>
                  <a:cubicBezTo>
                    <a:pt x="85650" y="146107"/>
                    <a:pt x="85887" y="146133"/>
                    <a:pt x="86127" y="146133"/>
                  </a:cubicBezTo>
                  <a:cubicBezTo>
                    <a:pt x="86731" y="146133"/>
                    <a:pt x="87351" y="145965"/>
                    <a:pt x="87884" y="145167"/>
                  </a:cubicBezTo>
                  <a:cubicBezTo>
                    <a:pt x="88514" y="144365"/>
                    <a:pt x="88342" y="142934"/>
                    <a:pt x="87942" y="141988"/>
                  </a:cubicBezTo>
                  <a:cubicBezTo>
                    <a:pt x="87770" y="141645"/>
                    <a:pt x="87571" y="141331"/>
                    <a:pt x="87369" y="141045"/>
                  </a:cubicBezTo>
                  <a:cubicBezTo>
                    <a:pt x="87284" y="140930"/>
                    <a:pt x="87170" y="140758"/>
                    <a:pt x="87112" y="140644"/>
                  </a:cubicBezTo>
                  <a:cubicBezTo>
                    <a:pt x="87197" y="140644"/>
                    <a:pt x="87369" y="140644"/>
                    <a:pt x="87628" y="140671"/>
                  </a:cubicBezTo>
                  <a:cubicBezTo>
                    <a:pt x="87857" y="140701"/>
                    <a:pt x="88056" y="140729"/>
                    <a:pt x="88228" y="140786"/>
                  </a:cubicBezTo>
                  <a:cubicBezTo>
                    <a:pt x="88485" y="140843"/>
                    <a:pt x="88751" y="140900"/>
                    <a:pt x="89044" y="140900"/>
                  </a:cubicBezTo>
                  <a:cubicBezTo>
                    <a:pt x="89338" y="140900"/>
                    <a:pt x="89660" y="140843"/>
                    <a:pt x="90032" y="140671"/>
                  </a:cubicBezTo>
                  <a:cubicBezTo>
                    <a:pt x="90834" y="140385"/>
                    <a:pt x="91063" y="140243"/>
                    <a:pt x="91120" y="139698"/>
                  </a:cubicBezTo>
                  <a:cubicBezTo>
                    <a:pt x="91148" y="139556"/>
                    <a:pt x="91177" y="139412"/>
                    <a:pt x="91235" y="139213"/>
                  </a:cubicBezTo>
                  <a:lnTo>
                    <a:pt x="91407" y="138697"/>
                  </a:lnTo>
                  <a:cubicBezTo>
                    <a:pt x="91464" y="138553"/>
                    <a:pt x="91491" y="138381"/>
                    <a:pt x="91548" y="138239"/>
                  </a:cubicBezTo>
                  <a:lnTo>
                    <a:pt x="91720" y="137980"/>
                  </a:lnTo>
                  <a:cubicBezTo>
                    <a:pt x="91865" y="137751"/>
                    <a:pt x="92094" y="137438"/>
                    <a:pt x="92208" y="136980"/>
                  </a:cubicBezTo>
                  <a:cubicBezTo>
                    <a:pt x="92465" y="135748"/>
                    <a:pt x="92666" y="134976"/>
                    <a:pt x="93468" y="134060"/>
                  </a:cubicBezTo>
                  <a:cubicBezTo>
                    <a:pt x="94842" y="132686"/>
                    <a:pt x="95586" y="131797"/>
                    <a:pt x="95300" y="129479"/>
                  </a:cubicBezTo>
                  <a:cubicBezTo>
                    <a:pt x="95098" y="127705"/>
                    <a:pt x="95098" y="127705"/>
                    <a:pt x="96273" y="126587"/>
                  </a:cubicBezTo>
                  <a:cubicBezTo>
                    <a:pt x="96358" y="126530"/>
                    <a:pt x="96388" y="126445"/>
                    <a:pt x="96388" y="126331"/>
                  </a:cubicBezTo>
                  <a:cubicBezTo>
                    <a:pt x="97075" y="125815"/>
                    <a:pt x="97961" y="125701"/>
                    <a:pt x="98877" y="125614"/>
                  </a:cubicBezTo>
                  <a:cubicBezTo>
                    <a:pt x="100137" y="125472"/>
                    <a:pt x="101396" y="125327"/>
                    <a:pt x="102227" y="124125"/>
                  </a:cubicBezTo>
                  <a:cubicBezTo>
                    <a:pt x="102656" y="123468"/>
                    <a:pt x="102914" y="122666"/>
                    <a:pt x="103171" y="121865"/>
                  </a:cubicBezTo>
                  <a:cubicBezTo>
                    <a:pt x="103315" y="121491"/>
                    <a:pt x="103430" y="121148"/>
                    <a:pt x="103544" y="120834"/>
                  </a:cubicBezTo>
                  <a:cubicBezTo>
                    <a:pt x="103659" y="120575"/>
                    <a:pt x="103773" y="120319"/>
                    <a:pt x="103915" y="120060"/>
                  </a:cubicBezTo>
                  <a:cubicBezTo>
                    <a:pt x="104346" y="119174"/>
                    <a:pt x="104831" y="118171"/>
                    <a:pt x="104889" y="117140"/>
                  </a:cubicBezTo>
                  <a:cubicBezTo>
                    <a:pt x="104889" y="116453"/>
                    <a:pt x="104717" y="115709"/>
                    <a:pt x="104545" y="114907"/>
                  </a:cubicBezTo>
                  <a:cubicBezTo>
                    <a:pt x="104231" y="113620"/>
                    <a:pt x="103915" y="112274"/>
                    <a:pt x="104431" y="111358"/>
                  </a:cubicBezTo>
                  <a:cubicBezTo>
                    <a:pt x="104575" y="111071"/>
                    <a:pt x="104831" y="110900"/>
                    <a:pt x="105090" y="110700"/>
                  </a:cubicBezTo>
                  <a:cubicBezTo>
                    <a:pt x="105232" y="110586"/>
                    <a:pt x="105376" y="110499"/>
                    <a:pt x="105548" y="110357"/>
                  </a:cubicBezTo>
                  <a:cubicBezTo>
                    <a:pt x="106063" y="109784"/>
                    <a:pt x="106178" y="109354"/>
                    <a:pt x="106292" y="108896"/>
                  </a:cubicBezTo>
                  <a:cubicBezTo>
                    <a:pt x="106350" y="108697"/>
                    <a:pt x="106407" y="108468"/>
                    <a:pt x="106521" y="108209"/>
                  </a:cubicBezTo>
                  <a:cubicBezTo>
                    <a:pt x="106693" y="107693"/>
                    <a:pt x="107037" y="107322"/>
                    <a:pt x="107437" y="106949"/>
                  </a:cubicBezTo>
                  <a:cubicBezTo>
                    <a:pt x="107923" y="106434"/>
                    <a:pt x="108438" y="105919"/>
                    <a:pt x="108583" y="105003"/>
                  </a:cubicBezTo>
                  <a:cubicBezTo>
                    <a:pt x="108725" y="104029"/>
                    <a:pt x="108640" y="102742"/>
                    <a:pt x="108525" y="101941"/>
                  </a:cubicBezTo>
                  <a:cubicBezTo>
                    <a:pt x="108381" y="101167"/>
                    <a:pt x="108209" y="100651"/>
                    <a:pt x="107953" y="100308"/>
                  </a:cubicBezTo>
                  <a:cubicBezTo>
                    <a:pt x="107595" y="99856"/>
                    <a:pt x="107376" y="99720"/>
                    <a:pt x="107066" y="99720"/>
                  </a:cubicBezTo>
                  <a:cubicBezTo>
                    <a:pt x="107003" y="99720"/>
                    <a:pt x="106937" y="99726"/>
                    <a:pt x="106865" y="99735"/>
                  </a:cubicBezTo>
                  <a:cubicBezTo>
                    <a:pt x="106789" y="99735"/>
                    <a:pt x="106699" y="99748"/>
                    <a:pt x="106589" y="99748"/>
                  </a:cubicBezTo>
                  <a:cubicBezTo>
                    <a:pt x="106534" y="99748"/>
                    <a:pt x="106473" y="99745"/>
                    <a:pt x="106407" y="99735"/>
                  </a:cubicBezTo>
                  <a:cubicBezTo>
                    <a:pt x="105690" y="99651"/>
                    <a:pt x="105347" y="99334"/>
                    <a:pt x="104831" y="98876"/>
                  </a:cubicBezTo>
                  <a:cubicBezTo>
                    <a:pt x="104632" y="98705"/>
                    <a:pt x="104403" y="98505"/>
                    <a:pt x="104117" y="98276"/>
                  </a:cubicBezTo>
                  <a:cubicBezTo>
                    <a:pt x="102914" y="97475"/>
                    <a:pt x="102026" y="97131"/>
                    <a:pt x="100624" y="96987"/>
                  </a:cubicBezTo>
                  <a:cubicBezTo>
                    <a:pt x="100194" y="96902"/>
                    <a:pt x="99793" y="96845"/>
                    <a:pt x="99365" y="96758"/>
                  </a:cubicBezTo>
                  <a:cubicBezTo>
                    <a:pt x="99193" y="96744"/>
                    <a:pt x="99036" y="96737"/>
                    <a:pt x="98885" y="96737"/>
                  </a:cubicBezTo>
                  <a:cubicBezTo>
                    <a:pt x="98735" y="96737"/>
                    <a:pt x="98592" y="96744"/>
                    <a:pt x="98449" y="96758"/>
                  </a:cubicBezTo>
                  <a:lnTo>
                    <a:pt x="98133" y="96758"/>
                  </a:lnTo>
                  <a:cubicBezTo>
                    <a:pt x="97590" y="96701"/>
                    <a:pt x="97533" y="96644"/>
                    <a:pt x="97418" y="96415"/>
                  </a:cubicBezTo>
                  <a:cubicBezTo>
                    <a:pt x="97331" y="96243"/>
                    <a:pt x="97217" y="96044"/>
                    <a:pt x="96988" y="95785"/>
                  </a:cubicBezTo>
                  <a:cubicBezTo>
                    <a:pt x="96415" y="95212"/>
                    <a:pt x="95384" y="94669"/>
                    <a:pt x="94697" y="94525"/>
                  </a:cubicBezTo>
                  <a:cubicBezTo>
                    <a:pt x="94562" y="94502"/>
                    <a:pt x="94438" y="94491"/>
                    <a:pt x="94325" y="94491"/>
                  </a:cubicBezTo>
                  <a:cubicBezTo>
                    <a:pt x="93891" y="94491"/>
                    <a:pt x="93614" y="94642"/>
                    <a:pt x="93410" y="94754"/>
                  </a:cubicBezTo>
                  <a:cubicBezTo>
                    <a:pt x="93323" y="94811"/>
                    <a:pt x="93266" y="94841"/>
                    <a:pt x="93181" y="94869"/>
                  </a:cubicBezTo>
                  <a:cubicBezTo>
                    <a:pt x="93152" y="94525"/>
                    <a:pt x="93067" y="94154"/>
                    <a:pt x="92865" y="93838"/>
                  </a:cubicBezTo>
                  <a:lnTo>
                    <a:pt x="92808" y="93696"/>
                  </a:lnTo>
                  <a:cubicBezTo>
                    <a:pt x="92808" y="93639"/>
                    <a:pt x="92781" y="93609"/>
                    <a:pt x="92751" y="93552"/>
                  </a:cubicBezTo>
                  <a:cubicBezTo>
                    <a:pt x="92437" y="93208"/>
                    <a:pt x="92151" y="93066"/>
                    <a:pt x="91922" y="92922"/>
                  </a:cubicBezTo>
                  <a:cubicBezTo>
                    <a:pt x="91663" y="92780"/>
                    <a:pt x="91521" y="92723"/>
                    <a:pt x="91377" y="92121"/>
                  </a:cubicBezTo>
                  <a:cubicBezTo>
                    <a:pt x="91349" y="92006"/>
                    <a:pt x="91377" y="91834"/>
                    <a:pt x="91377" y="91663"/>
                  </a:cubicBezTo>
                  <a:cubicBezTo>
                    <a:pt x="91407" y="91434"/>
                    <a:pt x="91434" y="91234"/>
                    <a:pt x="91377" y="91033"/>
                  </a:cubicBezTo>
                  <a:cubicBezTo>
                    <a:pt x="91377" y="91005"/>
                    <a:pt x="91377" y="90975"/>
                    <a:pt x="91349" y="90948"/>
                  </a:cubicBezTo>
                  <a:cubicBezTo>
                    <a:pt x="91205" y="90662"/>
                    <a:pt x="90976" y="90517"/>
                    <a:pt x="90804" y="90403"/>
                  </a:cubicBezTo>
                  <a:cubicBezTo>
                    <a:pt x="90632" y="90288"/>
                    <a:pt x="90575" y="90231"/>
                    <a:pt x="90548" y="90117"/>
                  </a:cubicBezTo>
                  <a:cubicBezTo>
                    <a:pt x="90433" y="89860"/>
                    <a:pt x="90461" y="89574"/>
                    <a:pt x="90461" y="89230"/>
                  </a:cubicBezTo>
                  <a:cubicBezTo>
                    <a:pt x="90490" y="88800"/>
                    <a:pt x="90518" y="88285"/>
                    <a:pt x="90261" y="87769"/>
                  </a:cubicBezTo>
                  <a:cubicBezTo>
                    <a:pt x="89861" y="86998"/>
                    <a:pt x="88773" y="86196"/>
                    <a:pt x="88200" y="85880"/>
                  </a:cubicBezTo>
                  <a:cubicBezTo>
                    <a:pt x="87170" y="85223"/>
                    <a:pt x="86082" y="85193"/>
                    <a:pt x="85136" y="85165"/>
                  </a:cubicBezTo>
                  <a:cubicBezTo>
                    <a:pt x="83877" y="85136"/>
                    <a:pt x="82903" y="85108"/>
                    <a:pt x="82131" y="83963"/>
                  </a:cubicBezTo>
                  <a:cubicBezTo>
                    <a:pt x="81415" y="82903"/>
                    <a:pt x="81128" y="82502"/>
                    <a:pt x="80128" y="81902"/>
                  </a:cubicBezTo>
                  <a:cubicBezTo>
                    <a:pt x="79697" y="81643"/>
                    <a:pt x="79296" y="81185"/>
                    <a:pt x="78895" y="80784"/>
                  </a:cubicBezTo>
                  <a:cubicBezTo>
                    <a:pt x="78696" y="80555"/>
                    <a:pt x="78467" y="80326"/>
                    <a:pt x="78266" y="80127"/>
                  </a:cubicBezTo>
                  <a:cubicBezTo>
                    <a:pt x="78094" y="79983"/>
                    <a:pt x="77952" y="79841"/>
                    <a:pt x="77837" y="79697"/>
                  </a:cubicBezTo>
                  <a:cubicBezTo>
                    <a:pt x="77396" y="79215"/>
                    <a:pt x="77109" y="78945"/>
                    <a:pt x="76542" y="78945"/>
                  </a:cubicBezTo>
                  <a:cubicBezTo>
                    <a:pt x="76301" y="78945"/>
                    <a:pt x="76008" y="78994"/>
                    <a:pt x="75632" y="79097"/>
                  </a:cubicBezTo>
                  <a:cubicBezTo>
                    <a:pt x="75117" y="79268"/>
                    <a:pt x="74673" y="79354"/>
                    <a:pt x="74212" y="79354"/>
                  </a:cubicBezTo>
                  <a:cubicBezTo>
                    <a:pt x="73750" y="79354"/>
                    <a:pt x="73271" y="79268"/>
                    <a:pt x="72685" y="79097"/>
                  </a:cubicBezTo>
                  <a:cubicBezTo>
                    <a:pt x="72513" y="79039"/>
                    <a:pt x="72341" y="79010"/>
                    <a:pt x="72140" y="78982"/>
                  </a:cubicBezTo>
                  <a:cubicBezTo>
                    <a:pt x="71796" y="78895"/>
                    <a:pt x="71453" y="78810"/>
                    <a:pt x="71166" y="78696"/>
                  </a:cubicBezTo>
                  <a:cubicBezTo>
                    <a:pt x="70994" y="78609"/>
                    <a:pt x="70795" y="78467"/>
                    <a:pt x="70594" y="78323"/>
                  </a:cubicBezTo>
                  <a:cubicBezTo>
                    <a:pt x="70250" y="78066"/>
                    <a:pt x="69907" y="77807"/>
                    <a:pt x="69506" y="77722"/>
                  </a:cubicBezTo>
                  <a:cubicBezTo>
                    <a:pt x="69431" y="77712"/>
                    <a:pt x="69358" y="77707"/>
                    <a:pt x="69288" y="77707"/>
                  </a:cubicBezTo>
                  <a:cubicBezTo>
                    <a:pt x="68793" y="77707"/>
                    <a:pt x="68405" y="77954"/>
                    <a:pt x="68104" y="78181"/>
                  </a:cubicBezTo>
                  <a:cubicBezTo>
                    <a:pt x="67933" y="78265"/>
                    <a:pt x="67818" y="78380"/>
                    <a:pt x="67674" y="78437"/>
                  </a:cubicBezTo>
                  <a:cubicBezTo>
                    <a:pt x="67903" y="78066"/>
                    <a:pt x="68132" y="77578"/>
                    <a:pt x="67788" y="77177"/>
                  </a:cubicBezTo>
                  <a:cubicBezTo>
                    <a:pt x="67671" y="77031"/>
                    <a:pt x="67512" y="76975"/>
                    <a:pt x="67336" y="76975"/>
                  </a:cubicBezTo>
                  <a:cubicBezTo>
                    <a:pt x="66997" y="76975"/>
                    <a:pt x="66591" y="77181"/>
                    <a:pt x="66272" y="77349"/>
                  </a:cubicBezTo>
                  <a:cubicBezTo>
                    <a:pt x="66215" y="77379"/>
                    <a:pt x="66128" y="77436"/>
                    <a:pt x="66100" y="77436"/>
                  </a:cubicBezTo>
                  <a:cubicBezTo>
                    <a:pt x="66071" y="77436"/>
                    <a:pt x="66071" y="77464"/>
                    <a:pt x="66043" y="77464"/>
                  </a:cubicBezTo>
                  <a:cubicBezTo>
                    <a:pt x="65670" y="77665"/>
                    <a:pt x="65155" y="77807"/>
                    <a:pt x="64669" y="77952"/>
                  </a:cubicBezTo>
                  <a:cubicBezTo>
                    <a:pt x="64010" y="78151"/>
                    <a:pt x="63323" y="78352"/>
                    <a:pt x="62837" y="78723"/>
                  </a:cubicBezTo>
                  <a:cubicBezTo>
                    <a:pt x="62292" y="79154"/>
                    <a:pt x="62120" y="79868"/>
                    <a:pt x="61948" y="80498"/>
                  </a:cubicBezTo>
                  <a:cubicBezTo>
                    <a:pt x="61777" y="81185"/>
                    <a:pt x="61635" y="81616"/>
                    <a:pt x="61319" y="81700"/>
                  </a:cubicBezTo>
                  <a:cubicBezTo>
                    <a:pt x="61214" y="81739"/>
                    <a:pt x="61144" y="81761"/>
                    <a:pt x="61092" y="81761"/>
                  </a:cubicBezTo>
                  <a:cubicBezTo>
                    <a:pt x="60989" y="81761"/>
                    <a:pt x="60957" y="81673"/>
                    <a:pt x="60861" y="81444"/>
                  </a:cubicBezTo>
                  <a:cubicBezTo>
                    <a:pt x="60803" y="81272"/>
                    <a:pt x="60689" y="81013"/>
                    <a:pt x="60490" y="80814"/>
                  </a:cubicBezTo>
                  <a:cubicBezTo>
                    <a:pt x="60120" y="80550"/>
                    <a:pt x="59784" y="80448"/>
                    <a:pt x="59401" y="80448"/>
                  </a:cubicBezTo>
                  <a:cubicBezTo>
                    <a:pt x="59159" y="80448"/>
                    <a:pt x="58899" y="80489"/>
                    <a:pt x="58600" y="80555"/>
                  </a:cubicBezTo>
                  <a:cubicBezTo>
                    <a:pt x="58570" y="80555"/>
                    <a:pt x="58513" y="80585"/>
                    <a:pt x="58486" y="80585"/>
                  </a:cubicBezTo>
                  <a:cubicBezTo>
                    <a:pt x="58428" y="80578"/>
                    <a:pt x="58371" y="80575"/>
                    <a:pt x="58315" y="80575"/>
                  </a:cubicBezTo>
                  <a:cubicBezTo>
                    <a:pt x="57897" y="80575"/>
                    <a:pt x="57525" y="80751"/>
                    <a:pt x="57196" y="80929"/>
                  </a:cubicBezTo>
                  <a:cubicBezTo>
                    <a:pt x="56899" y="81077"/>
                    <a:pt x="56624" y="81226"/>
                    <a:pt x="56369" y="81226"/>
                  </a:cubicBezTo>
                  <a:cubicBezTo>
                    <a:pt x="56330" y="81226"/>
                    <a:pt x="56291" y="81223"/>
                    <a:pt x="56253" y="81215"/>
                  </a:cubicBezTo>
                  <a:cubicBezTo>
                    <a:pt x="55852" y="81100"/>
                    <a:pt x="55795" y="80986"/>
                    <a:pt x="55593" y="80727"/>
                  </a:cubicBezTo>
                  <a:cubicBezTo>
                    <a:pt x="55479" y="80585"/>
                    <a:pt x="55364" y="80413"/>
                    <a:pt x="55193" y="80242"/>
                  </a:cubicBezTo>
                  <a:cubicBezTo>
                    <a:pt x="55051" y="80040"/>
                    <a:pt x="54849" y="79898"/>
                    <a:pt x="54650" y="79726"/>
                  </a:cubicBezTo>
                  <a:cubicBezTo>
                    <a:pt x="54448" y="79555"/>
                    <a:pt x="54249" y="79383"/>
                    <a:pt x="54134" y="79211"/>
                  </a:cubicBezTo>
                  <a:cubicBezTo>
                    <a:pt x="53704" y="78437"/>
                    <a:pt x="54077" y="77349"/>
                    <a:pt x="54363" y="76605"/>
                  </a:cubicBezTo>
                  <a:lnTo>
                    <a:pt x="54478" y="76319"/>
                  </a:lnTo>
                  <a:cubicBezTo>
                    <a:pt x="54879" y="75174"/>
                    <a:pt x="55135" y="74574"/>
                    <a:pt x="54620" y="73142"/>
                  </a:cubicBezTo>
                  <a:cubicBezTo>
                    <a:pt x="54563" y="72998"/>
                    <a:pt x="54535" y="72856"/>
                    <a:pt x="54505" y="72769"/>
                  </a:cubicBezTo>
                  <a:cubicBezTo>
                    <a:pt x="54391" y="72341"/>
                    <a:pt x="54276" y="72139"/>
                    <a:pt x="53619" y="71883"/>
                  </a:cubicBezTo>
                  <a:cubicBezTo>
                    <a:pt x="53287" y="71725"/>
                    <a:pt x="52894" y="71662"/>
                    <a:pt x="52522" y="71662"/>
                  </a:cubicBezTo>
                  <a:cubicBezTo>
                    <a:pt x="52220" y="71662"/>
                    <a:pt x="51931" y="71703"/>
                    <a:pt x="51700" y="71768"/>
                  </a:cubicBezTo>
                  <a:cubicBezTo>
                    <a:pt x="51501" y="71796"/>
                    <a:pt x="51272" y="71883"/>
                    <a:pt x="50986" y="71967"/>
                  </a:cubicBezTo>
                  <a:cubicBezTo>
                    <a:pt x="50528" y="72120"/>
                    <a:pt x="50082" y="72252"/>
                    <a:pt x="49751" y="72252"/>
                  </a:cubicBezTo>
                  <a:cubicBezTo>
                    <a:pt x="49522" y="72252"/>
                    <a:pt x="49350" y="72189"/>
                    <a:pt x="49268" y="72025"/>
                  </a:cubicBezTo>
                  <a:cubicBezTo>
                    <a:pt x="49039" y="71567"/>
                    <a:pt x="49811" y="70021"/>
                    <a:pt x="50269" y="69077"/>
                  </a:cubicBezTo>
                  <a:cubicBezTo>
                    <a:pt x="50555" y="68532"/>
                    <a:pt x="50784" y="68074"/>
                    <a:pt x="50871" y="67760"/>
                  </a:cubicBezTo>
                  <a:cubicBezTo>
                    <a:pt x="50928" y="67616"/>
                    <a:pt x="51013" y="67417"/>
                    <a:pt x="51128" y="67188"/>
                  </a:cubicBezTo>
                  <a:cubicBezTo>
                    <a:pt x="51558" y="66357"/>
                    <a:pt x="52016" y="65441"/>
                    <a:pt x="51673" y="64868"/>
                  </a:cubicBezTo>
                  <a:cubicBezTo>
                    <a:pt x="51558" y="64639"/>
                    <a:pt x="51329" y="64467"/>
                    <a:pt x="51013" y="64382"/>
                  </a:cubicBezTo>
                  <a:cubicBezTo>
                    <a:pt x="50807" y="64324"/>
                    <a:pt x="50557" y="64299"/>
                    <a:pt x="50292" y="64299"/>
                  </a:cubicBezTo>
                  <a:cubicBezTo>
                    <a:pt x="49527" y="64299"/>
                    <a:pt x="48635" y="64506"/>
                    <a:pt x="48295" y="64696"/>
                  </a:cubicBezTo>
                  <a:cubicBezTo>
                    <a:pt x="47436" y="65154"/>
                    <a:pt x="47292" y="65871"/>
                    <a:pt x="47177" y="66501"/>
                  </a:cubicBezTo>
                  <a:cubicBezTo>
                    <a:pt x="47120" y="66815"/>
                    <a:pt x="47063" y="67101"/>
                    <a:pt x="46921" y="67387"/>
                  </a:cubicBezTo>
                  <a:cubicBezTo>
                    <a:pt x="46604" y="68017"/>
                    <a:pt x="45604" y="68562"/>
                    <a:pt x="44772" y="68818"/>
                  </a:cubicBezTo>
                  <a:cubicBezTo>
                    <a:pt x="44629" y="68876"/>
                    <a:pt x="44436" y="68901"/>
                    <a:pt x="44215" y="68901"/>
                  </a:cubicBezTo>
                  <a:cubicBezTo>
                    <a:pt x="43552" y="68901"/>
                    <a:pt x="42640" y="68675"/>
                    <a:pt x="42081" y="68418"/>
                  </a:cubicBezTo>
                  <a:cubicBezTo>
                    <a:pt x="41424" y="68017"/>
                    <a:pt x="41367" y="67474"/>
                    <a:pt x="41280" y="66730"/>
                  </a:cubicBezTo>
                  <a:cubicBezTo>
                    <a:pt x="41223" y="66386"/>
                    <a:pt x="41195" y="66043"/>
                    <a:pt x="41081" y="65670"/>
                  </a:cubicBezTo>
                  <a:cubicBezTo>
                    <a:pt x="40966" y="65241"/>
                    <a:pt x="40822" y="64868"/>
                    <a:pt x="40680" y="64497"/>
                  </a:cubicBezTo>
                  <a:cubicBezTo>
                    <a:pt x="40364" y="63753"/>
                    <a:pt x="40107" y="63180"/>
                    <a:pt x="40336" y="62292"/>
                  </a:cubicBezTo>
                  <a:cubicBezTo>
                    <a:pt x="40451" y="61834"/>
                    <a:pt x="40680" y="61433"/>
                    <a:pt x="40909" y="60975"/>
                  </a:cubicBezTo>
                  <a:cubicBezTo>
                    <a:pt x="41195" y="60459"/>
                    <a:pt x="41509" y="59917"/>
                    <a:pt x="41623" y="59230"/>
                  </a:cubicBezTo>
                  <a:cubicBezTo>
                    <a:pt x="41681" y="59001"/>
                    <a:pt x="41710" y="58799"/>
                    <a:pt x="41710" y="58627"/>
                  </a:cubicBezTo>
                  <a:cubicBezTo>
                    <a:pt x="41852" y="57769"/>
                    <a:pt x="41910" y="57226"/>
                    <a:pt x="42627" y="56596"/>
                  </a:cubicBezTo>
                  <a:cubicBezTo>
                    <a:pt x="43314" y="55936"/>
                    <a:pt x="44200" y="55394"/>
                    <a:pt x="44974" y="54906"/>
                  </a:cubicBezTo>
                  <a:lnTo>
                    <a:pt x="45116" y="54821"/>
                  </a:lnTo>
                  <a:cubicBezTo>
                    <a:pt x="45639" y="54466"/>
                    <a:pt x="46023" y="54351"/>
                    <a:pt x="46425" y="54351"/>
                  </a:cubicBezTo>
                  <a:cubicBezTo>
                    <a:pt x="46706" y="54351"/>
                    <a:pt x="46996" y="54407"/>
                    <a:pt x="47349" y="54478"/>
                  </a:cubicBezTo>
                  <a:cubicBezTo>
                    <a:pt x="47665" y="54562"/>
                    <a:pt x="48008" y="54620"/>
                    <a:pt x="48437" y="54677"/>
                  </a:cubicBezTo>
                  <a:lnTo>
                    <a:pt x="48551" y="54677"/>
                  </a:lnTo>
                  <a:cubicBezTo>
                    <a:pt x="48824" y="54710"/>
                    <a:pt x="49138" y="54747"/>
                    <a:pt x="49462" y="54747"/>
                  </a:cubicBezTo>
                  <a:cubicBezTo>
                    <a:pt x="49989" y="54747"/>
                    <a:pt x="50542" y="54649"/>
                    <a:pt x="50986" y="54276"/>
                  </a:cubicBezTo>
                  <a:cubicBezTo>
                    <a:pt x="51215" y="54077"/>
                    <a:pt x="51299" y="53848"/>
                    <a:pt x="51386" y="53676"/>
                  </a:cubicBezTo>
                  <a:cubicBezTo>
                    <a:pt x="51444" y="53504"/>
                    <a:pt x="51471" y="53417"/>
                    <a:pt x="51673" y="53303"/>
                  </a:cubicBezTo>
                  <a:cubicBezTo>
                    <a:pt x="51881" y="53191"/>
                    <a:pt x="52638" y="53115"/>
                    <a:pt x="53359" y="53115"/>
                  </a:cubicBezTo>
                  <a:cubicBezTo>
                    <a:pt x="53924" y="53115"/>
                    <a:pt x="54468" y="53162"/>
                    <a:pt x="54707" y="53275"/>
                  </a:cubicBezTo>
                  <a:cubicBezTo>
                    <a:pt x="54906" y="53333"/>
                    <a:pt x="55078" y="53504"/>
                    <a:pt x="55222" y="53646"/>
                  </a:cubicBezTo>
                  <a:cubicBezTo>
                    <a:pt x="55422" y="53848"/>
                    <a:pt x="55651" y="54047"/>
                    <a:pt x="55967" y="54134"/>
                  </a:cubicBezTo>
                  <a:cubicBezTo>
                    <a:pt x="56096" y="54173"/>
                    <a:pt x="56208" y="54188"/>
                    <a:pt x="56305" y="54188"/>
                  </a:cubicBezTo>
                  <a:cubicBezTo>
                    <a:pt x="56422" y="54188"/>
                    <a:pt x="56517" y="54165"/>
                    <a:pt x="56596" y="54134"/>
                  </a:cubicBezTo>
                  <a:cubicBezTo>
                    <a:pt x="56647" y="54125"/>
                    <a:pt x="56685" y="54119"/>
                    <a:pt x="56719" y="54119"/>
                  </a:cubicBezTo>
                  <a:cubicBezTo>
                    <a:pt x="56799" y="54119"/>
                    <a:pt x="56855" y="54155"/>
                    <a:pt x="56997" y="54276"/>
                  </a:cubicBezTo>
                  <a:cubicBezTo>
                    <a:pt x="57398" y="54649"/>
                    <a:pt x="57398" y="55623"/>
                    <a:pt x="57398" y="56566"/>
                  </a:cubicBezTo>
                  <a:cubicBezTo>
                    <a:pt x="57398" y="58027"/>
                    <a:pt x="57368" y="59859"/>
                    <a:pt x="59058" y="59944"/>
                  </a:cubicBezTo>
                  <a:cubicBezTo>
                    <a:pt x="59117" y="59951"/>
                    <a:pt x="59175" y="59954"/>
                    <a:pt x="59232" y="59954"/>
                  </a:cubicBezTo>
                  <a:cubicBezTo>
                    <a:pt x="59675" y="59954"/>
                    <a:pt x="60064" y="59760"/>
                    <a:pt x="60318" y="59429"/>
                  </a:cubicBezTo>
                  <a:cubicBezTo>
                    <a:pt x="61463" y="58085"/>
                    <a:pt x="60574" y="54478"/>
                    <a:pt x="60460" y="54077"/>
                  </a:cubicBezTo>
                  <a:cubicBezTo>
                    <a:pt x="59716" y="51157"/>
                    <a:pt x="61319" y="49840"/>
                    <a:pt x="63952" y="48780"/>
                  </a:cubicBezTo>
                  <a:cubicBezTo>
                    <a:pt x="65269" y="48207"/>
                    <a:pt x="66471" y="47607"/>
                    <a:pt x="67273" y="46462"/>
                  </a:cubicBezTo>
                  <a:cubicBezTo>
                    <a:pt x="67960" y="45459"/>
                    <a:pt x="68047" y="44745"/>
                    <a:pt x="68132" y="43943"/>
                  </a:cubicBezTo>
                  <a:cubicBezTo>
                    <a:pt x="68162" y="43627"/>
                    <a:pt x="68219" y="43313"/>
                    <a:pt x="68276" y="42940"/>
                  </a:cubicBezTo>
                  <a:cubicBezTo>
                    <a:pt x="68384" y="42505"/>
                    <a:pt x="68443" y="42401"/>
                    <a:pt x="68616" y="42401"/>
                  </a:cubicBezTo>
                  <a:cubicBezTo>
                    <a:pt x="68670" y="42401"/>
                    <a:pt x="68736" y="42411"/>
                    <a:pt x="68819" y="42425"/>
                  </a:cubicBezTo>
                  <a:cubicBezTo>
                    <a:pt x="68898" y="42432"/>
                    <a:pt x="68988" y="42440"/>
                    <a:pt x="69087" y="42440"/>
                  </a:cubicBezTo>
                  <a:cubicBezTo>
                    <a:pt x="69383" y="42440"/>
                    <a:pt x="69757" y="42374"/>
                    <a:pt x="70165" y="42054"/>
                  </a:cubicBezTo>
                  <a:cubicBezTo>
                    <a:pt x="70823" y="41481"/>
                    <a:pt x="71368" y="40707"/>
                    <a:pt x="71883" y="39963"/>
                  </a:cubicBezTo>
                  <a:cubicBezTo>
                    <a:pt x="72112" y="39592"/>
                    <a:pt x="72369" y="39248"/>
                    <a:pt x="72598" y="38962"/>
                  </a:cubicBezTo>
                  <a:cubicBezTo>
                    <a:pt x="72627" y="38932"/>
                    <a:pt x="72627" y="38905"/>
                    <a:pt x="72655" y="38875"/>
                  </a:cubicBezTo>
                  <a:lnTo>
                    <a:pt x="72685" y="38790"/>
                  </a:lnTo>
                  <a:cubicBezTo>
                    <a:pt x="72917" y="38538"/>
                    <a:pt x="73109" y="38470"/>
                    <a:pt x="73360" y="38470"/>
                  </a:cubicBezTo>
                  <a:cubicBezTo>
                    <a:pt x="73481" y="38470"/>
                    <a:pt x="73614" y="38485"/>
                    <a:pt x="73772" y="38504"/>
                  </a:cubicBezTo>
                  <a:cubicBezTo>
                    <a:pt x="73944" y="38535"/>
                    <a:pt x="74134" y="38558"/>
                    <a:pt x="74340" y="38558"/>
                  </a:cubicBezTo>
                  <a:cubicBezTo>
                    <a:pt x="74511" y="38558"/>
                    <a:pt x="74694" y="38542"/>
                    <a:pt x="74888" y="38504"/>
                  </a:cubicBezTo>
                  <a:cubicBezTo>
                    <a:pt x="75861" y="38188"/>
                    <a:pt x="75976" y="37473"/>
                    <a:pt x="76090" y="36844"/>
                  </a:cubicBezTo>
                  <a:cubicBezTo>
                    <a:pt x="76147" y="36528"/>
                    <a:pt x="76205" y="36214"/>
                    <a:pt x="76349" y="35928"/>
                  </a:cubicBezTo>
                  <a:cubicBezTo>
                    <a:pt x="76750" y="35096"/>
                    <a:pt x="77265" y="34982"/>
                    <a:pt x="78037" y="34783"/>
                  </a:cubicBezTo>
                  <a:cubicBezTo>
                    <a:pt x="78238" y="34725"/>
                    <a:pt x="78495" y="34668"/>
                    <a:pt x="78753" y="34581"/>
                  </a:cubicBezTo>
                  <a:cubicBezTo>
                    <a:pt x="79212" y="34409"/>
                    <a:pt x="79612" y="34180"/>
                    <a:pt x="79983" y="33951"/>
                  </a:cubicBezTo>
                  <a:cubicBezTo>
                    <a:pt x="80471" y="33695"/>
                    <a:pt x="80929" y="33436"/>
                    <a:pt x="81472" y="33264"/>
                  </a:cubicBezTo>
                  <a:cubicBezTo>
                    <a:pt x="81472" y="33264"/>
                    <a:pt x="81502" y="33264"/>
                    <a:pt x="81529" y="33237"/>
                  </a:cubicBezTo>
                  <a:cubicBezTo>
                    <a:pt x="81737" y="33133"/>
                    <a:pt x="82277" y="33004"/>
                    <a:pt x="82589" y="33004"/>
                  </a:cubicBezTo>
                  <a:cubicBezTo>
                    <a:pt x="82620" y="33004"/>
                    <a:pt x="82648" y="33005"/>
                    <a:pt x="82674" y="33008"/>
                  </a:cubicBezTo>
                  <a:cubicBezTo>
                    <a:pt x="82647" y="33035"/>
                    <a:pt x="82617" y="33122"/>
                    <a:pt x="82532" y="33207"/>
                  </a:cubicBezTo>
                  <a:cubicBezTo>
                    <a:pt x="82475" y="33237"/>
                    <a:pt x="82189" y="33351"/>
                    <a:pt x="81987" y="33408"/>
                  </a:cubicBezTo>
                  <a:cubicBezTo>
                    <a:pt x="81357" y="33637"/>
                    <a:pt x="80728" y="33866"/>
                    <a:pt x="80700" y="34382"/>
                  </a:cubicBezTo>
                  <a:cubicBezTo>
                    <a:pt x="80670" y="34810"/>
                    <a:pt x="81128" y="35096"/>
                    <a:pt x="81502" y="35298"/>
                  </a:cubicBezTo>
                  <a:cubicBezTo>
                    <a:pt x="81677" y="35371"/>
                    <a:pt x="81848" y="35402"/>
                    <a:pt x="82014" y="35402"/>
                  </a:cubicBezTo>
                  <a:cubicBezTo>
                    <a:pt x="82628" y="35402"/>
                    <a:pt x="83169" y="34965"/>
                    <a:pt x="83620" y="34581"/>
                  </a:cubicBezTo>
                  <a:cubicBezTo>
                    <a:pt x="83934" y="34325"/>
                    <a:pt x="84277" y="34066"/>
                    <a:pt x="84564" y="33981"/>
                  </a:cubicBezTo>
                  <a:cubicBezTo>
                    <a:pt x="84678" y="33951"/>
                    <a:pt x="84850" y="33924"/>
                    <a:pt x="85022" y="33894"/>
                  </a:cubicBezTo>
                  <a:cubicBezTo>
                    <a:pt x="85624" y="33779"/>
                    <a:pt x="86396" y="33608"/>
                    <a:pt x="86682" y="33065"/>
                  </a:cubicBezTo>
                  <a:cubicBezTo>
                    <a:pt x="86854" y="32779"/>
                    <a:pt x="86854" y="32435"/>
                    <a:pt x="86712" y="32062"/>
                  </a:cubicBezTo>
                  <a:cubicBezTo>
                    <a:pt x="86453" y="31432"/>
                    <a:pt x="85766" y="31375"/>
                    <a:pt x="85251" y="31347"/>
                  </a:cubicBezTo>
                  <a:cubicBezTo>
                    <a:pt x="84735" y="31290"/>
                    <a:pt x="84422" y="31260"/>
                    <a:pt x="84277" y="31004"/>
                  </a:cubicBezTo>
                  <a:cubicBezTo>
                    <a:pt x="84048" y="30573"/>
                    <a:pt x="84193" y="30344"/>
                    <a:pt x="84907" y="29859"/>
                  </a:cubicBezTo>
                  <a:cubicBezTo>
                    <a:pt x="85251" y="29600"/>
                    <a:pt x="85594" y="29371"/>
                    <a:pt x="85738" y="29000"/>
                  </a:cubicBezTo>
                  <a:cubicBezTo>
                    <a:pt x="85967" y="28455"/>
                    <a:pt x="85853" y="28111"/>
                    <a:pt x="85681" y="27940"/>
                  </a:cubicBezTo>
                  <a:cubicBezTo>
                    <a:pt x="85486" y="27725"/>
                    <a:pt x="85171" y="27633"/>
                    <a:pt x="84754" y="27633"/>
                  </a:cubicBezTo>
                  <a:cubicBezTo>
                    <a:pt x="83948" y="27633"/>
                    <a:pt x="82763" y="27975"/>
                    <a:pt x="81330" y="28427"/>
                  </a:cubicBezTo>
                  <a:cubicBezTo>
                    <a:pt x="80815" y="28569"/>
                    <a:pt x="80212" y="28771"/>
                    <a:pt x="79956" y="28798"/>
                  </a:cubicBezTo>
                  <a:lnTo>
                    <a:pt x="79956" y="28741"/>
                  </a:lnTo>
                  <a:cubicBezTo>
                    <a:pt x="80041" y="28226"/>
                    <a:pt x="81215" y="27424"/>
                    <a:pt x="81673" y="27253"/>
                  </a:cubicBezTo>
                  <a:cubicBezTo>
                    <a:pt x="81957" y="27177"/>
                    <a:pt x="82254" y="27151"/>
                    <a:pt x="82563" y="27151"/>
                  </a:cubicBezTo>
                  <a:cubicBezTo>
                    <a:pt x="82721" y="27151"/>
                    <a:pt x="82883" y="27158"/>
                    <a:pt x="83047" y="27168"/>
                  </a:cubicBezTo>
                  <a:cubicBezTo>
                    <a:pt x="83205" y="27176"/>
                    <a:pt x="83365" y="27182"/>
                    <a:pt x="83528" y="27182"/>
                  </a:cubicBezTo>
                  <a:cubicBezTo>
                    <a:pt x="83897" y="27182"/>
                    <a:pt x="84280" y="27152"/>
                    <a:pt x="84678" y="27053"/>
                  </a:cubicBezTo>
                  <a:lnTo>
                    <a:pt x="84822" y="26996"/>
                  </a:lnTo>
                  <a:cubicBezTo>
                    <a:pt x="85719" y="26771"/>
                    <a:pt x="86333" y="26612"/>
                    <a:pt x="87213" y="26612"/>
                  </a:cubicBezTo>
                  <a:cubicBezTo>
                    <a:pt x="87344" y="26612"/>
                    <a:pt x="87482" y="26615"/>
                    <a:pt x="87628" y="26623"/>
                  </a:cubicBezTo>
                  <a:cubicBezTo>
                    <a:pt x="87857" y="26653"/>
                    <a:pt x="88056" y="26680"/>
                    <a:pt x="88258" y="26710"/>
                  </a:cubicBezTo>
                  <a:cubicBezTo>
                    <a:pt x="88648" y="26781"/>
                    <a:pt x="88980" y="26838"/>
                    <a:pt x="89309" y="26838"/>
                  </a:cubicBezTo>
                  <a:cubicBezTo>
                    <a:pt x="89897" y="26838"/>
                    <a:pt x="90478" y="26657"/>
                    <a:pt x="91377" y="26050"/>
                  </a:cubicBezTo>
                  <a:cubicBezTo>
                    <a:pt x="91720" y="25821"/>
                    <a:pt x="92236" y="25679"/>
                    <a:pt x="92781" y="25508"/>
                  </a:cubicBezTo>
                  <a:cubicBezTo>
                    <a:pt x="94125" y="25107"/>
                    <a:pt x="95758" y="24619"/>
                    <a:pt x="95701" y="22645"/>
                  </a:cubicBezTo>
                  <a:cubicBezTo>
                    <a:pt x="95701" y="21814"/>
                    <a:pt x="95098" y="20870"/>
                    <a:pt x="93839" y="19810"/>
                  </a:cubicBezTo>
                  <a:lnTo>
                    <a:pt x="93410" y="19466"/>
                  </a:lnTo>
                  <a:cubicBezTo>
                    <a:pt x="92723" y="18951"/>
                    <a:pt x="92609" y="18894"/>
                    <a:pt x="92609" y="17721"/>
                  </a:cubicBezTo>
                  <a:cubicBezTo>
                    <a:pt x="92609" y="17492"/>
                    <a:pt x="92636" y="17263"/>
                    <a:pt x="92636" y="17034"/>
                  </a:cubicBezTo>
                  <a:cubicBezTo>
                    <a:pt x="92694" y="16118"/>
                    <a:pt x="92751" y="15115"/>
                    <a:pt x="92064" y="14458"/>
                  </a:cubicBezTo>
                  <a:cubicBezTo>
                    <a:pt x="91668" y="14132"/>
                    <a:pt x="91282" y="14014"/>
                    <a:pt x="90913" y="14014"/>
                  </a:cubicBezTo>
                  <a:cubicBezTo>
                    <a:pt x="90374" y="14014"/>
                    <a:pt x="89872" y="14265"/>
                    <a:pt x="89430" y="14485"/>
                  </a:cubicBezTo>
                  <a:cubicBezTo>
                    <a:pt x="89059" y="14657"/>
                    <a:pt x="88716" y="14858"/>
                    <a:pt x="88372" y="14886"/>
                  </a:cubicBezTo>
                  <a:lnTo>
                    <a:pt x="88315" y="14886"/>
                  </a:lnTo>
                  <a:cubicBezTo>
                    <a:pt x="88224" y="14912"/>
                    <a:pt x="88064" y="14926"/>
                    <a:pt x="87896" y="14926"/>
                  </a:cubicBezTo>
                  <a:cubicBezTo>
                    <a:pt x="87693" y="14926"/>
                    <a:pt x="87480" y="14905"/>
                    <a:pt x="87369" y="14858"/>
                  </a:cubicBezTo>
                  <a:cubicBezTo>
                    <a:pt x="87284" y="14801"/>
                    <a:pt x="87254" y="14744"/>
                    <a:pt x="87197" y="14714"/>
                  </a:cubicBezTo>
                  <a:lnTo>
                    <a:pt x="87227" y="14687"/>
                  </a:lnTo>
                  <a:cubicBezTo>
                    <a:pt x="87399" y="14542"/>
                    <a:pt x="87655" y="14286"/>
                    <a:pt x="87685" y="13798"/>
                  </a:cubicBezTo>
                  <a:cubicBezTo>
                    <a:pt x="87685" y="13111"/>
                    <a:pt x="86682" y="11309"/>
                    <a:pt x="86196" y="10993"/>
                  </a:cubicBezTo>
                  <a:cubicBezTo>
                    <a:pt x="85879" y="10732"/>
                    <a:pt x="84143" y="10471"/>
                    <a:pt x="82741" y="10471"/>
                  </a:cubicBezTo>
                  <a:cubicBezTo>
                    <a:pt x="81989" y="10471"/>
                    <a:pt x="81333" y="10546"/>
                    <a:pt x="81044" y="10736"/>
                  </a:cubicBezTo>
                  <a:cubicBezTo>
                    <a:pt x="80212" y="11222"/>
                    <a:pt x="80185" y="12080"/>
                    <a:pt x="80155" y="12740"/>
                  </a:cubicBezTo>
                  <a:cubicBezTo>
                    <a:pt x="80128" y="13255"/>
                    <a:pt x="80098" y="13684"/>
                    <a:pt x="79784" y="13970"/>
                  </a:cubicBezTo>
                  <a:cubicBezTo>
                    <a:pt x="79670" y="14114"/>
                    <a:pt x="79383" y="14142"/>
                    <a:pt x="79097" y="14171"/>
                  </a:cubicBezTo>
                  <a:cubicBezTo>
                    <a:pt x="78666" y="14229"/>
                    <a:pt x="78181" y="14286"/>
                    <a:pt x="77922" y="14714"/>
                  </a:cubicBezTo>
                  <a:cubicBezTo>
                    <a:pt x="77723" y="15058"/>
                    <a:pt x="77723" y="15516"/>
                    <a:pt x="77922" y="16145"/>
                  </a:cubicBezTo>
                  <a:cubicBezTo>
                    <a:pt x="78009" y="16461"/>
                    <a:pt x="78181" y="16718"/>
                    <a:pt x="78323" y="17004"/>
                  </a:cubicBezTo>
                  <a:cubicBezTo>
                    <a:pt x="78666" y="17577"/>
                    <a:pt x="78868" y="17920"/>
                    <a:pt x="78353" y="18493"/>
                  </a:cubicBezTo>
                  <a:cubicBezTo>
                    <a:pt x="77750" y="19152"/>
                    <a:pt x="77036" y="19267"/>
                    <a:pt x="76262" y="19381"/>
                  </a:cubicBezTo>
                  <a:cubicBezTo>
                    <a:pt x="75231" y="19553"/>
                    <a:pt x="74029" y="19725"/>
                    <a:pt x="73658" y="21699"/>
                  </a:cubicBezTo>
                  <a:cubicBezTo>
                    <a:pt x="73658" y="21843"/>
                    <a:pt x="73628" y="21985"/>
                    <a:pt x="73628" y="22130"/>
                  </a:cubicBezTo>
                  <a:cubicBezTo>
                    <a:pt x="73514" y="22874"/>
                    <a:pt x="73372" y="23932"/>
                    <a:pt x="72799" y="24275"/>
                  </a:cubicBezTo>
                  <a:cubicBezTo>
                    <a:pt x="72702" y="24357"/>
                    <a:pt x="72551" y="24392"/>
                    <a:pt x="72376" y="24392"/>
                  </a:cubicBezTo>
                  <a:cubicBezTo>
                    <a:pt x="72241" y="24392"/>
                    <a:pt x="72090" y="24371"/>
                    <a:pt x="71940" y="24333"/>
                  </a:cubicBezTo>
                  <a:cubicBezTo>
                    <a:pt x="71510" y="24191"/>
                    <a:pt x="71139" y="23932"/>
                    <a:pt x="70994" y="23646"/>
                  </a:cubicBezTo>
                  <a:cubicBezTo>
                    <a:pt x="70651" y="22844"/>
                    <a:pt x="70994" y="22615"/>
                    <a:pt x="71540" y="22214"/>
                  </a:cubicBezTo>
                  <a:cubicBezTo>
                    <a:pt x="71940" y="21928"/>
                    <a:pt x="72369" y="21614"/>
                    <a:pt x="72456" y="21042"/>
                  </a:cubicBezTo>
                  <a:cubicBezTo>
                    <a:pt x="72540" y="20611"/>
                    <a:pt x="72483" y="20268"/>
                    <a:pt x="72254" y="20039"/>
                  </a:cubicBezTo>
                  <a:cubicBezTo>
                    <a:pt x="71970" y="19714"/>
                    <a:pt x="71527" y="19648"/>
                    <a:pt x="71058" y="19648"/>
                  </a:cubicBezTo>
                  <a:cubicBezTo>
                    <a:pt x="70867" y="19648"/>
                    <a:pt x="70671" y="19659"/>
                    <a:pt x="70479" y="19668"/>
                  </a:cubicBezTo>
                  <a:cubicBezTo>
                    <a:pt x="70351" y="19681"/>
                    <a:pt x="70215" y="19688"/>
                    <a:pt x="70094" y="19688"/>
                  </a:cubicBezTo>
                  <a:cubicBezTo>
                    <a:pt x="69972" y="19688"/>
                    <a:pt x="69864" y="19681"/>
                    <a:pt x="69792" y="19668"/>
                  </a:cubicBezTo>
                  <a:cubicBezTo>
                    <a:pt x="69048" y="19466"/>
                    <a:pt x="67846" y="18637"/>
                    <a:pt x="67273" y="18092"/>
                  </a:cubicBezTo>
                  <a:cubicBezTo>
                    <a:pt x="67159" y="17978"/>
                    <a:pt x="67074" y="17836"/>
                    <a:pt x="66987" y="17664"/>
                  </a:cubicBezTo>
                  <a:cubicBezTo>
                    <a:pt x="66815" y="17348"/>
                    <a:pt x="66586" y="16920"/>
                    <a:pt x="65871" y="16833"/>
                  </a:cubicBezTo>
                  <a:cubicBezTo>
                    <a:pt x="65555" y="16833"/>
                    <a:pt x="65299" y="17004"/>
                    <a:pt x="65040" y="17149"/>
                  </a:cubicBezTo>
                  <a:cubicBezTo>
                    <a:pt x="64784" y="17291"/>
                    <a:pt x="64582" y="17405"/>
                    <a:pt x="64410" y="17405"/>
                  </a:cubicBezTo>
                  <a:cubicBezTo>
                    <a:pt x="64440" y="17206"/>
                    <a:pt x="64497" y="17004"/>
                    <a:pt x="64555" y="16833"/>
                  </a:cubicBezTo>
                  <a:cubicBezTo>
                    <a:pt x="64697" y="16432"/>
                    <a:pt x="64811" y="16031"/>
                    <a:pt x="64612" y="15660"/>
                  </a:cubicBezTo>
                  <a:cubicBezTo>
                    <a:pt x="64468" y="15431"/>
                    <a:pt x="64268" y="15287"/>
                    <a:pt x="63982" y="15172"/>
                  </a:cubicBezTo>
                  <a:cubicBezTo>
                    <a:pt x="63982" y="15115"/>
                    <a:pt x="64010" y="15058"/>
                    <a:pt x="64067" y="15000"/>
                  </a:cubicBezTo>
                  <a:cubicBezTo>
                    <a:pt x="64124" y="14886"/>
                    <a:pt x="64124" y="14714"/>
                    <a:pt x="64039" y="14600"/>
                  </a:cubicBezTo>
                  <a:lnTo>
                    <a:pt x="64124" y="14171"/>
                  </a:lnTo>
                  <a:cubicBezTo>
                    <a:pt x="64181" y="13771"/>
                    <a:pt x="64211" y="13569"/>
                    <a:pt x="64468" y="13340"/>
                  </a:cubicBezTo>
                  <a:cubicBezTo>
                    <a:pt x="64582" y="13226"/>
                    <a:pt x="64726" y="13226"/>
                    <a:pt x="64983" y="13226"/>
                  </a:cubicBezTo>
                  <a:cubicBezTo>
                    <a:pt x="65042" y="13226"/>
                    <a:pt x="65108" y="13228"/>
                    <a:pt x="65179" y="13228"/>
                  </a:cubicBezTo>
                  <a:cubicBezTo>
                    <a:pt x="65352" y="13228"/>
                    <a:pt x="65554" y="13213"/>
                    <a:pt x="65757" y="13111"/>
                  </a:cubicBezTo>
                  <a:cubicBezTo>
                    <a:pt x="66215" y="12882"/>
                    <a:pt x="66529" y="12596"/>
                    <a:pt x="66845" y="12339"/>
                  </a:cubicBezTo>
                  <a:cubicBezTo>
                    <a:pt x="67303" y="11938"/>
                    <a:pt x="67704" y="11595"/>
                    <a:pt x="68418" y="11480"/>
                  </a:cubicBezTo>
                  <a:cubicBezTo>
                    <a:pt x="69650" y="11251"/>
                    <a:pt x="70422" y="10764"/>
                    <a:pt x="71482" y="10106"/>
                  </a:cubicBezTo>
                  <a:lnTo>
                    <a:pt x="71682" y="9962"/>
                  </a:lnTo>
                  <a:cubicBezTo>
                    <a:pt x="72227" y="9648"/>
                    <a:pt x="72769" y="9447"/>
                    <a:pt x="73342" y="9248"/>
                  </a:cubicBezTo>
                  <a:cubicBezTo>
                    <a:pt x="73800" y="9046"/>
                    <a:pt x="74315" y="8874"/>
                    <a:pt x="74830" y="8588"/>
                  </a:cubicBezTo>
                  <a:cubicBezTo>
                    <a:pt x="75231" y="8359"/>
                    <a:pt x="75605" y="7988"/>
                    <a:pt x="75948" y="7615"/>
                  </a:cubicBezTo>
                  <a:cubicBezTo>
                    <a:pt x="76319" y="7214"/>
                    <a:pt x="76720" y="6813"/>
                    <a:pt x="77093" y="6671"/>
                  </a:cubicBezTo>
                  <a:cubicBezTo>
                    <a:pt x="77227" y="6623"/>
                    <a:pt x="77371" y="6604"/>
                    <a:pt x="77522" y="6604"/>
                  </a:cubicBezTo>
                  <a:cubicBezTo>
                    <a:pt x="77822" y="6604"/>
                    <a:pt x="78152" y="6680"/>
                    <a:pt x="78495" y="6756"/>
                  </a:cubicBezTo>
                  <a:cubicBezTo>
                    <a:pt x="78857" y="6828"/>
                    <a:pt x="79219" y="6901"/>
                    <a:pt x="79589" y="6901"/>
                  </a:cubicBezTo>
                  <a:cubicBezTo>
                    <a:pt x="79803" y="6901"/>
                    <a:pt x="80021" y="6876"/>
                    <a:pt x="80242" y="6813"/>
                  </a:cubicBezTo>
                  <a:cubicBezTo>
                    <a:pt x="81071" y="6584"/>
                    <a:pt x="82990" y="5011"/>
                    <a:pt x="83448" y="4267"/>
                  </a:cubicBezTo>
                  <a:cubicBezTo>
                    <a:pt x="83677" y="3893"/>
                    <a:pt x="83934" y="3378"/>
                    <a:pt x="83648" y="2977"/>
                  </a:cubicBezTo>
                  <a:cubicBezTo>
                    <a:pt x="83472" y="2714"/>
                    <a:pt x="83162" y="2630"/>
                    <a:pt x="82799" y="2630"/>
                  </a:cubicBezTo>
                  <a:cubicBezTo>
                    <a:pt x="82450" y="2630"/>
                    <a:pt x="82051" y="2707"/>
                    <a:pt x="81673" y="2778"/>
                  </a:cubicBezTo>
                  <a:cubicBezTo>
                    <a:pt x="81559" y="2805"/>
                    <a:pt x="81415" y="2835"/>
                    <a:pt x="81300" y="2863"/>
                  </a:cubicBezTo>
                  <a:cubicBezTo>
                    <a:pt x="80270" y="3064"/>
                    <a:pt x="79899" y="3321"/>
                    <a:pt x="79296" y="3751"/>
                  </a:cubicBezTo>
                  <a:cubicBezTo>
                    <a:pt x="79154" y="3836"/>
                    <a:pt x="79010" y="3951"/>
                    <a:pt x="78811" y="4095"/>
                  </a:cubicBezTo>
                  <a:cubicBezTo>
                    <a:pt x="78437" y="4381"/>
                    <a:pt x="78238" y="4438"/>
                    <a:pt x="78181" y="4466"/>
                  </a:cubicBezTo>
                  <a:cubicBezTo>
                    <a:pt x="78151" y="4381"/>
                    <a:pt x="78094" y="4267"/>
                    <a:pt x="78094" y="4152"/>
                  </a:cubicBezTo>
                  <a:cubicBezTo>
                    <a:pt x="78009" y="3866"/>
                    <a:pt x="77922" y="3492"/>
                    <a:pt x="77693" y="3149"/>
                  </a:cubicBezTo>
                  <a:cubicBezTo>
                    <a:pt x="77437" y="2805"/>
                    <a:pt x="77150" y="2691"/>
                    <a:pt x="76949" y="2606"/>
                  </a:cubicBezTo>
                  <a:cubicBezTo>
                    <a:pt x="76720" y="2519"/>
                    <a:pt x="76635" y="2492"/>
                    <a:pt x="76578" y="2290"/>
                  </a:cubicBezTo>
                  <a:cubicBezTo>
                    <a:pt x="76578" y="2205"/>
                    <a:pt x="76635" y="2034"/>
                    <a:pt x="76692" y="1889"/>
                  </a:cubicBezTo>
                  <a:cubicBezTo>
                    <a:pt x="76807" y="1633"/>
                    <a:pt x="76949" y="1289"/>
                    <a:pt x="76864" y="946"/>
                  </a:cubicBezTo>
                  <a:cubicBezTo>
                    <a:pt x="76720" y="431"/>
                    <a:pt x="76463" y="115"/>
                    <a:pt x="76090" y="30"/>
                  </a:cubicBezTo>
                  <a:cubicBezTo>
                    <a:pt x="76018" y="10"/>
                    <a:pt x="75944" y="1"/>
                    <a:pt x="7587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9"/>
            <p:cNvSpPr/>
            <p:nvPr/>
          </p:nvSpPr>
          <p:spPr>
            <a:xfrm>
              <a:off x="7547504" y="763704"/>
              <a:ext cx="886490" cy="505546"/>
            </a:xfrm>
            <a:custGeom>
              <a:avLst/>
              <a:gdLst/>
              <a:ahLst/>
              <a:cxnLst/>
              <a:rect l="l" t="t" r="r" b="b"/>
              <a:pathLst>
                <a:path w="43826" h="24993" extrusionOk="0">
                  <a:moveTo>
                    <a:pt x="33716" y="0"/>
                  </a:moveTo>
                  <a:cubicBezTo>
                    <a:pt x="31663" y="0"/>
                    <a:pt x="29597" y="184"/>
                    <a:pt x="27625" y="184"/>
                  </a:cubicBezTo>
                  <a:cubicBezTo>
                    <a:pt x="25994" y="184"/>
                    <a:pt x="24677" y="326"/>
                    <a:pt x="23159" y="757"/>
                  </a:cubicBezTo>
                  <a:lnTo>
                    <a:pt x="23044" y="814"/>
                  </a:lnTo>
                  <a:cubicBezTo>
                    <a:pt x="21670" y="956"/>
                    <a:pt x="20440" y="1272"/>
                    <a:pt x="19066" y="1272"/>
                  </a:cubicBezTo>
                  <a:cubicBezTo>
                    <a:pt x="18329" y="1236"/>
                    <a:pt x="17662" y="1190"/>
                    <a:pt x="17020" y="1190"/>
                  </a:cubicBezTo>
                  <a:cubicBezTo>
                    <a:pt x="16116" y="1190"/>
                    <a:pt x="15263" y="1281"/>
                    <a:pt x="14342" y="1616"/>
                  </a:cubicBezTo>
                  <a:cubicBezTo>
                    <a:pt x="13169" y="1987"/>
                    <a:pt x="12081" y="1757"/>
                    <a:pt x="10907" y="1987"/>
                  </a:cubicBezTo>
                  <a:cubicBezTo>
                    <a:pt x="9533" y="2216"/>
                    <a:pt x="8788" y="3132"/>
                    <a:pt x="7673" y="3734"/>
                  </a:cubicBezTo>
                  <a:cubicBezTo>
                    <a:pt x="6384" y="4364"/>
                    <a:pt x="1" y="3505"/>
                    <a:pt x="486" y="5909"/>
                  </a:cubicBezTo>
                  <a:cubicBezTo>
                    <a:pt x="699" y="7009"/>
                    <a:pt x="1561" y="7309"/>
                    <a:pt x="2653" y="7309"/>
                  </a:cubicBezTo>
                  <a:cubicBezTo>
                    <a:pt x="3967" y="7309"/>
                    <a:pt x="5615" y="6875"/>
                    <a:pt x="6867" y="6875"/>
                  </a:cubicBezTo>
                  <a:cubicBezTo>
                    <a:pt x="7664" y="6875"/>
                    <a:pt x="8301" y="7051"/>
                    <a:pt x="8589" y="7627"/>
                  </a:cubicBezTo>
                  <a:cubicBezTo>
                    <a:pt x="8933" y="8429"/>
                    <a:pt x="8245" y="10089"/>
                    <a:pt x="8360" y="11033"/>
                  </a:cubicBezTo>
                  <a:cubicBezTo>
                    <a:pt x="8502" y="11834"/>
                    <a:pt x="8016" y="11548"/>
                    <a:pt x="8704" y="11978"/>
                  </a:cubicBezTo>
                  <a:cubicBezTo>
                    <a:pt x="8849" y="12064"/>
                    <a:pt x="9018" y="12080"/>
                    <a:pt x="9192" y="12080"/>
                  </a:cubicBezTo>
                  <a:cubicBezTo>
                    <a:pt x="9298" y="12080"/>
                    <a:pt x="9407" y="12074"/>
                    <a:pt x="9513" y="12074"/>
                  </a:cubicBezTo>
                  <a:cubicBezTo>
                    <a:pt x="9814" y="12074"/>
                    <a:pt x="10099" y="12123"/>
                    <a:pt x="10277" y="12494"/>
                  </a:cubicBezTo>
                  <a:cubicBezTo>
                    <a:pt x="10563" y="13295"/>
                    <a:pt x="9933" y="12865"/>
                    <a:pt x="9677" y="13151"/>
                  </a:cubicBezTo>
                  <a:cubicBezTo>
                    <a:pt x="9189" y="13581"/>
                    <a:pt x="9333" y="13295"/>
                    <a:pt x="8990" y="14010"/>
                  </a:cubicBezTo>
                  <a:cubicBezTo>
                    <a:pt x="8704" y="14582"/>
                    <a:pt x="9047" y="14669"/>
                    <a:pt x="8502" y="15185"/>
                  </a:cubicBezTo>
                  <a:cubicBezTo>
                    <a:pt x="8158" y="15528"/>
                    <a:pt x="7471" y="15613"/>
                    <a:pt x="7128" y="16128"/>
                  </a:cubicBezTo>
                  <a:cubicBezTo>
                    <a:pt x="5697" y="17846"/>
                    <a:pt x="6727" y="21338"/>
                    <a:pt x="7616" y="23085"/>
                  </a:cubicBezTo>
                  <a:cubicBezTo>
                    <a:pt x="8245" y="24231"/>
                    <a:pt x="8933" y="23800"/>
                    <a:pt x="10078" y="24315"/>
                  </a:cubicBezTo>
                  <a:cubicBezTo>
                    <a:pt x="10542" y="24488"/>
                    <a:pt x="10673" y="24993"/>
                    <a:pt x="11254" y="24993"/>
                  </a:cubicBezTo>
                  <a:cubicBezTo>
                    <a:pt x="11353" y="24993"/>
                    <a:pt x="11465" y="24978"/>
                    <a:pt x="11594" y="24945"/>
                  </a:cubicBezTo>
                  <a:cubicBezTo>
                    <a:pt x="12196" y="24803"/>
                    <a:pt x="12539" y="24144"/>
                    <a:pt x="12883" y="23571"/>
                  </a:cubicBezTo>
                  <a:cubicBezTo>
                    <a:pt x="13112" y="23085"/>
                    <a:pt x="13169" y="22627"/>
                    <a:pt x="13655" y="22284"/>
                  </a:cubicBezTo>
                  <a:cubicBezTo>
                    <a:pt x="14113" y="21911"/>
                    <a:pt x="14601" y="22055"/>
                    <a:pt x="15086" y="21540"/>
                  </a:cubicBezTo>
                  <a:cubicBezTo>
                    <a:pt x="15830" y="20681"/>
                    <a:pt x="15773" y="19449"/>
                    <a:pt x="16948" y="18791"/>
                  </a:cubicBezTo>
                  <a:cubicBezTo>
                    <a:pt x="17333" y="18558"/>
                    <a:pt x="17693" y="18483"/>
                    <a:pt x="18049" y="18483"/>
                  </a:cubicBezTo>
                  <a:cubicBezTo>
                    <a:pt x="18699" y="18483"/>
                    <a:pt x="19338" y="18734"/>
                    <a:pt x="20097" y="18734"/>
                  </a:cubicBezTo>
                  <a:cubicBezTo>
                    <a:pt x="21128" y="18647"/>
                    <a:pt x="21872" y="17704"/>
                    <a:pt x="22758" y="17273"/>
                  </a:cubicBezTo>
                  <a:cubicBezTo>
                    <a:pt x="23589" y="16845"/>
                    <a:pt x="24132" y="16043"/>
                    <a:pt x="24964" y="15613"/>
                  </a:cubicBezTo>
                  <a:cubicBezTo>
                    <a:pt x="25195" y="15489"/>
                    <a:pt x="25442" y="15449"/>
                    <a:pt x="25698" y="15449"/>
                  </a:cubicBezTo>
                  <a:cubicBezTo>
                    <a:pt x="26168" y="15449"/>
                    <a:pt x="26670" y="15584"/>
                    <a:pt x="27174" y="15584"/>
                  </a:cubicBezTo>
                  <a:cubicBezTo>
                    <a:pt x="27344" y="15584"/>
                    <a:pt x="27513" y="15569"/>
                    <a:pt x="27682" y="15528"/>
                  </a:cubicBezTo>
                  <a:cubicBezTo>
                    <a:pt x="28598" y="15384"/>
                    <a:pt x="29601" y="14868"/>
                    <a:pt x="30574" y="14582"/>
                  </a:cubicBezTo>
                  <a:cubicBezTo>
                    <a:pt x="31261" y="14383"/>
                    <a:pt x="31948" y="14239"/>
                    <a:pt x="32205" y="13437"/>
                  </a:cubicBezTo>
                  <a:cubicBezTo>
                    <a:pt x="31948" y="13295"/>
                    <a:pt x="30831" y="13066"/>
                    <a:pt x="30774" y="12865"/>
                  </a:cubicBezTo>
                  <a:cubicBezTo>
                    <a:pt x="30517" y="12265"/>
                    <a:pt x="31117" y="11978"/>
                    <a:pt x="31518" y="11978"/>
                  </a:cubicBezTo>
                  <a:cubicBezTo>
                    <a:pt x="32042" y="11978"/>
                    <a:pt x="32649" y="12993"/>
                    <a:pt x="33149" y="12993"/>
                  </a:cubicBezTo>
                  <a:cubicBezTo>
                    <a:pt x="33305" y="12993"/>
                    <a:pt x="33450" y="12894"/>
                    <a:pt x="33579" y="12636"/>
                  </a:cubicBezTo>
                  <a:cubicBezTo>
                    <a:pt x="34209" y="11491"/>
                    <a:pt x="31948" y="10891"/>
                    <a:pt x="32693" y="10089"/>
                  </a:cubicBezTo>
                  <a:cubicBezTo>
                    <a:pt x="33178" y="9658"/>
                    <a:pt x="34697" y="10032"/>
                    <a:pt x="35354" y="9601"/>
                  </a:cubicBezTo>
                  <a:cubicBezTo>
                    <a:pt x="35842" y="9315"/>
                    <a:pt x="36270" y="8658"/>
                    <a:pt x="36613" y="8142"/>
                  </a:cubicBezTo>
                  <a:cubicBezTo>
                    <a:pt x="36957" y="7570"/>
                    <a:pt x="36872" y="6910"/>
                    <a:pt x="37159" y="6482"/>
                  </a:cubicBezTo>
                  <a:cubicBezTo>
                    <a:pt x="37358" y="6109"/>
                    <a:pt x="38045" y="6051"/>
                    <a:pt x="38189" y="5680"/>
                  </a:cubicBezTo>
                  <a:cubicBezTo>
                    <a:pt x="38446" y="5108"/>
                    <a:pt x="37903" y="4822"/>
                    <a:pt x="38102" y="4306"/>
                  </a:cubicBezTo>
                  <a:cubicBezTo>
                    <a:pt x="38732" y="2932"/>
                    <a:pt x="43656" y="3074"/>
                    <a:pt x="43800" y="1902"/>
                  </a:cubicBezTo>
                  <a:cubicBezTo>
                    <a:pt x="43826" y="1251"/>
                    <a:pt x="43036" y="1074"/>
                    <a:pt x="42101" y="1074"/>
                  </a:cubicBezTo>
                  <a:cubicBezTo>
                    <a:pt x="40980" y="1074"/>
                    <a:pt x="39652" y="1329"/>
                    <a:pt x="39277" y="1329"/>
                  </a:cubicBezTo>
                  <a:cubicBezTo>
                    <a:pt x="37701" y="1272"/>
                    <a:pt x="36815" y="184"/>
                    <a:pt x="35239" y="40"/>
                  </a:cubicBezTo>
                  <a:cubicBezTo>
                    <a:pt x="34733" y="12"/>
                    <a:pt x="34225" y="0"/>
                    <a:pt x="3371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9"/>
            <p:cNvSpPr/>
            <p:nvPr/>
          </p:nvSpPr>
          <p:spPr>
            <a:xfrm>
              <a:off x="7548678" y="756118"/>
              <a:ext cx="892296" cy="520878"/>
            </a:xfrm>
            <a:custGeom>
              <a:avLst/>
              <a:gdLst/>
              <a:ahLst/>
              <a:cxnLst/>
              <a:rect l="l" t="t" r="r" b="b"/>
              <a:pathLst>
                <a:path w="44113" h="25751" extrusionOk="0">
                  <a:moveTo>
                    <a:pt x="33755" y="723"/>
                  </a:moveTo>
                  <a:cubicBezTo>
                    <a:pt x="34215" y="723"/>
                    <a:pt x="34672" y="733"/>
                    <a:pt x="35124" y="758"/>
                  </a:cubicBezTo>
                  <a:cubicBezTo>
                    <a:pt x="35841" y="816"/>
                    <a:pt x="36384" y="1102"/>
                    <a:pt x="36986" y="1388"/>
                  </a:cubicBezTo>
                  <a:cubicBezTo>
                    <a:pt x="37643" y="1704"/>
                    <a:pt x="38303" y="2018"/>
                    <a:pt x="39219" y="2075"/>
                  </a:cubicBezTo>
                  <a:cubicBezTo>
                    <a:pt x="39361" y="2075"/>
                    <a:pt x="39647" y="2048"/>
                    <a:pt x="39991" y="1991"/>
                  </a:cubicBezTo>
                  <a:cubicBezTo>
                    <a:pt x="40479" y="1925"/>
                    <a:pt x="41329" y="1814"/>
                    <a:pt x="42056" y="1814"/>
                  </a:cubicBezTo>
                  <a:cubicBezTo>
                    <a:pt x="42607" y="1814"/>
                    <a:pt x="43086" y="1878"/>
                    <a:pt x="43284" y="2075"/>
                  </a:cubicBezTo>
                  <a:cubicBezTo>
                    <a:pt x="43369" y="2132"/>
                    <a:pt x="43369" y="2190"/>
                    <a:pt x="43369" y="2247"/>
                  </a:cubicBezTo>
                  <a:cubicBezTo>
                    <a:pt x="43341" y="2563"/>
                    <a:pt x="41880" y="2849"/>
                    <a:pt x="41108" y="3021"/>
                  </a:cubicBezTo>
                  <a:cubicBezTo>
                    <a:pt x="39620" y="3335"/>
                    <a:pt x="38101" y="3651"/>
                    <a:pt x="37701" y="4537"/>
                  </a:cubicBezTo>
                  <a:cubicBezTo>
                    <a:pt x="37559" y="4910"/>
                    <a:pt x="37673" y="5224"/>
                    <a:pt x="37758" y="5426"/>
                  </a:cubicBezTo>
                  <a:cubicBezTo>
                    <a:pt x="37845" y="5655"/>
                    <a:pt x="37872" y="5739"/>
                    <a:pt x="37788" y="5911"/>
                  </a:cubicBezTo>
                  <a:cubicBezTo>
                    <a:pt x="37758" y="5968"/>
                    <a:pt x="37559" y="6083"/>
                    <a:pt x="37444" y="6140"/>
                  </a:cubicBezTo>
                  <a:cubicBezTo>
                    <a:pt x="37215" y="6255"/>
                    <a:pt x="36929" y="6399"/>
                    <a:pt x="36784" y="6655"/>
                  </a:cubicBezTo>
                  <a:cubicBezTo>
                    <a:pt x="36613" y="6914"/>
                    <a:pt x="36555" y="7228"/>
                    <a:pt x="36498" y="7514"/>
                  </a:cubicBezTo>
                  <a:cubicBezTo>
                    <a:pt x="36441" y="7801"/>
                    <a:pt x="36384" y="8087"/>
                    <a:pt x="36242" y="8316"/>
                  </a:cubicBezTo>
                  <a:lnTo>
                    <a:pt x="36155" y="8430"/>
                  </a:lnTo>
                  <a:cubicBezTo>
                    <a:pt x="35868" y="8888"/>
                    <a:pt x="35497" y="9433"/>
                    <a:pt x="35124" y="9662"/>
                  </a:cubicBezTo>
                  <a:cubicBezTo>
                    <a:pt x="34868" y="9834"/>
                    <a:pt x="34352" y="9834"/>
                    <a:pt x="33894" y="9862"/>
                  </a:cubicBezTo>
                  <a:cubicBezTo>
                    <a:pt x="33292" y="9891"/>
                    <a:pt x="32719" y="9891"/>
                    <a:pt x="32376" y="10235"/>
                  </a:cubicBezTo>
                  <a:cubicBezTo>
                    <a:pt x="31776" y="10865"/>
                    <a:pt x="32376" y="11465"/>
                    <a:pt x="32749" y="11838"/>
                  </a:cubicBezTo>
                  <a:cubicBezTo>
                    <a:pt x="33207" y="12296"/>
                    <a:pt x="33379" y="12525"/>
                    <a:pt x="33207" y="12839"/>
                  </a:cubicBezTo>
                  <a:cubicBezTo>
                    <a:pt x="33150" y="12983"/>
                    <a:pt x="33093" y="13011"/>
                    <a:pt x="33093" y="13011"/>
                  </a:cubicBezTo>
                  <a:cubicBezTo>
                    <a:pt x="32978" y="13011"/>
                    <a:pt x="32692" y="12754"/>
                    <a:pt x="32548" y="12610"/>
                  </a:cubicBezTo>
                  <a:cubicBezTo>
                    <a:pt x="32204" y="12296"/>
                    <a:pt x="31890" y="12010"/>
                    <a:pt x="31460" y="12010"/>
                  </a:cubicBezTo>
                  <a:cubicBezTo>
                    <a:pt x="31116" y="12010"/>
                    <a:pt x="30631" y="12152"/>
                    <a:pt x="30429" y="12525"/>
                  </a:cubicBezTo>
                  <a:cubicBezTo>
                    <a:pt x="30258" y="12754"/>
                    <a:pt x="30258" y="13068"/>
                    <a:pt x="30372" y="13354"/>
                  </a:cubicBezTo>
                  <a:cubicBezTo>
                    <a:pt x="30487" y="13640"/>
                    <a:pt x="30860" y="13785"/>
                    <a:pt x="31517" y="13984"/>
                  </a:cubicBezTo>
                  <a:cubicBezTo>
                    <a:pt x="31574" y="13984"/>
                    <a:pt x="31604" y="14014"/>
                    <a:pt x="31632" y="14014"/>
                  </a:cubicBezTo>
                  <a:cubicBezTo>
                    <a:pt x="31432" y="14300"/>
                    <a:pt x="31089" y="14414"/>
                    <a:pt x="30574" y="14556"/>
                  </a:cubicBezTo>
                  <a:lnTo>
                    <a:pt x="30402" y="14614"/>
                  </a:lnTo>
                  <a:cubicBezTo>
                    <a:pt x="30029" y="14728"/>
                    <a:pt x="29628" y="14872"/>
                    <a:pt x="29257" y="15014"/>
                  </a:cubicBezTo>
                  <a:cubicBezTo>
                    <a:pt x="28654" y="15243"/>
                    <a:pt x="28082" y="15473"/>
                    <a:pt x="27567" y="15560"/>
                  </a:cubicBezTo>
                  <a:cubicBezTo>
                    <a:pt x="27431" y="15590"/>
                    <a:pt x="27296" y="15602"/>
                    <a:pt x="27158" y="15602"/>
                  </a:cubicBezTo>
                  <a:cubicBezTo>
                    <a:pt x="26919" y="15602"/>
                    <a:pt x="26676" y="15566"/>
                    <a:pt x="26422" y="15530"/>
                  </a:cubicBezTo>
                  <a:cubicBezTo>
                    <a:pt x="26157" y="15491"/>
                    <a:pt x="25892" y="15451"/>
                    <a:pt x="25629" y="15451"/>
                  </a:cubicBezTo>
                  <a:cubicBezTo>
                    <a:pt x="25325" y="15451"/>
                    <a:pt x="25025" y="15504"/>
                    <a:pt x="24734" y="15674"/>
                  </a:cubicBezTo>
                  <a:cubicBezTo>
                    <a:pt x="24276" y="15903"/>
                    <a:pt x="23902" y="16217"/>
                    <a:pt x="23559" y="16560"/>
                  </a:cubicBezTo>
                  <a:cubicBezTo>
                    <a:pt x="23215" y="16847"/>
                    <a:pt x="22902" y="17133"/>
                    <a:pt x="22528" y="17334"/>
                  </a:cubicBezTo>
                  <a:cubicBezTo>
                    <a:pt x="22185" y="17506"/>
                    <a:pt x="21871" y="17735"/>
                    <a:pt x="21555" y="17964"/>
                  </a:cubicBezTo>
                  <a:cubicBezTo>
                    <a:pt x="21040" y="18335"/>
                    <a:pt x="20554" y="18708"/>
                    <a:pt x="20039" y="18736"/>
                  </a:cubicBezTo>
                  <a:cubicBezTo>
                    <a:pt x="19666" y="18736"/>
                    <a:pt x="19322" y="18679"/>
                    <a:pt x="19008" y="18621"/>
                  </a:cubicBezTo>
                  <a:cubicBezTo>
                    <a:pt x="18684" y="18557"/>
                    <a:pt x="18354" y="18499"/>
                    <a:pt x="18011" y="18499"/>
                  </a:cubicBezTo>
                  <a:cubicBezTo>
                    <a:pt x="17595" y="18499"/>
                    <a:pt x="17159" y="18585"/>
                    <a:pt x="16688" y="18850"/>
                  </a:cubicBezTo>
                  <a:cubicBezTo>
                    <a:pt x="15887" y="19308"/>
                    <a:pt x="15601" y="20025"/>
                    <a:pt x="15344" y="20625"/>
                  </a:cubicBezTo>
                  <a:cubicBezTo>
                    <a:pt x="15172" y="21026"/>
                    <a:pt x="15001" y="21399"/>
                    <a:pt x="14772" y="21686"/>
                  </a:cubicBezTo>
                  <a:cubicBezTo>
                    <a:pt x="14570" y="21885"/>
                    <a:pt x="14371" y="21942"/>
                    <a:pt x="14112" y="22029"/>
                  </a:cubicBezTo>
                  <a:cubicBezTo>
                    <a:pt x="13883" y="22086"/>
                    <a:pt x="13627" y="22171"/>
                    <a:pt x="13368" y="22373"/>
                  </a:cubicBezTo>
                  <a:cubicBezTo>
                    <a:pt x="12910" y="22716"/>
                    <a:pt x="12738" y="23117"/>
                    <a:pt x="12596" y="23518"/>
                  </a:cubicBezTo>
                  <a:cubicBezTo>
                    <a:pt x="12566" y="23602"/>
                    <a:pt x="12539" y="23689"/>
                    <a:pt x="12509" y="23804"/>
                  </a:cubicBezTo>
                  <a:lnTo>
                    <a:pt x="12452" y="23889"/>
                  </a:lnTo>
                  <a:cubicBezTo>
                    <a:pt x="12165" y="24377"/>
                    <a:pt x="11879" y="24892"/>
                    <a:pt x="11451" y="24977"/>
                  </a:cubicBezTo>
                  <a:cubicBezTo>
                    <a:pt x="11348" y="24999"/>
                    <a:pt x="11266" y="25010"/>
                    <a:pt x="11197" y="25010"/>
                  </a:cubicBezTo>
                  <a:cubicBezTo>
                    <a:pt x="10996" y="25010"/>
                    <a:pt x="10904" y="24918"/>
                    <a:pt x="10734" y="24748"/>
                  </a:cubicBezTo>
                  <a:cubicBezTo>
                    <a:pt x="10592" y="24606"/>
                    <a:pt x="10420" y="24434"/>
                    <a:pt x="10162" y="24347"/>
                  </a:cubicBezTo>
                  <a:cubicBezTo>
                    <a:pt x="9733" y="24148"/>
                    <a:pt x="9333" y="24090"/>
                    <a:pt x="9017" y="24033"/>
                  </a:cubicBezTo>
                  <a:cubicBezTo>
                    <a:pt x="8474" y="23919"/>
                    <a:pt x="8187" y="23889"/>
                    <a:pt x="7871" y="23289"/>
                  </a:cubicBezTo>
                  <a:cubicBezTo>
                    <a:pt x="7013" y="21571"/>
                    <a:pt x="6069" y="18278"/>
                    <a:pt x="7386" y="16705"/>
                  </a:cubicBezTo>
                  <a:cubicBezTo>
                    <a:pt x="7528" y="16476"/>
                    <a:pt x="7757" y="16361"/>
                    <a:pt x="8016" y="16247"/>
                  </a:cubicBezTo>
                  <a:cubicBezTo>
                    <a:pt x="8272" y="16132"/>
                    <a:pt x="8531" y="15988"/>
                    <a:pt x="8703" y="15816"/>
                  </a:cubicBezTo>
                  <a:cubicBezTo>
                    <a:pt x="9104" y="15445"/>
                    <a:pt x="9131" y="15216"/>
                    <a:pt x="9161" y="14930"/>
                  </a:cubicBezTo>
                  <a:cubicBezTo>
                    <a:pt x="9161" y="14815"/>
                    <a:pt x="9188" y="14728"/>
                    <a:pt x="9275" y="14529"/>
                  </a:cubicBezTo>
                  <a:cubicBezTo>
                    <a:pt x="9475" y="14098"/>
                    <a:pt x="9475" y="14098"/>
                    <a:pt x="9532" y="14041"/>
                  </a:cubicBezTo>
                  <a:cubicBezTo>
                    <a:pt x="9619" y="13984"/>
                    <a:pt x="9704" y="13927"/>
                    <a:pt x="9875" y="13785"/>
                  </a:cubicBezTo>
                  <a:cubicBezTo>
                    <a:pt x="9875" y="13755"/>
                    <a:pt x="9962" y="13755"/>
                    <a:pt x="10020" y="13755"/>
                  </a:cubicBezTo>
                  <a:cubicBezTo>
                    <a:pt x="10162" y="13755"/>
                    <a:pt x="10420" y="13727"/>
                    <a:pt x="10562" y="13498"/>
                  </a:cubicBezTo>
                  <a:cubicBezTo>
                    <a:pt x="10734" y="13269"/>
                    <a:pt x="10649" y="12983"/>
                    <a:pt x="10562" y="12724"/>
                  </a:cubicBezTo>
                  <a:cubicBezTo>
                    <a:pt x="10306" y="12152"/>
                    <a:pt x="9848" y="12095"/>
                    <a:pt x="9475" y="12095"/>
                  </a:cubicBezTo>
                  <a:lnTo>
                    <a:pt x="9303" y="12095"/>
                  </a:lnTo>
                  <a:cubicBezTo>
                    <a:pt x="9104" y="12095"/>
                    <a:pt x="8932" y="12095"/>
                    <a:pt x="8845" y="12067"/>
                  </a:cubicBezTo>
                  <a:cubicBezTo>
                    <a:pt x="8787" y="12010"/>
                    <a:pt x="8730" y="11980"/>
                    <a:pt x="8673" y="11953"/>
                  </a:cubicBezTo>
                  <a:cubicBezTo>
                    <a:pt x="8703" y="11808"/>
                    <a:pt x="8703" y="11637"/>
                    <a:pt x="8673" y="11380"/>
                  </a:cubicBezTo>
                  <a:cubicBezTo>
                    <a:pt x="8616" y="11007"/>
                    <a:pt x="8703" y="10464"/>
                    <a:pt x="8817" y="9949"/>
                  </a:cubicBezTo>
                  <a:cubicBezTo>
                    <a:pt x="8932" y="9204"/>
                    <a:pt x="9074" y="8403"/>
                    <a:pt x="8845" y="7858"/>
                  </a:cubicBezTo>
                  <a:cubicBezTo>
                    <a:pt x="8470" y="7108"/>
                    <a:pt x="7688" y="6896"/>
                    <a:pt x="6749" y="6896"/>
                  </a:cubicBezTo>
                  <a:cubicBezTo>
                    <a:pt x="6111" y="6896"/>
                    <a:pt x="5401" y="6993"/>
                    <a:pt x="4695" y="7086"/>
                  </a:cubicBezTo>
                  <a:cubicBezTo>
                    <a:pt x="3870" y="7214"/>
                    <a:pt x="3150" y="7311"/>
                    <a:pt x="2558" y="7311"/>
                  </a:cubicBezTo>
                  <a:cubicBezTo>
                    <a:pt x="1566" y="7311"/>
                    <a:pt x="934" y="7041"/>
                    <a:pt x="772" y="6197"/>
                  </a:cubicBezTo>
                  <a:cubicBezTo>
                    <a:pt x="745" y="5968"/>
                    <a:pt x="772" y="5826"/>
                    <a:pt x="887" y="5655"/>
                  </a:cubicBezTo>
                  <a:cubicBezTo>
                    <a:pt x="1432" y="4968"/>
                    <a:pt x="3577" y="4853"/>
                    <a:pt x="5123" y="4796"/>
                  </a:cubicBezTo>
                  <a:cubicBezTo>
                    <a:pt x="6326" y="4709"/>
                    <a:pt x="7299" y="4681"/>
                    <a:pt x="7787" y="4423"/>
                  </a:cubicBezTo>
                  <a:cubicBezTo>
                    <a:pt x="8187" y="4223"/>
                    <a:pt x="8531" y="3965"/>
                    <a:pt x="8875" y="3708"/>
                  </a:cubicBezTo>
                  <a:cubicBezTo>
                    <a:pt x="9504" y="3278"/>
                    <a:pt x="10077" y="2849"/>
                    <a:pt x="10906" y="2705"/>
                  </a:cubicBezTo>
                  <a:cubicBezTo>
                    <a:pt x="11394" y="2620"/>
                    <a:pt x="11852" y="2620"/>
                    <a:pt x="12337" y="2591"/>
                  </a:cubicBezTo>
                  <a:cubicBezTo>
                    <a:pt x="12997" y="2591"/>
                    <a:pt x="13654" y="2563"/>
                    <a:pt x="14398" y="2334"/>
                  </a:cubicBezTo>
                  <a:cubicBezTo>
                    <a:pt x="15288" y="2004"/>
                    <a:pt x="16126" y="1924"/>
                    <a:pt x="17035" y="1924"/>
                  </a:cubicBezTo>
                  <a:cubicBezTo>
                    <a:pt x="17471" y="1924"/>
                    <a:pt x="17924" y="1942"/>
                    <a:pt x="18406" y="1961"/>
                  </a:cubicBezTo>
                  <a:lnTo>
                    <a:pt x="19008" y="1991"/>
                  </a:lnTo>
                  <a:cubicBezTo>
                    <a:pt x="19924" y="1991"/>
                    <a:pt x="20783" y="1876"/>
                    <a:pt x="21642" y="1732"/>
                  </a:cubicBezTo>
                  <a:cubicBezTo>
                    <a:pt x="22100" y="1674"/>
                    <a:pt x="22528" y="1617"/>
                    <a:pt x="23016" y="1560"/>
                  </a:cubicBezTo>
                  <a:cubicBezTo>
                    <a:pt x="23101" y="1560"/>
                    <a:pt x="23158" y="1532"/>
                    <a:pt x="23215" y="1475"/>
                  </a:cubicBezTo>
                  <a:cubicBezTo>
                    <a:pt x="24619" y="1074"/>
                    <a:pt x="25879" y="903"/>
                    <a:pt x="27567" y="903"/>
                  </a:cubicBezTo>
                  <a:cubicBezTo>
                    <a:pt x="28540" y="903"/>
                    <a:pt x="29571" y="873"/>
                    <a:pt x="30574" y="816"/>
                  </a:cubicBezTo>
                  <a:cubicBezTo>
                    <a:pt x="31629" y="776"/>
                    <a:pt x="32700" y="723"/>
                    <a:pt x="33755" y="723"/>
                  </a:cubicBezTo>
                  <a:close/>
                  <a:moveTo>
                    <a:pt x="33550" y="1"/>
                  </a:moveTo>
                  <a:cubicBezTo>
                    <a:pt x="32540" y="1"/>
                    <a:pt x="31530" y="45"/>
                    <a:pt x="30544" y="101"/>
                  </a:cubicBezTo>
                  <a:cubicBezTo>
                    <a:pt x="29543" y="129"/>
                    <a:pt x="28540" y="186"/>
                    <a:pt x="27567" y="186"/>
                  </a:cubicBezTo>
                  <a:cubicBezTo>
                    <a:pt x="25792" y="186"/>
                    <a:pt x="24475" y="358"/>
                    <a:pt x="23016" y="788"/>
                  </a:cubicBezTo>
                  <a:cubicBezTo>
                    <a:pt x="22959" y="788"/>
                    <a:pt x="22929" y="816"/>
                    <a:pt x="22872" y="845"/>
                  </a:cubicBezTo>
                  <a:cubicBezTo>
                    <a:pt x="22414" y="903"/>
                    <a:pt x="21986" y="960"/>
                    <a:pt x="21528" y="1017"/>
                  </a:cubicBezTo>
                  <a:cubicBezTo>
                    <a:pt x="20669" y="1159"/>
                    <a:pt x="19867" y="1274"/>
                    <a:pt x="19008" y="1274"/>
                  </a:cubicBezTo>
                  <a:lnTo>
                    <a:pt x="18436" y="1246"/>
                  </a:lnTo>
                  <a:cubicBezTo>
                    <a:pt x="17956" y="1228"/>
                    <a:pt x="17496" y="1210"/>
                    <a:pt x="17046" y="1210"/>
                  </a:cubicBezTo>
                  <a:cubicBezTo>
                    <a:pt x="16073" y="1210"/>
                    <a:pt x="15148" y="1295"/>
                    <a:pt x="14169" y="1647"/>
                  </a:cubicBezTo>
                  <a:cubicBezTo>
                    <a:pt x="13540" y="1846"/>
                    <a:pt x="12940" y="1846"/>
                    <a:pt x="12310" y="1876"/>
                  </a:cubicBezTo>
                  <a:cubicBezTo>
                    <a:pt x="11822" y="1903"/>
                    <a:pt x="11307" y="1903"/>
                    <a:pt x="10791" y="1991"/>
                  </a:cubicBezTo>
                  <a:cubicBezTo>
                    <a:pt x="9791" y="2162"/>
                    <a:pt x="9131" y="2648"/>
                    <a:pt x="8444" y="3136"/>
                  </a:cubicBezTo>
                  <a:cubicBezTo>
                    <a:pt x="8130" y="3365"/>
                    <a:pt x="7814" y="3594"/>
                    <a:pt x="7471" y="3765"/>
                  </a:cubicBezTo>
                  <a:cubicBezTo>
                    <a:pt x="7100" y="3965"/>
                    <a:pt x="6069" y="3994"/>
                    <a:pt x="5096" y="4052"/>
                  </a:cubicBezTo>
                  <a:cubicBezTo>
                    <a:pt x="3206" y="4166"/>
                    <a:pt x="1058" y="4251"/>
                    <a:pt x="314" y="5224"/>
                  </a:cubicBezTo>
                  <a:cubicBezTo>
                    <a:pt x="57" y="5540"/>
                    <a:pt x="0" y="5911"/>
                    <a:pt x="85" y="6342"/>
                  </a:cubicBezTo>
                  <a:cubicBezTo>
                    <a:pt x="324" y="7696"/>
                    <a:pt x="1357" y="8044"/>
                    <a:pt x="2595" y="8044"/>
                  </a:cubicBezTo>
                  <a:cubicBezTo>
                    <a:pt x="3294" y="8044"/>
                    <a:pt x="4057" y="7934"/>
                    <a:pt x="4780" y="7830"/>
                  </a:cubicBezTo>
                  <a:cubicBezTo>
                    <a:pt x="5492" y="7721"/>
                    <a:pt x="6217" y="7611"/>
                    <a:pt x="6821" y="7611"/>
                  </a:cubicBezTo>
                  <a:cubicBezTo>
                    <a:pt x="7479" y="7611"/>
                    <a:pt x="7993" y="7741"/>
                    <a:pt x="8187" y="8144"/>
                  </a:cubicBezTo>
                  <a:cubicBezTo>
                    <a:pt x="8329" y="8488"/>
                    <a:pt x="8215" y="9204"/>
                    <a:pt x="8100" y="9804"/>
                  </a:cubicBezTo>
                  <a:cubicBezTo>
                    <a:pt x="7986" y="10407"/>
                    <a:pt x="7871" y="11007"/>
                    <a:pt x="7958" y="11465"/>
                  </a:cubicBezTo>
                  <a:cubicBezTo>
                    <a:pt x="7986" y="11724"/>
                    <a:pt x="7958" y="11808"/>
                    <a:pt x="7958" y="11866"/>
                  </a:cubicBezTo>
                  <a:cubicBezTo>
                    <a:pt x="7814" y="12266"/>
                    <a:pt x="8043" y="12411"/>
                    <a:pt x="8474" y="12667"/>
                  </a:cubicBezTo>
                  <a:cubicBezTo>
                    <a:pt x="8678" y="12790"/>
                    <a:pt x="8883" y="12825"/>
                    <a:pt x="9087" y="12825"/>
                  </a:cubicBezTo>
                  <a:cubicBezTo>
                    <a:pt x="9169" y="12825"/>
                    <a:pt x="9251" y="12819"/>
                    <a:pt x="9333" y="12811"/>
                  </a:cubicBezTo>
                  <a:cubicBezTo>
                    <a:pt x="9704" y="12811"/>
                    <a:pt x="9818" y="12811"/>
                    <a:pt x="9875" y="12983"/>
                  </a:cubicBezTo>
                  <a:cubicBezTo>
                    <a:pt x="9905" y="13011"/>
                    <a:pt x="9905" y="13011"/>
                    <a:pt x="9905" y="13040"/>
                  </a:cubicBezTo>
                  <a:cubicBezTo>
                    <a:pt x="9733" y="13040"/>
                    <a:pt x="9532" y="13098"/>
                    <a:pt x="9360" y="13240"/>
                  </a:cubicBezTo>
                  <a:cubicBezTo>
                    <a:pt x="9246" y="13354"/>
                    <a:pt x="9161" y="13411"/>
                    <a:pt x="9104" y="13469"/>
                  </a:cubicBezTo>
                  <a:cubicBezTo>
                    <a:pt x="8875" y="13640"/>
                    <a:pt x="8845" y="13698"/>
                    <a:pt x="8588" y="14243"/>
                  </a:cubicBezTo>
                  <a:cubicBezTo>
                    <a:pt x="8474" y="14529"/>
                    <a:pt x="8444" y="14728"/>
                    <a:pt x="8444" y="14872"/>
                  </a:cubicBezTo>
                  <a:cubicBezTo>
                    <a:pt x="8416" y="15014"/>
                    <a:pt x="8416" y="15072"/>
                    <a:pt x="8187" y="15301"/>
                  </a:cubicBezTo>
                  <a:cubicBezTo>
                    <a:pt x="8073" y="15415"/>
                    <a:pt x="7901" y="15502"/>
                    <a:pt x="7700" y="15587"/>
                  </a:cubicBezTo>
                  <a:cubicBezTo>
                    <a:pt x="7386" y="15731"/>
                    <a:pt x="7013" y="15931"/>
                    <a:pt x="6784" y="16247"/>
                  </a:cubicBezTo>
                  <a:cubicBezTo>
                    <a:pt x="5181" y="18221"/>
                    <a:pt x="6383" y="21942"/>
                    <a:pt x="7242" y="23602"/>
                  </a:cubicBezTo>
                  <a:cubicBezTo>
                    <a:pt x="7729" y="24519"/>
                    <a:pt x="8302" y="24633"/>
                    <a:pt x="8902" y="24748"/>
                  </a:cubicBezTo>
                  <a:cubicBezTo>
                    <a:pt x="9188" y="24805"/>
                    <a:pt x="9504" y="24862"/>
                    <a:pt x="9875" y="25006"/>
                  </a:cubicBezTo>
                  <a:cubicBezTo>
                    <a:pt x="10020" y="25064"/>
                    <a:pt x="10104" y="25148"/>
                    <a:pt x="10219" y="25263"/>
                  </a:cubicBezTo>
                  <a:cubicBezTo>
                    <a:pt x="10448" y="25464"/>
                    <a:pt x="10707" y="25751"/>
                    <a:pt x="11192" y="25751"/>
                  </a:cubicBezTo>
                  <a:cubicBezTo>
                    <a:pt x="11336" y="25751"/>
                    <a:pt x="11451" y="25721"/>
                    <a:pt x="11623" y="25693"/>
                  </a:cubicBezTo>
                  <a:cubicBezTo>
                    <a:pt x="12337" y="25522"/>
                    <a:pt x="12738" y="24835"/>
                    <a:pt x="13082" y="24262"/>
                  </a:cubicBezTo>
                  <a:lnTo>
                    <a:pt x="13139" y="24148"/>
                  </a:lnTo>
                  <a:cubicBezTo>
                    <a:pt x="13169" y="24118"/>
                    <a:pt x="13169" y="24118"/>
                    <a:pt x="13169" y="24090"/>
                  </a:cubicBezTo>
                  <a:cubicBezTo>
                    <a:pt x="13226" y="23976"/>
                    <a:pt x="13253" y="23889"/>
                    <a:pt x="13283" y="23774"/>
                  </a:cubicBezTo>
                  <a:cubicBezTo>
                    <a:pt x="13425" y="23431"/>
                    <a:pt x="13512" y="23174"/>
                    <a:pt x="13798" y="22945"/>
                  </a:cubicBezTo>
                  <a:cubicBezTo>
                    <a:pt x="13970" y="22831"/>
                    <a:pt x="14112" y="22773"/>
                    <a:pt x="14314" y="22716"/>
                  </a:cubicBezTo>
                  <a:cubicBezTo>
                    <a:pt x="14600" y="22629"/>
                    <a:pt x="14943" y="22544"/>
                    <a:pt x="15314" y="22171"/>
                  </a:cubicBezTo>
                  <a:cubicBezTo>
                    <a:pt x="15630" y="21770"/>
                    <a:pt x="15830" y="21342"/>
                    <a:pt x="16001" y="20912"/>
                  </a:cubicBezTo>
                  <a:cubicBezTo>
                    <a:pt x="16260" y="20339"/>
                    <a:pt x="16459" y="19824"/>
                    <a:pt x="17062" y="19480"/>
                  </a:cubicBezTo>
                  <a:cubicBezTo>
                    <a:pt x="17386" y="19289"/>
                    <a:pt x="17679" y="19227"/>
                    <a:pt x="17982" y="19227"/>
                  </a:cubicBezTo>
                  <a:cubicBezTo>
                    <a:pt x="18267" y="19227"/>
                    <a:pt x="18560" y="19283"/>
                    <a:pt x="18894" y="19338"/>
                  </a:cubicBezTo>
                  <a:cubicBezTo>
                    <a:pt x="19237" y="19395"/>
                    <a:pt x="19608" y="19453"/>
                    <a:pt x="20039" y="19453"/>
                  </a:cubicBezTo>
                  <a:lnTo>
                    <a:pt x="20066" y="19453"/>
                  </a:lnTo>
                  <a:cubicBezTo>
                    <a:pt x="20811" y="19395"/>
                    <a:pt x="21413" y="18965"/>
                    <a:pt x="21986" y="18537"/>
                  </a:cubicBezTo>
                  <a:cubicBezTo>
                    <a:pt x="22272" y="18335"/>
                    <a:pt x="22558" y="18106"/>
                    <a:pt x="22872" y="17964"/>
                  </a:cubicBezTo>
                  <a:cubicBezTo>
                    <a:pt x="23330" y="17735"/>
                    <a:pt x="23673" y="17392"/>
                    <a:pt x="24047" y="17076"/>
                  </a:cubicBezTo>
                  <a:cubicBezTo>
                    <a:pt x="24360" y="16789"/>
                    <a:pt x="24704" y="16503"/>
                    <a:pt x="25047" y="16304"/>
                  </a:cubicBezTo>
                  <a:cubicBezTo>
                    <a:pt x="25234" y="16218"/>
                    <a:pt x="25428" y="16189"/>
                    <a:pt x="25635" y="16189"/>
                  </a:cubicBezTo>
                  <a:cubicBezTo>
                    <a:pt x="25843" y="16189"/>
                    <a:pt x="26064" y="16218"/>
                    <a:pt x="26307" y="16247"/>
                  </a:cubicBezTo>
                  <a:cubicBezTo>
                    <a:pt x="26582" y="16283"/>
                    <a:pt x="26879" y="16331"/>
                    <a:pt x="27177" y="16331"/>
                  </a:cubicBezTo>
                  <a:cubicBezTo>
                    <a:pt x="27346" y="16331"/>
                    <a:pt x="27515" y="16315"/>
                    <a:pt x="27681" y="16274"/>
                  </a:cubicBezTo>
                  <a:cubicBezTo>
                    <a:pt x="28283" y="16160"/>
                    <a:pt x="28913" y="15931"/>
                    <a:pt x="29513" y="15702"/>
                  </a:cubicBezTo>
                  <a:cubicBezTo>
                    <a:pt x="29887" y="15560"/>
                    <a:pt x="30258" y="15415"/>
                    <a:pt x="30631" y="15301"/>
                  </a:cubicBezTo>
                  <a:lnTo>
                    <a:pt x="30803" y="15273"/>
                  </a:lnTo>
                  <a:cubicBezTo>
                    <a:pt x="31460" y="15072"/>
                    <a:pt x="32177" y="14843"/>
                    <a:pt x="32490" y="13927"/>
                  </a:cubicBezTo>
                  <a:cubicBezTo>
                    <a:pt x="32548" y="13755"/>
                    <a:pt x="32490" y="13583"/>
                    <a:pt x="32319" y="13498"/>
                  </a:cubicBezTo>
                  <a:cubicBezTo>
                    <a:pt x="32204" y="13411"/>
                    <a:pt x="32032" y="13354"/>
                    <a:pt x="31719" y="13269"/>
                  </a:cubicBezTo>
                  <a:cubicBezTo>
                    <a:pt x="31517" y="13212"/>
                    <a:pt x="31174" y="13098"/>
                    <a:pt x="31032" y="13040"/>
                  </a:cubicBezTo>
                  <a:cubicBezTo>
                    <a:pt x="31002" y="12953"/>
                    <a:pt x="31032" y="12926"/>
                    <a:pt x="31032" y="12896"/>
                  </a:cubicBezTo>
                  <a:cubicBezTo>
                    <a:pt x="31089" y="12811"/>
                    <a:pt x="31288" y="12724"/>
                    <a:pt x="31460" y="12724"/>
                  </a:cubicBezTo>
                  <a:cubicBezTo>
                    <a:pt x="31604" y="12724"/>
                    <a:pt x="31861" y="12983"/>
                    <a:pt x="32062" y="13155"/>
                  </a:cubicBezTo>
                  <a:cubicBezTo>
                    <a:pt x="32370" y="13436"/>
                    <a:pt x="32699" y="13740"/>
                    <a:pt x="33094" y="13740"/>
                  </a:cubicBezTo>
                  <a:cubicBezTo>
                    <a:pt x="33140" y="13740"/>
                    <a:pt x="33187" y="13736"/>
                    <a:pt x="33235" y="13727"/>
                  </a:cubicBezTo>
                  <a:cubicBezTo>
                    <a:pt x="33494" y="13670"/>
                    <a:pt x="33693" y="13498"/>
                    <a:pt x="33837" y="13182"/>
                  </a:cubicBezTo>
                  <a:cubicBezTo>
                    <a:pt x="34295" y="12353"/>
                    <a:pt x="33665" y="11724"/>
                    <a:pt x="33235" y="11323"/>
                  </a:cubicBezTo>
                  <a:cubicBezTo>
                    <a:pt x="32777" y="10865"/>
                    <a:pt x="32806" y="10808"/>
                    <a:pt x="32891" y="10750"/>
                  </a:cubicBezTo>
                  <a:cubicBezTo>
                    <a:pt x="33036" y="10606"/>
                    <a:pt x="33521" y="10606"/>
                    <a:pt x="33922" y="10578"/>
                  </a:cubicBezTo>
                  <a:cubicBezTo>
                    <a:pt x="34494" y="10578"/>
                    <a:pt x="35067" y="10549"/>
                    <a:pt x="35497" y="10292"/>
                  </a:cubicBezTo>
                  <a:cubicBezTo>
                    <a:pt x="36013" y="9976"/>
                    <a:pt x="36413" y="9376"/>
                    <a:pt x="36757" y="8861"/>
                  </a:cubicBezTo>
                  <a:lnTo>
                    <a:pt x="36842" y="8717"/>
                  </a:lnTo>
                  <a:cubicBezTo>
                    <a:pt x="37071" y="8346"/>
                    <a:pt x="37128" y="7972"/>
                    <a:pt x="37215" y="7659"/>
                  </a:cubicBezTo>
                  <a:cubicBezTo>
                    <a:pt x="37272" y="7400"/>
                    <a:pt x="37300" y="7201"/>
                    <a:pt x="37414" y="7029"/>
                  </a:cubicBezTo>
                  <a:cubicBezTo>
                    <a:pt x="37444" y="6942"/>
                    <a:pt x="37643" y="6857"/>
                    <a:pt x="37788" y="6800"/>
                  </a:cubicBezTo>
                  <a:cubicBezTo>
                    <a:pt x="38044" y="6655"/>
                    <a:pt x="38330" y="6514"/>
                    <a:pt x="38445" y="6197"/>
                  </a:cubicBezTo>
                  <a:cubicBezTo>
                    <a:pt x="38646" y="5769"/>
                    <a:pt x="38532" y="5426"/>
                    <a:pt x="38445" y="5167"/>
                  </a:cubicBezTo>
                  <a:cubicBezTo>
                    <a:pt x="38360" y="4995"/>
                    <a:pt x="38360" y="4910"/>
                    <a:pt x="38388" y="4823"/>
                  </a:cubicBezTo>
                  <a:cubicBezTo>
                    <a:pt x="38617" y="4281"/>
                    <a:pt x="40078" y="3994"/>
                    <a:pt x="41250" y="3736"/>
                  </a:cubicBezTo>
                  <a:cubicBezTo>
                    <a:pt x="42796" y="3422"/>
                    <a:pt x="43998" y="3163"/>
                    <a:pt x="44113" y="2304"/>
                  </a:cubicBezTo>
                  <a:cubicBezTo>
                    <a:pt x="44113" y="1991"/>
                    <a:pt x="43998" y="1732"/>
                    <a:pt x="43799" y="1532"/>
                  </a:cubicBezTo>
                  <a:cubicBezTo>
                    <a:pt x="43437" y="1201"/>
                    <a:pt x="42821" y="1091"/>
                    <a:pt x="42084" y="1091"/>
                  </a:cubicBezTo>
                  <a:cubicBezTo>
                    <a:pt x="41423" y="1091"/>
                    <a:pt x="40664" y="1179"/>
                    <a:pt x="39906" y="1274"/>
                  </a:cubicBezTo>
                  <a:cubicBezTo>
                    <a:pt x="39620" y="1303"/>
                    <a:pt x="39333" y="1331"/>
                    <a:pt x="39219" y="1331"/>
                  </a:cubicBezTo>
                  <a:cubicBezTo>
                    <a:pt x="38502" y="1303"/>
                    <a:pt x="37902" y="1017"/>
                    <a:pt x="37300" y="731"/>
                  </a:cubicBezTo>
                  <a:cubicBezTo>
                    <a:pt x="36670" y="445"/>
                    <a:pt x="36040" y="129"/>
                    <a:pt x="35181" y="44"/>
                  </a:cubicBezTo>
                  <a:cubicBezTo>
                    <a:pt x="34640" y="13"/>
                    <a:pt x="34095" y="1"/>
                    <a:pt x="3355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9"/>
            <p:cNvSpPr/>
            <p:nvPr/>
          </p:nvSpPr>
          <p:spPr>
            <a:xfrm>
              <a:off x="7197131" y="775052"/>
              <a:ext cx="544322" cy="171893"/>
            </a:xfrm>
            <a:custGeom>
              <a:avLst/>
              <a:gdLst/>
              <a:ahLst/>
              <a:cxnLst/>
              <a:rect l="l" t="t" r="r" b="b"/>
              <a:pathLst>
                <a:path w="26910" h="8498" extrusionOk="0">
                  <a:moveTo>
                    <a:pt x="25058" y="0"/>
                  </a:moveTo>
                  <a:cubicBezTo>
                    <a:pt x="24515" y="0"/>
                    <a:pt x="23947" y="109"/>
                    <a:pt x="23504" y="109"/>
                  </a:cubicBezTo>
                  <a:lnTo>
                    <a:pt x="23504" y="196"/>
                  </a:lnTo>
                  <a:cubicBezTo>
                    <a:pt x="22005" y="356"/>
                    <a:pt x="20784" y="870"/>
                    <a:pt x="19364" y="870"/>
                  </a:cubicBezTo>
                  <a:cubicBezTo>
                    <a:pt x="19021" y="870"/>
                    <a:pt x="18667" y="840"/>
                    <a:pt x="18294" y="768"/>
                  </a:cubicBezTo>
                  <a:cubicBezTo>
                    <a:pt x="17006" y="570"/>
                    <a:pt x="15786" y="262"/>
                    <a:pt x="14550" y="262"/>
                  </a:cubicBezTo>
                  <a:cubicBezTo>
                    <a:pt x="14000" y="262"/>
                    <a:pt x="13447" y="323"/>
                    <a:pt x="12883" y="482"/>
                  </a:cubicBezTo>
                  <a:cubicBezTo>
                    <a:pt x="12489" y="591"/>
                    <a:pt x="11988" y="604"/>
                    <a:pt x="11472" y="604"/>
                  </a:cubicBezTo>
                  <a:cubicBezTo>
                    <a:pt x="11307" y="604"/>
                    <a:pt x="11141" y="603"/>
                    <a:pt x="10977" y="603"/>
                  </a:cubicBezTo>
                  <a:cubicBezTo>
                    <a:pt x="10305" y="603"/>
                    <a:pt x="9660" y="625"/>
                    <a:pt x="9248" y="853"/>
                  </a:cubicBezTo>
                  <a:cubicBezTo>
                    <a:pt x="7386" y="1856"/>
                    <a:pt x="10192" y="1712"/>
                    <a:pt x="10535" y="1998"/>
                  </a:cubicBezTo>
                  <a:cubicBezTo>
                    <a:pt x="11996" y="3173"/>
                    <a:pt x="8905" y="4318"/>
                    <a:pt x="8073" y="4403"/>
                  </a:cubicBezTo>
                  <a:cubicBezTo>
                    <a:pt x="6786" y="4547"/>
                    <a:pt x="5611" y="4318"/>
                    <a:pt x="4867" y="5490"/>
                  </a:cubicBezTo>
                  <a:cubicBezTo>
                    <a:pt x="4581" y="5834"/>
                    <a:pt x="4924" y="6120"/>
                    <a:pt x="4581" y="6436"/>
                  </a:cubicBezTo>
                  <a:cubicBezTo>
                    <a:pt x="4442" y="6555"/>
                    <a:pt x="4245" y="6599"/>
                    <a:pt x="4029" y="6599"/>
                  </a:cubicBezTo>
                  <a:cubicBezTo>
                    <a:pt x="3621" y="6599"/>
                    <a:pt x="3145" y="6444"/>
                    <a:pt x="2863" y="6349"/>
                  </a:cubicBezTo>
                  <a:cubicBezTo>
                    <a:pt x="2363" y="6176"/>
                    <a:pt x="1924" y="5816"/>
                    <a:pt x="1503" y="5816"/>
                  </a:cubicBezTo>
                  <a:cubicBezTo>
                    <a:pt x="1228" y="5816"/>
                    <a:pt x="960" y="5971"/>
                    <a:pt x="688" y="6436"/>
                  </a:cubicBezTo>
                  <a:cubicBezTo>
                    <a:pt x="1" y="7666"/>
                    <a:pt x="1088" y="7810"/>
                    <a:pt x="1920" y="7952"/>
                  </a:cubicBezTo>
                  <a:cubicBezTo>
                    <a:pt x="2981" y="8118"/>
                    <a:pt x="3595" y="8498"/>
                    <a:pt x="4500" y="8498"/>
                  </a:cubicBezTo>
                  <a:cubicBezTo>
                    <a:pt x="4693" y="8498"/>
                    <a:pt x="4899" y="8480"/>
                    <a:pt x="5126" y="8440"/>
                  </a:cubicBezTo>
                  <a:cubicBezTo>
                    <a:pt x="5898" y="8296"/>
                    <a:pt x="7730" y="8440"/>
                    <a:pt x="8218" y="7666"/>
                  </a:cubicBezTo>
                  <a:cubicBezTo>
                    <a:pt x="9104" y="6349"/>
                    <a:pt x="7187" y="6723"/>
                    <a:pt x="6500" y="6578"/>
                  </a:cubicBezTo>
                  <a:cubicBezTo>
                    <a:pt x="6566" y="5790"/>
                    <a:pt x="7289" y="5607"/>
                    <a:pt x="8146" y="5607"/>
                  </a:cubicBezTo>
                  <a:cubicBezTo>
                    <a:pt x="8885" y="5607"/>
                    <a:pt x="9724" y="5743"/>
                    <a:pt x="10326" y="5743"/>
                  </a:cubicBezTo>
                  <a:cubicBezTo>
                    <a:pt x="10519" y="5743"/>
                    <a:pt x="10688" y="5729"/>
                    <a:pt x="10822" y="5692"/>
                  </a:cubicBezTo>
                  <a:cubicBezTo>
                    <a:pt x="11852" y="5406"/>
                    <a:pt x="12798" y="4547"/>
                    <a:pt x="13829" y="4116"/>
                  </a:cubicBezTo>
                  <a:cubicBezTo>
                    <a:pt x="15890" y="3230"/>
                    <a:pt x="17951" y="3230"/>
                    <a:pt x="20069" y="2800"/>
                  </a:cubicBezTo>
                  <a:cubicBezTo>
                    <a:pt x="21042" y="2571"/>
                    <a:pt x="21929" y="2085"/>
                    <a:pt x="22959" y="1856"/>
                  </a:cubicBezTo>
                  <a:cubicBezTo>
                    <a:pt x="23848" y="1655"/>
                    <a:pt x="24878" y="1856"/>
                    <a:pt x="25765" y="1483"/>
                  </a:cubicBezTo>
                  <a:cubicBezTo>
                    <a:pt x="26910" y="1055"/>
                    <a:pt x="26853" y="338"/>
                    <a:pt x="25623" y="51"/>
                  </a:cubicBezTo>
                  <a:cubicBezTo>
                    <a:pt x="25442" y="14"/>
                    <a:pt x="25252" y="0"/>
                    <a:pt x="2505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9"/>
            <p:cNvSpPr/>
            <p:nvPr/>
          </p:nvSpPr>
          <p:spPr>
            <a:xfrm>
              <a:off x="7197738" y="767669"/>
              <a:ext cx="544888" cy="186781"/>
            </a:xfrm>
            <a:custGeom>
              <a:avLst/>
              <a:gdLst/>
              <a:ahLst/>
              <a:cxnLst/>
              <a:rect l="l" t="t" r="r" b="b"/>
              <a:pathLst>
                <a:path w="26938" h="9234" extrusionOk="0">
                  <a:moveTo>
                    <a:pt x="25070" y="717"/>
                  </a:moveTo>
                  <a:cubicBezTo>
                    <a:pt x="25223" y="717"/>
                    <a:pt x="25370" y="729"/>
                    <a:pt x="25506" y="760"/>
                  </a:cubicBezTo>
                  <a:cubicBezTo>
                    <a:pt x="26078" y="904"/>
                    <a:pt x="26193" y="1076"/>
                    <a:pt x="26193" y="1103"/>
                  </a:cubicBezTo>
                  <a:cubicBezTo>
                    <a:pt x="26193" y="1133"/>
                    <a:pt x="26108" y="1332"/>
                    <a:pt x="25593" y="1534"/>
                  </a:cubicBezTo>
                  <a:cubicBezTo>
                    <a:pt x="25135" y="1706"/>
                    <a:pt x="24647" y="1733"/>
                    <a:pt x="24104" y="1733"/>
                  </a:cubicBezTo>
                  <a:cubicBezTo>
                    <a:pt x="23674" y="1763"/>
                    <a:pt x="23245" y="1763"/>
                    <a:pt x="22845" y="1878"/>
                  </a:cubicBezTo>
                  <a:cubicBezTo>
                    <a:pt x="22272" y="1992"/>
                    <a:pt x="21757" y="2191"/>
                    <a:pt x="21269" y="2363"/>
                  </a:cubicBezTo>
                  <a:cubicBezTo>
                    <a:pt x="20811" y="2535"/>
                    <a:pt x="20383" y="2707"/>
                    <a:pt x="19952" y="2821"/>
                  </a:cubicBezTo>
                  <a:cubicBezTo>
                    <a:pt x="19265" y="2965"/>
                    <a:pt x="18578" y="3050"/>
                    <a:pt x="17921" y="3137"/>
                  </a:cubicBezTo>
                  <a:cubicBezTo>
                    <a:pt x="16517" y="3336"/>
                    <a:pt x="15086" y="3538"/>
                    <a:pt x="13654" y="4138"/>
                  </a:cubicBezTo>
                  <a:cubicBezTo>
                    <a:pt x="13196" y="4339"/>
                    <a:pt x="12738" y="4626"/>
                    <a:pt x="12310" y="4882"/>
                  </a:cubicBezTo>
                  <a:cubicBezTo>
                    <a:pt x="11737" y="5226"/>
                    <a:pt x="11222" y="5569"/>
                    <a:pt x="10707" y="5713"/>
                  </a:cubicBezTo>
                  <a:cubicBezTo>
                    <a:pt x="10602" y="5744"/>
                    <a:pt x="10463" y="5756"/>
                    <a:pt x="10303" y="5756"/>
                  </a:cubicBezTo>
                  <a:cubicBezTo>
                    <a:pt x="10023" y="5756"/>
                    <a:pt x="9677" y="5720"/>
                    <a:pt x="9333" y="5684"/>
                  </a:cubicBezTo>
                  <a:cubicBezTo>
                    <a:pt x="8934" y="5650"/>
                    <a:pt x="8514" y="5612"/>
                    <a:pt x="8111" y="5612"/>
                  </a:cubicBezTo>
                  <a:cubicBezTo>
                    <a:pt x="7501" y="5612"/>
                    <a:pt x="6934" y="5700"/>
                    <a:pt x="6555" y="6027"/>
                  </a:cubicBezTo>
                  <a:cubicBezTo>
                    <a:pt x="6298" y="6229"/>
                    <a:pt x="6154" y="6543"/>
                    <a:pt x="6097" y="6916"/>
                  </a:cubicBezTo>
                  <a:cubicBezTo>
                    <a:pt x="6097" y="7088"/>
                    <a:pt x="6211" y="7259"/>
                    <a:pt x="6383" y="7287"/>
                  </a:cubicBezTo>
                  <a:cubicBezTo>
                    <a:pt x="6585" y="7317"/>
                    <a:pt x="6841" y="7344"/>
                    <a:pt x="7100" y="7344"/>
                  </a:cubicBezTo>
                  <a:cubicBezTo>
                    <a:pt x="7386" y="7344"/>
                    <a:pt x="7959" y="7374"/>
                    <a:pt x="8043" y="7459"/>
                  </a:cubicBezTo>
                  <a:cubicBezTo>
                    <a:pt x="8043" y="7459"/>
                    <a:pt x="8073" y="7546"/>
                    <a:pt x="7872" y="7832"/>
                  </a:cubicBezTo>
                  <a:cubicBezTo>
                    <a:pt x="7615" y="8260"/>
                    <a:pt x="6555" y="8317"/>
                    <a:pt x="5840" y="8375"/>
                  </a:cubicBezTo>
                  <a:cubicBezTo>
                    <a:pt x="5524" y="8404"/>
                    <a:pt x="5238" y="8432"/>
                    <a:pt x="5039" y="8462"/>
                  </a:cubicBezTo>
                  <a:cubicBezTo>
                    <a:pt x="4846" y="8490"/>
                    <a:pt x="4671" y="8503"/>
                    <a:pt x="4508" y="8503"/>
                  </a:cubicBezTo>
                  <a:cubicBezTo>
                    <a:pt x="4014" y="8503"/>
                    <a:pt x="3622" y="8389"/>
                    <a:pt x="3149" y="8260"/>
                  </a:cubicBezTo>
                  <a:cubicBezTo>
                    <a:pt x="2806" y="8146"/>
                    <a:pt x="2405" y="8031"/>
                    <a:pt x="1947" y="7946"/>
                  </a:cubicBezTo>
                  <a:lnTo>
                    <a:pt x="1860" y="7946"/>
                  </a:lnTo>
                  <a:cubicBezTo>
                    <a:pt x="1489" y="7859"/>
                    <a:pt x="916" y="7775"/>
                    <a:pt x="829" y="7546"/>
                  </a:cubicBezTo>
                  <a:cubicBezTo>
                    <a:pt x="772" y="7459"/>
                    <a:pt x="829" y="7230"/>
                    <a:pt x="974" y="6973"/>
                  </a:cubicBezTo>
                  <a:cubicBezTo>
                    <a:pt x="1145" y="6657"/>
                    <a:pt x="1287" y="6543"/>
                    <a:pt x="1489" y="6543"/>
                  </a:cubicBezTo>
                  <a:cubicBezTo>
                    <a:pt x="1661" y="6543"/>
                    <a:pt x="1860" y="6657"/>
                    <a:pt x="2119" y="6801"/>
                  </a:cubicBezTo>
                  <a:lnTo>
                    <a:pt x="2719" y="7058"/>
                  </a:lnTo>
                  <a:cubicBezTo>
                    <a:pt x="3082" y="7190"/>
                    <a:pt x="3541" y="7322"/>
                    <a:pt x="3964" y="7322"/>
                  </a:cubicBezTo>
                  <a:cubicBezTo>
                    <a:pt x="4273" y="7322"/>
                    <a:pt x="4562" y="7251"/>
                    <a:pt x="4780" y="7058"/>
                  </a:cubicBezTo>
                  <a:cubicBezTo>
                    <a:pt x="5096" y="6801"/>
                    <a:pt x="5096" y="6485"/>
                    <a:pt x="5066" y="6314"/>
                  </a:cubicBezTo>
                  <a:cubicBezTo>
                    <a:pt x="5066" y="6172"/>
                    <a:pt x="5066" y="6142"/>
                    <a:pt x="5123" y="6057"/>
                  </a:cubicBezTo>
                  <a:cubicBezTo>
                    <a:pt x="5639" y="5283"/>
                    <a:pt x="6326" y="5226"/>
                    <a:pt x="7299" y="5168"/>
                  </a:cubicBezTo>
                  <a:cubicBezTo>
                    <a:pt x="7558" y="5168"/>
                    <a:pt x="7814" y="5141"/>
                    <a:pt x="8073" y="5111"/>
                  </a:cubicBezTo>
                  <a:cubicBezTo>
                    <a:pt x="8760" y="5054"/>
                    <a:pt x="10906" y="4339"/>
                    <a:pt x="11222" y="3279"/>
                  </a:cubicBezTo>
                  <a:cubicBezTo>
                    <a:pt x="11279" y="3050"/>
                    <a:pt x="11337" y="2565"/>
                    <a:pt x="10764" y="2107"/>
                  </a:cubicBezTo>
                  <a:cubicBezTo>
                    <a:pt x="10563" y="1935"/>
                    <a:pt x="10276" y="1905"/>
                    <a:pt x="9791" y="1820"/>
                  </a:cubicBezTo>
                  <a:cubicBezTo>
                    <a:pt x="9589" y="1791"/>
                    <a:pt x="9303" y="1763"/>
                    <a:pt x="9104" y="1706"/>
                  </a:cubicBezTo>
                  <a:cubicBezTo>
                    <a:pt x="9161" y="1649"/>
                    <a:pt x="9246" y="1591"/>
                    <a:pt x="9390" y="1534"/>
                  </a:cubicBezTo>
                  <a:cubicBezTo>
                    <a:pt x="9761" y="1332"/>
                    <a:pt x="10478" y="1332"/>
                    <a:pt x="11165" y="1332"/>
                  </a:cubicBezTo>
                  <a:cubicBezTo>
                    <a:pt x="11795" y="1332"/>
                    <a:pt x="12424" y="1332"/>
                    <a:pt x="12940" y="1190"/>
                  </a:cubicBezTo>
                  <a:cubicBezTo>
                    <a:pt x="13480" y="1050"/>
                    <a:pt x="14008" y="994"/>
                    <a:pt x="14534" y="994"/>
                  </a:cubicBezTo>
                  <a:cubicBezTo>
                    <a:pt x="15399" y="994"/>
                    <a:pt x="16256" y="1144"/>
                    <a:pt x="17147" y="1305"/>
                  </a:cubicBezTo>
                  <a:cubicBezTo>
                    <a:pt x="17490" y="1390"/>
                    <a:pt x="17864" y="1447"/>
                    <a:pt x="18207" y="1504"/>
                  </a:cubicBezTo>
                  <a:cubicBezTo>
                    <a:pt x="18585" y="1577"/>
                    <a:pt x="18947" y="1607"/>
                    <a:pt x="19296" y="1607"/>
                  </a:cubicBezTo>
                  <a:cubicBezTo>
                    <a:pt x="20190" y="1607"/>
                    <a:pt x="21002" y="1412"/>
                    <a:pt x="21784" y="1248"/>
                  </a:cubicBezTo>
                  <a:cubicBezTo>
                    <a:pt x="22329" y="1103"/>
                    <a:pt x="22902" y="989"/>
                    <a:pt x="23502" y="904"/>
                  </a:cubicBezTo>
                  <a:cubicBezTo>
                    <a:pt x="23589" y="904"/>
                    <a:pt x="23646" y="874"/>
                    <a:pt x="23703" y="847"/>
                  </a:cubicBezTo>
                  <a:cubicBezTo>
                    <a:pt x="23875" y="817"/>
                    <a:pt x="24047" y="817"/>
                    <a:pt x="24246" y="790"/>
                  </a:cubicBezTo>
                  <a:cubicBezTo>
                    <a:pt x="24520" y="753"/>
                    <a:pt x="24804" y="717"/>
                    <a:pt x="25070" y="717"/>
                  </a:cubicBezTo>
                  <a:close/>
                  <a:moveTo>
                    <a:pt x="25100" y="1"/>
                  </a:moveTo>
                  <a:cubicBezTo>
                    <a:pt x="24772" y="1"/>
                    <a:pt x="24450" y="37"/>
                    <a:pt x="24161" y="73"/>
                  </a:cubicBezTo>
                  <a:cubicBezTo>
                    <a:pt x="23903" y="103"/>
                    <a:pt x="23674" y="130"/>
                    <a:pt x="23474" y="130"/>
                  </a:cubicBezTo>
                  <a:cubicBezTo>
                    <a:pt x="23360" y="130"/>
                    <a:pt x="23273" y="160"/>
                    <a:pt x="23216" y="217"/>
                  </a:cubicBezTo>
                  <a:cubicBezTo>
                    <a:pt x="22643" y="302"/>
                    <a:pt x="22128" y="416"/>
                    <a:pt x="21642" y="531"/>
                  </a:cubicBezTo>
                  <a:cubicBezTo>
                    <a:pt x="20869" y="715"/>
                    <a:pt x="20124" y="884"/>
                    <a:pt x="19327" y="884"/>
                  </a:cubicBezTo>
                  <a:cubicBezTo>
                    <a:pt x="19002" y="884"/>
                    <a:pt x="18669" y="856"/>
                    <a:pt x="18322" y="790"/>
                  </a:cubicBezTo>
                  <a:cubicBezTo>
                    <a:pt x="17978" y="732"/>
                    <a:pt x="17634" y="675"/>
                    <a:pt x="17291" y="588"/>
                  </a:cubicBezTo>
                  <a:cubicBezTo>
                    <a:pt x="16361" y="431"/>
                    <a:pt x="15464" y="273"/>
                    <a:pt x="14540" y="273"/>
                  </a:cubicBezTo>
                  <a:cubicBezTo>
                    <a:pt x="13955" y="273"/>
                    <a:pt x="13360" y="337"/>
                    <a:pt x="12738" y="503"/>
                  </a:cubicBezTo>
                  <a:cubicBezTo>
                    <a:pt x="12337" y="618"/>
                    <a:pt x="11737" y="618"/>
                    <a:pt x="11165" y="618"/>
                  </a:cubicBezTo>
                  <a:cubicBezTo>
                    <a:pt x="10334" y="618"/>
                    <a:pt x="9589" y="618"/>
                    <a:pt x="9046" y="904"/>
                  </a:cubicBezTo>
                  <a:cubicBezTo>
                    <a:pt x="8588" y="1133"/>
                    <a:pt x="8158" y="1447"/>
                    <a:pt x="8245" y="1848"/>
                  </a:cubicBezTo>
                  <a:cubicBezTo>
                    <a:pt x="8330" y="2336"/>
                    <a:pt x="8959" y="2420"/>
                    <a:pt x="9676" y="2535"/>
                  </a:cubicBezTo>
                  <a:cubicBezTo>
                    <a:pt x="9905" y="2565"/>
                    <a:pt x="10219" y="2622"/>
                    <a:pt x="10276" y="2649"/>
                  </a:cubicBezTo>
                  <a:cubicBezTo>
                    <a:pt x="10592" y="2878"/>
                    <a:pt x="10535" y="3023"/>
                    <a:pt x="10505" y="3080"/>
                  </a:cubicBezTo>
                  <a:cubicBezTo>
                    <a:pt x="10334" y="3680"/>
                    <a:pt x="8616" y="4339"/>
                    <a:pt x="8016" y="4397"/>
                  </a:cubicBezTo>
                  <a:cubicBezTo>
                    <a:pt x="7757" y="4424"/>
                    <a:pt x="7501" y="4454"/>
                    <a:pt x="7242" y="4454"/>
                  </a:cubicBezTo>
                  <a:cubicBezTo>
                    <a:pt x="6269" y="4511"/>
                    <a:pt x="5238" y="4568"/>
                    <a:pt x="4551" y="5626"/>
                  </a:cubicBezTo>
                  <a:cubicBezTo>
                    <a:pt x="4322" y="5913"/>
                    <a:pt x="4352" y="6172"/>
                    <a:pt x="4352" y="6343"/>
                  </a:cubicBezTo>
                  <a:cubicBezTo>
                    <a:pt x="4352" y="6485"/>
                    <a:pt x="4352" y="6485"/>
                    <a:pt x="4322" y="6515"/>
                  </a:cubicBezTo>
                  <a:cubicBezTo>
                    <a:pt x="4281" y="6556"/>
                    <a:pt x="4193" y="6604"/>
                    <a:pt x="4001" y="6604"/>
                  </a:cubicBezTo>
                  <a:cubicBezTo>
                    <a:pt x="3794" y="6604"/>
                    <a:pt x="3467" y="6549"/>
                    <a:pt x="2948" y="6371"/>
                  </a:cubicBezTo>
                  <a:cubicBezTo>
                    <a:pt x="2806" y="6314"/>
                    <a:pt x="2634" y="6229"/>
                    <a:pt x="2462" y="6142"/>
                  </a:cubicBezTo>
                  <a:cubicBezTo>
                    <a:pt x="2179" y="6000"/>
                    <a:pt x="1826" y="5824"/>
                    <a:pt x="1458" y="5824"/>
                  </a:cubicBezTo>
                  <a:cubicBezTo>
                    <a:pt x="1082" y="5824"/>
                    <a:pt x="691" y="6007"/>
                    <a:pt x="344" y="6600"/>
                  </a:cubicBezTo>
                  <a:cubicBezTo>
                    <a:pt x="58" y="7115"/>
                    <a:pt x="0" y="7516"/>
                    <a:pt x="172" y="7859"/>
                  </a:cubicBezTo>
                  <a:cubicBezTo>
                    <a:pt x="429" y="8432"/>
                    <a:pt x="1145" y="8546"/>
                    <a:pt x="1746" y="8661"/>
                  </a:cubicBezTo>
                  <a:lnTo>
                    <a:pt x="1833" y="8661"/>
                  </a:lnTo>
                  <a:cubicBezTo>
                    <a:pt x="2261" y="8748"/>
                    <a:pt x="2604" y="8833"/>
                    <a:pt x="2948" y="8947"/>
                  </a:cubicBezTo>
                  <a:cubicBezTo>
                    <a:pt x="3436" y="9091"/>
                    <a:pt x="3894" y="9233"/>
                    <a:pt x="4494" y="9233"/>
                  </a:cubicBezTo>
                  <a:cubicBezTo>
                    <a:pt x="4695" y="9233"/>
                    <a:pt x="4924" y="9206"/>
                    <a:pt x="5181" y="9176"/>
                  </a:cubicBezTo>
                  <a:cubicBezTo>
                    <a:pt x="5352" y="9149"/>
                    <a:pt x="5611" y="9119"/>
                    <a:pt x="5898" y="9091"/>
                  </a:cubicBezTo>
                  <a:cubicBezTo>
                    <a:pt x="6841" y="9034"/>
                    <a:pt x="8043" y="8947"/>
                    <a:pt x="8474" y="8233"/>
                  </a:cubicBezTo>
                  <a:cubicBezTo>
                    <a:pt x="8588" y="8061"/>
                    <a:pt x="8932" y="7573"/>
                    <a:pt x="8703" y="7145"/>
                  </a:cubicBezTo>
                  <a:cubicBezTo>
                    <a:pt x="8444" y="6657"/>
                    <a:pt x="7757" y="6630"/>
                    <a:pt x="7127" y="6630"/>
                  </a:cubicBezTo>
                  <a:cubicBezTo>
                    <a:pt x="7070" y="6630"/>
                    <a:pt x="7013" y="6630"/>
                    <a:pt x="6985" y="6600"/>
                  </a:cubicBezTo>
                  <a:cubicBezTo>
                    <a:pt x="6985" y="6600"/>
                    <a:pt x="7013" y="6600"/>
                    <a:pt x="7013" y="6572"/>
                  </a:cubicBezTo>
                  <a:cubicBezTo>
                    <a:pt x="7228" y="6403"/>
                    <a:pt x="7625" y="6349"/>
                    <a:pt x="8075" y="6349"/>
                  </a:cubicBezTo>
                  <a:cubicBezTo>
                    <a:pt x="8463" y="6349"/>
                    <a:pt x="8891" y="6389"/>
                    <a:pt x="9275" y="6428"/>
                  </a:cubicBezTo>
                  <a:cubicBezTo>
                    <a:pt x="9606" y="6457"/>
                    <a:pt x="9916" y="6479"/>
                    <a:pt x="10189" y="6479"/>
                  </a:cubicBezTo>
                  <a:cubicBezTo>
                    <a:pt x="10459" y="6479"/>
                    <a:pt x="10693" y="6457"/>
                    <a:pt x="10879" y="6401"/>
                  </a:cubicBezTo>
                  <a:cubicBezTo>
                    <a:pt x="11508" y="6229"/>
                    <a:pt x="12108" y="5855"/>
                    <a:pt x="12681" y="5512"/>
                  </a:cubicBezTo>
                  <a:cubicBezTo>
                    <a:pt x="13111" y="5255"/>
                    <a:pt x="13540" y="4969"/>
                    <a:pt x="13940" y="4797"/>
                  </a:cubicBezTo>
                  <a:cubicBezTo>
                    <a:pt x="15287" y="4252"/>
                    <a:pt x="16604" y="4053"/>
                    <a:pt x="18005" y="3852"/>
                  </a:cubicBezTo>
                  <a:cubicBezTo>
                    <a:pt x="18693" y="3767"/>
                    <a:pt x="19409" y="3680"/>
                    <a:pt x="20124" y="3508"/>
                  </a:cubicBezTo>
                  <a:cubicBezTo>
                    <a:pt x="20612" y="3423"/>
                    <a:pt x="21070" y="3222"/>
                    <a:pt x="21528" y="3050"/>
                  </a:cubicBezTo>
                  <a:cubicBezTo>
                    <a:pt x="22013" y="2878"/>
                    <a:pt x="22501" y="2679"/>
                    <a:pt x="23016" y="2565"/>
                  </a:cubicBezTo>
                  <a:cubicBezTo>
                    <a:pt x="23360" y="2478"/>
                    <a:pt x="23731" y="2478"/>
                    <a:pt x="24132" y="2478"/>
                  </a:cubicBezTo>
                  <a:cubicBezTo>
                    <a:pt x="24704" y="2450"/>
                    <a:pt x="25306" y="2420"/>
                    <a:pt x="25849" y="2191"/>
                  </a:cubicBezTo>
                  <a:cubicBezTo>
                    <a:pt x="26823" y="1848"/>
                    <a:pt x="26937" y="1332"/>
                    <a:pt x="26910" y="1076"/>
                  </a:cubicBezTo>
                  <a:cubicBezTo>
                    <a:pt x="26910" y="790"/>
                    <a:pt x="26708" y="302"/>
                    <a:pt x="25677" y="45"/>
                  </a:cubicBezTo>
                  <a:cubicBezTo>
                    <a:pt x="25487" y="13"/>
                    <a:pt x="25292" y="1"/>
                    <a:pt x="2510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9"/>
            <p:cNvSpPr/>
            <p:nvPr/>
          </p:nvSpPr>
          <p:spPr>
            <a:xfrm>
              <a:off x="7152566" y="960252"/>
              <a:ext cx="379872" cy="269471"/>
            </a:xfrm>
            <a:custGeom>
              <a:avLst/>
              <a:gdLst/>
              <a:ahLst/>
              <a:cxnLst/>
              <a:rect l="l" t="t" r="r" b="b"/>
              <a:pathLst>
                <a:path w="18780" h="13322" extrusionOk="0">
                  <a:moveTo>
                    <a:pt x="2986" y="1"/>
                  </a:moveTo>
                  <a:cubicBezTo>
                    <a:pt x="2474" y="1"/>
                    <a:pt x="2065" y="366"/>
                    <a:pt x="1718" y="687"/>
                  </a:cubicBezTo>
                  <a:cubicBezTo>
                    <a:pt x="1088" y="1117"/>
                    <a:pt x="1" y="2061"/>
                    <a:pt x="1" y="2920"/>
                  </a:cubicBezTo>
                  <a:cubicBezTo>
                    <a:pt x="28" y="3690"/>
                    <a:pt x="518" y="3905"/>
                    <a:pt x="1127" y="3905"/>
                  </a:cubicBezTo>
                  <a:cubicBezTo>
                    <a:pt x="1787" y="3905"/>
                    <a:pt x="2586" y="3653"/>
                    <a:pt x="3092" y="3579"/>
                  </a:cubicBezTo>
                  <a:cubicBezTo>
                    <a:pt x="3765" y="3476"/>
                    <a:pt x="4584" y="3360"/>
                    <a:pt x="5401" y="3360"/>
                  </a:cubicBezTo>
                  <a:cubicBezTo>
                    <a:pt x="6391" y="3360"/>
                    <a:pt x="7379" y="3530"/>
                    <a:pt x="8101" y="4094"/>
                  </a:cubicBezTo>
                  <a:cubicBezTo>
                    <a:pt x="8845" y="4667"/>
                    <a:pt x="9791" y="5526"/>
                    <a:pt x="9532" y="6614"/>
                  </a:cubicBezTo>
                  <a:cubicBezTo>
                    <a:pt x="9390" y="7129"/>
                    <a:pt x="8444" y="8874"/>
                    <a:pt x="8016" y="9075"/>
                  </a:cubicBezTo>
                  <a:cubicBezTo>
                    <a:pt x="7810" y="9173"/>
                    <a:pt x="7584" y="9210"/>
                    <a:pt x="7345" y="9210"/>
                  </a:cubicBezTo>
                  <a:cubicBezTo>
                    <a:pt x="6593" y="9210"/>
                    <a:pt x="5717" y="8842"/>
                    <a:pt x="4975" y="8842"/>
                  </a:cubicBezTo>
                  <a:cubicBezTo>
                    <a:pt x="4708" y="8842"/>
                    <a:pt x="4458" y="8889"/>
                    <a:pt x="4237" y="9018"/>
                  </a:cubicBezTo>
                  <a:cubicBezTo>
                    <a:pt x="2749" y="9877"/>
                    <a:pt x="5153" y="10248"/>
                    <a:pt x="5840" y="10248"/>
                  </a:cubicBezTo>
                  <a:cubicBezTo>
                    <a:pt x="7414" y="10305"/>
                    <a:pt x="7872" y="10534"/>
                    <a:pt x="8646" y="11908"/>
                  </a:cubicBezTo>
                  <a:cubicBezTo>
                    <a:pt x="8989" y="12625"/>
                    <a:pt x="8845" y="12911"/>
                    <a:pt x="9791" y="13198"/>
                  </a:cubicBezTo>
                  <a:cubicBezTo>
                    <a:pt x="9963" y="13249"/>
                    <a:pt x="10331" y="13321"/>
                    <a:pt x="10641" y="13321"/>
                  </a:cubicBezTo>
                  <a:cubicBezTo>
                    <a:pt x="10847" y="13321"/>
                    <a:pt x="11027" y="13289"/>
                    <a:pt x="11108" y="13198"/>
                  </a:cubicBezTo>
                  <a:cubicBezTo>
                    <a:pt x="11786" y="12623"/>
                    <a:pt x="10203" y="11002"/>
                    <a:pt x="11374" y="11002"/>
                  </a:cubicBezTo>
                  <a:cubicBezTo>
                    <a:pt x="11487" y="11002"/>
                    <a:pt x="11626" y="11017"/>
                    <a:pt x="11795" y="11050"/>
                  </a:cubicBezTo>
                  <a:cubicBezTo>
                    <a:pt x="12406" y="11092"/>
                    <a:pt x="12895" y="11820"/>
                    <a:pt x="13499" y="11820"/>
                  </a:cubicBezTo>
                  <a:cubicBezTo>
                    <a:pt x="13714" y="11820"/>
                    <a:pt x="13944" y="11728"/>
                    <a:pt x="14199" y="11480"/>
                  </a:cubicBezTo>
                  <a:cubicBezTo>
                    <a:pt x="15631" y="10163"/>
                    <a:pt x="13025" y="9446"/>
                    <a:pt x="13226" y="8359"/>
                  </a:cubicBezTo>
                  <a:cubicBezTo>
                    <a:pt x="13327" y="7874"/>
                    <a:pt x="13638" y="7703"/>
                    <a:pt x="14015" y="7703"/>
                  </a:cubicBezTo>
                  <a:cubicBezTo>
                    <a:pt x="14708" y="7703"/>
                    <a:pt x="15628" y="8281"/>
                    <a:pt x="15887" y="8560"/>
                  </a:cubicBezTo>
                  <a:cubicBezTo>
                    <a:pt x="16294" y="8948"/>
                    <a:pt x="16438" y="9288"/>
                    <a:pt x="16766" y="9288"/>
                  </a:cubicBezTo>
                  <a:cubicBezTo>
                    <a:pt x="16946" y="9288"/>
                    <a:pt x="17182" y="9185"/>
                    <a:pt x="17548" y="8931"/>
                  </a:cubicBezTo>
                  <a:cubicBezTo>
                    <a:pt x="18093" y="8560"/>
                    <a:pt x="18780" y="7557"/>
                    <a:pt x="18635" y="6756"/>
                  </a:cubicBezTo>
                  <a:cubicBezTo>
                    <a:pt x="18379" y="5668"/>
                    <a:pt x="17463" y="5897"/>
                    <a:pt x="16719" y="5668"/>
                  </a:cubicBezTo>
                  <a:cubicBezTo>
                    <a:pt x="14257" y="5095"/>
                    <a:pt x="17147" y="3636"/>
                    <a:pt x="15429" y="2205"/>
                  </a:cubicBezTo>
                  <a:cubicBezTo>
                    <a:pt x="15030" y="1888"/>
                    <a:pt x="13326" y="1370"/>
                    <a:pt x="12317" y="1370"/>
                  </a:cubicBezTo>
                  <a:cubicBezTo>
                    <a:pt x="11956" y="1370"/>
                    <a:pt x="11684" y="1437"/>
                    <a:pt x="11593" y="1603"/>
                  </a:cubicBezTo>
                  <a:lnTo>
                    <a:pt x="11508" y="1603"/>
                  </a:lnTo>
                  <a:cubicBezTo>
                    <a:pt x="11012" y="1603"/>
                    <a:pt x="10389" y="1705"/>
                    <a:pt x="9825" y="1705"/>
                  </a:cubicBezTo>
                  <a:cubicBezTo>
                    <a:pt x="9543" y="1705"/>
                    <a:pt x="9276" y="1679"/>
                    <a:pt x="9047" y="1603"/>
                  </a:cubicBezTo>
                  <a:cubicBezTo>
                    <a:pt x="8444" y="1461"/>
                    <a:pt x="8215" y="973"/>
                    <a:pt x="7757" y="687"/>
                  </a:cubicBezTo>
                  <a:cubicBezTo>
                    <a:pt x="7381" y="455"/>
                    <a:pt x="7060" y="355"/>
                    <a:pt x="6752" y="355"/>
                  </a:cubicBezTo>
                  <a:cubicBezTo>
                    <a:pt x="6264" y="355"/>
                    <a:pt x="5807" y="605"/>
                    <a:pt x="5211" y="973"/>
                  </a:cubicBezTo>
                  <a:cubicBezTo>
                    <a:pt x="4936" y="1166"/>
                    <a:pt x="4371" y="1778"/>
                    <a:pt x="3972" y="1778"/>
                  </a:cubicBezTo>
                  <a:cubicBezTo>
                    <a:pt x="3955" y="1778"/>
                    <a:pt x="3938" y="1777"/>
                    <a:pt x="3921" y="1775"/>
                  </a:cubicBezTo>
                  <a:cubicBezTo>
                    <a:pt x="3149" y="1546"/>
                    <a:pt x="3921" y="1175"/>
                    <a:pt x="3837" y="744"/>
                  </a:cubicBezTo>
                  <a:cubicBezTo>
                    <a:pt x="3635" y="171"/>
                    <a:pt x="3979" y="171"/>
                    <a:pt x="3234" y="29"/>
                  </a:cubicBezTo>
                  <a:cubicBezTo>
                    <a:pt x="3149" y="10"/>
                    <a:pt x="3066" y="1"/>
                    <a:pt x="2986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9"/>
            <p:cNvSpPr/>
            <p:nvPr/>
          </p:nvSpPr>
          <p:spPr>
            <a:xfrm>
              <a:off x="7145021" y="952606"/>
              <a:ext cx="395529" cy="284439"/>
            </a:xfrm>
            <a:custGeom>
              <a:avLst/>
              <a:gdLst/>
              <a:ahLst/>
              <a:cxnLst/>
              <a:rect l="l" t="t" r="r" b="b"/>
              <a:pathLst>
                <a:path w="19554" h="14062" extrusionOk="0">
                  <a:moveTo>
                    <a:pt x="3368" y="734"/>
                  </a:moveTo>
                  <a:cubicBezTo>
                    <a:pt x="3418" y="734"/>
                    <a:pt x="3470" y="740"/>
                    <a:pt x="3522" y="751"/>
                  </a:cubicBezTo>
                  <a:cubicBezTo>
                    <a:pt x="3637" y="778"/>
                    <a:pt x="3722" y="808"/>
                    <a:pt x="3779" y="808"/>
                  </a:cubicBezTo>
                  <a:cubicBezTo>
                    <a:pt x="3779" y="893"/>
                    <a:pt x="3809" y="1037"/>
                    <a:pt x="3866" y="1209"/>
                  </a:cubicBezTo>
                  <a:cubicBezTo>
                    <a:pt x="3836" y="1236"/>
                    <a:pt x="3779" y="1351"/>
                    <a:pt x="3751" y="1408"/>
                  </a:cubicBezTo>
                  <a:cubicBezTo>
                    <a:pt x="3664" y="1580"/>
                    <a:pt x="3522" y="1809"/>
                    <a:pt x="3607" y="2068"/>
                  </a:cubicBezTo>
                  <a:cubicBezTo>
                    <a:pt x="3722" y="2324"/>
                    <a:pt x="3980" y="2439"/>
                    <a:pt x="4210" y="2496"/>
                  </a:cubicBezTo>
                  <a:cubicBezTo>
                    <a:pt x="4253" y="2503"/>
                    <a:pt x="4296" y="2507"/>
                    <a:pt x="4339" y="2507"/>
                  </a:cubicBezTo>
                  <a:cubicBezTo>
                    <a:pt x="4811" y="2507"/>
                    <a:pt x="5274" y="2096"/>
                    <a:pt x="5641" y="1782"/>
                  </a:cubicBezTo>
                  <a:cubicBezTo>
                    <a:pt x="5698" y="1724"/>
                    <a:pt x="5755" y="1667"/>
                    <a:pt x="5783" y="1667"/>
                  </a:cubicBezTo>
                  <a:cubicBezTo>
                    <a:pt x="6362" y="1298"/>
                    <a:pt x="6747" y="1091"/>
                    <a:pt x="7137" y="1091"/>
                  </a:cubicBezTo>
                  <a:cubicBezTo>
                    <a:pt x="7383" y="1091"/>
                    <a:pt x="7631" y="1174"/>
                    <a:pt x="7931" y="1351"/>
                  </a:cubicBezTo>
                  <a:cubicBezTo>
                    <a:pt x="8073" y="1466"/>
                    <a:pt x="8217" y="1580"/>
                    <a:pt x="8332" y="1724"/>
                  </a:cubicBezTo>
                  <a:cubicBezTo>
                    <a:pt x="8588" y="1953"/>
                    <a:pt x="8847" y="2240"/>
                    <a:pt x="9305" y="2354"/>
                  </a:cubicBezTo>
                  <a:cubicBezTo>
                    <a:pt x="9597" y="2431"/>
                    <a:pt x="9923" y="2458"/>
                    <a:pt x="10256" y="2458"/>
                  </a:cubicBezTo>
                  <a:cubicBezTo>
                    <a:pt x="10541" y="2458"/>
                    <a:pt x="10830" y="2438"/>
                    <a:pt x="11107" y="2411"/>
                  </a:cubicBezTo>
                  <a:cubicBezTo>
                    <a:pt x="11394" y="2382"/>
                    <a:pt x="11652" y="2354"/>
                    <a:pt x="11852" y="2354"/>
                  </a:cubicBezTo>
                  <a:cubicBezTo>
                    <a:pt x="11888" y="2366"/>
                    <a:pt x="11925" y="2372"/>
                    <a:pt x="11960" y="2372"/>
                  </a:cubicBezTo>
                  <a:cubicBezTo>
                    <a:pt x="12091" y="2372"/>
                    <a:pt x="12207" y="2294"/>
                    <a:pt x="12252" y="2182"/>
                  </a:cubicBezTo>
                  <a:cubicBezTo>
                    <a:pt x="12315" y="2137"/>
                    <a:pt x="12460" y="2116"/>
                    <a:pt x="12656" y="2116"/>
                  </a:cubicBezTo>
                  <a:cubicBezTo>
                    <a:pt x="13444" y="2116"/>
                    <a:pt x="15069" y="2451"/>
                    <a:pt x="15573" y="2840"/>
                  </a:cubicBezTo>
                  <a:cubicBezTo>
                    <a:pt x="16175" y="3385"/>
                    <a:pt x="16031" y="3843"/>
                    <a:pt x="15859" y="4443"/>
                  </a:cubicBezTo>
                  <a:cubicBezTo>
                    <a:pt x="15717" y="4843"/>
                    <a:pt x="15573" y="5274"/>
                    <a:pt x="15802" y="5702"/>
                  </a:cubicBezTo>
                  <a:cubicBezTo>
                    <a:pt x="16004" y="6018"/>
                    <a:pt x="16375" y="6247"/>
                    <a:pt x="17005" y="6389"/>
                  </a:cubicBezTo>
                  <a:cubicBezTo>
                    <a:pt x="17206" y="6476"/>
                    <a:pt x="17405" y="6504"/>
                    <a:pt x="17607" y="6534"/>
                  </a:cubicBezTo>
                  <a:cubicBezTo>
                    <a:pt x="18237" y="6618"/>
                    <a:pt x="18523" y="6676"/>
                    <a:pt x="18665" y="7191"/>
                  </a:cubicBezTo>
                  <a:cubicBezTo>
                    <a:pt x="18752" y="7821"/>
                    <a:pt x="18179" y="8709"/>
                    <a:pt x="17721" y="9023"/>
                  </a:cubicBezTo>
                  <a:cubicBezTo>
                    <a:pt x="17443" y="9213"/>
                    <a:pt x="17300" y="9307"/>
                    <a:pt x="17188" y="9307"/>
                  </a:cubicBezTo>
                  <a:cubicBezTo>
                    <a:pt x="17081" y="9307"/>
                    <a:pt x="17003" y="9221"/>
                    <a:pt x="16863" y="9053"/>
                  </a:cubicBezTo>
                  <a:cubicBezTo>
                    <a:pt x="16776" y="8938"/>
                    <a:pt x="16661" y="8824"/>
                    <a:pt x="16546" y="8709"/>
                  </a:cubicBezTo>
                  <a:cubicBezTo>
                    <a:pt x="16248" y="8384"/>
                    <a:pt x="15212" y="7715"/>
                    <a:pt x="14365" y="7715"/>
                  </a:cubicBezTo>
                  <a:cubicBezTo>
                    <a:pt x="14238" y="7715"/>
                    <a:pt x="14115" y="7730"/>
                    <a:pt x="14000" y="7763"/>
                  </a:cubicBezTo>
                  <a:cubicBezTo>
                    <a:pt x="13599" y="7878"/>
                    <a:pt x="13340" y="8194"/>
                    <a:pt x="13256" y="8679"/>
                  </a:cubicBezTo>
                  <a:cubicBezTo>
                    <a:pt x="13111" y="9309"/>
                    <a:pt x="13599" y="9767"/>
                    <a:pt x="14027" y="10198"/>
                  </a:cubicBezTo>
                  <a:cubicBezTo>
                    <a:pt x="14343" y="10512"/>
                    <a:pt x="14630" y="10828"/>
                    <a:pt x="14630" y="11084"/>
                  </a:cubicBezTo>
                  <a:cubicBezTo>
                    <a:pt x="14630" y="11228"/>
                    <a:pt x="14515" y="11400"/>
                    <a:pt x="14314" y="11599"/>
                  </a:cubicBezTo>
                  <a:cubicBezTo>
                    <a:pt x="14140" y="11761"/>
                    <a:pt x="13999" y="11831"/>
                    <a:pt x="13856" y="11831"/>
                  </a:cubicBezTo>
                  <a:cubicBezTo>
                    <a:pt x="13667" y="11831"/>
                    <a:pt x="13474" y="11710"/>
                    <a:pt x="13198" y="11515"/>
                  </a:cubicBezTo>
                  <a:cubicBezTo>
                    <a:pt x="12912" y="11313"/>
                    <a:pt x="12569" y="11084"/>
                    <a:pt x="12225" y="11057"/>
                  </a:cubicBezTo>
                  <a:cubicBezTo>
                    <a:pt x="12082" y="11023"/>
                    <a:pt x="11922" y="10999"/>
                    <a:pt x="11764" y="10999"/>
                  </a:cubicBezTo>
                  <a:cubicBezTo>
                    <a:pt x="11509" y="10999"/>
                    <a:pt x="11256" y="11062"/>
                    <a:pt x="11080" y="11256"/>
                  </a:cubicBezTo>
                  <a:cubicBezTo>
                    <a:pt x="10821" y="11572"/>
                    <a:pt x="10965" y="12030"/>
                    <a:pt x="11107" y="12488"/>
                  </a:cubicBezTo>
                  <a:cubicBezTo>
                    <a:pt x="11222" y="12774"/>
                    <a:pt x="11366" y="13202"/>
                    <a:pt x="11252" y="13317"/>
                  </a:cubicBezTo>
                  <a:cubicBezTo>
                    <a:pt x="11213" y="13336"/>
                    <a:pt x="11129" y="13346"/>
                    <a:pt x="11022" y="13346"/>
                  </a:cubicBezTo>
                  <a:cubicBezTo>
                    <a:pt x="10810" y="13346"/>
                    <a:pt x="10506" y="13308"/>
                    <a:pt x="10278" y="13232"/>
                  </a:cubicBezTo>
                  <a:cubicBezTo>
                    <a:pt x="9706" y="13060"/>
                    <a:pt x="9676" y="12973"/>
                    <a:pt x="9534" y="12573"/>
                  </a:cubicBezTo>
                  <a:cubicBezTo>
                    <a:pt x="9477" y="12458"/>
                    <a:pt x="9420" y="12316"/>
                    <a:pt x="9333" y="12115"/>
                  </a:cubicBezTo>
                  <a:cubicBezTo>
                    <a:pt x="8504" y="10599"/>
                    <a:pt x="7874" y="10340"/>
                    <a:pt x="6213" y="10255"/>
                  </a:cubicBezTo>
                  <a:cubicBezTo>
                    <a:pt x="5668" y="10255"/>
                    <a:pt x="4782" y="10083"/>
                    <a:pt x="4523" y="9912"/>
                  </a:cubicBezTo>
                  <a:cubicBezTo>
                    <a:pt x="4581" y="9854"/>
                    <a:pt x="4638" y="9797"/>
                    <a:pt x="4810" y="9710"/>
                  </a:cubicBezTo>
                  <a:cubicBezTo>
                    <a:pt x="4961" y="9623"/>
                    <a:pt x="5142" y="9590"/>
                    <a:pt x="5343" y="9590"/>
                  </a:cubicBezTo>
                  <a:cubicBezTo>
                    <a:pt x="5671" y="9590"/>
                    <a:pt x="6051" y="9679"/>
                    <a:pt x="6442" y="9767"/>
                  </a:cubicBezTo>
                  <a:cubicBezTo>
                    <a:pt x="6861" y="9852"/>
                    <a:pt x="7289" y="9945"/>
                    <a:pt x="7704" y="9945"/>
                  </a:cubicBezTo>
                  <a:cubicBezTo>
                    <a:pt x="7999" y="9945"/>
                    <a:pt x="8287" y="9898"/>
                    <a:pt x="8561" y="9767"/>
                  </a:cubicBezTo>
                  <a:cubicBezTo>
                    <a:pt x="9133" y="9481"/>
                    <a:pt x="10134" y="7564"/>
                    <a:pt x="10249" y="7076"/>
                  </a:cubicBezTo>
                  <a:cubicBezTo>
                    <a:pt x="10622" y="5645"/>
                    <a:pt x="9218" y="4587"/>
                    <a:pt x="8675" y="4186"/>
                  </a:cubicBezTo>
                  <a:cubicBezTo>
                    <a:pt x="7886" y="3555"/>
                    <a:pt x="6801" y="3376"/>
                    <a:pt x="5747" y="3376"/>
                  </a:cubicBezTo>
                  <a:cubicBezTo>
                    <a:pt x="4888" y="3376"/>
                    <a:pt x="4050" y="3494"/>
                    <a:pt x="3408" y="3584"/>
                  </a:cubicBezTo>
                  <a:cubicBezTo>
                    <a:pt x="3236" y="3614"/>
                    <a:pt x="3035" y="3671"/>
                    <a:pt x="2806" y="3728"/>
                  </a:cubicBezTo>
                  <a:cubicBezTo>
                    <a:pt x="2412" y="3817"/>
                    <a:pt x="1917" y="3917"/>
                    <a:pt x="1518" y="3917"/>
                  </a:cubicBezTo>
                  <a:cubicBezTo>
                    <a:pt x="1279" y="3917"/>
                    <a:pt x="1075" y="3881"/>
                    <a:pt x="946" y="3785"/>
                  </a:cubicBezTo>
                  <a:cubicBezTo>
                    <a:pt x="889" y="3756"/>
                    <a:pt x="745" y="3641"/>
                    <a:pt x="745" y="3298"/>
                  </a:cubicBezTo>
                  <a:cubicBezTo>
                    <a:pt x="745" y="2668"/>
                    <a:pt x="1576" y="1866"/>
                    <a:pt x="2290" y="1351"/>
                  </a:cubicBezTo>
                  <a:cubicBezTo>
                    <a:pt x="2320" y="1351"/>
                    <a:pt x="2348" y="1324"/>
                    <a:pt x="2348" y="1294"/>
                  </a:cubicBezTo>
                  <a:cubicBezTo>
                    <a:pt x="2745" y="972"/>
                    <a:pt x="3036" y="734"/>
                    <a:pt x="3368" y="734"/>
                  </a:cubicBezTo>
                  <a:close/>
                  <a:moveTo>
                    <a:pt x="3379" y="0"/>
                  </a:moveTo>
                  <a:cubicBezTo>
                    <a:pt x="2739" y="0"/>
                    <a:pt x="2262" y="429"/>
                    <a:pt x="1890" y="751"/>
                  </a:cubicBezTo>
                  <a:cubicBezTo>
                    <a:pt x="1317" y="1152"/>
                    <a:pt x="0" y="2182"/>
                    <a:pt x="0" y="3327"/>
                  </a:cubicBezTo>
                  <a:cubicBezTo>
                    <a:pt x="30" y="3785"/>
                    <a:pt x="202" y="4129"/>
                    <a:pt x="488" y="4358"/>
                  </a:cubicBezTo>
                  <a:cubicBezTo>
                    <a:pt x="766" y="4572"/>
                    <a:pt x="1122" y="4647"/>
                    <a:pt x="1501" y="4647"/>
                  </a:cubicBezTo>
                  <a:cubicBezTo>
                    <a:pt x="1982" y="4647"/>
                    <a:pt x="2502" y="4527"/>
                    <a:pt x="2950" y="4415"/>
                  </a:cubicBezTo>
                  <a:cubicBezTo>
                    <a:pt x="3179" y="4385"/>
                    <a:pt x="3351" y="4328"/>
                    <a:pt x="3522" y="4301"/>
                  </a:cubicBezTo>
                  <a:cubicBezTo>
                    <a:pt x="4137" y="4221"/>
                    <a:pt x="4939" y="4109"/>
                    <a:pt x="5745" y="4109"/>
                  </a:cubicBezTo>
                  <a:cubicBezTo>
                    <a:pt x="6665" y="4109"/>
                    <a:pt x="7589" y="4254"/>
                    <a:pt x="8245" y="4759"/>
                  </a:cubicBezTo>
                  <a:cubicBezTo>
                    <a:pt x="8962" y="5301"/>
                    <a:pt x="9763" y="6046"/>
                    <a:pt x="9562" y="6905"/>
                  </a:cubicBezTo>
                  <a:cubicBezTo>
                    <a:pt x="9420" y="7392"/>
                    <a:pt x="8504" y="8966"/>
                    <a:pt x="8245" y="9137"/>
                  </a:cubicBezTo>
                  <a:cubicBezTo>
                    <a:pt x="8093" y="9209"/>
                    <a:pt x="7919" y="9237"/>
                    <a:pt x="7731" y="9237"/>
                  </a:cubicBezTo>
                  <a:cubicBezTo>
                    <a:pt x="7389" y="9237"/>
                    <a:pt x="7001" y="9144"/>
                    <a:pt x="6614" y="9053"/>
                  </a:cubicBezTo>
                  <a:cubicBezTo>
                    <a:pt x="6195" y="8956"/>
                    <a:pt x="5767" y="8859"/>
                    <a:pt x="5356" y="8859"/>
                  </a:cubicBezTo>
                  <a:cubicBezTo>
                    <a:pt x="5036" y="8859"/>
                    <a:pt x="4726" y="8918"/>
                    <a:pt x="4439" y="9080"/>
                  </a:cubicBezTo>
                  <a:cubicBezTo>
                    <a:pt x="3923" y="9366"/>
                    <a:pt x="3694" y="9710"/>
                    <a:pt x="3779" y="10053"/>
                  </a:cubicBezTo>
                  <a:cubicBezTo>
                    <a:pt x="4038" y="10912"/>
                    <a:pt x="6156" y="10970"/>
                    <a:pt x="6184" y="10970"/>
                  </a:cubicBezTo>
                  <a:cubicBezTo>
                    <a:pt x="7615" y="11057"/>
                    <a:pt x="7988" y="11171"/>
                    <a:pt x="8675" y="12431"/>
                  </a:cubicBezTo>
                  <a:cubicBezTo>
                    <a:pt x="8760" y="12602"/>
                    <a:pt x="8790" y="12717"/>
                    <a:pt x="8847" y="12831"/>
                  </a:cubicBezTo>
                  <a:cubicBezTo>
                    <a:pt x="9046" y="13347"/>
                    <a:pt x="9191" y="13660"/>
                    <a:pt x="10077" y="13947"/>
                  </a:cubicBezTo>
                  <a:cubicBezTo>
                    <a:pt x="10191" y="13976"/>
                    <a:pt x="10622" y="14061"/>
                    <a:pt x="11023" y="14061"/>
                  </a:cubicBezTo>
                  <a:cubicBezTo>
                    <a:pt x="11309" y="14061"/>
                    <a:pt x="11565" y="14034"/>
                    <a:pt x="11710" y="13862"/>
                  </a:cubicBezTo>
                  <a:cubicBezTo>
                    <a:pt x="12225" y="13431"/>
                    <a:pt x="11996" y="12744"/>
                    <a:pt x="11794" y="12229"/>
                  </a:cubicBezTo>
                  <a:cubicBezTo>
                    <a:pt x="11767" y="12087"/>
                    <a:pt x="11680" y="11858"/>
                    <a:pt x="11652" y="11744"/>
                  </a:cubicBezTo>
                  <a:cubicBezTo>
                    <a:pt x="11676" y="11731"/>
                    <a:pt x="11715" y="11724"/>
                    <a:pt x="11773" y="11724"/>
                  </a:cubicBezTo>
                  <a:cubicBezTo>
                    <a:pt x="11854" y="11724"/>
                    <a:pt x="11972" y="11738"/>
                    <a:pt x="12138" y="11771"/>
                  </a:cubicBezTo>
                  <a:cubicBezTo>
                    <a:pt x="12340" y="11801"/>
                    <a:pt x="12539" y="11943"/>
                    <a:pt x="12768" y="12115"/>
                  </a:cubicBezTo>
                  <a:cubicBezTo>
                    <a:pt x="13059" y="12303"/>
                    <a:pt x="13430" y="12552"/>
                    <a:pt x="13859" y="12552"/>
                  </a:cubicBezTo>
                  <a:cubicBezTo>
                    <a:pt x="14150" y="12552"/>
                    <a:pt x="14466" y="12438"/>
                    <a:pt x="14801" y="12115"/>
                  </a:cubicBezTo>
                  <a:cubicBezTo>
                    <a:pt x="15172" y="11801"/>
                    <a:pt x="15344" y="11457"/>
                    <a:pt x="15374" y="11084"/>
                  </a:cubicBezTo>
                  <a:cubicBezTo>
                    <a:pt x="15374" y="10512"/>
                    <a:pt x="14943" y="10083"/>
                    <a:pt x="14543" y="9682"/>
                  </a:cubicBezTo>
                  <a:cubicBezTo>
                    <a:pt x="14229" y="9366"/>
                    <a:pt x="13913" y="9053"/>
                    <a:pt x="13943" y="8794"/>
                  </a:cubicBezTo>
                  <a:cubicBezTo>
                    <a:pt x="14000" y="8565"/>
                    <a:pt x="14114" y="8480"/>
                    <a:pt x="14199" y="8450"/>
                  </a:cubicBezTo>
                  <a:cubicBezTo>
                    <a:pt x="14252" y="8436"/>
                    <a:pt x="14311" y="8429"/>
                    <a:pt x="14373" y="8429"/>
                  </a:cubicBezTo>
                  <a:cubicBezTo>
                    <a:pt x="14919" y="8429"/>
                    <a:pt x="15774" y="8941"/>
                    <a:pt x="16031" y="9224"/>
                  </a:cubicBezTo>
                  <a:cubicBezTo>
                    <a:pt x="16146" y="9339"/>
                    <a:pt x="16233" y="9424"/>
                    <a:pt x="16317" y="9538"/>
                  </a:cubicBezTo>
                  <a:cubicBezTo>
                    <a:pt x="16585" y="9852"/>
                    <a:pt x="16825" y="10037"/>
                    <a:pt x="17139" y="10037"/>
                  </a:cubicBezTo>
                  <a:cubicBezTo>
                    <a:pt x="17399" y="10037"/>
                    <a:pt x="17708" y="9910"/>
                    <a:pt x="18122" y="9625"/>
                  </a:cubicBezTo>
                  <a:cubicBezTo>
                    <a:pt x="18752" y="9195"/>
                    <a:pt x="19553" y="8050"/>
                    <a:pt x="19352" y="7049"/>
                  </a:cubicBezTo>
                  <a:cubicBezTo>
                    <a:pt x="19095" y="5989"/>
                    <a:pt x="18294" y="5874"/>
                    <a:pt x="17721" y="5789"/>
                  </a:cubicBezTo>
                  <a:cubicBezTo>
                    <a:pt x="17520" y="5789"/>
                    <a:pt x="17348" y="5760"/>
                    <a:pt x="17176" y="5702"/>
                  </a:cubicBezTo>
                  <a:cubicBezTo>
                    <a:pt x="16634" y="5560"/>
                    <a:pt x="16489" y="5416"/>
                    <a:pt x="16432" y="5331"/>
                  </a:cubicBezTo>
                  <a:cubicBezTo>
                    <a:pt x="16347" y="5217"/>
                    <a:pt x="16432" y="4930"/>
                    <a:pt x="16546" y="4672"/>
                  </a:cubicBezTo>
                  <a:cubicBezTo>
                    <a:pt x="16718" y="4042"/>
                    <a:pt x="17034" y="3156"/>
                    <a:pt x="16031" y="2297"/>
                  </a:cubicBezTo>
                  <a:cubicBezTo>
                    <a:pt x="15542" y="1906"/>
                    <a:pt x="13843" y="1389"/>
                    <a:pt x="12734" y="1389"/>
                  </a:cubicBezTo>
                  <a:cubicBezTo>
                    <a:pt x="12544" y="1389"/>
                    <a:pt x="12371" y="1405"/>
                    <a:pt x="12225" y="1438"/>
                  </a:cubicBezTo>
                  <a:cubicBezTo>
                    <a:pt x="12053" y="1466"/>
                    <a:pt x="11909" y="1523"/>
                    <a:pt x="11794" y="1637"/>
                  </a:cubicBezTo>
                  <a:cubicBezTo>
                    <a:pt x="11565" y="1637"/>
                    <a:pt x="11309" y="1667"/>
                    <a:pt x="11050" y="1667"/>
                  </a:cubicBezTo>
                  <a:cubicBezTo>
                    <a:pt x="10761" y="1698"/>
                    <a:pt x="10463" y="1728"/>
                    <a:pt x="10183" y="1728"/>
                  </a:cubicBezTo>
                  <a:cubicBezTo>
                    <a:pt x="9937" y="1728"/>
                    <a:pt x="9705" y="1705"/>
                    <a:pt x="9504" y="1637"/>
                  </a:cubicBezTo>
                  <a:cubicBezTo>
                    <a:pt x="9218" y="1580"/>
                    <a:pt x="9076" y="1408"/>
                    <a:pt x="8847" y="1209"/>
                  </a:cubicBezTo>
                  <a:cubicBezTo>
                    <a:pt x="8703" y="1037"/>
                    <a:pt x="8531" y="865"/>
                    <a:pt x="8302" y="751"/>
                  </a:cubicBezTo>
                  <a:cubicBezTo>
                    <a:pt x="7879" y="491"/>
                    <a:pt x="7502" y="382"/>
                    <a:pt x="7140" y="382"/>
                  </a:cubicBezTo>
                  <a:cubicBezTo>
                    <a:pt x="6546" y="382"/>
                    <a:pt x="5995" y="674"/>
                    <a:pt x="5355" y="1065"/>
                  </a:cubicBezTo>
                  <a:cubicBezTo>
                    <a:pt x="5297" y="1095"/>
                    <a:pt x="5240" y="1179"/>
                    <a:pt x="5153" y="1236"/>
                  </a:cubicBezTo>
                  <a:cubicBezTo>
                    <a:pt x="4751" y="1587"/>
                    <a:pt x="4498" y="1784"/>
                    <a:pt x="4399" y="1784"/>
                  </a:cubicBezTo>
                  <a:cubicBezTo>
                    <a:pt x="4392" y="1784"/>
                    <a:pt x="4386" y="1783"/>
                    <a:pt x="4381" y="1782"/>
                  </a:cubicBezTo>
                  <a:cubicBezTo>
                    <a:pt x="4466" y="1610"/>
                    <a:pt x="4610" y="1351"/>
                    <a:pt x="4581" y="1065"/>
                  </a:cubicBezTo>
                  <a:cubicBezTo>
                    <a:pt x="4581" y="1037"/>
                    <a:pt x="4553" y="1037"/>
                    <a:pt x="4553" y="1007"/>
                  </a:cubicBezTo>
                  <a:cubicBezTo>
                    <a:pt x="4496" y="865"/>
                    <a:pt x="4496" y="778"/>
                    <a:pt x="4496" y="694"/>
                  </a:cubicBezTo>
                  <a:cubicBezTo>
                    <a:pt x="4439" y="206"/>
                    <a:pt x="4122" y="121"/>
                    <a:pt x="3694" y="34"/>
                  </a:cubicBezTo>
                  <a:cubicBezTo>
                    <a:pt x="3585" y="11"/>
                    <a:pt x="3480" y="0"/>
                    <a:pt x="33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9"/>
            <p:cNvSpPr/>
            <p:nvPr/>
          </p:nvSpPr>
          <p:spPr>
            <a:xfrm>
              <a:off x="7225291" y="804850"/>
              <a:ext cx="153952" cy="47939"/>
            </a:xfrm>
            <a:custGeom>
              <a:avLst/>
              <a:gdLst/>
              <a:ahLst/>
              <a:cxnLst/>
              <a:rect l="l" t="t" r="r" b="b"/>
              <a:pathLst>
                <a:path w="7611" h="2370" extrusionOk="0">
                  <a:moveTo>
                    <a:pt x="5247" y="0"/>
                  </a:moveTo>
                  <a:cubicBezTo>
                    <a:pt x="5132" y="0"/>
                    <a:pt x="5034" y="30"/>
                    <a:pt x="4964" y="97"/>
                  </a:cubicBezTo>
                  <a:lnTo>
                    <a:pt x="4907" y="97"/>
                  </a:lnTo>
                  <a:cubicBezTo>
                    <a:pt x="4219" y="239"/>
                    <a:pt x="3876" y="669"/>
                    <a:pt x="3333" y="898"/>
                  </a:cubicBezTo>
                  <a:cubicBezTo>
                    <a:pt x="3189" y="957"/>
                    <a:pt x="3016" y="974"/>
                    <a:pt x="2834" y="974"/>
                  </a:cubicBezTo>
                  <a:cubicBezTo>
                    <a:pt x="2599" y="974"/>
                    <a:pt x="2350" y="946"/>
                    <a:pt x="2132" y="946"/>
                  </a:cubicBezTo>
                  <a:cubicBezTo>
                    <a:pt x="1947" y="946"/>
                    <a:pt x="1784" y="966"/>
                    <a:pt x="1673" y="1040"/>
                  </a:cubicBezTo>
                  <a:cubicBezTo>
                    <a:pt x="1" y="1961"/>
                    <a:pt x="2039" y="2370"/>
                    <a:pt x="3174" y="2370"/>
                  </a:cubicBezTo>
                  <a:cubicBezTo>
                    <a:pt x="3381" y="2370"/>
                    <a:pt x="3558" y="2356"/>
                    <a:pt x="3677" y="2330"/>
                  </a:cubicBezTo>
                  <a:cubicBezTo>
                    <a:pt x="3758" y="2322"/>
                    <a:pt x="3880" y="2319"/>
                    <a:pt x="4030" y="2319"/>
                  </a:cubicBezTo>
                  <a:cubicBezTo>
                    <a:pt x="4294" y="2319"/>
                    <a:pt x="4645" y="2327"/>
                    <a:pt x="5020" y="2327"/>
                  </a:cubicBezTo>
                  <a:cubicBezTo>
                    <a:pt x="5996" y="2327"/>
                    <a:pt x="7133" y="2275"/>
                    <a:pt x="7311" y="1899"/>
                  </a:cubicBezTo>
                  <a:cubicBezTo>
                    <a:pt x="7610" y="1351"/>
                    <a:pt x="6022" y="0"/>
                    <a:pt x="524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9"/>
            <p:cNvSpPr/>
            <p:nvPr/>
          </p:nvSpPr>
          <p:spPr>
            <a:xfrm>
              <a:off x="7237125" y="797284"/>
              <a:ext cx="148247" cy="62806"/>
            </a:xfrm>
            <a:custGeom>
              <a:avLst/>
              <a:gdLst/>
              <a:ahLst/>
              <a:cxnLst/>
              <a:rect l="l" t="t" r="r" b="b"/>
              <a:pathLst>
                <a:path w="7329" h="3105" extrusionOk="0">
                  <a:moveTo>
                    <a:pt x="4701" y="743"/>
                  </a:moveTo>
                  <a:cubicBezTo>
                    <a:pt x="4852" y="743"/>
                    <a:pt x="5205" y="878"/>
                    <a:pt x="5638" y="1215"/>
                  </a:cubicBezTo>
                  <a:cubicBezTo>
                    <a:pt x="6183" y="1616"/>
                    <a:pt x="6412" y="2017"/>
                    <a:pt x="6412" y="2101"/>
                  </a:cubicBezTo>
                  <a:cubicBezTo>
                    <a:pt x="6154" y="2330"/>
                    <a:pt x="4551" y="2330"/>
                    <a:pt x="3951" y="2330"/>
                  </a:cubicBezTo>
                  <a:cubicBezTo>
                    <a:pt x="3550" y="2330"/>
                    <a:pt x="3234" y="2330"/>
                    <a:pt x="3034" y="2360"/>
                  </a:cubicBezTo>
                  <a:cubicBezTo>
                    <a:pt x="2926" y="2383"/>
                    <a:pt x="2785" y="2393"/>
                    <a:pt x="2628" y="2393"/>
                  </a:cubicBezTo>
                  <a:cubicBezTo>
                    <a:pt x="1996" y="2393"/>
                    <a:pt x="1088" y="2227"/>
                    <a:pt x="859" y="2044"/>
                  </a:cubicBezTo>
                  <a:cubicBezTo>
                    <a:pt x="886" y="1987"/>
                    <a:pt x="1001" y="1872"/>
                    <a:pt x="1287" y="1730"/>
                  </a:cubicBezTo>
                  <a:cubicBezTo>
                    <a:pt x="1331" y="1701"/>
                    <a:pt x="1428" y="1694"/>
                    <a:pt x="1534" y="1694"/>
                  </a:cubicBezTo>
                  <a:cubicBezTo>
                    <a:pt x="1636" y="1694"/>
                    <a:pt x="1748" y="1701"/>
                    <a:pt x="1832" y="1701"/>
                  </a:cubicBezTo>
                  <a:cubicBezTo>
                    <a:pt x="1972" y="1713"/>
                    <a:pt x="2122" y="1725"/>
                    <a:pt x="2272" y="1725"/>
                  </a:cubicBezTo>
                  <a:cubicBezTo>
                    <a:pt x="2489" y="1725"/>
                    <a:pt x="2705" y="1700"/>
                    <a:pt x="2890" y="1616"/>
                  </a:cubicBezTo>
                  <a:cubicBezTo>
                    <a:pt x="3149" y="1501"/>
                    <a:pt x="3348" y="1357"/>
                    <a:pt x="3550" y="1243"/>
                  </a:cubicBezTo>
                  <a:cubicBezTo>
                    <a:pt x="3806" y="1071"/>
                    <a:pt x="4035" y="899"/>
                    <a:pt x="4351" y="842"/>
                  </a:cubicBezTo>
                  <a:cubicBezTo>
                    <a:pt x="4436" y="842"/>
                    <a:pt x="4551" y="814"/>
                    <a:pt x="4638" y="757"/>
                  </a:cubicBezTo>
                  <a:cubicBezTo>
                    <a:pt x="4651" y="748"/>
                    <a:pt x="4672" y="743"/>
                    <a:pt x="4701" y="743"/>
                  </a:cubicBezTo>
                  <a:close/>
                  <a:moveTo>
                    <a:pt x="4657" y="0"/>
                  </a:moveTo>
                  <a:cubicBezTo>
                    <a:pt x="4519" y="0"/>
                    <a:pt x="4385" y="29"/>
                    <a:pt x="4264" y="97"/>
                  </a:cubicBezTo>
                  <a:cubicBezTo>
                    <a:pt x="4264" y="97"/>
                    <a:pt x="4264" y="127"/>
                    <a:pt x="4237" y="127"/>
                  </a:cubicBezTo>
                  <a:cubicBezTo>
                    <a:pt x="3779" y="212"/>
                    <a:pt x="3435" y="441"/>
                    <a:pt x="3149" y="643"/>
                  </a:cubicBezTo>
                  <a:cubicBezTo>
                    <a:pt x="2977" y="757"/>
                    <a:pt x="2805" y="842"/>
                    <a:pt x="2604" y="929"/>
                  </a:cubicBezTo>
                  <a:cubicBezTo>
                    <a:pt x="2500" y="980"/>
                    <a:pt x="2353" y="990"/>
                    <a:pt x="2197" y="990"/>
                  </a:cubicBezTo>
                  <a:cubicBezTo>
                    <a:pt x="2096" y="990"/>
                    <a:pt x="1990" y="986"/>
                    <a:pt x="1889" y="986"/>
                  </a:cubicBezTo>
                  <a:cubicBezTo>
                    <a:pt x="1749" y="975"/>
                    <a:pt x="1612" y="964"/>
                    <a:pt x="1483" y="964"/>
                  </a:cubicBezTo>
                  <a:cubicBezTo>
                    <a:pt x="1269" y="964"/>
                    <a:pt x="1076" y="994"/>
                    <a:pt x="916" y="1101"/>
                  </a:cubicBezTo>
                  <a:cubicBezTo>
                    <a:pt x="257" y="1472"/>
                    <a:pt x="0" y="1845"/>
                    <a:pt x="142" y="2246"/>
                  </a:cubicBezTo>
                  <a:cubicBezTo>
                    <a:pt x="371" y="2933"/>
                    <a:pt x="1860" y="3104"/>
                    <a:pt x="2661" y="3104"/>
                  </a:cubicBezTo>
                  <a:cubicBezTo>
                    <a:pt x="2890" y="3104"/>
                    <a:pt x="3034" y="3104"/>
                    <a:pt x="3119" y="3075"/>
                  </a:cubicBezTo>
                  <a:cubicBezTo>
                    <a:pt x="3167" y="3065"/>
                    <a:pt x="3238" y="3062"/>
                    <a:pt x="3323" y="3062"/>
                  </a:cubicBezTo>
                  <a:cubicBezTo>
                    <a:pt x="3492" y="3062"/>
                    <a:pt x="3722" y="3075"/>
                    <a:pt x="3951" y="3075"/>
                  </a:cubicBezTo>
                  <a:cubicBezTo>
                    <a:pt x="5581" y="3075"/>
                    <a:pt x="6756" y="3017"/>
                    <a:pt x="7042" y="2445"/>
                  </a:cubicBezTo>
                  <a:cubicBezTo>
                    <a:pt x="7328" y="1872"/>
                    <a:pt x="6726" y="1128"/>
                    <a:pt x="6069" y="613"/>
                  </a:cubicBezTo>
                  <a:cubicBezTo>
                    <a:pt x="5840" y="453"/>
                    <a:pt x="5209" y="0"/>
                    <a:pt x="4657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9"/>
            <p:cNvSpPr/>
            <p:nvPr/>
          </p:nvSpPr>
          <p:spPr>
            <a:xfrm>
              <a:off x="7070273" y="1135763"/>
              <a:ext cx="87059" cy="59651"/>
            </a:xfrm>
            <a:custGeom>
              <a:avLst/>
              <a:gdLst/>
              <a:ahLst/>
              <a:cxnLst/>
              <a:rect l="l" t="t" r="r" b="b"/>
              <a:pathLst>
                <a:path w="4304" h="2949" extrusionOk="0">
                  <a:moveTo>
                    <a:pt x="2512" y="1"/>
                  </a:moveTo>
                  <a:cubicBezTo>
                    <a:pt x="2384" y="1"/>
                    <a:pt x="2262" y="35"/>
                    <a:pt x="2149" y="113"/>
                  </a:cubicBezTo>
                  <a:lnTo>
                    <a:pt x="2092" y="198"/>
                  </a:lnTo>
                  <a:cubicBezTo>
                    <a:pt x="1320" y="198"/>
                    <a:pt x="1405" y="628"/>
                    <a:pt x="1062" y="972"/>
                  </a:cubicBezTo>
                  <a:cubicBezTo>
                    <a:pt x="977" y="1114"/>
                    <a:pt x="175" y="2060"/>
                    <a:pt x="175" y="2145"/>
                  </a:cubicBezTo>
                  <a:cubicBezTo>
                    <a:pt x="0" y="2762"/>
                    <a:pt x="171" y="2949"/>
                    <a:pt x="476" y="2949"/>
                  </a:cubicBezTo>
                  <a:cubicBezTo>
                    <a:pt x="920" y="2949"/>
                    <a:pt x="1650" y="2552"/>
                    <a:pt x="2007" y="2518"/>
                  </a:cubicBezTo>
                  <a:cubicBezTo>
                    <a:pt x="2041" y="2514"/>
                    <a:pt x="2076" y="2512"/>
                    <a:pt x="2112" y="2512"/>
                  </a:cubicBezTo>
                  <a:cubicBezTo>
                    <a:pt x="2528" y="2512"/>
                    <a:pt x="3126" y="2739"/>
                    <a:pt x="3580" y="2739"/>
                  </a:cubicBezTo>
                  <a:cubicBezTo>
                    <a:pt x="4005" y="2739"/>
                    <a:pt x="4304" y="2541"/>
                    <a:pt x="4211" y="1774"/>
                  </a:cubicBezTo>
                  <a:cubicBezTo>
                    <a:pt x="4090" y="1093"/>
                    <a:pt x="3225" y="1"/>
                    <a:pt x="251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9"/>
            <p:cNvSpPr/>
            <p:nvPr/>
          </p:nvSpPr>
          <p:spPr>
            <a:xfrm>
              <a:off x="7062788" y="1128521"/>
              <a:ext cx="101380" cy="74397"/>
            </a:xfrm>
            <a:custGeom>
              <a:avLst/>
              <a:gdLst/>
              <a:ahLst/>
              <a:cxnLst/>
              <a:rect l="l" t="t" r="r" b="b"/>
              <a:pathLst>
                <a:path w="5012" h="3678" extrusionOk="0">
                  <a:moveTo>
                    <a:pt x="2867" y="728"/>
                  </a:moveTo>
                  <a:cubicBezTo>
                    <a:pt x="2921" y="728"/>
                    <a:pt x="2992" y="743"/>
                    <a:pt x="3092" y="785"/>
                  </a:cubicBezTo>
                  <a:cubicBezTo>
                    <a:pt x="3607" y="986"/>
                    <a:pt x="4152" y="1758"/>
                    <a:pt x="4210" y="2189"/>
                  </a:cubicBezTo>
                  <a:cubicBezTo>
                    <a:pt x="4267" y="2503"/>
                    <a:pt x="4210" y="2647"/>
                    <a:pt x="4180" y="2704"/>
                  </a:cubicBezTo>
                  <a:cubicBezTo>
                    <a:pt x="4137" y="2739"/>
                    <a:pt x="4066" y="2752"/>
                    <a:pt x="3978" y="2752"/>
                  </a:cubicBezTo>
                  <a:cubicBezTo>
                    <a:pt x="3775" y="2752"/>
                    <a:pt x="3485" y="2678"/>
                    <a:pt x="3264" y="2617"/>
                  </a:cubicBezTo>
                  <a:cubicBezTo>
                    <a:pt x="2966" y="2567"/>
                    <a:pt x="2711" y="2497"/>
                    <a:pt x="2462" y="2497"/>
                  </a:cubicBezTo>
                  <a:cubicBezTo>
                    <a:pt x="2424" y="2497"/>
                    <a:pt x="2386" y="2499"/>
                    <a:pt x="2348" y="2503"/>
                  </a:cubicBezTo>
                  <a:cubicBezTo>
                    <a:pt x="2148" y="2532"/>
                    <a:pt x="1890" y="2617"/>
                    <a:pt x="1633" y="2732"/>
                  </a:cubicBezTo>
                  <a:cubicBezTo>
                    <a:pt x="1432" y="2789"/>
                    <a:pt x="1003" y="2961"/>
                    <a:pt x="832" y="2961"/>
                  </a:cubicBezTo>
                  <a:cubicBezTo>
                    <a:pt x="832" y="2903"/>
                    <a:pt x="832" y="2819"/>
                    <a:pt x="889" y="2647"/>
                  </a:cubicBezTo>
                  <a:cubicBezTo>
                    <a:pt x="946" y="2532"/>
                    <a:pt x="1145" y="2303"/>
                    <a:pt x="1260" y="2132"/>
                  </a:cubicBezTo>
                  <a:cubicBezTo>
                    <a:pt x="1546" y="1816"/>
                    <a:pt x="1661" y="1644"/>
                    <a:pt x="1718" y="1559"/>
                  </a:cubicBezTo>
                  <a:cubicBezTo>
                    <a:pt x="1832" y="1415"/>
                    <a:pt x="1919" y="1300"/>
                    <a:pt x="1977" y="1186"/>
                  </a:cubicBezTo>
                  <a:cubicBezTo>
                    <a:pt x="2091" y="957"/>
                    <a:pt x="2148" y="899"/>
                    <a:pt x="2462" y="899"/>
                  </a:cubicBezTo>
                  <a:cubicBezTo>
                    <a:pt x="2577" y="899"/>
                    <a:pt x="2691" y="842"/>
                    <a:pt x="2748" y="757"/>
                  </a:cubicBezTo>
                  <a:cubicBezTo>
                    <a:pt x="2777" y="743"/>
                    <a:pt x="2813" y="728"/>
                    <a:pt x="2867" y="728"/>
                  </a:cubicBezTo>
                  <a:close/>
                  <a:moveTo>
                    <a:pt x="2892" y="0"/>
                  </a:moveTo>
                  <a:cubicBezTo>
                    <a:pt x="2690" y="0"/>
                    <a:pt x="2496" y="57"/>
                    <a:pt x="2320" y="185"/>
                  </a:cubicBezTo>
                  <a:lnTo>
                    <a:pt x="2290" y="185"/>
                  </a:lnTo>
                  <a:cubicBezTo>
                    <a:pt x="1690" y="242"/>
                    <a:pt x="1489" y="586"/>
                    <a:pt x="1347" y="842"/>
                  </a:cubicBezTo>
                  <a:lnTo>
                    <a:pt x="1175" y="1101"/>
                  </a:lnTo>
                  <a:cubicBezTo>
                    <a:pt x="1145" y="1101"/>
                    <a:pt x="1118" y="1158"/>
                    <a:pt x="1118" y="1186"/>
                  </a:cubicBezTo>
                  <a:cubicBezTo>
                    <a:pt x="1061" y="1243"/>
                    <a:pt x="859" y="1502"/>
                    <a:pt x="717" y="1674"/>
                  </a:cubicBezTo>
                  <a:cubicBezTo>
                    <a:pt x="287" y="2189"/>
                    <a:pt x="202" y="2303"/>
                    <a:pt x="172" y="2445"/>
                  </a:cubicBezTo>
                  <a:cubicBezTo>
                    <a:pt x="115" y="2647"/>
                    <a:pt x="0" y="3190"/>
                    <a:pt x="344" y="3506"/>
                  </a:cubicBezTo>
                  <a:cubicBezTo>
                    <a:pt x="488" y="3620"/>
                    <a:pt x="660" y="3677"/>
                    <a:pt x="832" y="3677"/>
                  </a:cubicBezTo>
                  <a:cubicBezTo>
                    <a:pt x="1175" y="3677"/>
                    <a:pt x="1546" y="3533"/>
                    <a:pt x="1890" y="3391"/>
                  </a:cubicBezTo>
                  <a:cubicBezTo>
                    <a:pt x="2091" y="3334"/>
                    <a:pt x="2320" y="3247"/>
                    <a:pt x="2435" y="3219"/>
                  </a:cubicBezTo>
                  <a:cubicBezTo>
                    <a:pt x="2577" y="3219"/>
                    <a:pt x="2835" y="3277"/>
                    <a:pt x="3092" y="3334"/>
                  </a:cubicBezTo>
                  <a:cubicBezTo>
                    <a:pt x="3380" y="3394"/>
                    <a:pt x="3684" y="3463"/>
                    <a:pt x="3966" y="3463"/>
                  </a:cubicBezTo>
                  <a:cubicBezTo>
                    <a:pt x="4216" y="3463"/>
                    <a:pt x="4449" y="3409"/>
                    <a:pt x="4638" y="3247"/>
                  </a:cubicBezTo>
                  <a:cubicBezTo>
                    <a:pt x="4924" y="2990"/>
                    <a:pt x="5011" y="2617"/>
                    <a:pt x="4924" y="2074"/>
                  </a:cubicBezTo>
                  <a:cubicBezTo>
                    <a:pt x="4810" y="1415"/>
                    <a:pt x="4122" y="441"/>
                    <a:pt x="3378" y="98"/>
                  </a:cubicBezTo>
                  <a:cubicBezTo>
                    <a:pt x="3215" y="35"/>
                    <a:pt x="3051" y="0"/>
                    <a:pt x="289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9"/>
            <p:cNvSpPr/>
            <p:nvPr/>
          </p:nvSpPr>
          <p:spPr>
            <a:xfrm>
              <a:off x="6790319" y="893455"/>
              <a:ext cx="226730" cy="49659"/>
            </a:xfrm>
            <a:custGeom>
              <a:avLst/>
              <a:gdLst/>
              <a:ahLst/>
              <a:cxnLst/>
              <a:rect l="l" t="t" r="r" b="b"/>
              <a:pathLst>
                <a:path w="11209" h="2455" extrusionOk="0">
                  <a:moveTo>
                    <a:pt x="4480" y="0"/>
                  </a:moveTo>
                  <a:cubicBezTo>
                    <a:pt x="2751" y="0"/>
                    <a:pt x="0" y="1492"/>
                    <a:pt x="1877" y="2157"/>
                  </a:cubicBezTo>
                  <a:cubicBezTo>
                    <a:pt x="2127" y="2242"/>
                    <a:pt x="2396" y="2274"/>
                    <a:pt x="2678" y="2274"/>
                  </a:cubicBezTo>
                  <a:cubicBezTo>
                    <a:pt x="3433" y="2274"/>
                    <a:pt x="4277" y="2050"/>
                    <a:pt x="5069" y="2050"/>
                  </a:cubicBezTo>
                  <a:cubicBezTo>
                    <a:pt x="5268" y="2050"/>
                    <a:pt x="5465" y="2064"/>
                    <a:pt x="5655" y="2099"/>
                  </a:cubicBezTo>
                  <a:cubicBezTo>
                    <a:pt x="6328" y="2252"/>
                    <a:pt x="6772" y="2454"/>
                    <a:pt x="7359" y="2454"/>
                  </a:cubicBezTo>
                  <a:cubicBezTo>
                    <a:pt x="7545" y="2454"/>
                    <a:pt x="7746" y="2434"/>
                    <a:pt x="7973" y="2386"/>
                  </a:cubicBezTo>
                  <a:cubicBezTo>
                    <a:pt x="8374" y="2301"/>
                    <a:pt x="10178" y="2157"/>
                    <a:pt x="10435" y="1870"/>
                  </a:cubicBezTo>
                  <a:cubicBezTo>
                    <a:pt x="11209" y="1069"/>
                    <a:pt x="9949" y="641"/>
                    <a:pt x="9347" y="641"/>
                  </a:cubicBezTo>
                  <a:lnTo>
                    <a:pt x="9491" y="641"/>
                  </a:lnTo>
                  <a:cubicBezTo>
                    <a:pt x="9311" y="594"/>
                    <a:pt x="9152" y="574"/>
                    <a:pt x="9010" y="574"/>
                  </a:cubicBezTo>
                  <a:cubicBezTo>
                    <a:pt x="8274" y="574"/>
                    <a:pt x="7974" y="1115"/>
                    <a:pt x="7229" y="1355"/>
                  </a:cubicBezTo>
                  <a:cubicBezTo>
                    <a:pt x="7030" y="1411"/>
                    <a:pt x="6865" y="1436"/>
                    <a:pt x="6727" y="1436"/>
                  </a:cubicBezTo>
                  <a:cubicBezTo>
                    <a:pt x="5951" y="1436"/>
                    <a:pt x="6001" y="647"/>
                    <a:pt x="5369" y="210"/>
                  </a:cubicBezTo>
                  <a:cubicBezTo>
                    <a:pt x="5149" y="63"/>
                    <a:pt x="4836" y="0"/>
                    <a:pt x="4480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9"/>
            <p:cNvSpPr/>
            <p:nvPr/>
          </p:nvSpPr>
          <p:spPr>
            <a:xfrm>
              <a:off x="6807413" y="885909"/>
              <a:ext cx="207878" cy="64526"/>
            </a:xfrm>
            <a:custGeom>
              <a:avLst/>
              <a:gdLst/>
              <a:ahLst/>
              <a:cxnLst/>
              <a:rect l="l" t="t" r="r" b="b"/>
              <a:pathLst>
                <a:path w="10277" h="3190" extrusionOk="0">
                  <a:moveTo>
                    <a:pt x="3665" y="735"/>
                  </a:moveTo>
                  <a:cubicBezTo>
                    <a:pt x="3941" y="735"/>
                    <a:pt x="4172" y="778"/>
                    <a:pt x="4322" y="869"/>
                  </a:cubicBezTo>
                  <a:cubicBezTo>
                    <a:pt x="4524" y="1014"/>
                    <a:pt x="4639" y="1213"/>
                    <a:pt x="4753" y="1414"/>
                  </a:cubicBezTo>
                  <a:cubicBezTo>
                    <a:pt x="4958" y="1734"/>
                    <a:pt x="5218" y="2163"/>
                    <a:pt x="5896" y="2163"/>
                  </a:cubicBezTo>
                  <a:cubicBezTo>
                    <a:pt x="6068" y="2163"/>
                    <a:pt x="6267" y="2136"/>
                    <a:pt x="6498" y="2072"/>
                  </a:cubicBezTo>
                  <a:cubicBezTo>
                    <a:pt x="6842" y="1957"/>
                    <a:pt x="7100" y="1785"/>
                    <a:pt x="7357" y="1643"/>
                  </a:cubicBezTo>
                  <a:cubicBezTo>
                    <a:pt x="7631" y="1469"/>
                    <a:pt x="7840" y="1316"/>
                    <a:pt x="8152" y="1316"/>
                  </a:cubicBezTo>
                  <a:cubicBezTo>
                    <a:pt x="8199" y="1316"/>
                    <a:pt x="8250" y="1320"/>
                    <a:pt x="8303" y="1327"/>
                  </a:cubicBezTo>
                  <a:cubicBezTo>
                    <a:pt x="8360" y="1357"/>
                    <a:pt x="8417" y="1385"/>
                    <a:pt x="8502" y="1385"/>
                  </a:cubicBezTo>
                  <a:cubicBezTo>
                    <a:pt x="8875" y="1385"/>
                    <a:pt x="9391" y="1586"/>
                    <a:pt x="9475" y="1758"/>
                  </a:cubicBezTo>
                  <a:cubicBezTo>
                    <a:pt x="9475" y="1815"/>
                    <a:pt x="9418" y="1900"/>
                    <a:pt x="9333" y="1987"/>
                  </a:cubicBezTo>
                  <a:cubicBezTo>
                    <a:pt x="9132" y="2129"/>
                    <a:pt x="7987" y="2273"/>
                    <a:pt x="7529" y="2330"/>
                  </a:cubicBezTo>
                  <a:cubicBezTo>
                    <a:pt x="7329" y="2358"/>
                    <a:pt x="7158" y="2388"/>
                    <a:pt x="7043" y="2415"/>
                  </a:cubicBezTo>
                  <a:cubicBezTo>
                    <a:pt x="6843" y="2461"/>
                    <a:pt x="6668" y="2481"/>
                    <a:pt x="6505" y="2481"/>
                  </a:cubicBezTo>
                  <a:cubicBezTo>
                    <a:pt x="6156" y="2481"/>
                    <a:pt x="5858" y="2390"/>
                    <a:pt x="5468" y="2273"/>
                  </a:cubicBezTo>
                  <a:cubicBezTo>
                    <a:pt x="5296" y="2216"/>
                    <a:pt x="5097" y="2159"/>
                    <a:pt x="4868" y="2101"/>
                  </a:cubicBezTo>
                  <a:cubicBezTo>
                    <a:pt x="4666" y="2072"/>
                    <a:pt x="4437" y="2044"/>
                    <a:pt x="4238" y="2044"/>
                  </a:cubicBezTo>
                  <a:cubicBezTo>
                    <a:pt x="3807" y="2044"/>
                    <a:pt x="3379" y="2129"/>
                    <a:pt x="2948" y="2186"/>
                  </a:cubicBezTo>
                  <a:cubicBezTo>
                    <a:pt x="2570" y="2236"/>
                    <a:pt x="2200" y="2286"/>
                    <a:pt x="1856" y="2286"/>
                  </a:cubicBezTo>
                  <a:cubicBezTo>
                    <a:pt x="1603" y="2286"/>
                    <a:pt x="1364" y="2259"/>
                    <a:pt x="1146" y="2186"/>
                  </a:cubicBezTo>
                  <a:cubicBezTo>
                    <a:pt x="830" y="2072"/>
                    <a:pt x="773" y="1987"/>
                    <a:pt x="773" y="1957"/>
                  </a:cubicBezTo>
                  <a:cubicBezTo>
                    <a:pt x="773" y="1930"/>
                    <a:pt x="860" y="1701"/>
                    <a:pt x="1345" y="1414"/>
                  </a:cubicBezTo>
                  <a:cubicBezTo>
                    <a:pt x="2056" y="988"/>
                    <a:pt x="2994" y="735"/>
                    <a:pt x="3665" y="735"/>
                  </a:cubicBezTo>
                  <a:close/>
                  <a:moveTo>
                    <a:pt x="3651" y="1"/>
                  </a:moveTo>
                  <a:cubicBezTo>
                    <a:pt x="2748" y="1"/>
                    <a:pt x="1660" y="372"/>
                    <a:pt x="974" y="785"/>
                  </a:cubicBezTo>
                  <a:cubicBezTo>
                    <a:pt x="315" y="1185"/>
                    <a:pt x="1" y="1614"/>
                    <a:pt x="28" y="2044"/>
                  </a:cubicBezTo>
                  <a:cubicBezTo>
                    <a:pt x="86" y="2415"/>
                    <a:pt x="372" y="2701"/>
                    <a:pt x="917" y="2873"/>
                  </a:cubicBezTo>
                  <a:cubicBezTo>
                    <a:pt x="1204" y="2973"/>
                    <a:pt x="1508" y="3008"/>
                    <a:pt x="1822" y="3008"/>
                  </a:cubicBezTo>
                  <a:cubicBezTo>
                    <a:pt x="2225" y="3008"/>
                    <a:pt x="2644" y="2951"/>
                    <a:pt x="3063" y="2903"/>
                  </a:cubicBezTo>
                  <a:cubicBezTo>
                    <a:pt x="3468" y="2841"/>
                    <a:pt x="3874" y="2781"/>
                    <a:pt x="4259" y="2781"/>
                  </a:cubicBezTo>
                  <a:cubicBezTo>
                    <a:pt x="4417" y="2781"/>
                    <a:pt x="4573" y="2791"/>
                    <a:pt x="4723" y="2816"/>
                  </a:cubicBezTo>
                  <a:cubicBezTo>
                    <a:pt x="4925" y="2873"/>
                    <a:pt x="5097" y="2930"/>
                    <a:pt x="5268" y="2960"/>
                  </a:cubicBezTo>
                  <a:cubicBezTo>
                    <a:pt x="5669" y="3075"/>
                    <a:pt x="6040" y="3189"/>
                    <a:pt x="6498" y="3189"/>
                  </a:cubicBezTo>
                  <a:cubicBezTo>
                    <a:pt x="6700" y="3189"/>
                    <a:pt x="6929" y="3159"/>
                    <a:pt x="7185" y="3102"/>
                  </a:cubicBezTo>
                  <a:cubicBezTo>
                    <a:pt x="7272" y="3102"/>
                    <a:pt x="7444" y="3075"/>
                    <a:pt x="7643" y="3045"/>
                  </a:cubicBezTo>
                  <a:cubicBezTo>
                    <a:pt x="8933" y="2903"/>
                    <a:pt x="9590" y="2759"/>
                    <a:pt x="9849" y="2502"/>
                  </a:cubicBezTo>
                  <a:cubicBezTo>
                    <a:pt x="10277" y="2044"/>
                    <a:pt x="10220" y="1643"/>
                    <a:pt x="10135" y="1472"/>
                  </a:cubicBezTo>
                  <a:cubicBezTo>
                    <a:pt x="9906" y="956"/>
                    <a:pt x="9219" y="727"/>
                    <a:pt x="8761" y="670"/>
                  </a:cubicBezTo>
                  <a:lnTo>
                    <a:pt x="8731" y="670"/>
                  </a:lnTo>
                  <a:cubicBezTo>
                    <a:pt x="8523" y="615"/>
                    <a:pt x="8338" y="591"/>
                    <a:pt x="8169" y="591"/>
                  </a:cubicBezTo>
                  <a:cubicBezTo>
                    <a:pt x="7641" y="591"/>
                    <a:pt x="7283" y="824"/>
                    <a:pt x="6956" y="1041"/>
                  </a:cubicBezTo>
                  <a:cubicBezTo>
                    <a:pt x="6727" y="1185"/>
                    <a:pt x="6528" y="1300"/>
                    <a:pt x="6269" y="1385"/>
                  </a:cubicBezTo>
                  <a:cubicBezTo>
                    <a:pt x="6106" y="1433"/>
                    <a:pt x="5983" y="1457"/>
                    <a:pt x="5884" y="1457"/>
                  </a:cubicBezTo>
                  <a:cubicBezTo>
                    <a:pt x="5637" y="1457"/>
                    <a:pt x="5547" y="1308"/>
                    <a:pt x="5383" y="1041"/>
                  </a:cubicBezTo>
                  <a:cubicBezTo>
                    <a:pt x="5239" y="785"/>
                    <a:pt x="5067" y="498"/>
                    <a:pt x="4723" y="269"/>
                  </a:cubicBezTo>
                  <a:cubicBezTo>
                    <a:pt x="4444" y="79"/>
                    <a:pt x="4067" y="1"/>
                    <a:pt x="3651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9"/>
            <p:cNvSpPr/>
            <p:nvPr/>
          </p:nvSpPr>
          <p:spPr>
            <a:xfrm>
              <a:off x="7041932" y="890198"/>
              <a:ext cx="82852" cy="41385"/>
            </a:xfrm>
            <a:custGeom>
              <a:avLst/>
              <a:gdLst/>
              <a:ahLst/>
              <a:cxnLst/>
              <a:rect l="l" t="t" r="r" b="b"/>
              <a:pathLst>
                <a:path w="4096" h="2046" extrusionOk="0">
                  <a:moveTo>
                    <a:pt x="4041" y="864"/>
                  </a:moveTo>
                  <a:cubicBezTo>
                    <a:pt x="4040" y="871"/>
                    <a:pt x="4039" y="879"/>
                    <a:pt x="4038" y="886"/>
                  </a:cubicBezTo>
                  <a:cubicBezTo>
                    <a:pt x="4041" y="875"/>
                    <a:pt x="4042" y="868"/>
                    <a:pt x="4041" y="864"/>
                  </a:cubicBezTo>
                  <a:close/>
                  <a:moveTo>
                    <a:pt x="3408" y="0"/>
                  </a:moveTo>
                  <a:lnTo>
                    <a:pt x="3695" y="142"/>
                  </a:lnTo>
                  <a:cubicBezTo>
                    <a:pt x="2520" y="142"/>
                    <a:pt x="2520" y="229"/>
                    <a:pt x="1634" y="802"/>
                  </a:cubicBezTo>
                  <a:cubicBezTo>
                    <a:pt x="889" y="1230"/>
                    <a:pt x="1" y="1459"/>
                    <a:pt x="1233" y="1974"/>
                  </a:cubicBezTo>
                  <a:cubicBezTo>
                    <a:pt x="1389" y="2023"/>
                    <a:pt x="1653" y="2046"/>
                    <a:pt x="1950" y="2046"/>
                  </a:cubicBezTo>
                  <a:cubicBezTo>
                    <a:pt x="2504" y="2046"/>
                    <a:pt x="3173" y="1968"/>
                    <a:pt x="3469" y="1843"/>
                  </a:cubicBezTo>
                  <a:lnTo>
                    <a:pt x="3469" y="1843"/>
                  </a:lnTo>
                  <a:cubicBezTo>
                    <a:pt x="3469" y="1843"/>
                    <a:pt x="3470" y="1843"/>
                    <a:pt x="3470" y="1843"/>
                  </a:cubicBezTo>
                  <a:cubicBezTo>
                    <a:pt x="3475" y="1843"/>
                    <a:pt x="3483" y="1839"/>
                    <a:pt x="3493" y="1832"/>
                  </a:cubicBezTo>
                  <a:lnTo>
                    <a:pt x="3493" y="1832"/>
                  </a:lnTo>
                  <a:cubicBezTo>
                    <a:pt x="3485" y="1836"/>
                    <a:pt x="3477" y="1839"/>
                    <a:pt x="3469" y="1843"/>
                  </a:cubicBezTo>
                  <a:lnTo>
                    <a:pt x="3469" y="1843"/>
                  </a:lnTo>
                  <a:cubicBezTo>
                    <a:pt x="3387" y="1835"/>
                    <a:pt x="3977" y="859"/>
                    <a:pt x="4036" y="859"/>
                  </a:cubicBezTo>
                  <a:cubicBezTo>
                    <a:pt x="4039" y="859"/>
                    <a:pt x="4040" y="861"/>
                    <a:pt x="4041" y="864"/>
                  </a:cubicBezTo>
                  <a:lnTo>
                    <a:pt x="4041" y="864"/>
                  </a:lnTo>
                  <a:cubicBezTo>
                    <a:pt x="4095" y="360"/>
                    <a:pt x="4085" y="0"/>
                    <a:pt x="3408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9"/>
            <p:cNvSpPr/>
            <p:nvPr/>
          </p:nvSpPr>
          <p:spPr>
            <a:xfrm>
              <a:off x="7046564" y="883239"/>
              <a:ext cx="86331" cy="55605"/>
            </a:xfrm>
            <a:custGeom>
              <a:avLst/>
              <a:gdLst/>
              <a:ahLst/>
              <a:cxnLst/>
              <a:rect l="l" t="t" r="r" b="b"/>
              <a:pathLst>
                <a:path w="4268" h="2749" extrusionOk="0">
                  <a:moveTo>
                    <a:pt x="3466" y="859"/>
                  </a:moveTo>
                  <a:lnTo>
                    <a:pt x="3466" y="1031"/>
                  </a:lnTo>
                  <a:cubicBezTo>
                    <a:pt x="3466" y="1059"/>
                    <a:pt x="3436" y="1059"/>
                    <a:pt x="3436" y="1059"/>
                  </a:cubicBezTo>
                  <a:cubicBezTo>
                    <a:pt x="3150" y="1432"/>
                    <a:pt x="3008" y="1718"/>
                    <a:pt x="2921" y="1890"/>
                  </a:cubicBezTo>
                  <a:cubicBezTo>
                    <a:pt x="2634" y="1979"/>
                    <a:pt x="2137" y="2023"/>
                    <a:pt x="1726" y="2023"/>
                  </a:cubicBezTo>
                  <a:cubicBezTo>
                    <a:pt x="1479" y="2023"/>
                    <a:pt x="1264" y="2007"/>
                    <a:pt x="1146" y="1975"/>
                  </a:cubicBezTo>
                  <a:cubicBezTo>
                    <a:pt x="1004" y="1917"/>
                    <a:pt x="917" y="1890"/>
                    <a:pt x="859" y="1860"/>
                  </a:cubicBezTo>
                  <a:cubicBezTo>
                    <a:pt x="974" y="1803"/>
                    <a:pt x="1089" y="1718"/>
                    <a:pt x="1176" y="1688"/>
                  </a:cubicBezTo>
                  <a:cubicBezTo>
                    <a:pt x="1318" y="1604"/>
                    <a:pt x="1462" y="1546"/>
                    <a:pt x="1604" y="1459"/>
                  </a:cubicBezTo>
                  <a:lnTo>
                    <a:pt x="1805" y="1317"/>
                  </a:lnTo>
                  <a:cubicBezTo>
                    <a:pt x="2492" y="887"/>
                    <a:pt x="2520" y="859"/>
                    <a:pt x="3466" y="859"/>
                  </a:cubicBezTo>
                  <a:close/>
                  <a:moveTo>
                    <a:pt x="3179" y="0"/>
                  </a:moveTo>
                  <a:cubicBezTo>
                    <a:pt x="3065" y="0"/>
                    <a:pt x="2950" y="58"/>
                    <a:pt x="2893" y="142"/>
                  </a:cubicBezTo>
                  <a:cubicBezTo>
                    <a:pt x="2234" y="172"/>
                    <a:pt x="2005" y="314"/>
                    <a:pt x="1405" y="715"/>
                  </a:cubicBezTo>
                  <a:lnTo>
                    <a:pt x="1233" y="830"/>
                  </a:lnTo>
                  <a:cubicBezTo>
                    <a:pt x="1089" y="917"/>
                    <a:pt x="974" y="974"/>
                    <a:pt x="859" y="1031"/>
                  </a:cubicBezTo>
                  <a:cubicBezTo>
                    <a:pt x="401" y="1260"/>
                    <a:pt x="1" y="1459"/>
                    <a:pt x="30" y="1860"/>
                  </a:cubicBezTo>
                  <a:cubicBezTo>
                    <a:pt x="30" y="2261"/>
                    <a:pt x="431" y="2462"/>
                    <a:pt x="889" y="2662"/>
                  </a:cubicBezTo>
                  <a:cubicBezTo>
                    <a:pt x="1089" y="2719"/>
                    <a:pt x="1405" y="2749"/>
                    <a:pt x="1776" y="2749"/>
                  </a:cubicBezTo>
                  <a:cubicBezTo>
                    <a:pt x="2378" y="2749"/>
                    <a:pt x="3092" y="2662"/>
                    <a:pt x="3436" y="2490"/>
                  </a:cubicBezTo>
                  <a:lnTo>
                    <a:pt x="3466" y="2462"/>
                  </a:lnTo>
                  <a:cubicBezTo>
                    <a:pt x="3580" y="2375"/>
                    <a:pt x="3637" y="2261"/>
                    <a:pt x="3608" y="2146"/>
                  </a:cubicBezTo>
                  <a:cubicBezTo>
                    <a:pt x="3722" y="1975"/>
                    <a:pt x="3894" y="1661"/>
                    <a:pt x="4008" y="1517"/>
                  </a:cubicBezTo>
                  <a:cubicBezTo>
                    <a:pt x="4066" y="1489"/>
                    <a:pt x="4123" y="1402"/>
                    <a:pt x="4153" y="1317"/>
                  </a:cubicBezTo>
                  <a:lnTo>
                    <a:pt x="4153" y="1260"/>
                  </a:lnTo>
                  <a:cubicBezTo>
                    <a:pt x="4210" y="1001"/>
                    <a:pt x="4267" y="573"/>
                    <a:pt x="4008" y="287"/>
                  </a:cubicBezTo>
                  <a:cubicBezTo>
                    <a:pt x="3837" y="85"/>
                    <a:pt x="3550" y="0"/>
                    <a:pt x="317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9"/>
            <p:cNvSpPr/>
            <p:nvPr/>
          </p:nvSpPr>
          <p:spPr>
            <a:xfrm>
              <a:off x="6969571" y="948438"/>
              <a:ext cx="102493" cy="65092"/>
            </a:xfrm>
            <a:custGeom>
              <a:avLst/>
              <a:gdLst/>
              <a:ahLst/>
              <a:cxnLst/>
              <a:rect l="l" t="t" r="r" b="b"/>
              <a:pathLst>
                <a:path w="5067" h="3218" extrusionOk="0">
                  <a:moveTo>
                    <a:pt x="3405" y="1"/>
                  </a:moveTo>
                  <a:cubicBezTo>
                    <a:pt x="2536" y="1"/>
                    <a:pt x="2229" y="724"/>
                    <a:pt x="1375" y="1129"/>
                  </a:cubicBezTo>
                  <a:cubicBezTo>
                    <a:pt x="1236" y="1180"/>
                    <a:pt x="1100" y="1190"/>
                    <a:pt x="973" y="1190"/>
                  </a:cubicBezTo>
                  <a:cubicBezTo>
                    <a:pt x="890" y="1190"/>
                    <a:pt x="810" y="1185"/>
                    <a:pt x="735" y="1185"/>
                  </a:cubicBezTo>
                  <a:cubicBezTo>
                    <a:pt x="471" y="1185"/>
                    <a:pt x="259" y="1237"/>
                    <a:pt x="142" y="1701"/>
                  </a:cubicBezTo>
                  <a:cubicBezTo>
                    <a:pt x="0" y="2359"/>
                    <a:pt x="543" y="2503"/>
                    <a:pt x="974" y="2789"/>
                  </a:cubicBezTo>
                  <a:cubicBezTo>
                    <a:pt x="1373" y="3096"/>
                    <a:pt x="1643" y="3218"/>
                    <a:pt x="1864" y="3218"/>
                  </a:cubicBezTo>
                  <a:cubicBezTo>
                    <a:pt x="2324" y="3218"/>
                    <a:pt x="2576" y="2689"/>
                    <a:pt x="3349" y="2187"/>
                  </a:cubicBezTo>
                  <a:cubicBezTo>
                    <a:pt x="3779" y="1988"/>
                    <a:pt x="4265" y="2130"/>
                    <a:pt x="4608" y="1759"/>
                  </a:cubicBezTo>
                  <a:cubicBezTo>
                    <a:pt x="5009" y="1328"/>
                    <a:pt x="5066" y="526"/>
                    <a:pt x="4466" y="327"/>
                  </a:cubicBezTo>
                  <a:lnTo>
                    <a:pt x="4265" y="183"/>
                  </a:lnTo>
                  <a:cubicBezTo>
                    <a:pt x="3921" y="54"/>
                    <a:pt x="3642" y="1"/>
                    <a:pt x="3405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9"/>
            <p:cNvSpPr/>
            <p:nvPr/>
          </p:nvSpPr>
          <p:spPr>
            <a:xfrm>
              <a:off x="6962026" y="940974"/>
              <a:ext cx="115823" cy="79494"/>
            </a:xfrm>
            <a:custGeom>
              <a:avLst/>
              <a:gdLst/>
              <a:ahLst/>
              <a:cxnLst/>
              <a:rect l="l" t="t" r="r" b="b"/>
              <a:pathLst>
                <a:path w="5726" h="3930" extrusionOk="0">
                  <a:moveTo>
                    <a:pt x="3816" y="727"/>
                  </a:moveTo>
                  <a:cubicBezTo>
                    <a:pt x="4001" y="727"/>
                    <a:pt x="4219" y="770"/>
                    <a:pt x="4496" y="868"/>
                  </a:cubicBezTo>
                  <a:lnTo>
                    <a:pt x="4523" y="895"/>
                  </a:lnTo>
                  <a:cubicBezTo>
                    <a:pt x="4580" y="953"/>
                    <a:pt x="4638" y="1010"/>
                    <a:pt x="4725" y="1040"/>
                  </a:cubicBezTo>
                  <a:cubicBezTo>
                    <a:pt x="4809" y="1067"/>
                    <a:pt x="4896" y="1124"/>
                    <a:pt x="4924" y="1239"/>
                  </a:cubicBezTo>
                  <a:cubicBezTo>
                    <a:pt x="4954" y="1440"/>
                    <a:pt x="4867" y="1697"/>
                    <a:pt x="4695" y="1899"/>
                  </a:cubicBezTo>
                  <a:cubicBezTo>
                    <a:pt x="4580" y="2013"/>
                    <a:pt x="4466" y="2041"/>
                    <a:pt x="4209" y="2070"/>
                  </a:cubicBezTo>
                  <a:cubicBezTo>
                    <a:pt x="4008" y="2098"/>
                    <a:pt x="3779" y="2128"/>
                    <a:pt x="3550" y="2270"/>
                  </a:cubicBezTo>
                  <a:cubicBezTo>
                    <a:pt x="3179" y="2471"/>
                    <a:pt x="2950" y="2700"/>
                    <a:pt x="2748" y="2899"/>
                  </a:cubicBezTo>
                  <a:cubicBezTo>
                    <a:pt x="2506" y="3100"/>
                    <a:pt x="2370" y="3214"/>
                    <a:pt x="2212" y="3214"/>
                  </a:cubicBezTo>
                  <a:cubicBezTo>
                    <a:pt x="2055" y="3214"/>
                    <a:pt x="1876" y="3100"/>
                    <a:pt x="1546" y="2842"/>
                  </a:cubicBezTo>
                  <a:cubicBezTo>
                    <a:pt x="1461" y="2785"/>
                    <a:pt x="1374" y="2728"/>
                    <a:pt x="1260" y="2670"/>
                  </a:cubicBezTo>
                  <a:cubicBezTo>
                    <a:pt x="889" y="2441"/>
                    <a:pt x="831" y="2384"/>
                    <a:pt x="859" y="2155"/>
                  </a:cubicBezTo>
                  <a:cubicBezTo>
                    <a:pt x="916" y="1926"/>
                    <a:pt x="916" y="1926"/>
                    <a:pt x="1118" y="1926"/>
                  </a:cubicBezTo>
                  <a:lnTo>
                    <a:pt x="1203" y="1926"/>
                  </a:lnTo>
                  <a:cubicBezTo>
                    <a:pt x="1404" y="1926"/>
                    <a:pt x="1633" y="1926"/>
                    <a:pt x="1890" y="1811"/>
                  </a:cubicBezTo>
                  <a:cubicBezTo>
                    <a:pt x="2290" y="1640"/>
                    <a:pt x="2577" y="1411"/>
                    <a:pt x="2806" y="1211"/>
                  </a:cubicBezTo>
                  <a:cubicBezTo>
                    <a:pt x="3160" y="936"/>
                    <a:pt x="3407" y="727"/>
                    <a:pt x="3816" y="727"/>
                  </a:cubicBezTo>
                  <a:close/>
                  <a:moveTo>
                    <a:pt x="3759" y="1"/>
                  </a:moveTo>
                  <a:cubicBezTo>
                    <a:pt x="3120" y="1"/>
                    <a:pt x="2727" y="320"/>
                    <a:pt x="2348" y="639"/>
                  </a:cubicBezTo>
                  <a:cubicBezTo>
                    <a:pt x="2119" y="811"/>
                    <a:pt x="1890" y="1010"/>
                    <a:pt x="1603" y="1154"/>
                  </a:cubicBezTo>
                  <a:cubicBezTo>
                    <a:pt x="1489" y="1182"/>
                    <a:pt x="1374" y="1182"/>
                    <a:pt x="1232" y="1182"/>
                  </a:cubicBezTo>
                  <a:cubicBezTo>
                    <a:pt x="889" y="1182"/>
                    <a:pt x="373" y="1182"/>
                    <a:pt x="144" y="1983"/>
                  </a:cubicBezTo>
                  <a:cubicBezTo>
                    <a:pt x="0" y="2757"/>
                    <a:pt x="545" y="3101"/>
                    <a:pt x="889" y="3300"/>
                  </a:cubicBezTo>
                  <a:cubicBezTo>
                    <a:pt x="973" y="3357"/>
                    <a:pt x="1061" y="3387"/>
                    <a:pt x="1118" y="3444"/>
                  </a:cubicBezTo>
                  <a:cubicBezTo>
                    <a:pt x="1576" y="3788"/>
                    <a:pt x="1947" y="3930"/>
                    <a:pt x="2233" y="3930"/>
                  </a:cubicBezTo>
                  <a:cubicBezTo>
                    <a:pt x="2606" y="3930"/>
                    <a:pt x="2893" y="3731"/>
                    <a:pt x="3206" y="3415"/>
                  </a:cubicBezTo>
                  <a:cubicBezTo>
                    <a:pt x="3408" y="3273"/>
                    <a:pt x="3637" y="3071"/>
                    <a:pt x="3893" y="2899"/>
                  </a:cubicBezTo>
                  <a:cubicBezTo>
                    <a:pt x="4008" y="2842"/>
                    <a:pt x="4152" y="2815"/>
                    <a:pt x="4324" y="2785"/>
                  </a:cubicBezTo>
                  <a:cubicBezTo>
                    <a:pt x="4610" y="2728"/>
                    <a:pt x="4954" y="2700"/>
                    <a:pt x="5240" y="2384"/>
                  </a:cubicBezTo>
                  <a:cubicBezTo>
                    <a:pt x="5584" y="2013"/>
                    <a:pt x="5726" y="1525"/>
                    <a:pt x="5611" y="1067"/>
                  </a:cubicBezTo>
                  <a:cubicBezTo>
                    <a:pt x="5526" y="724"/>
                    <a:pt x="5297" y="467"/>
                    <a:pt x="4954" y="353"/>
                  </a:cubicBezTo>
                  <a:lnTo>
                    <a:pt x="4924" y="323"/>
                  </a:lnTo>
                  <a:cubicBezTo>
                    <a:pt x="4896" y="266"/>
                    <a:pt x="4839" y="238"/>
                    <a:pt x="4752" y="208"/>
                  </a:cubicBezTo>
                  <a:cubicBezTo>
                    <a:pt x="4362" y="61"/>
                    <a:pt x="4037" y="1"/>
                    <a:pt x="375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9"/>
            <p:cNvSpPr/>
            <p:nvPr/>
          </p:nvSpPr>
          <p:spPr>
            <a:xfrm>
              <a:off x="7091736" y="837440"/>
              <a:ext cx="71828" cy="35863"/>
            </a:xfrm>
            <a:custGeom>
              <a:avLst/>
              <a:gdLst/>
              <a:ahLst/>
              <a:cxnLst/>
              <a:rect l="l" t="t" r="r" b="b"/>
              <a:pathLst>
                <a:path w="3551" h="1773" extrusionOk="0">
                  <a:moveTo>
                    <a:pt x="964" y="0"/>
                  </a:moveTo>
                  <a:cubicBezTo>
                    <a:pt x="760" y="0"/>
                    <a:pt x="603" y="23"/>
                    <a:pt x="546" y="89"/>
                  </a:cubicBezTo>
                  <a:cubicBezTo>
                    <a:pt x="1" y="517"/>
                    <a:pt x="889" y="1520"/>
                    <a:pt x="1290" y="1662"/>
                  </a:cubicBezTo>
                  <a:cubicBezTo>
                    <a:pt x="1431" y="1738"/>
                    <a:pt x="1637" y="1773"/>
                    <a:pt x="1861" y="1773"/>
                  </a:cubicBezTo>
                  <a:cubicBezTo>
                    <a:pt x="2319" y="1773"/>
                    <a:pt x="2853" y="1626"/>
                    <a:pt x="3065" y="1376"/>
                  </a:cubicBezTo>
                  <a:cubicBezTo>
                    <a:pt x="3550" y="890"/>
                    <a:pt x="3550" y="89"/>
                    <a:pt x="2749" y="89"/>
                  </a:cubicBezTo>
                  <a:lnTo>
                    <a:pt x="2520" y="146"/>
                  </a:lnTo>
                  <a:cubicBezTo>
                    <a:pt x="2274" y="146"/>
                    <a:pt x="1474" y="0"/>
                    <a:pt x="964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9"/>
            <p:cNvSpPr/>
            <p:nvPr/>
          </p:nvSpPr>
          <p:spPr>
            <a:xfrm>
              <a:off x="7091190" y="830016"/>
              <a:ext cx="78766" cy="50913"/>
            </a:xfrm>
            <a:custGeom>
              <a:avLst/>
              <a:gdLst/>
              <a:ahLst/>
              <a:cxnLst/>
              <a:rect l="l" t="t" r="r" b="b"/>
              <a:pathLst>
                <a:path w="3894" h="2517" extrusionOk="0">
                  <a:moveTo>
                    <a:pt x="983" y="723"/>
                  </a:moveTo>
                  <a:cubicBezTo>
                    <a:pt x="1275" y="723"/>
                    <a:pt x="1734" y="783"/>
                    <a:pt x="1974" y="827"/>
                  </a:cubicBezTo>
                  <a:cubicBezTo>
                    <a:pt x="2191" y="856"/>
                    <a:pt x="2357" y="878"/>
                    <a:pt x="2486" y="878"/>
                  </a:cubicBezTo>
                  <a:cubicBezTo>
                    <a:pt x="2613" y="878"/>
                    <a:pt x="2705" y="856"/>
                    <a:pt x="2776" y="799"/>
                  </a:cubicBezTo>
                  <a:cubicBezTo>
                    <a:pt x="2890" y="799"/>
                    <a:pt x="3005" y="827"/>
                    <a:pt x="3062" y="914"/>
                  </a:cubicBezTo>
                  <a:cubicBezTo>
                    <a:pt x="3092" y="1028"/>
                    <a:pt x="3035" y="1285"/>
                    <a:pt x="2833" y="1514"/>
                  </a:cubicBezTo>
                  <a:cubicBezTo>
                    <a:pt x="2673" y="1674"/>
                    <a:pt x="2207" y="1778"/>
                    <a:pt x="1852" y="1778"/>
                  </a:cubicBezTo>
                  <a:cubicBezTo>
                    <a:pt x="1699" y="1778"/>
                    <a:pt x="1566" y="1758"/>
                    <a:pt x="1489" y="1715"/>
                  </a:cubicBezTo>
                  <a:cubicBezTo>
                    <a:pt x="1489" y="1715"/>
                    <a:pt x="1459" y="1715"/>
                    <a:pt x="1459" y="1686"/>
                  </a:cubicBezTo>
                  <a:cubicBezTo>
                    <a:pt x="1260" y="1628"/>
                    <a:pt x="829" y="1200"/>
                    <a:pt x="772" y="857"/>
                  </a:cubicBezTo>
                  <a:cubicBezTo>
                    <a:pt x="744" y="770"/>
                    <a:pt x="772" y="742"/>
                    <a:pt x="772" y="742"/>
                  </a:cubicBezTo>
                  <a:cubicBezTo>
                    <a:pt x="819" y="729"/>
                    <a:pt x="893" y="723"/>
                    <a:pt x="983" y="723"/>
                  </a:cubicBezTo>
                  <a:close/>
                  <a:moveTo>
                    <a:pt x="954" y="1"/>
                  </a:moveTo>
                  <a:cubicBezTo>
                    <a:pt x="652" y="1"/>
                    <a:pt x="448" y="50"/>
                    <a:pt x="314" y="170"/>
                  </a:cubicBezTo>
                  <a:cubicBezTo>
                    <a:pt x="85" y="369"/>
                    <a:pt x="0" y="655"/>
                    <a:pt x="57" y="971"/>
                  </a:cubicBezTo>
                  <a:cubicBezTo>
                    <a:pt x="142" y="1571"/>
                    <a:pt x="772" y="2201"/>
                    <a:pt x="1173" y="2373"/>
                  </a:cubicBezTo>
                  <a:cubicBezTo>
                    <a:pt x="1374" y="2460"/>
                    <a:pt x="1603" y="2517"/>
                    <a:pt x="1860" y="2517"/>
                  </a:cubicBezTo>
                  <a:cubicBezTo>
                    <a:pt x="2432" y="2517"/>
                    <a:pt x="3062" y="2315"/>
                    <a:pt x="3378" y="2002"/>
                  </a:cubicBezTo>
                  <a:cubicBezTo>
                    <a:pt x="3749" y="1601"/>
                    <a:pt x="3893" y="1056"/>
                    <a:pt x="3722" y="628"/>
                  </a:cubicBezTo>
                  <a:cubicBezTo>
                    <a:pt x="3577" y="284"/>
                    <a:pt x="3234" y="83"/>
                    <a:pt x="2776" y="83"/>
                  </a:cubicBezTo>
                  <a:cubicBezTo>
                    <a:pt x="2691" y="83"/>
                    <a:pt x="2604" y="112"/>
                    <a:pt x="2547" y="170"/>
                  </a:cubicBezTo>
                  <a:cubicBezTo>
                    <a:pt x="2462" y="140"/>
                    <a:pt x="2260" y="140"/>
                    <a:pt x="2061" y="112"/>
                  </a:cubicBezTo>
                  <a:cubicBezTo>
                    <a:pt x="1594" y="43"/>
                    <a:pt x="1233" y="1"/>
                    <a:pt x="95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9"/>
            <p:cNvSpPr/>
            <p:nvPr/>
          </p:nvSpPr>
          <p:spPr>
            <a:xfrm>
              <a:off x="7072053" y="949248"/>
              <a:ext cx="100207" cy="45350"/>
            </a:xfrm>
            <a:custGeom>
              <a:avLst/>
              <a:gdLst/>
              <a:ahLst/>
              <a:cxnLst/>
              <a:rect l="l" t="t" r="r" b="b"/>
              <a:pathLst>
                <a:path w="4954" h="2242" extrusionOk="0">
                  <a:moveTo>
                    <a:pt x="3923" y="1"/>
                  </a:moveTo>
                  <a:cubicBezTo>
                    <a:pt x="3923" y="1"/>
                    <a:pt x="3923" y="1"/>
                    <a:pt x="3923" y="1"/>
                  </a:cubicBezTo>
                  <a:lnTo>
                    <a:pt x="3923" y="1"/>
                  </a:lnTo>
                  <a:cubicBezTo>
                    <a:pt x="3961" y="1"/>
                    <a:pt x="3999" y="1"/>
                    <a:pt x="4038" y="1"/>
                  </a:cubicBezTo>
                  <a:close/>
                  <a:moveTo>
                    <a:pt x="3923" y="1"/>
                  </a:moveTo>
                  <a:cubicBezTo>
                    <a:pt x="2736" y="2"/>
                    <a:pt x="2522" y="24"/>
                    <a:pt x="1661" y="773"/>
                  </a:cubicBezTo>
                  <a:cubicBezTo>
                    <a:pt x="1232" y="1089"/>
                    <a:pt x="0" y="1803"/>
                    <a:pt x="1175" y="2234"/>
                  </a:cubicBezTo>
                  <a:cubicBezTo>
                    <a:pt x="1187" y="2239"/>
                    <a:pt x="1206" y="2241"/>
                    <a:pt x="1230" y="2241"/>
                  </a:cubicBezTo>
                  <a:cubicBezTo>
                    <a:pt x="1616" y="2241"/>
                    <a:pt x="3453" y="1653"/>
                    <a:pt x="3722" y="1517"/>
                  </a:cubicBezTo>
                  <a:cubicBezTo>
                    <a:pt x="4267" y="1231"/>
                    <a:pt x="4954" y="200"/>
                    <a:pt x="392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9"/>
            <p:cNvSpPr/>
            <p:nvPr/>
          </p:nvSpPr>
          <p:spPr>
            <a:xfrm>
              <a:off x="7077293" y="941702"/>
              <a:ext cx="93815" cy="60237"/>
            </a:xfrm>
            <a:custGeom>
              <a:avLst/>
              <a:gdLst/>
              <a:ahLst/>
              <a:cxnLst/>
              <a:rect l="l" t="t" r="r" b="b"/>
              <a:pathLst>
                <a:path w="4638" h="2978" extrusionOk="0">
                  <a:moveTo>
                    <a:pt x="3607" y="717"/>
                  </a:moveTo>
                  <a:cubicBezTo>
                    <a:pt x="3692" y="745"/>
                    <a:pt x="3806" y="775"/>
                    <a:pt x="3836" y="832"/>
                  </a:cubicBezTo>
                  <a:cubicBezTo>
                    <a:pt x="3836" y="1004"/>
                    <a:pt x="3577" y="1404"/>
                    <a:pt x="3291" y="1546"/>
                  </a:cubicBezTo>
                  <a:cubicBezTo>
                    <a:pt x="3062" y="1691"/>
                    <a:pt x="1344" y="2206"/>
                    <a:pt x="1001" y="2234"/>
                  </a:cubicBezTo>
                  <a:cubicBezTo>
                    <a:pt x="859" y="2176"/>
                    <a:pt x="802" y="2149"/>
                    <a:pt x="802" y="2149"/>
                  </a:cubicBezTo>
                  <a:cubicBezTo>
                    <a:pt x="829" y="2034"/>
                    <a:pt x="1058" y="1833"/>
                    <a:pt x="1489" y="1546"/>
                  </a:cubicBezTo>
                  <a:lnTo>
                    <a:pt x="1631" y="1432"/>
                  </a:lnTo>
                  <a:cubicBezTo>
                    <a:pt x="2375" y="745"/>
                    <a:pt x="2519" y="717"/>
                    <a:pt x="3607" y="717"/>
                  </a:cubicBezTo>
                  <a:close/>
                  <a:moveTo>
                    <a:pt x="3635" y="1"/>
                  </a:moveTo>
                  <a:cubicBezTo>
                    <a:pt x="2375" y="1"/>
                    <a:pt x="2089" y="58"/>
                    <a:pt x="1173" y="859"/>
                  </a:cubicBezTo>
                  <a:lnTo>
                    <a:pt x="1058" y="946"/>
                  </a:lnTo>
                  <a:cubicBezTo>
                    <a:pt x="630" y="1233"/>
                    <a:pt x="0" y="1661"/>
                    <a:pt x="57" y="2234"/>
                  </a:cubicBezTo>
                  <a:cubicBezTo>
                    <a:pt x="115" y="2550"/>
                    <a:pt x="344" y="2779"/>
                    <a:pt x="802" y="2950"/>
                  </a:cubicBezTo>
                  <a:cubicBezTo>
                    <a:pt x="829" y="2950"/>
                    <a:pt x="886" y="2978"/>
                    <a:pt x="944" y="2978"/>
                  </a:cubicBezTo>
                  <a:cubicBezTo>
                    <a:pt x="1603" y="2978"/>
                    <a:pt x="3550" y="2234"/>
                    <a:pt x="3607" y="2206"/>
                  </a:cubicBezTo>
                  <a:cubicBezTo>
                    <a:pt x="4065" y="1977"/>
                    <a:pt x="4638" y="1347"/>
                    <a:pt x="4551" y="745"/>
                  </a:cubicBezTo>
                  <a:cubicBezTo>
                    <a:pt x="4523" y="573"/>
                    <a:pt x="4409" y="287"/>
                    <a:pt x="4065" y="115"/>
                  </a:cubicBezTo>
                  <a:cubicBezTo>
                    <a:pt x="3951" y="1"/>
                    <a:pt x="3806" y="1"/>
                    <a:pt x="3664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9"/>
            <p:cNvSpPr/>
            <p:nvPr/>
          </p:nvSpPr>
          <p:spPr>
            <a:xfrm>
              <a:off x="7340416" y="951493"/>
              <a:ext cx="50124" cy="27388"/>
            </a:xfrm>
            <a:custGeom>
              <a:avLst/>
              <a:gdLst/>
              <a:ahLst/>
              <a:cxnLst/>
              <a:rect l="l" t="t" r="r" b="b"/>
              <a:pathLst>
                <a:path w="2478" h="1354" extrusionOk="0">
                  <a:moveTo>
                    <a:pt x="1559" y="1"/>
                  </a:moveTo>
                  <a:cubicBezTo>
                    <a:pt x="1473" y="1"/>
                    <a:pt x="1379" y="10"/>
                    <a:pt x="1277" y="32"/>
                  </a:cubicBezTo>
                  <a:lnTo>
                    <a:pt x="1077" y="89"/>
                  </a:lnTo>
                  <a:cubicBezTo>
                    <a:pt x="1" y="408"/>
                    <a:pt x="450" y="1353"/>
                    <a:pt x="1212" y="1353"/>
                  </a:cubicBezTo>
                  <a:cubicBezTo>
                    <a:pt x="1341" y="1353"/>
                    <a:pt x="1479" y="1326"/>
                    <a:pt x="1620" y="1264"/>
                  </a:cubicBezTo>
                  <a:cubicBezTo>
                    <a:pt x="2477" y="926"/>
                    <a:pt x="2392" y="1"/>
                    <a:pt x="1559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9"/>
            <p:cNvSpPr/>
            <p:nvPr/>
          </p:nvSpPr>
          <p:spPr>
            <a:xfrm>
              <a:off x="7340760" y="943948"/>
              <a:ext cx="53886" cy="42397"/>
            </a:xfrm>
            <a:custGeom>
              <a:avLst/>
              <a:gdLst/>
              <a:ahLst/>
              <a:cxnLst/>
              <a:rect l="l" t="t" r="r" b="b"/>
              <a:pathLst>
                <a:path w="2664" h="2096" extrusionOk="0">
                  <a:moveTo>
                    <a:pt x="1507" y="730"/>
                  </a:moveTo>
                  <a:cubicBezTo>
                    <a:pt x="1703" y="730"/>
                    <a:pt x="1811" y="797"/>
                    <a:pt x="1832" y="863"/>
                  </a:cubicBezTo>
                  <a:cubicBezTo>
                    <a:pt x="1862" y="977"/>
                    <a:pt x="1747" y="1179"/>
                    <a:pt x="1431" y="1293"/>
                  </a:cubicBezTo>
                  <a:cubicBezTo>
                    <a:pt x="1339" y="1339"/>
                    <a:pt x="1256" y="1356"/>
                    <a:pt x="1183" y="1356"/>
                  </a:cubicBezTo>
                  <a:cubicBezTo>
                    <a:pt x="1031" y="1356"/>
                    <a:pt x="927" y="1284"/>
                    <a:pt x="889" y="1264"/>
                  </a:cubicBezTo>
                  <a:cubicBezTo>
                    <a:pt x="831" y="1206"/>
                    <a:pt x="774" y="1122"/>
                    <a:pt x="802" y="1064"/>
                  </a:cubicBezTo>
                  <a:cubicBezTo>
                    <a:pt x="802" y="977"/>
                    <a:pt x="916" y="893"/>
                    <a:pt x="1145" y="806"/>
                  </a:cubicBezTo>
                  <a:cubicBezTo>
                    <a:pt x="1202" y="806"/>
                    <a:pt x="1232" y="778"/>
                    <a:pt x="1260" y="748"/>
                  </a:cubicBezTo>
                  <a:lnTo>
                    <a:pt x="1317" y="748"/>
                  </a:lnTo>
                  <a:cubicBezTo>
                    <a:pt x="1388" y="736"/>
                    <a:pt x="1451" y="730"/>
                    <a:pt x="1507" y="730"/>
                  </a:cubicBezTo>
                  <a:close/>
                  <a:moveTo>
                    <a:pt x="1518" y="0"/>
                  </a:moveTo>
                  <a:cubicBezTo>
                    <a:pt x="1411" y="0"/>
                    <a:pt x="1297" y="11"/>
                    <a:pt x="1175" y="34"/>
                  </a:cubicBezTo>
                  <a:cubicBezTo>
                    <a:pt x="1118" y="61"/>
                    <a:pt x="1088" y="61"/>
                    <a:pt x="1031" y="91"/>
                  </a:cubicBezTo>
                  <a:cubicBezTo>
                    <a:pt x="1003" y="91"/>
                    <a:pt x="973" y="119"/>
                    <a:pt x="946" y="119"/>
                  </a:cubicBezTo>
                  <a:cubicBezTo>
                    <a:pt x="286" y="320"/>
                    <a:pt x="115" y="691"/>
                    <a:pt x="87" y="920"/>
                  </a:cubicBezTo>
                  <a:cubicBezTo>
                    <a:pt x="0" y="1236"/>
                    <a:pt x="144" y="1607"/>
                    <a:pt x="458" y="1836"/>
                  </a:cubicBezTo>
                  <a:cubicBezTo>
                    <a:pt x="660" y="2008"/>
                    <a:pt x="916" y="2095"/>
                    <a:pt x="1202" y="2095"/>
                  </a:cubicBezTo>
                  <a:cubicBezTo>
                    <a:pt x="1374" y="2095"/>
                    <a:pt x="1546" y="2038"/>
                    <a:pt x="1718" y="1951"/>
                  </a:cubicBezTo>
                  <a:cubicBezTo>
                    <a:pt x="2434" y="1694"/>
                    <a:pt x="2664" y="1122"/>
                    <a:pt x="2549" y="664"/>
                  </a:cubicBezTo>
                  <a:cubicBezTo>
                    <a:pt x="2428" y="301"/>
                    <a:pt x="2084" y="0"/>
                    <a:pt x="151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9"/>
            <p:cNvSpPr/>
            <p:nvPr/>
          </p:nvSpPr>
          <p:spPr>
            <a:xfrm>
              <a:off x="7178460" y="849658"/>
              <a:ext cx="56050" cy="27449"/>
            </a:xfrm>
            <a:custGeom>
              <a:avLst/>
              <a:gdLst/>
              <a:ahLst/>
              <a:cxnLst/>
              <a:rect l="l" t="t" r="r" b="b"/>
              <a:pathLst>
                <a:path w="2771" h="1357" extrusionOk="0">
                  <a:moveTo>
                    <a:pt x="1737" y="1"/>
                  </a:moveTo>
                  <a:cubicBezTo>
                    <a:pt x="1626" y="1"/>
                    <a:pt x="1507" y="18"/>
                    <a:pt x="1382" y="57"/>
                  </a:cubicBezTo>
                  <a:lnTo>
                    <a:pt x="1267" y="115"/>
                  </a:lnTo>
                  <a:cubicBezTo>
                    <a:pt x="1" y="185"/>
                    <a:pt x="611" y="1356"/>
                    <a:pt x="1447" y="1356"/>
                  </a:cubicBezTo>
                  <a:cubicBezTo>
                    <a:pt x="1611" y="1356"/>
                    <a:pt x="1785" y="1311"/>
                    <a:pt x="1954" y="1202"/>
                  </a:cubicBezTo>
                  <a:cubicBezTo>
                    <a:pt x="2771" y="708"/>
                    <a:pt x="2433" y="1"/>
                    <a:pt x="1737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9"/>
            <p:cNvSpPr/>
            <p:nvPr/>
          </p:nvSpPr>
          <p:spPr>
            <a:xfrm>
              <a:off x="7180361" y="842295"/>
              <a:ext cx="56172" cy="42114"/>
            </a:xfrm>
            <a:custGeom>
              <a:avLst/>
              <a:gdLst/>
              <a:ahLst/>
              <a:cxnLst/>
              <a:rect l="l" t="t" r="r" b="b"/>
              <a:pathLst>
                <a:path w="2777" h="2082" extrusionOk="0">
                  <a:moveTo>
                    <a:pt x="1642" y="730"/>
                  </a:moveTo>
                  <a:cubicBezTo>
                    <a:pt x="1818" y="730"/>
                    <a:pt x="1926" y="797"/>
                    <a:pt x="1947" y="879"/>
                  </a:cubicBezTo>
                  <a:cubicBezTo>
                    <a:pt x="2004" y="964"/>
                    <a:pt x="1890" y="1136"/>
                    <a:pt x="1661" y="1280"/>
                  </a:cubicBezTo>
                  <a:cubicBezTo>
                    <a:pt x="1551" y="1349"/>
                    <a:pt x="1445" y="1374"/>
                    <a:pt x="1349" y="1374"/>
                  </a:cubicBezTo>
                  <a:cubicBezTo>
                    <a:pt x="1170" y="1374"/>
                    <a:pt x="1029" y="1288"/>
                    <a:pt x="974" y="1250"/>
                  </a:cubicBezTo>
                  <a:cubicBezTo>
                    <a:pt x="830" y="1136"/>
                    <a:pt x="802" y="994"/>
                    <a:pt x="802" y="964"/>
                  </a:cubicBezTo>
                  <a:cubicBezTo>
                    <a:pt x="802" y="937"/>
                    <a:pt x="887" y="879"/>
                    <a:pt x="1173" y="850"/>
                  </a:cubicBezTo>
                  <a:cubicBezTo>
                    <a:pt x="1260" y="850"/>
                    <a:pt x="1345" y="822"/>
                    <a:pt x="1402" y="765"/>
                  </a:cubicBezTo>
                  <a:cubicBezTo>
                    <a:pt x="1492" y="740"/>
                    <a:pt x="1572" y="730"/>
                    <a:pt x="1642" y="730"/>
                  </a:cubicBezTo>
                  <a:close/>
                  <a:moveTo>
                    <a:pt x="1659" y="0"/>
                  </a:moveTo>
                  <a:cubicBezTo>
                    <a:pt x="1517" y="0"/>
                    <a:pt x="1364" y="24"/>
                    <a:pt x="1203" y="78"/>
                  </a:cubicBezTo>
                  <a:cubicBezTo>
                    <a:pt x="1146" y="78"/>
                    <a:pt x="1116" y="105"/>
                    <a:pt x="1088" y="135"/>
                  </a:cubicBezTo>
                  <a:cubicBezTo>
                    <a:pt x="401" y="192"/>
                    <a:pt x="172" y="536"/>
                    <a:pt x="115" y="735"/>
                  </a:cubicBezTo>
                  <a:cubicBezTo>
                    <a:pt x="1" y="1108"/>
                    <a:pt x="172" y="1537"/>
                    <a:pt x="543" y="1823"/>
                  </a:cubicBezTo>
                  <a:cubicBezTo>
                    <a:pt x="745" y="1967"/>
                    <a:pt x="1031" y="2082"/>
                    <a:pt x="1345" y="2082"/>
                  </a:cubicBezTo>
                  <a:cubicBezTo>
                    <a:pt x="1574" y="2082"/>
                    <a:pt x="1803" y="2024"/>
                    <a:pt x="2032" y="1880"/>
                  </a:cubicBezTo>
                  <a:cubicBezTo>
                    <a:pt x="2719" y="1479"/>
                    <a:pt x="2776" y="907"/>
                    <a:pt x="2634" y="563"/>
                  </a:cubicBezTo>
                  <a:cubicBezTo>
                    <a:pt x="2480" y="256"/>
                    <a:pt x="2125" y="0"/>
                    <a:pt x="165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9"/>
            <p:cNvSpPr/>
            <p:nvPr/>
          </p:nvSpPr>
          <p:spPr>
            <a:xfrm>
              <a:off x="7166626" y="886759"/>
              <a:ext cx="29896" cy="24010"/>
            </a:xfrm>
            <a:custGeom>
              <a:avLst/>
              <a:gdLst/>
              <a:ahLst/>
              <a:cxnLst/>
              <a:rect l="l" t="t" r="r" b="b"/>
              <a:pathLst>
                <a:path w="1478" h="1187" extrusionOk="0">
                  <a:moveTo>
                    <a:pt x="532" y="1"/>
                  </a:moveTo>
                  <a:cubicBezTo>
                    <a:pt x="445" y="1"/>
                    <a:pt x="354" y="16"/>
                    <a:pt x="262" y="52"/>
                  </a:cubicBezTo>
                  <a:lnTo>
                    <a:pt x="262" y="52"/>
                  </a:lnTo>
                  <a:cubicBezTo>
                    <a:pt x="268" y="43"/>
                    <a:pt x="273" y="34"/>
                    <a:pt x="279" y="26"/>
                  </a:cubicBezTo>
                  <a:lnTo>
                    <a:pt x="279" y="26"/>
                  </a:lnTo>
                  <a:lnTo>
                    <a:pt x="135" y="113"/>
                  </a:lnTo>
                  <a:cubicBezTo>
                    <a:pt x="177" y="88"/>
                    <a:pt x="220" y="68"/>
                    <a:pt x="262" y="52"/>
                  </a:cubicBezTo>
                  <a:lnTo>
                    <a:pt x="262" y="52"/>
                  </a:lnTo>
                  <a:cubicBezTo>
                    <a:pt x="1" y="475"/>
                    <a:pt x="32" y="1186"/>
                    <a:pt x="457" y="1186"/>
                  </a:cubicBezTo>
                  <a:cubicBezTo>
                    <a:pt x="556" y="1186"/>
                    <a:pt x="677" y="1147"/>
                    <a:pt x="822" y="1056"/>
                  </a:cubicBezTo>
                  <a:cubicBezTo>
                    <a:pt x="1477" y="682"/>
                    <a:pt x="1099" y="1"/>
                    <a:pt x="53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9"/>
            <p:cNvSpPr/>
            <p:nvPr/>
          </p:nvSpPr>
          <p:spPr>
            <a:xfrm>
              <a:off x="7160071" y="879355"/>
              <a:ext cx="37684" cy="38655"/>
            </a:xfrm>
            <a:custGeom>
              <a:avLst/>
              <a:gdLst/>
              <a:ahLst/>
              <a:cxnLst/>
              <a:rect l="l" t="t" r="r" b="b"/>
              <a:pathLst>
                <a:path w="1863" h="1911" extrusionOk="0">
                  <a:moveTo>
                    <a:pt x="899" y="724"/>
                  </a:moveTo>
                  <a:cubicBezTo>
                    <a:pt x="950" y="724"/>
                    <a:pt x="990" y="744"/>
                    <a:pt x="1031" y="765"/>
                  </a:cubicBezTo>
                  <a:cubicBezTo>
                    <a:pt x="1088" y="822"/>
                    <a:pt x="1146" y="880"/>
                    <a:pt x="1146" y="937"/>
                  </a:cubicBezTo>
                  <a:cubicBezTo>
                    <a:pt x="1146" y="964"/>
                    <a:pt x="1061" y="1051"/>
                    <a:pt x="946" y="1109"/>
                  </a:cubicBezTo>
                  <a:cubicBezTo>
                    <a:pt x="859" y="1166"/>
                    <a:pt x="832" y="1166"/>
                    <a:pt x="802" y="1193"/>
                  </a:cubicBezTo>
                  <a:cubicBezTo>
                    <a:pt x="775" y="1109"/>
                    <a:pt x="745" y="907"/>
                    <a:pt x="832" y="735"/>
                  </a:cubicBezTo>
                  <a:cubicBezTo>
                    <a:pt x="856" y="727"/>
                    <a:pt x="879" y="724"/>
                    <a:pt x="899" y="724"/>
                  </a:cubicBezTo>
                  <a:close/>
                  <a:moveTo>
                    <a:pt x="881" y="0"/>
                  </a:moveTo>
                  <a:cubicBezTo>
                    <a:pt x="775" y="0"/>
                    <a:pt x="670" y="16"/>
                    <a:pt x="573" y="48"/>
                  </a:cubicBezTo>
                  <a:cubicBezTo>
                    <a:pt x="488" y="48"/>
                    <a:pt x="431" y="78"/>
                    <a:pt x="374" y="105"/>
                  </a:cubicBezTo>
                  <a:cubicBezTo>
                    <a:pt x="344" y="105"/>
                    <a:pt x="317" y="135"/>
                    <a:pt x="287" y="163"/>
                  </a:cubicBezTo>
                  <a:cubicBezTo>
                    <a:pt x="115" y="250"/>
                    <a:pt x="58" y="422"/>
                    <a:pt x="115" y="593"/>
                  </a:cubicBezTo>
                  <a:cubicBezTo>
                    <a:pt x="1" y="994"/>
                    <a:pt x="30" y="1452"/>
                    <a:pt x="287" y="1709"/>
                  </a:cubicBezTo>
                  <a:cubicBezTo>
                    <a:pt x="374" y="1796"/>
                    <a:pt x="516" y="1910"/>
                    <a:pt x="775" y="1910"/>
                  </a:cubicBezTo>
                  <a:cubicBezTo>
                    <a:pt x="917" y="1910"/>
                    <a:pt x="1118" y="1880"/>
                    <a:pt x="1317" y="1738"/>
                  </a:cubicBezTo>
                  <a:cubicBezTo>
                    <a:pt x="1661" y="1567"/>
                    <a:pt x="1862" y="1251"/>
                    <a:pt x="1862" y="937"/>
                  </a:cubicBezTo>
                  <a:cubicBezTo>
                    <a:pt x="1862" y="621"/>
                    <a:pt x="1691" y="307"/>
                    <a:pt x="1404" y="135"/>
                  </a:cubicBezTo>
                  <a:cubicBezTo>
                    <a:pt x="1243" y="45"/>
                    <a:pt x="1059" y="0"/>
                    <a:pt x="8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9"/>
            <p:cNvSpPr/>
            <p:nvPr/>
          </p:nvSpPr>
          <p:spPr>
            <a:xfrm>
              <a:off x="7130799" y="913543"/>
              <a:ext cx="33659" cy="21623"/>
            </a:xfrm>
            <a:custGeom>
              <a:avLst/>
              <a:gdLst/>
              <a:ahLst/>
              <a:cxnLst/>
              <a:rect l="l" t="t" r="r" b="b"/>
              <a:pathLst>
                <a:path w="1664" h="1069" extrusionOk="0">
                  <a:moveTo>
                    <a:pt x="957" y="0"/>
                  </a:moveTo>
                  <a:cubicBezTo>
                    <a:pt x="912" y="0"/>
                    <a:pt x="866" y="6"/>
                    <a:pt x="818" y="19"/>
                  </a:cubicBezTo>
                  <a:lnTo>
                    <a:pt x="589" y="163"/>
                  </a:lnTo>
                  <a:cubicBezTo>
                    <a:pt x="0" y="615"/>
                    <a:pt x="432" y="1068"/>
                    <a:pt x="879" y="1068"/>
                  </a:cubicBezTo>
                  <a:cubicBezTo>
                    <a:pt x="997" y="1068"/>
                    <a:pt x="1117" y="1036"/>
                    <a:pt x="1219" y="964"/>
                  </a:cubicBezTo>
                  <a:cubicBezTo>
                    <a:pt x="1663" y="624"/>
                    <a:pt x="1417" y="0"/>
                    <a:pt x="957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9"/>
            <p:cNvSpPr/>
            <p:nvPr/>
          </p:nvSpPr>
          <p:spPr>
            <a:xfrm>
              <a:off x="7128250" y="906260"/>
              <a:ext cx="41102" cy="36066"/>
            </a:xfrm>
            <a:custGeom>
              <a:avLst/>
              <a:gdLst/>
              <a:ahLst/>
              <a:cxnLst/>
              <a:rect l="l" t="t" r="r" b="b"/>
              <a:pathLst>
                <a:path w="2032" h="1783" extrusionOk="0">
                  <a:moveTo>
                    <a:pt x="1073" y="712"/>
                  </a:moveTo>
                  <a:cubicBezTo>
                    <a:pt x="1116" y="712"/>
                    <a:pt x="1159" y="744"/>
                    <a:pt x="1203" y="809"/>
                  </a:cubicBezTo>
                  <a:cubicBezTo>
                    <a:pt x="1203" y="837"/>
                    <a:pt x="1230" y="951"/>
                    <a:pt x="1116" y="1038"/>
                  </a:cubicBezTo>
                  <a:cubicBezTo>
                    <a:pt x="1087" y="1052"/>
                    <a:pt x="1051" y="1059"/>
                    <a:pt x="1016" y="1059"/>
                  </a:cubicBezTo>
                  <a:cubicBezTo>
                    <a:pt x="980" y="1059"/>
                    <a:pt x="945" y="1052"/>
                    <a:pt x="916" y="1038"/>
                  </a:cubicBezTo>
                  <a:cubicBezTo>
                    <a:pt x="829" y="1038"/>
                    <a:pt x="802" y="981"/>
                    <a:pt x="802" y="981"/>
                  </a:cubicBezTo>
                  <a:cubicBezTo>
                    <a:pt x="802" y="981"/>
                    <a:pt x="802" y="924"/>
                    <a:pt x="944" y="809"/>
                  </a:cubicBezTo>
                  <a:lnTo>
                    <a:pt x="1031" y="722"/>
                  </a:lnTo>
                  <a:cubicBezTo>
                    <a:pt x="1045" y="715"/>
                    <a:pt x="1059" y="712"/>
                    <a:pt x="1073" y="712"/>
                  </a:cubicBezTo>
                  <a:close/>
                  <a:moveTo>
                    <a:pt x="1088" y="0"/>
                  </a:moveTo>
                  <a:cubicBezTo>
                    <a:pt x="1004" y="0"/>
                    <a:pt x="917" y="12"/>
                    <a:pt x="829" y="35"/>
                  </a:cubicBezTo>
                  <a:cubicBezTo>
                    <a:pt x="744" y="35"/>
                    <a:pt x="687" y="92"/>
                    <a:pt x="630" y="179"/>
                  </a:cubicBezTo>
                  <a:cubicBezTo>
                    <a:pt x="600" y="179"/>
                    <a:pt x="543" y="207"/>
                    <a:pt x="515" y="237"/>
                  </a:cubicBezTo>
                  <a:cubicBezTo>
                    <a:pt x="0" y="637"/>
                    <a:pt x="0" y="1123"/>
                    <a:pt x="229" y="1439"/>
                  </a:cubicBezTo>
                  <a:cubicBezTo>
                    <a:pt x="401" y="1638"/>
                    <a:pt x="687" y="1782"/>
                    <a:pt x="1001" y="1782"/>
                  </a:cubicBezTo>
                  <a:cubicBezTo>
                    <a:pt x="1203" y="1782"/>
                    <a:pt x="1402" y="1725"/>
                    <a:pt x="1574" y="1611"/>
                  </a:cubicBezTo>
                  <a:cubicBezTo>
                    <a:pt x="1917" y="1324"/>
                    <a:pt x="2032" y="866"/>
                    <a:pt x="1832" y="493"/>
                  </a:cubicBezTo>
                  <a:cubicBezTo>
                    <a:pt x="1696" y="174"/>
                    <a:pt x="1414" y="0"/>
                    <a:pt x="1088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9"/>
            <p:cNvSpPr/>
            <p:nvPr/>
          </p:nvSpPr>
          <p:spPr>
            <a:xfrm>
              <a:off x="6941007" y="856294"/>
              <a:ext cx="74336" cy="26033"/>
            </a:xfrm>
            <a:custGeom>
              <a:avLst/>
              <a:gdLst/>
              <a:ahLst/>
              <a:cxnLst/>
              <a:rect l="l" t="t" r="r" b="b"/>
              <a:pathLst>
                <a:path w="3675" h="1287" extrusionOk="0">
                  <a:moveTo>
                    <a:pt x="1903" y="1"/>
                  </a:moveTo>
                  <a:cubicBezTo>
                    <a:pt x="793" y="1"/>
                    <a:pt x="0" y="847"/>
                    <a:pt x="1412" y="1245"/>
                  </a:cubicBezTo>
                  <a:cubicBezTo>
                    <a:pt x="1515" y="1274"/>
                    <a:pt x="1621" y="1287"/>
                    <a:pt x="1727" y="1287"/>
                  </a:cubicBezTo>
                  <a:cubicBezTo>
                    <a:pt x="2689" y="1287"/>
                    <a:pt x="3675" y="230"/>
                    <a:pt x="2386" y="100"/>
                  </a:cubicBezTo>
                  <a:lnTo>
                    <a:pt x="2157" y="16"/>
                  </a:lnTo>
                  <a:cubicBezTo>
                    <a:pt x="2071" y="6"/>
                    <a:pt x="1986" y="1"/>
                    <a:pt x="190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9"/>
            <p:cNvSpPr/>
            <p:nvPr/>
          </p:nvSpPr>
          <p:spPr>
            <a:xfrm>
              <a:off x="6946409" y="848829"/>
              <a:ext cx="63717" cy="40779"/>
            </a:xfrm>
            <a:custGeom>
              <a:avLst/>
              <a:gdLst/>
              <a:ahLst/>
              <a:cxnLst/>
              <a:rect l="l" t="t" r="r" b="b"/>
              <a:pathLst>
                <a:path w="3150" h="2016" extrusionOk="0">
                  <a:moveTo>
                    <a:pt x="1612" y="739"/>
                  </a:moveTo>
                  <a:cubicBezTo>
                    <a:pt x="1691" y="739"/>
                    <a:pt x="1773" y="744"/>
                    <a:pt x="1860" y="756"/>
                  </a:cubicBezTo>
                  <a:lnTo>
                    <a:pt x="1890" y="756"/>
                  </a:lnTo>
                  <a:cubicBezTo>
                    <a:pt x="1947" y="785"/>
                    <a:pt x="2004" y="813"/>
                    <a:pt x="2062" y="813"/>
                  </a:cubicBezTo>
                  <a:cubicBezTo>
                    <a:pt x="2233" y="843"/>
                    <a:pt x="2318" y="870"/>
                    <a:pt x="2348" y="870"/>
                  </a:cubicBezTo>
                  <a:cubicBezTo>
                    <a:pt x="2318" y="927"/>
                    <a:pt x="2233" y="1014"/>
                    <a:pt x="2089" y="1099"/>
                  </a:cubicBezTo>
                  <a:cubicBezTo>
                    <a:pt x="1915" y="1209"/>
                    <a:pt x="1692" y="1301"/>
                    <a:pt x="1470" y="1301"/>
                  </a:cubicBezTo>
                  <a:cubicBezTo>
                    <a:pt x="1399" y="1301"/>
                    <a:pt x="1329" y="1292"/>
                    <a:pt x="1260" y="1271"/>
                  </a:cubicBezTo>
                  <a:cubicBezTo>
                    <a:pt x="859" y="1156"/>
                    <a:pt x="772" y="1042"/>
                    <a:pt x="772" y="1042"/>
                  </a:cubicBezTo>
                  <a:cubicBezTo>
                    <a:pt x="798" y="943"/>
                    <a:pt x="1120" y="739"/>
                    <a:pt x="1612" y="739"/>
                  </a:cubicBezTo>
                  <a:close/>
                  <a:moveTo>
                    <a:pt x="1702" y="0"/>
                  </a:moveTo>
                  <a:cubicBezTo>
                    <a:pt x="883" y="0"/>
                    <a:pt x="162" y="379"/>
                    <a:pt x="58" y="900"/>
                  </a:cubicBezTo>
                  <a:cubicBezTo>
                    <a:pt x="0" y="1129"/>
                    <a:pt x="0" y="1672"/>
                    <a:pt x="1058" y="1958"/>
                  </a:cubicBezTo>
                  <a:cubicBezTo>
                    <a:pt x="1173" y="2015"/>
                    <a:pt x="1317" y="2015"/>
                    <a:pt x="1459" y="2015"/>
                  </a:cubicBezTo>
                  <a:cubicBezTo>
                    <a:pt x="2004" y="2015"/>
                    <a:pt x="2547" y="1759"/>
                    <a:pt x="2833" y="1443"/>
                  </a:cubicBezTo>
                  <a:cubicBezTo>
                    <a:pt x="3062" y="1186"/>
                    <a:pt x="3149" y="870"/>
                    <a:pt x="3062" y="614"/>
                  </a:cubicBezTo>
                  <a:cubicBezTo>
                    <a:pt x="2948" y="327"/>
                    <a:pt x="2634" y="156"/>
                    <a:pt x="2146" y="98"/>
                  </a:cubicBezTo>
                  <a:lnTo>
                    <a:pt x="2119" y="98"/>
                  </a:lnTo>
                  <a:lnTo>
                    <a:pt x="1947" y="11"/>
                  </a:lnTo>
                  <a:cubicBezTo>
                    <a:pt x="1865" y="4"/>
                    <a:pt x="1783" y="0"/>
                    <a:pt x="170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9"/>
            <p:cNvSpPr/>
            <p:nvPr/>
          </p:nvSpPr>
          <p:spPr>
            <a:xfrm>
              <a:off x="7030360" y="887265"/>
              <a:ext cx="28420" cy="19014"/>
            </a:xfrm>
            <a:custGeom>
              <a:avLst/>
              <a:gdLst/>
              <a:ahLst/>
              <a:cxnLst/>
              <a:rect l="l" t="t" r="r" b="b"/>
              <a:pathLst>
                <a:path w="1405" h="940" extrusionOk="0">
                  <a:moveTo>
                    <a:pt x="573" y="1"/>
                  </a:moveTo>
                  <a:lnTo>
                    <a:pt x="344" y="145"/>
                  </a:lnTo>
                  <a:cubicBezTo>
                    <a:pt x="144" y="374"/>
                    <a:pt x="0" y="516"/>
                    <a:pt x="0" y="889"/>
                  </a:cubicBezTo>
                  <a:cubicBezTo>
                    <a:pt x="83" y="924"/>
                    <a:pt x="168" y="939"/>
                    <a:pt x="252" y="939"/>
                  </a:cubicBezTo>
                  <a:cubicBezTo>
                    <a:pt x="862" y="939"/>
                    <a:pt x="1404" y="128"/>
                    <a:pt x="573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9"/>
            <p:cNvSpPr/>
            <p:nvPr/>
          </p:nvSpPr>
          <p:spPr>
            <a:xfrm>
              <a:off x="7023402" y="880185"/>
              <a:ext cx="35358" cy="33193"/>
            </a:xfrm>
            <a:custGeom>
              <a:avLst/>
              <a:gdLst/>
              <a:ahLst/>
              <a:cxnLst/>
              <a:rect l="l" t="t" r="r" b="b"/>
              <a:pathLst>
                <a:path w="1748" h="1641" extrusionOk="0">
                  <a:moveTo>
                    <a:pt x="903" y="0"/>
                  </a:moveTo>
                  <a:cubicBezTo>
                    <a:pt x="785" y="0"/>
                    <a:pt x="674" y="56"/>
                    <a:pt x="603" y="151"/>
                  </a:cubicBezTo>
                  <a:cubicBezTo>
                    <a:pt x="546" y="179"/>
                    <a:pt x="488" y="209"/>
                    <a:pt x="431" y="266"/>
                  </a:cubicBezTo>
                  <a:cubicBezTo>
                    <a:pt x="230" y="495"/>
                    <a:pt x="1" y="724"/>
                    <a:pt x="1" y="1239"/>
                  </a:cubicBezTo>
                  <a:cubicBezTo>
                    <a:pt x="1" y="1381"/>
                    <a:pt x="88" y="1496"/>
                    <a:pt x="230" y="1553"/>
                  </a:cubicBezTo>
                  <a:cubicBezTo>
                    <a:pt x="344" y="1610"/>
                    <a:pt x="488" y="1640"/>
                    <a:pt x="603" y="1640"/>
                  </a:cubicBezTo>
                  <a:cubicBezTo>
                    <a:pt x="889" y="1640"/>
                    <a:pt x="1175" y="1526"/>
                    <a:pt x="1375" y="1324"/>
                  </a:cubicBezTo>
                  <a:cubicBezTo>
                    <a:pt x="1661" y="1095"/>
                    <a:pt x="1748" y="781"/>
                    <a:pt x="1691" y="522"/>
                  </a:cubicBezTo>
                  <a:cubicBezTo>
                    <a:pt x="1633" y="351"/>
                    <a:pt x="1462" y="64"/>
                    <a:pt x="974" y="7"/>
                  </a:cubicBezTo>
                  <a:cubicBezTo>
                    <a:pt x="950" y="3"/>
                    <a:pt x="927" y="0"/>
                    <a:pt x="9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9"/>
            <p:cNvSpPr/>
            <p:nvPr/>
          </p:nvSpPr>
          <p:spPr>
            <a:xfrm>
              <a:off x="6750548" y="878890"/>
              <a:ext cx="75995" cy="24698"/>
            </a:xfrm>
            <a:custGeom>
              <a:avLst/>
              <a:gdLst/>
              <a:ahLst/>
              <a:cxnLst/>
              <a:rect l="l" t="t" r="r" b="b"/>
              <a:pathLst>
                <a:path w="3757" h="1221" extrusionOk="0">
                  <a:moveTo>
                    <a:pt x="3156" y="0"/>
                  </a:moveTo>
                  <a:cubicBezTo>
                    <a:pt x="3057" y="0"/>
                    <a:pt x="2942" y="22"/>
                    <a:pt x="2812" y="71"/>
                  </a:cubicBezTo>
                  <a:lnTo>
                    <a:pt x="2755" y="128"/>
                  </a:lnTo>
                  <a:cubicBezTo>
                    <a:pt x="2722" y="127"/>
                    <a:pt x="2688" y="127"/>
                    <a:pt x="2655" y="127"/>
                  </a:cubicBezTo>
                  <a:cubicBezTo>
                    <a:pt x="1280" y="127"/>
                    <a:pt x="0" y="1221"/>
                    <a:pt x="1673" y="1221"/>
                  </a:cubicBezTo>
                  <a:cubicBezTo>
                    <a:pt x="1733" y="1221"/>
                    <a:pt x="1798" y="1219"/>
                    <a:pt x="1866" y="1216"/>
                  </a:cubicBezTo>
                  <a:cubicBezTo>
                    <a:pt x="2210" y="1216"/>
                    <a:pt x="3011" y="1216"/>
                    <a:pt x="3297" y="987"/>
                  </a:cubicBezTo>
                  <a:cubicBezTo>
                    <a:pt x="3757" y="626"/>
                    <a:pt x="3686" y="0"/>
                    <a:pt x="3156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9"/>
            <p:cNvSpPr/>
            <p:nvPr/>
          </p:nvSpPr>
          <p:spPr>
            <a:xfrm>
              <a:off x="6760501" y="871486"/>
              <a:ext cx="72414" cy="39565"/>
            </a:xfrm>
            <a:custGeom>
              <a:avLst/>
              <a:gdLst/>
              <a:ahLst/>
              <a:cxnLst/>
              <a:rect l="l" t="t" r="r" b="b"/>
              <a:pathLst>
                <a:path w="3580" h="1956" extrusionOk="0">
                  <a:moveTo>
                    <a:pt x="2678" y="731"/>
                  </a:moveTo>
                  <a:cubicBezTo>
                    <a:pt x="2713" y="731"/>
                    <a:pt x="2734" y="738"/>
                    <a:pt x="2748" y="753"/>
                  </a:cubicBezTo>
                  <a:cubicBezTo>
                    <a:pt x="2778" y="811"/>
                    <a:pt x="2748" y="952"/>
                    <a:pt x="2576" y="1097"/>
                  </a:cubicBezTo>
                  <a:cubicBezTo>
                    <a:pt x="2519" y="1124"/>
                    <a:pt x="2290" y="1211"/>
                    <a:pt x="1347" y="1211"/>
                  </a:cubicBezTo>
                  <a:cubicBezTo>
                    <a:pt x="1279" y="1220"/>
                    <a:pt x="1219" y="1223"/>
                    <a:pt x="1164" y="1223"/>
                  </a:cubicBezTo>
                  <a:cubicBezTo>
                    <a:pt x="1054" y="1223"/>
                    <a:pt x="965" y="1211"/>
                    <a:pt x="889" y="1211"/>
                  </a:cubicBezTo>
                  <a:cubicBezTo>
                    <a:pt x="1128" y="1051"/>
                    <a:pt x="1593" y="865"/>
                    <a:pt x="2119" y="865"/>
                  </a:cubicBezTo>
                  <a:cubicBezTo>
                    <a:pt x="2157" y="865"/>
                    <a:pt x="2195" y="866"/>
                    <a:pt x="2233" y="868"/>
                  </a:cubicBezTo>
                  <a:cubicBezTo>
                    <a:pt x="2347" y="868"/>
                    <a:pt x="2462" y="811"/>
                    <a:pt x="2519" y="753"/>
                  </a:cubicBezTo>
                  <a:cubicBezTo>
                    <a:pt x="2591" y="738"/>
                    <a:pt x="2642" y="731"/>
                    <a:pt x="2678" y="731"/>
                  </a:cubicBezTo>
                  <a:close/>
                  <a:moveTo>
                    <a:pt x="2665" y="1"/>
                  </a:moveTo>
                  <a:cubicBezTo>
                    <a:pt x="2528" y="1"/>
                    <a:pt x="2375" y="29"/>
                    <a:pt x="2205" y="94"/>
                  </a:cubicBezTo>
                  <a:cubicBezTo>
                    <a:pt x="2176" y="94"/>
                    <a:pt x="2148" y="123"/>
                    <a:pt x="2118" y="123"/>
                  </a:cubicBezTo>
                  <a:cubicBezTo>
                    <a:pt x="1289" y="151"/>
                    <a:pt x="401" y="494"/>
                    <a:pt x="115" y="952"/>
                  </a:cubicBezTo>
                  <a:cubicBezTo>
                    <a:pt x="0" y="1154"/>
                    <a:pt x="0" y="1383"/>
                    <a:pt x="87" y="1555"/>
                  </a:cubicBezTo>
                  <a:cubicBezTo>
                    <a:pt x="259" y="1811"/>
                    <a:pt x="602" y="1956"/>
                    <a:pt x="1202" y="1956"/>
                  </a:cubicBezTo>
                  <a:lnTo>
                    <a:pt x="1374" y="1956"/>
                  </a:lnTo>
                  <a:cubicBezTo>
                    <a:pt x="2034" y="1956"/>
                    <a:pt x="2691" y="1898"/>
                    <a:pt x="3035" y="1640"/>
                  </a:cubicBezTo>
                  <a:cubicBezTo>
                    <a:pt x="3435" y="1326"/>
                    <a:pt x="3580" y="781"/>
                    <a:pt x="3378" y="410"/>
                  </a:cubicBezTo>
                  <a:cubicBezTo>
                    <a:pt x="3255" y="183"/>
                    <a:pt x="3013" y="1"/>
                    <a:pt x="266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9"/>
            <p:cNvSpPr/>
            <p:nvPr/>
          </p:nvSpPr>
          <p:spPr>
            <a:xfrm>
              <a:off x="6663804" y="964521"/>
              <a:ext cx="283751" cy="108177"/>
            </a:xfrm>
            <a:custGeom>
              <a:avLst/>
              <a:gdLst/>
              <a:ahLst/>
              <a:cxnLst/>
              <a:rect l="l" t="t" r="r" b="b"/>
              <a:pathLst>
                <a:path w="14028" h="5348" extrusionOk="0">
                  <a:moveTo>
                    <a:pt x="5662" y="1"/>
                  </a:moveTo>
                  <a:cubicBezTo>
                    <a:pt x="4902" y="1"/>
                    <a:pt x="4434" y="700"/>
                    <a:pt x="3750" y="964"/>
                  </a:cubicBezTo>
                  <a:cubicBezTo>
                    <a:pt x="3525" y="1045"/>
                    <a:pt x="3279" y="1061"/>
                    <a:pt x="3027" y="1061"/>
                  </a:cubicBezTo>
                  <a:cubicBezTo>
                    <a:pt x="2860" y="1061"/>
                    <a:pt x="2691" y="1054"/>
                    <a:pt x="2523" y="1054"/>
                  </a:cubicBezTo>
                  <a:cubicBezTo>
                    <a:pt x="2232" y="1054"/>
                    <a:pt x="1946" y="1076"/>
                    <a:pt x="1688" y="1193"/>
                  </a:cubicBezTo>
                  <a:cubicBezTo>
                    <a:pt x="859" y="1564"/>
                    <a:pt x="802" y="1907"/>
                    <a:pt x="1546" y="2651"/>
                  </a:cubicBezTo>
                  <a:cubicBezTo>
                    <a:pt x="2176" y="3139"/>
                    <a:pt x="3207" y="2853"/>
                    <a:pt x="3951" y="3654"/>
                  </a:cubicBezTo>
                  <a:cubicBezTo>
                    <a:pt x="3899" y="3684"/>
                    <a:pt x="3777" y="3695"/>
                    <a:pt x="3608" y="3695"/>
                  </a:cubicBezTo>
                  <a:cubicBezTo>
                    <a:pt x="3156" y="3695"/>
                    <a:pt x="2372" y="3617"/>
                    <a:pt x="1709" y="3617"/>
                  </a:cubicBezTo>
                  <a:cubicBezTo>
                    <a:pt x="720" y="3617"/>
                    <a:pt x="1" y="3791"/>
                    <a:pt x="1059" y="4655"/>
                  </a:cubicBezTo>
                  <a:cubicBezTo>
                    <a:pt x="1542" y="5042"/>
                    <a:pt x="2823" y="5347"/>
                    <a:pt x="3623" y="5347"/>
                  </a:cubicBezTo>
                  <a:cubicBezTo>
                    <a:pt x="3770" y="5347"/>
                    <a:pt x="3901" y="5337"/>
                    <a:pt x="4008" y="5315"/>
                  </a:cubicBezTo>
                  <a:cubicBezTo>
                    <a:pt x="5112" y="4963"/>
                    <a:pt x="5532" y="3928"/>
                    <a:pt x="6796" y="3928"/>
                  </a:cubicBezTo>
                  <a:cubicBezTo>
                    <a:pt x="6875" y="3928"/>
                    <a:pt x="6957" y="3932"/>
                    <a:pt x="7043" y="3941"/>
                  </a:cubicBezTo>
                  <a:cubicBezTo>
                    <a:pt x="8073" y="4083"/>
                    <a:pt x="8760" y="4884"/>
                    <a:pt x="9761" y="4884"/>
                  </a:cubicBezTo>
                  <a:cubicBezTo>
                    <a:pt x="10334" y="4884"/>
                    <a:pt x="12509" y="4513"/>
                    <a:pt x="12711" y="4312"/>
                  </a:cubicBezTo>
                  <a:cubicBezTo>
                    <a:pt x="13826" y="3281"/>
                    <a:pt x="12310" y="3082"/>
                    <a:pt x="12253" y="2422"/>
                  </a:cubicBezTo>
                  <a:cubicBezTo>
                    <a:pt x="12166" y="1564"/>
                    <a:pt x="14028" y="1335"/>
                    <a:pt x="12997" y="247"/>
                  </a:cubicBezTo>
                  <a:lnTo>
                    <a:pt x="12796" y="247"/>
                  </a:lnTo>
                  <a:cubicBezTo>
                    <a:pt x="12523" y="153"/>
                    <a:pt x="12309" y="111"/>
                    <a:pt x="12124" y="111"/>
                  </a:cubicBezTo>
                  <a:cubicBezTo>
                    <a:pt x="11744" y="111"/>
                    <a:pt x="11482" y="284"/>
                    <a:pt x="11078" y="533"/>
                  </a:cubicBezTo>
                  <a:cubicBezTo>
                    <a:pt x="10504" y="922"/>
                    <a:pt x="10468" y="1051"/>
                    <a:pt x="10294" y="1051"/>
                  </a:cubicBezTo>
                  <a:cubicBezTo>
                    <a:pt x="10173" y="1051"/>
                    <a:pt x="9986" y="988"/>
                    <a:pt x="9505" y="906"/>
                  </a:cubicBezTo>
                  <a:cubicBezTo>
                    <a:pt x="9161" y="834"/>
                    <a:pt x="8818" y="834"/>
                    <a:pt x="8467" y="834"/>
                  </a:cubicBezTo>
                  <a:cubicBezTo>
                    <a:pt x="8116" y="834"/>
                    <a:pt x="7758" y="834"/>
                    <a:pt x="7386" y="762"/>
                  </a:cubicBezTo>
                  <a:cubicBezTo>
                    <a:pt x="6841" y="620"/>
                    <a:pt x="6413" y="162"/>
                    <a:pt x="5868" y="18"/>
                  </a:cubicBezTo>
                  <a:cubicBezTo>
                    <a:pt x="5797" y="6"/>
                    <a:pt x="5728" y="1"/>
                    <a:pt x="566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9"/>
            <p:cNvSpPr/>
            <p:nvPr/>
          </p:nvSpPr>
          <p:spPr>
            <a:xfrm>
              <a:off x="6664371" y="957461"/>
              <a:ext cx="276247" cy="122680"/>
            </a:xfrm>
            <a:custGeom>
              <a:avLst/>
              <a:gdLst/>
              <a:ahLst/>
              <a:cxnLst/>
              <a:rect l="l" t="t" r="r" b="b"/>
              <a:pathLst>
                <a:path w="13657" h="6065" extrusionOk="0">
                  <a:moveTo>
                    <a:pt x="5615" y="729"/>
                  </a:moveTo>
                  <a:cubicBezTo>
                    <a:pt x="5661" y="729"/>
                    <a:pt x="5707" y="733"/>
                    <a:pt x="5755" y="740"/>
                  </a:cubicBezTo>
                  <a:cubicBezTo>
                    <a:pt x="5984" y="797"/>
                    <a:pt x="6183" y="912"/>
                    <a:pt x="6412" y="1054"/>
                  </a:cubicBezTo>
                  <a:cubicBezTo>
                    <a:pt x="6671" y="1198"/>
                    <a:pt x="6928" y="1370"/>
                    <a:pt x="7271" y="1455"/>
                  </a:cubicBezTo>
                  <a:cubicBezTo>
                    <a:pt x="7672" y="1527"/>
                    <a:pt x="8044" y="1527"/>
                    <a:pt x="8399" y="1527"/>
                  </a:cubicBezTo>
                  <a:cubicBezTo>
                    <a:pt x="8753" y="1527"/>
                    <a:pt x="9090" y="1527"/>
                    <a:pt x="9419" y="1599"/>
                  </a:cubicBezTo>
                  <a:cubicBezTo>
                    <a:pt x="9619" y="1656"/>
                    <a:pt x="9763" y="1684"/>
                    <a:pt x="9877" y="1713"/>
                  </a:cubicBezTo>
                  <a:cubicBezTo>
                    <a:pt x="10039" y="1743"/>
                    <a:pt x="10158" y="1762"/>
                    <a:pt x="10259" y="1762"/>
                  </a:cubicBezTo>
                  <a:cubicBezTo>
                    <a:pt x="10445" y="1762"/>
                    <a:pt x="10571" y="1697"/>
                    <a:pt x="10793" y="1512"/>
                  </a:cubicBezTo>
                  <a:cubicBezTo>
                    <a:pt x="10908" y="1455"/>
                    <a:pt x="11022" y="1340"/>
                    <a:pt x="11222" y="1198"/>
                  </a:cubicBezTo>
                  <a:lnTo>
                    <a:pt x="11336" y="1141"/>
                  </a:lnTo>
                  <a:cubicBezTo>
                    <a:pt x="11666" y="939"/>
                    <a:pt x="11855" y="819"/>
                    <a:pt x="12113" y="819"/>
                  </a:cubicBezTo>
                  <a:cubicBezTo>
                    <a:pt x="12259" y="819"/>
                    <a:pt x="12426" y="857"/>
                    <a:pt x="12653" y="939"/>
                  </a:cubicBezTo>
                  <a:cubicBezTo>
                    <a:pt x="12683" y="969"/>
                    <a:pt x="12740" y="969"/>
                    <a:pt x="12797" y="969"/>
                  </a:cubicBezTo>
                  <a:cubicBezTo>
                    <a:pt x="12882" y="1054"/>
                    <a:pt x="12912" y="1141"/>
                    <a:pt x="12912" y="1198"/>
                  </a:cubicBezTo>
                  <a:cubicBezTo>
                    <a:pt x="12912" y="1340"/>
                    <a:pt x="12710" y="1512"/>
                    <a:pt x="12539" y="1656"/>
                  </a:cubicBezTo>
                  <a:cubicBezTo>
                    <a:pt x="12195" y="1913"/>
                    <a:pt x="11824" y="2256"/>
                    <a:pt x="11852" y="2801"/>
                  </a:cubicBezTo>
                  <a:cubicBezTo>
                    <a:pt x="11881" y="3172"/>
                    <a:pt x="12195" y="3431"/>
                    <a:pt x="12424" y="3630"/>
                  </a:cubicBezTo>
                  <a:cubicBezTo>
                    <a:pt x="12568" y="3745"/>
                    <a:pt x="12740" y="3889"/>
                    <a:pt x="12740" y="4003"/>
                  </a:cubicBezTo>
                  <a:cubicBezTo>
                    <a:pt x="12740" y="4061"/>
                    <a:pt x="12653" y="4203"/>
                    <a:pt x="12454" y="4374"/>
                  </a:cubicBezTo>
                  <a:cubicBezTo>
                    <a:pt x="12195" y="4546"/>
                    <a:pt x="10248" y="4862"/>
                    <a:pt x="9733" y="4862"/>
                  </a:cubicBezTo>
                  <a:cubicBezTo>
                    <a:pt x="9275" y="4862"/>
                    <a:pt x="8874" y="4661"/>
                    <a:pt x="8446" y="4432"/>
                  </a:cubicBezTo>
                  <a:cubicBezTo>
                    <a:pt x="8016" y="4232"/>
                    <a:pt x="7587" y="4003"/>
                    <a:pt x="7042" y="3916"/>
                  </a:cubicBezTo>
                  <a:cubicBezTo>
                    <a:pt x="6961" y="3909"/>
                    <a:pt x="6882" y="3906"/>
                    <a:pt x="6805" y="3906"/>
                  </a:cubicBezTo>
                  <a:cubicBezTo>
                    <a:pt x="5944" y="3906"/>
                    <a:pt x="5395" y="4325"/>
                    <a:pt x="4896" y="4718"/>
                  </a:cubicBezTo>
                  <a:cubicBezTo>
                    <a:pt x="4580" y="4947"/>
                    <a:pt x="4294" y="5206"/>
                    <a:pt x="3923" y="5320"/>
                  </a:cubicBezTo>
                  <a:cubicBezTo>
                    <a:pt x="3842" y="5336"/>
                    <a:pt x="3744" y="5343"/>
                    <a:pt x="3632" y="5343"/>
                  </a:cubicBezTo>
                  <a:cubicBezTo>
                    <a:pt x="2912" y="5343"/>
                    <a:pt x="1656" y="5045"/>
                    <a:pt x="1260" y="4748"/>
                  </a:cubicBezTo>
                  <a:cubicBezTo>
                    <a:pt x="1060" y="4576"/>
                    <a:pt x="973" y="4461"/>
                    <a:pt x="916" y="4404"/>
                  </a:cubicBezTo>
                  <a:cubicBezTo>
                    <a:pt x="1072" y="4352"/>
                    <a:pt x="1370" y="4336"/>
                    <a:pt x="1697" y="4336"/>
                  </a:cubicBezTo>
                  <a:cubicBezTo>
                    <a:pt x="2090" y="4336"/>
                    <a:pt x="2524" y="4359"/>
                    <a:pt x="2805" y="4374"/>
                  </a:cubicBezTo>
                  <a:cubicBezTo>
                    <a:pt x="3176" y="4388"/>
                    <a:pt x="3432" y="4401"/>
                    <a:pt x="3620" y="4401"/>
                  </a:cubicBezTo>
                  <a:cubicBezTo>
                    <a:pt x="3854" y="4401"/>
                    <a:pt x="3983" y="4381"/>
                    <a:pt x="4095" y="4317"/>
                  </a:cubicBezTo>
                  <a:cubicBezTo>
                    <a:pt x="4180" y="4260"/>
                    <a:pt x="4267" y="4175"/>
                    <a:pt x="4267" y="4061"/>
                  </a:cubicBezTo>
                  <a:cubicBezTo>
                    <a:pt x="4294" y="3946"/>
                    <a:pt x="4267" y="3832"/>
                    <a:pt x="4180" y="3745"/>
                  </a:cubicBezTo>
                  <a:cubicBezTo>
                    <a:pt x="3694" y="3229"/>
                    <a:pt x="3064" y="3087"/>
                    <a:pt x="2576" y="3000"/>
                  </a:cubicBezTo>
                  <a:cubicBezTo>
                    <a:pt x="2233" y="2916"/>
                    <a:pt x="1947" y="2858"/>
                    <a:pt x="1775" y="2714"/>
                  </a:cubicBezTo>
                  <a:cubicBezTo>
                    <a:pt x="1347" y="2313"/>
                    <a:pt x="1374" y="2171"/>
                    <a:pt x="1374" y="2171"/>
                  </a:cubicBezTo>
                  <a:cubicBezTo>
                    <a:pt x="1374" y="2171"/>
                    <a:pt x="1374" y="2057"/>
                    <a:pt x="1805" y="1855"/>
                  </a:cubicBezTo>
                  <a:cubicBezTo>
                    <a:pt x="1973" y="1780"/>
                    <a:pt x="2180" y="1767"/>
                    <a:pt x="2399" y="1767"/>
                  </a:cubicBezTo>
                  <a:cubicBezTo>
                    <a:pt x="2513" y="1767"/>
                    <a:pt x="2631" y="1771"/>
                    <a:pt x="2748" y="1771"/>
                  </a:cubicBezTo>
                  <a:cubicBezTo>
                    <a:pt x="2852" y="1771"/>
                    <a:pt x="2956" y="1773"/>
                    <a:pt x="3060" y="1773"/>
                  </a:cubicBezTo>
                  <a:cubicBezTo>
                    <a:pt x="3326" y="1773"/>
                    <a:pt x="3588" y="1758"/>
                    <a:pt x="3836" y="1656"/>
                  </a:cubicBezTo>
                  <a:cubicBezTo>
                    <a:pt x="4180" y="1542"/>
                    <a:pt x="4438" y="1340"/>
                    <a:pt x="4667" y="1168"/>
                  </a:cubicBezTo>
                  <a:cubicBezTo>
                    <a:pt x="5041" y="895"/>
                    <a:pt x="5306" y="729"/>
                    <a:pt x="5615" y="729"/>
                  </a:cubicBezTo>
                  <a:close/>
                  <a:moveTo>
                    <a:pt x="5620" y="1"/>
                  </a:moveTo>
                  <a:cubicBezTo>
                    <a:pt x="5052" y="1"/>
                    <a:pt x="4633" y="295"/>
                    <a:pt x="4237" y="568"/>
                  </a:cubicBezTo>
                  <a:cubicBezTo>
                    <a:pt x="4038" y="740"/>
                    <a:pt x="3809" y="882"/>
                    <a:pt x="3607" y="969"/>
                  </a:cubicBezTo>
                  <a:cubicBezTo>
                    <a:pt x="3378" y="1054"/>
                    <a:pt x="3092" y="1054"/>
                    <a:pt x="2778" y="1054"/>
                  </a:cubicBezTo>
                  <a:cubicBezTo>
                    <a:pt x="2663" y="1046"/>
                    <a:pt x="2544" y="1040"/>
                    <a:pt x="2423" y="1040"/>
                  </a:cubicBezTo>
                  <a:cubicBezTo>
                    <a:pt x="2120" y="1040"/>
                    <a:pt x="1805" y="1075"/>
                    <a:pt x="1518" y="1198"/>
                  </a:cubicBezTo>
                  <a:cubicBezTo>
                    <a:pt x="1145" y="1370"/>
                    <a:pt x="717" y="1599"/>
                    <a:pt x="660" y="2027"/>
                  </a:cubicBezTo>
                  <a:cubicBezTo>
                    <a:pt x="573" y="2485"/>
                    <a:pt x="916" y="2916"/>
                    <a:pt x="1289" y="3259"/>
                  </a:cubicBezTo>
                  <a:cubicBezTo>
                    <a:pt x="1518" y="3431"/>
                    <a:pt x="1747" y="3545"/>
                    <a:pt x="1976" y="3603"/>
                  </a:cubicBezTo>
                  <a:cubicBezTo>
                    <a:pt x="1863" y="3599"/>
                    <a:pt x="1754" y="3597"/>
                    <a:pt x="1651" y="3597"/>
                  </a:cubicBezTo>
                  <a:cubicBezTo>
                    <a:pt x="843" y="3597"/>
                    <a:pt x="354" y="3712"/>
                    <a:pt x="202" y="4118"/>
                  </a:cubicBezTo>
                  <a:cubicBezTo>
                    <a:pt x="0" y="4576"/>
                    <a:pt x="431" y="4977"/>
                    <a:pt x="831" y="5290"/>
                  </a:cubicBezTo>
                  <a:cubicBezTo>
                    <a:pt x="1347" y="5721"/>
                    <a:pt x="2691" y="6065"/>
                    <a:pt x="3607" y="6065"/>
                  </a:cubicBezTo>
                  <a:cubicBezTo>
                    <a:pt x="3779" y="6065"/>
                    <a:pt x="3951" y="6035"/>
                    <a:pt x="4095" y="6007"/>
                  </a:cubicBezTo>
                  <a:cubicBezTo>
                    <a:pt x="4638" y="5863"/>
                    <a:pt x="5011" y="5549"/>
                    <a:pt x="5354" y="5263"/>
                  </a:cubicBezTo>
                  <a:cubicBezTo>
                    <a:pt x="5786" y="4931"/>
                    <a:pt x="6150" y="4647"/>
                    <a:pt x="6729" y="4647"/>
                  </a:cubicBezTo>
                  <a:cubicBezTo>
                    <a:pt x="6801" y="4647"/>
                    <a:pt x="6877" y="4651"/>
                    <a:pt x="6957" y="4661"/>
                  </a:cubicBezTo>
                  <a:cubicBezTo>
                    <a:pt x="7358" y="4718"/>
                    <a:pt x="7729" y="4890"/>
                    <a:pt x="8103" y="5091"/>
                  </a:cubicBezTo>
                  <a:cubicBezTo>
                    <a:pt x="8588" y="5348"/>
                    <a:pt x="9103" y="5607"/>
                    <a:pt x="9733" y="5607"/>
                  </a:cubicBezTo>
                  <a:cubicBezTo>
                    <a:pt x="10134" y="5607"/>
                    <a:pt x="12596" y="5290"/>
                    <a:pt x="12939" y="4919"/>
                  </a:cubicBezTo>
                  <a:cubicBezTo>
                    <a:pt x="13283" y="4603"/>
                    <a:pt x="13455" y="4290"/>
                    <a:pt x="13455" y="3974"/>
                  </a:cubicBezTo>
                  <a:cubicBezTo>
                    <a:pt x="13455" y="3573"/>
                    <a:pt x="13141" y="3287"/>
                    <a:pt x="12882" y="3087"/>
                  </a:cubicBezTo>
                  <a:cubicBezTo>
                    <a:pt x="12740" y="2973"/>
                    <a:pt x="12596" y="2829"/>
                    <a:pt x="12568" y="2744"/>
                  </a:cubicBezTo>
                  <a:cubicBezTo>
                    <a:pt x="12568" y="2572"/>
                    <a:pt x="12740" y="2428"/>
                    <a:pt x="12997" y="2199"/>
                  </a:cubicBezTo>
                  <a:cubicBezTo>
                    <a:pt x="13283" y="1970"/>
                    <a:pt x="13626" y="1684"/>
                    <a:pt x="13626" y="1255"/>
                  </a:cubicBezTo>
                  <a:cubicBezTo>
                    <a:pt x="13656" y="939"/>
                    <a:pt x="13512" y="653"/>
                    <a:pt x="13226" y="339"/>
                  </a:cubicBezTo>
                  <a:cubicBezTo>
                    <a:pt x="13164" y="276"/>
                    <a:pt x="13072" y="229"/>
                    <a:pt x="12973" y="229"/>
                  </a:cubicBezTo>
                  <a:cubicBezTo>
                    <a:pt x="12934" y="229"/>
                    <a:pt x="12894" y="236"/>
                    <a:pt x="12855" y="252"/>
                  </a:cubicBezTo>
                  <a:cubicBezTo>
                    <a:pt x="12550" y="148"/>
                    <a:pt x="12302" y="104"/>
                    <a:pt x="12086" y="104"/>
                  </a:cubicBezTo>
                  <a:cubicBezTo>
                    <a:pt x="11653" y="104"/>
                    <a:pt x="11347" y="282"/>
                    <a:pt x="10965" y="511"/>
                  </a:cubicBezTo>
                  <a:lnTo>
                    <a:pt x="10851" y="596"/>
                  </a:lnTo>
                  <a:cubicBezTo>
                    <a:pt x="10592" y="740"/>
                    <a:pt x="10450" y="882"/>
                    <a:pt x="10335" y="969"/>
                  </a:cubicBezTo>
                  <a:cubicBezTo>
                    <a:pt x="10278" y="996"/>
                    <a:pt x="10248" y="1026"/>
                    <a:pt x="10278" y="1026"/>
                  </a:cubicBezTo>
                  <a:cubicBezTo>
                    <a:pt x="10248" y="1026"/>
                    <a:pt x="10134" y="1026"/>
                    <a:pt x="10049" y="996"/>
                  </a:cubicBezTo>
                  <a:cubicBezTo>
                    <a:pt x="9905" y="969"/>
                    <a:pt x="9763" y="939"/>
                    <a:pt x="9561" y="882"/>
                  </a:cubicBezTo>
                  <a:cubicBezTo>
                    <a:pt x="9175" y="811"/>
                    <a:pt x="8811" y="811"/>
                    <a:pt x="8460" y="811"/>
                  </a:cubicBezTo>
                  <a:cubicBezTo>
                    <a:pt x="8109" y="811"/>
                    <a:pt x="7773" y="811"/>
                    <a:pt x="7443" y="740"/>
                  </a:cubicBezTo>
                  <a:cubicBezTo>
                    <a:pt x="7214" y="683"/>
                    <a:pt x="7015" y="568"/>
                    <a:pt x="6786" y="424"/>
                  </a:cubicBezTo>
                  <a:cubicBezTo>
                    <a:pt x="6527" y="282"/>
                    <a:pt x="6270" y="110"/>
                    <a:pt x="5897" y="23"/>
                  </a:cubicBezTo>
                  <a:cubicBezTo>
                    <a:pt x="5801" y="8"/>
                    <a:pt x="5709" y="1"/>
                    <a:pt x="562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9"/>
            <p:cNvSpPr/>
            <p:nvPr/>
          </p:nvSpPr>
          <p:spPr>
            <a:xfrm>
              <a:off x="6940623" y="1040664"/>
              <a:ext cx="61957" cy="30220"/>
            </a:xfrm>
            <a:custGeom>
              <a:avLst/>
              <a:gdLst/>
              <a:ahLst/>
              <a:cxnLst/>
              <a:rect l="l" t="t" r="r" b="b"/>
              <a:pathLst>
                <a:path w="3063" h="1494" extrusionOk="0">
                  <a:moveTo>
                    <a:pt x="1941" y="1"/>
                  </a:moveTo>
                  <a:cubicBezTo>
                    <a:pt x="1849" y="1"/>
                    <a:pt x="1746" y="11"/>
                    <a:pt x="1631" y="32"/>
                  </a:cubicBezTo>
                  <a:lnTo>
                    <a:pt x="1431" y="32"/>
                  </a:lnTo>
                  <a:cubicBezTo>
                    <a:pt x="257" y="177"/>
                    <a:pt x="0" y="1494"/>
                    <a:pt x="1374" y="1494"/>
                  </a:cubicBezTo>
                  <a:cubicBezTo>
                    <a:pt x="2511" y="1494"/>
                    <a:pt x="3063" y="1"/>
                    <a:pt x="1941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9"/>
            <p:cNvSpPr/>
            <p:nvPr/>
          </p:nvSpPr>
          <p:spPr>
            <a:xfrm>
              <a:off x="6941776" y="1033463"/>
              <a:ext cx="59085" cy="44379"/>
            </a:xfrm>
            <a:custGeom>
              <a:avLst/>
              <a:gdLst/>
              <a:ahLst/>
              <a:cxnLst/>
              <a:rect l="l" t="t" r="r" b="b"/>
              <a:pathLst>
                <a:path w="2921" h="2194" extrusionOk="0">
                  <a:moveTo>
                    <a:pt x="1898" y="707"/>
                  </a:moveTo>
                  <a:cubicBezTo>
                    <a:pt x="2037" y="707"/>
                    <a:pt x="2098" y="741"/>
                    <a:pt x="2119" y="762"/>
                  </a:cubicBezTo>
                  <a:cubicBezTo>
                    <a:pt x="2146" y="789"/>
                    <a:pt x="2146" y="876"/>
                    <a:pt x="2089" y="1018"/>
                  </a:cubicBezTo>
                  <a:cubicBezTo>
                    <a:pt x="1974" y="1247"/>
                    <a:pt x="1688" y="1476"/>
                    <a:pt x="1317" y="1476"/>
                  </a:cubicBezTo>
                  <a:cubicBezTo>
                    <a:pt x="974" y="1476"/>
                    <a:pt x="772" y="1392"/>
                    <a:pt x="745" y="1247"/>
                  </a:cubicBezTo>
                  <a:cubicBezTo>
                    <a:pt x="745" y="1075"/>
                    <a:pt x="974" y="819"/>
                    <a:pt x="1432" y="762"/>
                  </a:cubicBezTo>
                  <a:cubicBezTo>
                    <a:pt x="1432" y="732"/>
                    <a:pt x="1459" y="732"/>
                    <a:pt x="1489" y="732"/>
                  </a:cubicBezTo>
                  <a:cubicBezTo>
                    <a:pt x="1518" y="747"/>
                    <a:pt x="1546" y="754"/>
                    <a:pt x="1575" y="754"/>
                  </a:cubicBezTo>
                  <a:cubicBezTo>
                    <a:pt x="1603" y="754"/>
                    <a:pt x="1632" y="747"/>
                    <a:pt x="1661" y="732"/>
                  </a:cubicBezTo>
                  <a:cubicBezTo>
                    <a:pt x="1758" y="714"/>
                    <a:pt x="1836" y="707"/>
                    <a:pt x="1898" y="707"/>
                  </a:cubicBezTo>
                  <a:close/>
                  <a:moveTo>
                    <a:pt x="1916" y="1"/>
                  </a:moveTo>
                  <a:cubicBezTo>
                    <a:pt x="1798" y="1"/>
                    <a:pt x="1665" y="14"/>
                    <a:pt x="1516" y="45"/>
                  </a:cubicBezTo>
                  <a:lnTo>
                    <a:pt x="1489" y="45"/>
                  </a:lnTo>
                  <a:cubicBezTo>
                    <a:pt x="1432" y="17"/>
                    <a:pt x="1374" y="17"/>
                    <a:pt x="1345" y="17"/>
                  </a:cubicBezTo>
                  <a:cubicBezTo>
                    <a:pt x="486" y="132"/>
                    <a:pt x="0" y="762"/>
                    <a:pt x="28" y="1304"/>
                  </a:cubicBezTo>
                  <a:cubicBezTo>
                    <a:pt x="58" y="1705"/>
                    <a:pt x="401" y="2193"/>
                    <a:pt x="1317" y="2193"/>
                  </a:cubicBezTo>
                  <a:cubicBezTo>
                    <a:pt x="2062" y="2193"/>
                    <a:pt x="2547" y="1735"/>
                    <a:pt x="2749" y="1334"/>
                  </a:cubicBezTo>
                  <a:cubicBezTo>
                    <a:pt x="2920" y="991"/>
                    <a:pt x="2891" y="590"/>
                    <a:pt x="2691" y="331"/>
                  </a:cubicBezTo>
                  <a:cubicBezTo>
                    <a:pt x="2578" y="175"/>
                    <a:pt x="2343" y="1"/>
                    <a:pt x="1916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9"/>
            <p:cNvSpPr/>
            <p:nvPr/>
          </p:nvSpPr>
          <p:spPr>
            <a:xfrm>
              <a:off x="6574694" y="928856"/>
              <a:ext cx="221693" cy="69158"/>
            </a:xfrm>
            <a:custGeom>
              <a:avLst/>
              <a:gdLst/>
              <a:ahLst/>
              <a:cxnLst/>
              <a:rect l="l" t="t" r="r" b="b"/>
              <a:pathLst>
                <a:path w="10960" h="3419" extrusionOk="0">
                  <a:moveTo>
                    <a:pt x="6484" y="1"/>
                  </a:moveTo>
                  <a:cubicBezTo>
                    <a:pt x="5826" y="1"/>
                    <a:pt x="5470" y="172"/>
                    <a:pt x="4719" y="693"/>
                  </a:cubicBezTo>
                  <a:cubicBezTo>
                    <a:pt x="3631" y="1437"/>
                    <a:pt x="2315" y="1009"/>
                    <a:pt x="1284" y="1723"/>
                  </a:cubicBezTo>
                  <a:cubicBezTo>
                    <a:pt x="0" y="2572"/>
                    <a:pt x="743" y="3419"/>
                    <a:pt x="1902" y="3419"/>
                  </a:cubicBezTo>
                  <a:cubicBezTo>
                    <a:pt x="2035" y="3419"/>
                    <a:pt x="2173" y="3407"/>
                    <a:pt x="2315" y="3384"/>
                  </a:cubicBezTo>
                  <a:cubicBezTo>
                    <a:pt x="3203" y="3242"/>
                    <a:pt x="4119" y="2582"/>
                    <a:pt x="5006" y="2440"/>
                  </a:cubicBezTo>
                  <a:cubicBezTo>
                    <a:pt x="6380" y="2239"/>
                    <a:pt x="7525" y="1925"/>
                    <a:pt x="8842" y="1581"/>
                  </a:cubicBezTo>
                  <a:cubicBezTo>
                    <a:pt x="9586" y="1352"/>
                    <a:pt x="10960" y="1295"/>
                    <a:pt x="9730" y="407"/>
                  </a:cubicBezTo>
                  <a:cubicBezTo>
                    <a:pt x="9471" y="257"/>
                    <a:pt x="9201" y="223"/>
                    <a:pt x="8930" y="223"/>
                  </a:cubicBezTo>
                  <a:cubicBezTo>
                    <a:pt x="8695" y="223"/>
                    <a:pt x="8461" y="249"/>
                    <a:pt x="8232" y="249"/>
                  </a:cubicBezTo>
                  <a:cubicBezTo>
                    <a:pt x="7966" y="249"/>
                    <a:pt x="7708" y="214"/>
                    <a:pt x="7467" y="63"/>
                  </a:cubicBezTo>
                  <a:lnTo>
                    <a:pt x="7383" y="63"/>
                  </a:lnTo>
                  <a:cubicBezTo>
                    <a:pt x="7017" y="25"/>
                    <a:pt x="6730" y="1"/>
                    <a:pt x="6484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9"/>
            <p:cNvSpPr/>
            <p:nvPr/>
          </p:nvSpPr>
          <p:spPr>
            <a:xfrm>
              <a:off x="6576939" y="921452"/>
              <a:ext cx="213117" cy="83964"/>
            </a:xfrm>
            <a:custGeom>
              <a:avLst/>
              <a:gdLst/>
              <a:ahLst/>
              <a:cxnLst/>
              <a:rect l="l" t="t" r="r" b="b"/>
              <a:pathLst>
                <a:path w="10536" h="4151" extrusionOk="0">
                  <a:moveTo>
                    <a:pt x="6383" y="715"/>
                  </a:moveTo>
                  <a:cubicBezTo>
                    <a:pt x="6612" y="715"/>
                    <a:pt x="6898" y="745"/>
                    <a:pt x="7242" y="773"/>
                  </a:cubicBezTo>
                  <a:cubicBezTo>
                    <a:pt x="7589" y="957"/>
                    <a:pt x="7935" y="975"/>
                    <a:pt x="8252" y="975"/>
                  </a:cubicBezTo>
                  <a:cubicBezTo>
                    <a:pt x="8327" y="975"/>
                    <a:pt x="8402" y="974"/>
                    <a:pt x="8474" y="974"/>
                  </a:cubicBezTo>
                  <a:cubicBezTo>
                    <a:pt x="8614" y="963"/>
                    <a:pt x="8746" y="952"/>
                    <a:pt x="8870" y="952"/>
                  </a:cubicBezTo>
                  <a:cubicBezTo>
                    <a:pt x="9075" y="952"/>
                    <a:pt x="9258" y="982"/>
                    <a:pt x="9418" y="1089"/>
                  </a:cubicBezTo>
                  <a:cubicBezTo>
                    <a:pt x="9562" y="1173"/>
                    <a:pt x="9647" y="1260"/>
                    <a:pt x="9704" y="1318"/>
                  </a:cubicBezTo>
                  <a:cubicBezTo>
                    <a:pt x="9532" y="1375"/>
                    <a:pt x="9246" y="1432"/>
                    <a:pt x="9074" y="1489"/>
                  </a:cubicBezTo>
                  <a:cubicBezTo>
                    <a:pt x="8902" y="1517"/>
                    <a:pt x="8760" y="1547"/>
                    <a:pt x="8616" y="1604"/>
                  </a:cubicBezTo>
                  <a:cubicBezTo>
                    <a:pt x="7329" y="1947"/>
                    <a:pt x="6184" y="2234"/>
                    <a:pt x="4837" y="2463"/>
                  </a:cubicBezTo>
                  <a:cubicBezTo>
                    <a:pt x="4352" y="2520"/>
                    <a:pt x="3864" y="2749"/>
                    <a:pt x="3406" y="2948"/>
                  </a:cubicBezTo>
                  <a:cubicBezTo>
                    <a:pt x="2978" y="3150"/>
                    <a:pt x="2547" y="3322"/>
                    <a:pt x="2146" y="3406"/>
                  </a:cubicBezTo>
                  <a:cubicBezTo>
                    <a:pt x="2043" y="3419"/>
                    <a:pt x="1945" y="3425"/>
                    <a:pt x="1852" y="3425"/>
                  </a:cubicBezTo>
                  <a:cubicBezTo>
                    <a:pt x="1323" y="3425"/>
                    <a:pt x="961" y="3234"/>
                    <a:pt x="887" y="3063"/>
                  </a:cubicBezTo>
                  <a:cubicBezTo>
                    <a:pt x="830" y="2891"/>
                    <a:pt x="1001" y="2635"/>
                    <a:pt x="1402" y="2376"/>
                  </a:cubicBezTo>
                  <a:cubicBezTo>
                    <a:pt x="1833" y="2062"/>
                    <a:pt x="2375" y="2005"/>
                    <a:pt x="2920" y="1947"/>
                  </a:cubicBezTo>
                  <a:cubicBezTo>
                    <a:pt x="3550" y="1860"/>
                    <a:pt x="4208" y="1776"/>
                    <a:pt x="4810" y="1375"/>
                  </a:cubicBezTo>
                  <a:cubicBezTo>
                    <a:pt x="5524" y="887"/>
                    <a:pt x="5811" y="715"/>
                    <a:pt x="6383" y="715"/>
                  </a:cubicBezTo>
                  <a:close/>
                  <a:moveTo>
                    <a:pt x="6412" y="0"/>
                  </a:moveTo>
                  <a:cubicBezTo>
                    <a:pt x="5647" y="0"/>
                    <a:pt x="5245" y="194"/>
                    <a:pt x="4409" y="773"/>
                  </a:cubicBezTo>
                  <a:cubicBezTo>
                    <a:pt x="3951" y="1089"/>
                    <a:pt x="3406" y="1146"/>
                    <a:pt x="2833" y="1231"/>
                  </a:cubicBezTo>
                  <a:cubicBezTo>
                    <a:pt x="2204" y="1288"/>
                    <a:pt x="1574" y="1375"/>
                    <a:pt x="974" y="1776"/>
                  </a:cubicBezTo>
                  <a:cubicBezTo>
                    <a:pt x="1" y="2433"/>
                    <a:pt x="115" y="3063"/>
                    <a:pt x="200" y="3322"/>
                  </a:cubicBezTo>
                  <a:cubicBezTo>
                    <a:pt x="401" y="3837"/>
                    <a:pt x="1059" y="4151"/>
                    <a:pt x="1803" y="4151"/>
                  </a:cubicBezTo>
                  <a:cubicBezTo>
                    <a:pt x="1975" y="4151"/>
                    <a:pt x="2119" y="4123"/>
                    <a:pt x="2261" y="4123"/>
                  </a:cubicBezTo>
                  <a:cubicBezTo>
                    <a:pt x="2776" y="4036"/>
                    <a:pt x="3234" y="3807"/>
                    <a:pt x="3692" y="3608"/>
                  </a:cubicBezTo>
                  <a:cubicBezTo>
                    <a:pt x="4123" y="3406"/>
                    <a:pt x="4551" y="3235"/>
                    <a:pt x="4952" y="3177"/>
                  </a:cubicBezTo>
                  <a:cubicBezTo>
                    <a:pt x="6326" y="2948"/>
                    <a:pt x="7501" y="2662"/>
                    <a:pt x="8818" y="2291"/>
                  </a:cubicBezTo>
                  <a:cubicBezTo>
                    <a:pt x="8960" y="2261"/>
                    <a:pt x="9074" y="2234"/>
                    <a:pt x="9218" y="2204"/>
                  </a:cubicBezTo>
                  <a:cubicBezTo>
                    <a:pt x="9791" y="2062"/>
                    <a:pt x="10363" y="1947"/>
                    <a:pt x="10448" y="1460"/>
                  </a:cubicBezTo>
                  <a:cubicBezTo>
                    <a:pt x="10535" y="1059"/>
                    <a:pt x="10162" y="715"/>
                    <a:pt x="9791" y="459"/>
                  </a:cubicBezTo>
                  <a:cubicBezTo>
                    <a:pt x="9419" y="249"/>
                    <a:pt x="9026" y="229"/>
                    <a:pt x="8678" y="229"/>
                  </a:cubicBezTo>
                  <a:cubicBezTo>
                    <a:pt x="8597" y="229"/>
                    <a:pt x="8519" y="230"/>
                    <a:pt x="8444" y="230"/>
                  </a:cubicBezTo>
                  <a:cubicBezTo>
                    <a:pt x="8339" y="238"/>
                    <a:pt x="8237" y="244"/>
                    <a:pt x="8139" y="244"/>
                  </a:cubicBezTo>
                  <a:cubicBezTo>
                    <a:pt x="7917" y="244"/>
                    <a:pt x="7717" y="214"/>
                    <a:pt x="7558" y="115"/>
                  </a:cubicBezTo>
                  <a:cubicBezTo>
                    <a:pt x="7471" y="58"/>
                    <a:pt x="7386" y="58"/>
                    <a:pt x="7329" y="58"/>
                  </a:cubicBezTo>
                  <a:cubicBezTo>
                    <a:pt x="6963" y="22"/>
                    <a:pt x="6667" y="0"/>
                    <a:pt x="641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9"/>
            <p:cNvSpPr/>
            <p:nvPr/>
          </p:nvSpPr>
          <p:spPr>
            <a:xfrm>
              <a:off x="6641188" y="2259020"/>
              <a:ext cx="229602" cy="96060"/>
            </a:xfrm>
            <a:custGeom>
              <a:avLst/>
              <a:gdLst/>
              <a:ahLst/>
              <a:cxnLst/>
              <a:rect l="l" t="t" r="r" b="b"/>
              <a:pathLst>
                <a:path w="11351" h="4749" extrusionOk="0">
                  <a:moveTo>
                    <a:pt x="3419" y="0"/>
                  </a:moveTo>
                  <a:cubicBezTo>
                    <a:pt x="2765" y="0"/>
                    <a:pt x="2097" y="69"/>
                    <a:pt x="1577" y="237"/>
                  </a:cubicBezTo>
                  <a:cubicBezTo>
                    <a:pt x="489" y="608"/>
                    <a:pt x="1" y="1467"/>
                    <a:pt x="1519" y="1554"/>
                  </a:cubicBezTo>
                  <a:cubicBezTo>
                    <a:pt x="1731" y="1564"/>
                    <a:pt x="1920" y="1566"/>
                    <a:pt x="2092" y="1566"/>
                  </a:cubicBezTo>
                  <a:cubicBezTo>
                    <a:pt x="2271" y="1566"/>
                    <a:pt x="2432" y="1563"/>
                    <a:pt x="2586" y="1563"/>
                  </a:cubicBezTo>
                  <a:cubicBezTo>
                    <a:pt x="3179" y="1563"/>
                    <a:pt x="3650" y="1602"/>
                    <a:pt x="4524" y="1982"/>
                  </a:cubicBezTo>
                  <a:cubicBezTo>
                    <a:pt x="6013" y="2555"/>
                    <a:pt x="6443" y="2555"/>
                    <a:pt x="7272" y="3872"/>
                  </a:cubicBezTo>
                  <a:cubicBezTo>
                    <a:pt x="7657" y="4434"/>
                    <a:pt x="7907" y="4546"/>
                    <a:pt x="8244" y="4546"/>
                  </a:cubicBezTo>
                  <a:cubicBezTo>
                    <a:pt x="8468" y="4546"/>
                    <a:pt x="8730" y="4496"/>
                    <a:pt x="9096" y="4496"/>
                  </a:cubicBezTo>
                  <a:cubicBezTo>
                    <a:pt x="9162" y="4496"/>
                    <a:pt x="9232" y="4498"/>
                    <a:pt x="9306" y="4502"/>
                  </a:cubicBezTo>
                  <a:cubicBezTo>
                    <a:pt x="9543" y="4502"/>
                    <a:pt x="10240" y="4748"/>
                    <a:pt x="10720" y="4748"/>
                  </a:cubicBezTo>
                  <a:cubicBezTo>
                    <a:pt x="11105" y="4748"/>
                    <a:pt x="11351" y="4589"/>
                    <a:pt x="11108" y="4016"/>
                  </a:cubicBezTo>
                  <a:cubicBezTo>
                    <a:pt x="11108" y="3872"/>
                    <a:pt x="10879" y="3730"/>
                    <a:pt x="10822" y="3643"/>
                  </a:cubicBezTo>
                  <a:cubicBezTo>
                    <a:pt x="9047" y="2127"/>
                    <a:pt x="7043" y="466"/>
                    <a:pt x="4726" y="93"/>
                  </a:cubicBezTo>
                  <a:cubicBezTo>
                    <a:pt x="4335" y="34"/>
                    <a:pt x="3880" y="0"/>
                    <a:pt x="3419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9"/>
            <p:cNvSpPr/>
            <p:nvPr/>
          </p:nvSpPr>
          <p:spPr>
            <a:xfrm>
              <a:off x="6643514" y="2251637"/>
              <a:ext cx="233405" cy="111191"/>
            </a:xfrm>
            <a:custGeom>
              <a:avLst/>
              <a:gdLst/>
              <a:ahLst/>
              <a:cxnLst/>
              <a:rect l="l" t="t" r="r" b="b"/>
              <a:pathLst>
                <a:path w="11539" h="5497" extrusionOk="0">
                  <a:moveTo>
                    <a:pt x="3294" y="717"/>
                  </a:moveTo>
                  <a:cubicBezTo>
                    <a:pt x="3722" y="717"/>
                    <a:pt x="4152" y="744"/>
                    <a:pt x="4553" y="802"/>
                  </a:cubicBezTo>
                  <a:cubicBezTo>
                    <a:pt x="6843" y="1175"/>
                    <a:pt x="8847" y="2893"/>
                    <a:pt x="10450" y="4267"/>
                  </a:cubicBezTo>
                  <a:cubicBezTo>
                    <a:pt x="10478" y="4294"/>
                    <a:pt x="10508" y="4294"/>
                    <a:pt x="10535" y="4324"/>
                  </a:cubicBezTo>
                  <a:cubicBezTo>
                    <a:pt x="10535" y="4351"/>
                    <a:pt x="10592" y="4409"/>
                    <a:pt x="10622" y="4438"/>
                  </a:cubicBezTo>
                  <a:cubicBezTo>
                    <a:pt x="10622" y="4466"/>
                    <a:pt x="10650" y="4496"/>
                    <a:pt x="10650" y="4523"/>
                  </a:cubicBezTo>
                  <a:cubicBezTo>
                    <a:pt x="10707" y="4638"/>
                    <a:pt x="10707" y="4695"/>
                    <a:pt x="10707" y="4752"/>
                  </a:cubicBezTo>
                  <a:lnTo>
                    <a:pt x="10592" y="4752"/>
                  </a:lnTo>
                  <a:cubicBezTo>
                    <a:pt x="10363" y="4752"/>
                    <a:pt x="10020" y="4667"/>
                    <a:pt x="9734" y="4610"/>
                  </a:cubicBezTo>
                  <a:cubicBezTo>
                    <a:pt x="9505" y="4553"/>
                    <a:pt x="9333" y="4523"/>
                    <a:pt x="9218" y="4523"/>
                  </a:cubicBezTo>
                  <a:cubicBezTo>
                    <a:pt x="9114" y="4514"/>
                    <a:pt x="9015" y="4511"/>
                    <a:pt x="8922" y="4511"/>
                  </a:cubicBezTo>
                  <a:cubicBezTo>
                    <a:pt x="8735" y="4511"/>
                    <a:pt x="8569" y="4523"/>
                    <a:pt x="8417" y="4523"/>
                  </a:cubicBezTo>
                  <a:cubicBezTo>
                    <a:pt x="8332" y="4553"/>
                    <a:pt x="8217" y="4553"/>
                    <a:pt x="8130" y="4553"/>
                  </a:cubicBezTo>
                  <a:cubicBezTo>
                    <a:pt x="7959" y="4553"/>
                    <a:pt x="7787" y="4553"/>
                    <a:pt x="7443" y="4038"/>
                  </a:cubicBezTo>
                  <a:cubicBezTo>
                    <a:pt x="6672" y="2806"/>
                    <a:pt x="6184" y="2606"/>
                    <a:pt x="5069" y="2205"/>
                  </a:cubicBezTo>
                  <a:cubicBezTo>
                    <a:pt x="4924" y="2148"/>
                    <a:pt x="4725" y="2091"/>
                    <a:pt x="4553" y="2004"/>
                  </a:cubicBezTo>
                  <a:cubicBezTo>
                    <a:pt x="3607" y="1603"/>
                    <a:pt x="3092" y="1576"/>
                    <a:pt x="2435" y="1576"/>
                  </a:cubicBezTo>
                  <a:lnTo>
                    <a:pt x="2119" y="1576"/>
                  </a:lnTo>
                  <a:cubicBezTo>
                    <a:pt x="1920" y="1576"/>
                    <a:pt x="1691" y="1546"/>
                    <a:pt x="1404" y="1546"/>
                  </a:cubicBezTo>
                  <a:cubicBezTo>
                    <a:pt x="1031" y="1518"/>
                    <a:pt x="859" y="1461"/>
                    <a:pt x="802" y="1431"/>
                  </a:cubicBezTo>
                  <a:cubicBezTo>
                    <a:pt x="859" y="1317"/>
                    <a:pt x="1088" y="1118"/>
                    <a:pt x="1576" y="946"/>
                  </a:cubicBezTo>
                  <a:cubicBezTo>
                    <a:pt x="2004" y="802"/>
                    <a:pt x="2607" y="717"/>
                    <a:pt x="3294" y="717"/>
                  </a:cubicBezTo>
                  <a:close/>
                  <a:moveTo>
                    <a:pt x="3294" y="0"/>
                  </a:moveTo>
                  <a:cubicBezTo>
                    <a:pt x="2778" y="0"/>
                    <a:pt x="2004" y="57"/>
                    <a:pt x="1347" y="259"/>
                  </a:cubicBezTo>
                  <a:cubicBezTo>
                    <a:pt x="516" y="545"/>
                    <a:pt x="0" y="1060"/>
                    <a:pt x="87" y="1546"/>
                  </a:cubicBezTo>
                  <a:cubicBezTo>
                    <a:pt x="115" y="1832"/>
                    <a:pt x="374" y="2233"/>
                    <a:pt x="1375" y="2263"/>
                  </a:cubicBezTo>
                  <a:cubicBezTo>
                    <a:pt x="1661" y="2290"/>
                    <a:pt x="1890" y="2290"/>
                    <a:pt x="2119" y="2290"/>
                  </a:cubicBezTo>
                  <a:lnTo>
                    <a:pt x="2435" y="2290"/>
                  </a:lnTo>
                  <a:cubicBezTo>
                    <a:pt x="3035" y="2290"/>
                    <a:pt x="3436" y="2320"/>
                    <a:pt x="4267" y="2691"/>
                  </a:cubicBezTo>
                  <a:cubicBezTo>
                    <a:pt x="4466" y="2748"/>
                    <a:pt x="4668" y="2835"/>
                    <a:pt x="4840" y="2893"/>
                  </a:cubicBezTo>
                  <a:cubicBezTo>
                    <a:pt x="5870" y="3293"/>
                    <a:pt x="6184" y="3408"/>
                    <a:pt x="6843" y="4438"/>
                  </a:cubicBezTo>
                  <a:cubicBezTo>
                    <a:pt x="7272" y="5038"/>
                    <a:pt x="7615" y="5267"/>
                    <a:pt x="8130" y="5267"/>
                  </a:cubicBezTo>
                  <a:lnTo>
                    <a:pt x="8474" y="5267"/>
                  </a:lnTo>
                  <a:cubicBezTo>
                    <a:pt x="8618" y="5240"/>
                    <a:pt x="8760" y="5240"/>
                    <a:pt x="8932" y="5240"/>
                  </a:cubicBezTo>
                  <a:lnTo>
                    <a:pt x="9191" y="5240"/>
                  </a:lnTo>
                  <a:cubicBezTo>
                    <a:pt x="9248" y="5240"/>
                    <a:pt x="9447" y="5297"/>
                    <a:pt x="9592" y="5325"/>
                  </a:cubicBezTo>
                  <a:cubicBezTo>
                    <a:pt x="9878" y="5382"/>
                    <a:pt x="10279" y="5496"/>
                    <a:pt x="10592" y="5496"/>
                  </a:cubicBezTo>
                  <a:cubicBezTo>
                    <a:pt x="10936" y="5496"/>
                    <a:pt x="11195" y="5382"/>
                    <a:pt x="11337" y="5153"/>
                  </a:cubicBezTo>
                  <a:cubicBezTo>
                    <a:pt x="11538" y="4839"/>
                    <a:pt x="11424" y="4466"/>
                    <a:pt x="11337" y="4294"/>
                  </a:cubicBezTo>
                  <a:cubicBezTo>
                    <a:pt x="11309" y="4038"/>
                    <a:pt x="11108" y="3893"/>
                    <a:pt x="10993" y="3779"/>
                  </a:cubicBezTo>
                  <a:lnTo>
                    <a:pt x="10936" y="3751"/>
                  </a:lnTo>
                  <a:cubicBezTo>
                    <a:pt x="9248" y="2290"/>
                    <a:pt x="7157" y="488"/>
                    <a:pt x="4668" y="87"/>
                  </a:cubicBezTo>
                  <a:cubicBezTo>
                    <a:pt x="4237" y="30"/>
                    <a:pt x="3779" y="0"/>
                    <a:pt x="3294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9"/>
            <p:cNvSpPr/>
            <p:nvPr/>
          </p:nvSpPr>
          <p:spPr>
            <a:xfrm>
              <a:off x="6856610" y="2351105"/>
              <a:ext cx="143635" cy="53097"/>
            </a:xfrm>
            <a:custGeom>
              <a:avLst/>
              <a:gdLst/>
              <a:ahLst/>
              <a:cxnLst/>
              <a:rect l="l" t="t" r="r" b="b"/>
              <a:pathLst>
                <a:path w="7101" h="2625" extrusionOk="0">
                  <a:moveTo>
                    <a:pt x="2525" y="0"/>
                  </a:moveTo>
                  <a:cubicBezTo>
                    <a:pt x="2306" y="0"/>
                    <a:pt x="2103" y="45"/>
                    <a:pt x="1948" y="179"/>
                  </a:cubicBezTo>
                  <a:cubicBezTo>
                    <a:pt x="1691" y="465"/>
                    <a:pt x="1890" y="895"/>
                    <a:pt x="1691" y="1182"/>
                  </a:cubicBezTo>
                  <a:cubicBezTo>
                    <a:pt x="1405" y="1495"/>
                    <a:pt x="1004" y="1411"/>
                    <a:pt x="803" y="1640"/>
                  </a:cubicBezTo>
                  <a:cubicBezTo>
                    <a:pt x="1" y="2479"/>
                    <a:pt x="1060" y="2625"/>
                    <a:pt x="2141" y="2625"/>
                  </a:cubicBezTo>
                  <a:cubicBezTo>
                    <a:pt x="2717" y="2625"/>
                    <a:pt x="3300" y="2583"/>
                    <a:pt x="3608" y="2583"/>
                  </a:cubicBezTo>
                  <a:cubicBezTo>
                    <a:pt x="4295" y="2583"/>
                    <a:pt x="7101" y="2270"/>
                    <a:pt x="6615" y="980"/>
                  </a:cubicBezTo>
                  <a:cubicBezTo>
                    <a:pt x="6272" y="37"/>
                    <a:pt x="4210" y="552"/>
                    <a:pt x="3608" y="179"/>
                  </a:cubicBezTo>
                  <a:lnTo>
                    <a:pt x="3665" y="179"/>
                  </a:lnTo>
                  <a:cubicBezTo>
                    <a:pt x="3355" y="142"/>
                    <a:pt x="2914" y="0"/>
                    <a:pt x="2525" y="0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9"/>
            <p:cNvSpPr/>
            <p:nvPr/>
          </p:nvSpPr>
          <p:spPr>
            <a:xfrm>
              <a:off x="6857784" y="2343862"/>
              <a:ext cx="142462" cy="67621"/>
            </a:xfrm>
            <a:custGeom>
              <a:avLst/>
              <a:gdLst/>
              <a:ahLst/>
              <a:cxnLst/>
              <a:rect l="l" t="t" r="r" b="b"/>
              <a:pathLst>
                <a:path w="7043" h="3343" extrusionOk="0">
                  <a:moveTo>
                    <a:pt x="2488" y="732"/>
                  </a:moveTo>
                  <a:cubicBezTo>
                    <a:pt x="2716" y="732"/>
                    <a:pt x="2998" y="788"/>
                    <a:pt x="3207" y="823"/>
                  </a:cubicBezTo>
                  <a:cubicBezTo>
                    <a:pt x="3264" y="853"/>
                    <a:pt x="3321" y="853"/>
                    <a:pt x="3378" y="880"/>
                  </a:cubicBezTo>
                  <a:cubicBezTo>
                    <a:pt x="3694" y="1024"/>
                    <a:pt x="4152" y="1052"/>
                    <a:pt x="4668" y="1052"/>
                  </a:cubicBezTo>
                  <a:cubicBezTo>
                    <a:pt x="5297" y="1082"/>
                    <a:pt x="6099" y="1109"/>
                    <a:pt x="6214" y="1453"/>
                  </a:cubicBezTo>
                  <a:cubicBezTo>
                    <a:pt x="6271" y="1624"/>
                    <a:pt x="6241" y="1739"/>
                    <a:pt x="6184" y="1796"/>
                  </a:cubicBezTo>
                  <a:cubicBezTo>
                    <a:pt x="5840" y="2311"/>
                    <a:pt x="4294" y="2570"/>
                    <a:pt x="3550" y="2570"/>
                  </a:cubicBezTo>
                  <a:lnTo>
                    <a:pt x="2978" y="2570"/>
                  </a:lnTo>
                  <a:cubicBezTo>
                    <a:pt x="2780" y="2582"/>
                    <a:pt x="2408" y="2599"/>
                    <a:pt x="2025" y="2599"/>
                  </a:cubicBezTo>
                  <a:cubicBezTo>
                    <a:pt x="1519" y="2599"/>
                    <a:pt x="995" y="2569"/>
                    <a:pt x="832" y="2456"/>
                  </a:cubicBezTo>
                  <a:cubicBezTo>
                    <a:pt x="832" y="2426"/>
                    <a:pt x="889" y="2341"/>
                    <a:pt x="1003" y="2227"/>
                  </a:cubicBezTo>
                  <a:cubicBezTo>
                    <a:pt x="1031" y="2197"/>
                    <a:pt x="1145" y="2169"/>
                    <a:pt x="1232" y="2169"/>
                  </a:cubicBezTo>
                  <a:cubicBezTo>
                    <a:pt x="1404" y="2112"/>
                    <a:pt x="1661" y="2025"/>
                    <a:pt x="1890" y="1796"/>
                  </a:cubicBezTo>
                  <a:lnTo>
                    <a:pt x="1919" y="1769"/>
                  </a:lnTo>
                  <a:cubicBezTo>
                    <a:pt x="2091" y="1540"/>
                    <a:pt x="2091" y="1311"/>
                    <a:pt x="2091" y="1109"/>
                  </a:cubicBezTo>
                  <a:cubicBezTo>
                    <a:pt x="2091" y="937"/>
                    <a:pt x="2119" y="853"/>
                    <a:pt x="2149" y="823"/>
                  </a:cubicBezTo>
                  <a:cubicBezTo>
                    <a:pt x="2216" y="756"/>
                    <a:pt x="2340" y="732"/>
                    <a:pt x="2488" y="732"/>
                  </a:cubicBezTo>
                  <a:close/>
                  <a:moveTo>
                    <a:pt x="2481" y="0"/>
                  </a:moveTo>
                  <a:cubicBezTo>
                    <a:pt x="2177" y="0"/>
                    <a:pt x="1876" y="65"/>
                    <a:pt x="1633" y="280"/>
                  </a:cubicBezTo>
                  <a:cubicBezTo>
                    <a:pt x="1404" y="537"/>
                    <a:pt x="1374" y="853"/>
                    <a:pt x="1374" y="1082"/>
                  </a:cubicBezTo>
                  <a:cubicBezTo>
                    <a:pt x="1374" y="1166"/>
                    <a:pt x="1374" y="1281"/>
                    <a:pt x="1347" y="1338"/>
                  </a:cubicBezTo>
                  <a:cubicBezTo>
                    <a:pt x="1260" y="1395"/>
                    <a:pt x="1175" y="1425"/>
                    <a:pt x="1031" y="1453"/>
                  </a:cubicBezTo>
                  <a:cubicBezTo>
                    <a:pt x="859" y="1510"/>
                    <a:pt x="630" y="1567"/>
                    <a:pt x="458" y="1739"/>
                  </a:cubicBezTo>
                  <a:cubicBezTo>
                    <a:pt x="115" y="2112"/>
                    <a:pt x="0" y="2456"/>
                    <a:pt x="145" y="2770"/>
                  </a:cubicBezTo>
                  <a:cubicBezTo>
                    <a:pt x="344" y="3228"/>
                    <a:pt x="1061" y="3342"/>
                    <a:pt x="2004" y="3342"/>
                  </a:cubicBezTo>
                  <a:cubicBezTo>
                    <a:pt x="2320" y="3342"/>
                    <a:pt x="2664" y="3315"/>
                    <a:pt x="3035" y="3315"/>
                  </a:cubicBezTo>
                  <a:cubicBezTo>
                    <a:pt x="3236" y="3315"/>
                    <a:pt x="3408" y="3285"/>
                    <a:pt x="3550" y="3285"/>
                  </a:cubicBezTo>
                  <a:cubicBezTo>
                    <a:pt x="3580" y="3285"/>
                    <a:pt x="6069" y="3257"/>
                    <a:pt x="6786" y="2227"/>
                  </a:cubicBezTo>
                  <a:cubicBezTo>
                    <a:pt x="6985" y="1911"/>
                    <a:pt x="7043" y="1567"/>
                    <a:pt x="6901" y="1224"/>
                  </a:cubicBezTo>
                  <a:cubicBezTo>
                    <a:pt x="6614" y="395"/>
                    <a:pt x="5554" y="365"/>
                    <a:pt x="4695" y="337"/>
                  </a:cubicBezTo>
                  <a:cubicBezTo>
                    <a:pt x="4409" y="337"/>
                    <a:pt x="4065" y="308"/>
                    <a:pt x="3866" y="280"/>
                  </a:cubicBezTo>
                  <a:cubicBezTo>
                    <a:pt x="3809" y="223"/>
                    <a:pt x="3752" y="193"/>
                    <a:pt x="3665" y="193"/>
                  </a:cubicBezTo>
                  <a:cubicBezTo>
                    <a:pt x="3580" y="166"/>
                    <a:pt x="3465" y="136"/>
                    <a:pt x="3351" y="108"/>
                  </a:cubicBezTo>
                  <a:cubicBezTo>
                    <a:pt x="3093" y="65"/>
                    <a:pt x="2785" y="0"/>
                    <a:pt x="248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9"/>
            <p:cNvSpPr/>
            <p:nvPr/>
          </p:nvSpPr>
          <p:spPr>
            <a:xfrm>
              <a:off x="7346202" y="1505738"/>
              <a:ext cx="161335" cy="116146"/>
            </a:xfrm>
            <a:custGeom>
              <a:avLst/>
              <a:gdLst/>
              <a:ahLst/>
              <a:cxnLst/>
              <a:rect l="l" t="t" r="r" b="b"/>
              <a:pathLst>
                <a:path w="7976" h="5742" extrusionOk="0">
                  <a:moveTo>
                    <a:pt x="5085" y="1"/>
                  </a:moveTo>
                  <a:cubicBezTo>
                    <a:pt x="4341" y="317"/>
                    <a:pt x="4140" y="1089"/>
                    <a:pt x="3654" y="1691"/>
                  </a:cubicBezTo>
                  <a:cubicBezTo>
                    <a:pt x="3052" y="2406"/>
                    <a:pt x="2078" y="2836"/>
                    <a:pt x="1334" y="3409"/>
                  </a:cubicBezTo>
                  <a:cubicBezTo>
                    <a:pt x="1" y="4523"/>
                    <a:pt x="717" y="4743"/>
                    <a:pt x="1852" y="4743"/>
                  </a:cubicBezTo>
                  <a:cubicBezTo>
                    <a:pt x="2595" y="4743"/>
                    <a:pt x="3517" y="4649"/>
                    <a:pt x="4162" y="4649"/>
                  </a:cubicBezTo>
                  <a:cubicBezTo>
                    <a:pt x="4455" y="4649"/>
                    <a:pt x="4691" y="4669"/>
                    <a:pt x="4827" y="4726"/>
                  </a:cubicBezTo>
                  <a:cubicBezTo>
                    <a:pt x="5517" y="4938"/>
                    <a:pt x="5813" y="5742"/>
                    <a:pt x="6493" y="5742"/>
                  </a:cubicBezTo>
                  <a:cubicBezTo>
                    <a:pt x="6545" y="5742"/>
                    <a:pt x="6601" y="5737"/>
                    <a:pt x="6659" y="5726"/>
                  </a:cubicBezTo>
                  <a:cubicBezTo>
                    <a:pt x="7976" y="5440"/>
                    <a:pt x="7147" y="4868"/>
                    <a:pt x="7002" y="4295"/>
                  </a:cubicBezTo>
                  <a:cubicBezTo>
                    <a:pt x="6888" y="3780"/>
                    <a:pt x="6746" y="4009"/>
                    <a:pt x="6803" y="3409"/>
                  </a:cubicBezTo>
                  <a:cubicBezTo>
                    <a:pt x="6803" y="3065"/>
                    <a:pt x="7433" y="2921"/>
                    <a:pt x="7289" y="2406"/>
                  </a:cubicBezTo>
                  <a:cubicBezTo>
                    <a:pt x="7210" y="1942"/>
                    <a:pt x="7010" y="1787"/>
                    <a:pt x="6763" y="1787"/>
                  </a:cubicBezTo>
                  <a:cubicBezTo>
                    <a:pt x="6386" y="1787"/>
                    <a:pt x="5900" y="2148"/>
                    <a:pt x="5571" y="2321"/>
                  </a:cubicBezTo>
                  <a:cubicBezTo>
                    <a:pt x="5028" y="1691"/>
                    <a:pt x="6746" y="317"/>
                    <a:pt x="5372" y="1"/>
                  </a:cubicBezTo>
                  <a:close/>
                </a:path>
              </a:pathLst>
            </a:custGeom>
            <a:solidFill>
              <a:srgbClr val="F7F0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9"/>
            <p:cNvSpPr/>
            <p:nvPr/>
          </p:nvSpPr>
          <p:spPr>
            <a:xfrm>
              <a:off x="7347699" y="1498577"/>
              <a:ext cx="157532" cy="130589"/>
            </a:xfrm>
            <a:custGeom>
              <a:avLst/>
              <a:gdLst/>
              <a:ahLst/>
              <a:cxnLst/>
              <a:rect l="l" t="t" r="r" b="b"/>
              <a:pathLst>
                <a:path w="7788" h="6456" extrusionOk="0">
                  <a:moveTo>
                    <a:pt x="5153" y="699"/>
                  </a:moveTo>
                  <a:cubicBezTo>
                    <a:pt x="5183" y="699"/>
                    <a:pt x="5211" y="728"/>
                    <a:pt x="5211" y="728"/>
                  </a:cubicBezTo>
                  <a:cubicBezTo>
                    <a:pt x="5440" y="756"/>
                    <a:pt x="5469" y="843"/>
                    <a:pt x="5469" y="843"/>
                  </a:cubicBezTo>
                  <a:cubicBezTo>
                    <a:pt x="5527" y="928"/>
                    <a:pt x="5355" y="1271"/>
                    <a:pt x="5298" y="1443"/>
                  </a:cubicBezTo>
                  <a:cubicBezTo>
                    <a:pt x="5096" y="1901"/>
                    <a:pt x="4840" y="2473"/>
                    <a:pt x="5211" y="2931"/>
                  </a:cubicBezTo>
                  <a:cubicBezTo>
                    <a:pt x="5287" y="3008"/>
                    <a:pt x="5403" y="3047"/>
                    <a:pt x="5514" y="3047"/>
                  </a:cubicBezTo>
                  <a:cubicBezTo>
                    <a:pt x="5568" y="3047"/>
                    <a:pt x="5622" y="3037"/>
                    <a:pt x="5669" y="3018"/>
                  </a:cubicBezTo>
                  <a:cubicBezTo>
                    <a:pt x="5756" y="2961"/>
                    <a:pt x="5840" y="2904"/>
                    <a:pt x="5955" y="2847"/>
                  </a:cubicBezTo>
                  <a:cubicBezTo>
                    <a:pt x="6131" y="2747"/>
                    <a:pt x="6503" y="2515"/>
                    <a:pt x="6671" y="2515"/>
                  </a:cubicBezTo>
                  <a:cubicBezTo>
                    <a:pt x="6695" y="2515"/>
                    <a:pt x="6715" y="2520"/>
                    <a:pt x="6729" y="2531"/>
                  </a:cubicBezTo>
                  <a:cubicBezTo>
                    <a:pt x="6757" y="2531"/>
                    <a:pt x="6814" y="2618"/>
                    <a:pt x="6871" y="2847"/>
                  </a:cubicBezTo>
                  <a:cubicBezTo>
                    <a:pt x="6871" y="2931"/>
                    <a:pt x="6871" y="2961"/>
                    <a:pt x="6699" y="3133"/>
                  </a:cubicBezTo>
                  <a:cubicBezTo>
                    <a:pt x="6557" y="3275"/>
                    <a:pt x="6386" y="3476"/>
                    <a:pt x="6386" y="3733"/>
                  </a:cubicBezTo>
                  <a:cubicBezTo>
                    <a:pt x="6328" y="4134"/>
                    <a:pt x="6356" y="4278"/>
                    <a:pt x="6470" y="4477"/>
                  </a:cubicBezTo>
                  <a:cubicBezTo>
                    <a:pt x="6527" y="4534"/>
                    <a:pt x="6557" y="4592"/>
                    <a:pt x="6585" y="4736"/>
                  </a:cubicBezTo>
                  <a:cubicBezTo>
                    <a:pt x="6642" y="4935"/>
                    <a:pt x="6729" y="5107"/>
                    <a:pt x="6814" y="5251"/>
                  </a:cubicBezTo>
                  <a:cubicBezTo>
                    <a:pt x="6871" y="5366"/>
                    <a:pt x="6958" y="5538"/>
                    <a:pt x="6958" y="5565"/>
                  </a:cubicBezTo>
                  <a:cubicBezTo>
                    <a:pt x="6958" y="5565"/>
                    <a:pt x="6901" y="5652"/>
                    <a:pt x="6527" y="5737"/>
                  </a:cubicBezTo>
                  <a:cubicBezTo>
                    <a:pt x="6491" y="5744"/>
                    <a:pt x="6455" y="5748"/>
                    <a:pt x="6422" y="5748"/>
                  </a:cubicBezTo>
                  <a:cubicBezTo>
                    <a:pt x="6195" y="5748"/>
                    <a:pt x="6032" y="5585"/>
                    <a:pt x="5783" y="5336"/>
                  </a:cubicBezTo>
                  <a:cubicBezTo>
                    <a:pt x="5527" y="5107"/>
                    <a:pt x="5240" y="4851"/>
                    <a:pt x="4897" y="4736"/>
                  </a:cubicBezTo>
                  <a:cubicBezTo>
                    <a:pt x="4695" y="4679"/>
                    <a:pt x="4466" y="4649"/>
                    <a:pt x="4123" y="4649"/>
                  </a:cubicBezTo>
                  <a:cubicBezTo>
                    <a:pt x="3809" y="4649"/>
                    <a:pt x="3436" y="4649"/>
                    <a:pt x="3008" y="4679"/>
                  </a:cubicBezTo>
                  <a:cubicBezTo>
                    <a:pt x="2672" y="4709"/>
                    <a:pt x="2190" y="4740"/>
                    <a:pt x="1765" y="4740"/>
                  </a:cubicBezTo>
                  <a:cubicBezTo>
                    <a:pt x="1393" y="4740"/>
                    <a:pt x="1064" y="4716"/>
                    <a:pt x="917" y="4649"/>
                  </a:cubicBezTo>
                  <a:cubicBezTo>
                    <a:pt x="946" y="4564"/>
                    <a:pt x="1088" y="4392"/>
                    <a:pt x="1462" y="4049"/>
                  </a:cubicBezTo>
                  <a:cubicBezTo>
                    <a:pt x="1718" y="3877"/>
                    <a:pt x="2004" y="3676"/>
                    <a:pt x="2291" y="3504"/>
                  </a:cubicBezTo>
                  <a:cubicBezTo>
                    <a:pt x="2863" y="3133"/>
                    <a:pt x="3436" y="2789"/>
                    <a:pt x="3866" y="2274"/>
                  </a:cubicBezTo>
                  <a:cubicBezTo>
                    <a:pt x="4038" y="2045"/>
                    <a:pt x="4180" y="1844"/>
                    <a:pt x="4295" y="1615"/>
                  </a:cubicBezTo>
                  <a:cubicBezTo>
                    <a:pt x="4553" y="1214"/>
                    <a:pt x="4753" y="870"/>
                    <a:pt x="5153" y="699"/>
                  </a:cubicBezTo>
                  <a:close/>
                  <a:moveTo>
                    <a:pt x="5309" y="0"/>
                  </a:moveTo>
                  <a:cubicBezTo>
                    <a:pt x="5250" y="0"/>
                    <a:pt x="5194" y="20"/>
                    <a:pt x="5153" y="41"/>
                  </a:cubicBezTo>
                  <a:cubicBezTo>
                    <a:pt x="5105" y="24"/>
                    <a:pt x="5055" y="8"/>
                    <a:pt x="5006" y="8"/>
                  </a:cubicBezTo>
                  <a:cubicBezTo>
                    <a:pt x="4970" y="8"/>
                    <a:pt x="4933" y="17"/>
                    <a:pt x="4897" y="41"/>
                  </a:cubicBezTo>
                  <a:cubicBezTo>
                    <a:pt x="4267" y="270"/>
                    <a:pt x="3951" y="786"/>
                    <a:pt x="3665" y="1244"/>
                  </a:cubicBezTo>
                  <a:cubicBezTo>
                    <a:pt x="3550" y="1443"/>
                    <a:pt x="3436" y="1644"/>
                    <a:pt x="3294" y="1786"/>
                  </a:cubicBezTo>
                  <a:cubicBezTo>
                    <a:pt x="2950" y="2217"/>
                    <a:pt x="2435" y="2560"/>
                    <a:pt x="1920" y="2874"/>
                  </a:cubicBezTo>
                  <a:cubicBezTo>
                    <a:pt x="1604" y="3076"/>
                    <a:pt x="1317" y="3275"/>
                    <a:pt x="1031" y="3504"/>
                  </a:cubicBezTo>
                  <a:cubicBezTo>
                    <a:pt x="546" y="3905"/>
                    <a:pt x="1" y="4420"/>
                    <a:pt x="202" y="4935"/>
                  </a:cubicBezTo>
                  <a:cubicBezTo>
                    <a:pt x="382" y="5357"/>
                    <a:pt x="913" y="5469"/>
                    <a:pt x="1766" y="5469"/>
                  </a:cubicBezTo>
                  <a:cubicBezTo>
                    <a:pt x="2131" y="5469"/>
                    <a:pt x="2555" y="5448"/>
                    <a:pt x="3035" y="5423"/>
                  </a:cubicBezTo>
                  <a:cubicBezTo>
                    <a:pt x="3366" y="5392"/>
                    <a:pt x="3749" y="5368"/>
                    <a:pt x="4064" y="5368"/>
                  </a:cubicBezTo>
                  <a:cubicBezTo>
                    <a:pt x="4322" y="5368"/>
                    <a:pt x="4535" y="5384"/>
                    <a:pt x="4638" y="5423"/>
                  </a:cubicBezTo>
                  <a:cubicBezTo>
                    <a:pt x="4867" y="5480"/>
                    <a:pt x="5069" y="5680"/>
                    <a:pt x="5268" y="5881"/>
                  </a:cubicBezTo>
                  <a:cubicBezTo>
                    <a:pt x="5543" y="6128"/>
                    <a:pt x="5872" y="6455"/>
                    <a:pt x="6382" y="6455"/>
                  </a:cubicBezTo>
                  <a:cubicBezTo>
                    <a:pt x="6402" y="6455"/>
                    <a:pt x="6422" y="6455"/>
                    <a:pt x="6443" y="6454"/>
                  </a:cubicBezTo>
                  <a:lnTo>
                    <a:pt x="6672" y="6454"/>
                  </a:lnTo>
                  <a:cubicBezTo>
                    <a:pt x="7015" y="6367"/>
                    <a:pt x="7473" y="6225"/>
                    <a:pt x="7615" y="5881"/>
                  </a:cubicBezTo>
                  <a:cubicBezTo>
                    <a:pt x="7787" y="5508"/>
                    <a:pt x="7615" y="5194"/>
                    <a:pt x="7444" y="4908"/>
                  </a:cubicBezTo>
                  <a:cubicBezTo>
                    <a:pt x="7386" y="4793"/>
                    <a:pt x="7329" y="4649"/>
                    <a:pt x="7302" y="4534"/>
                  </a:cubicBezTo>
                  <a:cubicBezTo>
                    <a:pt x="7215" y="4305"/>
                    <a:pt x="7157" y="4191"/>
                    <a:pt x="7073" y="4076"/>
                  </a:cubicBezTo>
                  <a:cubicBezTo>
                    <a:pt x="7073" y="4049"/>
                    <a:pt x="7073" y="4019"/>
                    <a:pt x="7100" y="3790"/>
                  </a:cubicBezTo>
                  <a:cubicBezTo>
                    <a:pt x="7100" y="3763"/>
                    <a:pt x="7187" y="3676"/>
                    <a:pt x="7215" y="3648"/>
                  </a:cubicBezTo>
                  <a:cubicBezTo>
                    <a:pt x="7416" y="3447"/>
                    <a:pt x="7702" y="3160"/>
                    <a:pt x="7588" y="2702"/>
                  </a:cubicBezTo>
                  <a:cubicBezTo>
                    <a:pt x="7501" y="2274"/>
                    <a:pt x="7329" y="1988"/>
                    <a:pt x="7043" y="1844"/>
                  </a:cubicBezTo>
                  <a:cubicBezTo>
                    <a:pt x="6936" y="1798"/>
                    <a:pt x="6826" y="1779"/>
                    <a:pt x="6714" y="1779"/>
                  </a:cubicBezTo>
                  <a:cubicBezTo>
                    <a:pt x="6405" y="1779"/>
                    <a:pt x="6085" y="1926"/>
                    <a:pt x="5813" y="2073"/>
                  </a:cubicBezTo>
                  <a:cubicBezTo>
                    <a:pt x="5840" y="1958"/>
                    <a:pt x="5898" y="1844"/>
                    <a:pt x="5955" y="1729"/>
                  </a:cubicBezTo>
                  <a:cubicBezTo>
                    <a:pt x="6127" y="1328"/>
                    <a:pt x="6328" y="900"/>
                    <a:pt x="6127" y="499"/>
                  </a:cubicBezTo>
                  <a:cubicBezTo>
                    <a:pt x="5985" y="240"/>
                    <a:pt x="5726" y="98"/>
                    <a:pt x="5382" y="11"/>
                  </a:cubicBezTo>
                  <a:cubicBezTo>
                    <a:pt x="5358" y="3"/>
                    <a:pt x="5333" y="0"/>
                    <a:pt x="5309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9"/>
            <p:cNvSpPr/>
            <p:nvPr/>
          </p:nvSpPr>
          <p:spPr>
            <a:xfrm>
              <a:off x="6688221" y="1563008"/>
              <a:ext cx="241375" cy="204925"/>
            </a:xfrm>
            <a:custGeom>
              <a:avLst/>
              <a:gdLst/>
              <a:ahLst/>
              <a:cxnLst/>
              <a:rect l="l" t="t" r="r" b="b"/>
              <a:pathLst>
                <a:path w="11933" h="10131" extrusionOk="0">
                  <a:moveTo>
                    <a:pt x="6503" y="0"/>
                  </a:moveTo>
                  <a:cubicBezTo>
                    <a:pt x="5954" y="0"/>
                    <a:pt x="5368" y="281"/>
                    <a:pt x="4805" y="578"/>
                  </a:cubicBezTo>
                  <a:cubicBezTo>
                    <a:pt x="3775" y="1178"/>
                    <a:pt x="2744" y="1093"/>
                    <a:pt x="1713" y="1608"/>
                  </a:cubicBezTo>
                  <a:cubicBezTo>
                    <a:pt x="661" y="2197"/>
                    <a:pt x="0" y="3017"/>
                    <a:pt x="1253" y="3017"/>
                  </a:cubicBezTo>
                  <a:cubicBezTo>
                    <a:pt x="1399" y="3017"/>
                    <a:pt x="1571" y="3006"/>
                    <a:pt x="1771" y="2982"/>
                  </a:cubicBezTo>
                  <a:cubicBezTo>
                    <a:pt x="2720" y="2865"/>
                    <a:pt x="3614" y="2375"/>
                    <a:pt x="4544" y="2375"/>
                  </a:cubicBezTo>
                  <a:cubicBezTo>
                    <a:pt x="4762" y="2375"/>
                    <a:pt x="4983" y="2402"/>
                    <a:pt x="5206" y="2467"/>
                  </a:cubicBezTo>
                  <a:cubicBezTo>
                    <a:pt x="6866" y="2895"/>
                    <a:pt x="5836" y="3555"/>
                    <a:pt x="4805" y="3926"/>
                  </a:cubicBezTo>
                  <a:cubicBezTo>
                    <a:pt x="3573" y="4356"/>
                    <a:pt x="3630" y="4727"/>
                    <a:pt x="3030" y="5872"/>
                  </a:cubicBezTo>
                  <a:cubicBezTo>
                    <a:pt x="2687" y="6589"/>
                    <a:pt x="1313" y="7677"/>
                    <a:pt x="1713" y="8621"/>
                  </a:cubicBezTo>
                  <a:cubicBezTo>
                    <a:pt x="1882" y="9049"/>
                    <a:pt x="2072" y="9214"/>
                    <a:pt x="2269" y="9214"/>
                  </a:cubicBezTo>
                  <a:cubicBezTo>
                    <a:pt x="2809" y="9214"/>
                    <a:pt x="3394" y="7974"/>
                    <a:pt x="3688" y="7533"/>
                  </a:cubicBezTo>
                  <a:cubicBezTo>
                    <a:pt x="4175" y="6761"/>
                    <a:pt x="5492" y="4929"/>
                    <a:pt x="6436" y="4727"/>
                  </a:cubicBezTo>
                  <a:cubicBezTo>
                    <a:pt x="6522" y="4709"/>
                    <a:pt x="6604" y="4700"/>
                    <a:pt x="6681" y="4700"/>
                  </a:cubicBezTo>
                  <a:cubicBezTo>
                    <a:pt x="7783" y="4700"/>
                    <a:pt x="7976" y="6507"/>
                    <a:pt x="7466" y="7391"/>
                  </a:cubicBezTo>
                  <a:cubicBezTo>
                    <a:pt x="7210" y="8048"/>
                    <a:pt x="6378" y="8048"/>
                    <a:pt x="6237" y="8765"/>
                  </a:cubicBezTo>
                  <a:cubicBezTo>
                    <a:pt x="6092" y="9566"/>
                    <a:pt x="6637" y="9937"/>
                    <a:pt x="7324" y="10082"/>
                  </a:cubicBezTo>
                  <a:cubicBezTo>
                    <a:pt x="7472" y="10115"/>
                    <a:pt x="7643" y="10130"/>
                    <a:pt x="7830" y="10130"/>
                  </a:cubicBezTo>
                  <a:cubicBezTo>
                    <a:pt x="8951" y="10130"/>
                    <a:pt x="10636" y="9565"/>
                    <a:pt x="11103" y="8708"/>
                  </a:cubicBezTo>
                  <a:lnTo>
                    <a:pt x="11046" y="8708"/>
                  </a:lnTo>
                  <a:cubicBezTo>
                    <a:pt x="11825" y="8075"/>
                    <a:pt x="11646" y="7884"/>
                    <a:pt x="11143" y="7884"/>
                  </a:cubicBezTo>
                  <a:cubicBezTo>
                    <a:pt x="10372" y="7884"/>
                    <a:pt x="8840" y="8334"/>
                    <a:pt x="8840" y="8334"/>
                  </a:cubicBezTo>
                  <a:cubicBezTo>
                    <a:pt x="7753" y="7849"/>
                    <a:pt x="10015" y="5815"/>
                    <a:pt x="10416" y="5586"/>
                  </a:cubicBezTo>
                  <a:cubicBezTo>
                    <a:pt x="11046" y="5300"/>
                    <a:pt x="11932" y="5586"/>
                    <a:pt x="11646" y="4269"/>
                  </a:cubicBezTo>
                  <a:cubicBezTo>
                    <a:pt x="11447" y="3353"/>
                    <a:pt x="10902" y="3555"/>
                    <a:pt x="10072" y="3498"/>
                  </a:cubicBezTo>
                  <a:cubicBezTo>
                    <a:pt x="9470" y="3411"/>
                    <a:pt x="8554" y="3411"/>
                    <a:pt x="8211" y="2696"/>
                  </a:cubicBezTo>
                  <a:cubicBezTo>
                    <a:pt x="7897" y="2124"/>
                    <a:pt x="8497" y="1521"/>
                    <a:pt x="8011" y="1036"/>
                  </a:cubicBezTo>
                  <a:lnTo>
                    <a:pt x="7897" y="949"/>
                  </a:lnTo>
                  <a:cubicBezTo>
                    <a:pt x="7496" y="245"/>
                    <a:pt x="7015" y="0"/>
                    <a:pt x="6503" y="0"/>
                  </a:cubicBezTo>
                  <a:close/>
                </a:path>
              </a:pathLst>
            </a:custGeom>
            <a:solidFill>
              <a:srgbClr val="88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9"/>
            <p:cNvSpPr/>
            <p:nvPr/>
          </p:nvSpPr>
          <p:spPr>
            <a:xfrm>
              <a:off x="6688686" y="1555765"/>
              <a:ext cx="244368" cy="219286"/>
            </a:xfrm>
            <a:custGeom>
              <a:avLst/>
              <a:gdLst/>
              <a:ahLst/>
              <a:cxnLst/>
              <a:rect l="l" t="t" r="r" b="b"/>
              <a:pathLst>
                <a:path w="12081" h="10841" extrusionOk="0">
                  <a:moveTo>
                    <a:pt x="6490" y="735"/>
                  </a:moveTo>
                  <a:cubicBezTo>
                    <a:pt x="6911" y="735"/>
                    <a:pt x="7239" y="955"/>
                    <a:pt x="7530" y="1478"/>
                  </a:cubicBezTo>
                  <a:cubicBezTo>
                    <a:pt x="7588" y="1565"/>
                    <a:pt x="7672" y="1623"/>
                    <a:pt x="7759" y="1650"/>
                  </a:cubicBezTo>
                  <a:cubicBezTo>
                    <a:pt x="7844" y="1765"/>
                    <a:pt x="7844" y="1879"/>
                    <a:pt x="7787" y="2166"/>
                  </a:cubicBezTo>
                  <a:cubicBezTo>
                    <a:pt x="7730" y="2452"/>
                    <a:pt x="7672" y="2853"/>
                    <a:pt x="7874" y="3196"/>
                  </a:cubicBezTo>
                  <a:cubicBezTo>
                    <a:pt x="8275" y="4027"/>
                    <a:pt x="9191" y="4112"/>
                    <a:pt x="9791" y="4169"/>
                  </a:cubicBezTo>
                  <a:lnTo>
                    <a:pt x="10020" y="4199"/>
                  </a:lnTo>
                  <a:cubicBezTo>
                    <a:pt x="10191" y="4227"/>
                    <a:pt x="10363" y="4227"/>
                    <a:pt x="10508" y="4227"/>
                  </a:cubicBezTo>
                  <a:cubicBezTo>
                    <a:pt x="11050" y="4227"/>
                    <a:pt x="11165" y="4227"/>
                    <a:pt x="11279" y="4714"/>
                  </a:cubicBezTo>
                  <a:cubicBezTo>
                    <a:pt x="11366" y="5115"/>
                    <a:pt x="11309" y="5230"/>
                    <a:pt x="11279" y="5287"/>
                  </a:cubicBezTo>
                  <a:cubicBezTo>
                    <a:pt x="11222" y="5372"/>
                    <a:pt x="11023" y="5401"/>
                    <a:pt x="10821" y="5459"/>
                  </a:cubicBezTo>
                  <a:cubicBezTo>
                    <a:pt x="10650" y="5486"/>
                    <a:pt x="10450" y="5516"/>
                    <a:pt x="10221" y="5630"/>
                  </a:cubicBezTo>
                  <a:cubicBezTo>
                    <a:pt x="9878" y="5802"/>
                    <a:pt x="8130" y="7291"/>
                    <a:pt x="8160" y="8292"/>
                  </a:cubicBezTo>
                  <a:cubicBezTo>
                    <a:pt x="8160" y="8608"/>
                    <a:pt x="8359" y="8894"/>
                    <a:pt x="8675" y="9036"/>
                  </a:cubicBezTo>
                  <a:cubicBezTo>
                    <a:pt x="8704" y="9051"/>
                    <a:pt x="8747" y="9058"/>
                    <a:pt x="8793" y="9058"/>
                  </a:cubicBezTo>
                  <a:cubicBezTo>
                    <a:pt x="8840" y="9058"/>
                    <a:pt x="8890" y="9051"/>
                    <a:pt x="8932" y="9036"/>
                  </a:cubicBezTo>
                  <a:cubicBezTo>
                    <a:pt x="9706" y="8807"/>
                    <a:pt x="10535" y="8635"/>
                    <a:pt x="10993" y="8608"/>
                  </a:cubicBezTo>
                  <a:lnTo>
                    <a:pt x="10993" y="8608"/>
                  </a:lnTo>
                  <a:cubicBezTo>
                    <a:pt x="10936" y="8665"/>
                    <a:pt x="10879" y="8722"/>
                    <a:pt x="10794" y="8779"/>
                  </a:cubicBezTo>
                  <a:cubicBezTo>
                    <a:pt x="10707" y="8837"/>
                    <a:pt x="10650" y="8951"/>
                    <a:pt x="10650" y="9066"/>
                  </a:cubicBezTo>
                  <a:cubicBezTo>
                    <a:pt x="10135" y="9704"/>
                    <a:pt x="8712" y="10132"/>
                    <a:pt x="7794" y="10132"/>
                  </a:cubicBezTo>
                  <a:cubicBezTo>
                    <a:pt x="7642" y="10132"/>
                    <a:pt x="7504" y="10121"/>
                    <a:pt x="7386" y="10096"/>
                  </a:cubicBezTo>
                  <a:cubicBezTo>
                    <a:pt x="6557" y="9895"/>
                    <a:pt x="6527" y="9524"/>
                    <a:pt x="6585" y="9208"/>
                  </a:cubicBezTo>
                  <a:cubicBezTo>
                    <a:pt x="6614" y="8979"/>
                    <a:pt x="6756" y="8864"/>
                    <a:pt x="7043" y="8692"/>
                  </a:cubicBezTo>
                  <a:cubicBezTo>
                    <a:pt x="7301" y="8521"/>
                    <a:pt x="7615" y="8292"/>
                    <a:pt x="7759" y="7948"/>
                  </a:cubicBezTo>
                  <a:cubicBezTo>
                    <a:pt x="8217" y="7176"/>
                    <a:pt x="8188" y="5887"/>
                    <a:pt x="7672" y="5230"/>
                  </a:cubicBezTo>
                  <a:cubicBezTo>
                    <a:pt x="7416" y="4856"/>
                    <a:pt x="7072" y="4685"/>
                    <a:pt x="6672" y="4685"/>
                  </a:cubicBezTo>
                  <a:cubicBezTo>
                    <a:pt x="6557" y="4685"/>
                    <a:pt x="6443" y="4685"/>
                    <a:pt x="6328" y="4714"/>
                  </a:cubicBezTo>
                  <a:cubicBezTo>
                    <a:pt x="5011" y="5028"/>
                    <a:pt x="3436" y="7605"/>
                    <a:pt x="3378" y="7692"/>
                  </a:cubicBezTo>
                  <a:cubicBezTo>
                    <a:pt x="3321" y="7806"/>
                    <a:pt x="3236" y="7948"/>
                    <a:pt x="3122" y="8092"/>
                  </a:cubicBezTo>
                  <a:cubicBezTo>
                    <a:pt x="2950" y="8379"/>
                    <a:pt x="2462" y="9208"/>
                    <a:pt x="2233" y="9208"/>
                  </a:cubicBezTo>
                  <a:cubicBezTo>
                    <a:pt x="2233" y="9208"/>
                    <a:pt x="2149" y="9180"/>
                    <a:pt x="2034" y="8837"/>
                  </a:cubicBezTo>
                  <a:cubicBezTo>
                    <a:pt x="1832" y="8379"/>
                    <a:pt x="2320" y="7776"/>
                    <a:pt x="2749" y="7204"/>
                  </a:cubicBezTo>
                  <a:cubicBezTo>
                    <a:pt x="2978" y="6918"/>
                    <a:pt x="3207" y="6661"/>
                    <a:pt x="3321" y="6402"/>
                  </a:cubicBezTo>
                  <a:cubicBezTo>
                    <a:pt x="3436" y="6173"/>
                    <a:pt x="3523" y="5974"/>
                    <a:pt x="3607" y="5802"/>
                  </a:cubicBezTo>
                  <a:cubicBezTo>
                    <a:pt x="3951" y="5115"/>
                    <a:pt x="4038" y="4914"/>
                    <a:pt x="4897" y="4627"/>
                  </a:cubicBezTo>
                  <a:cubicBezTo>
                    <a:pt x="5927" y="4256"/>
                    <a:pt x="6443" y="3826"/>
                    <a:pt x="6413" y="3368"/>
                  </a:cubicBezTo>
                  <a:cubicBezTo>
                    <a:pt x="6385" y="2825"/>
                    <a:pt x="5755" y="2596"/>
                    <a:pt x="5297" y="2482"/>
                  </a:cubicBezTo>
                  <a:cubicBezTo>
                    <a:pt x="5027" y="2400"/>
                    <a:pt x="4762" y="2367"/>
                    <a:pt x="4502" y="2367"/>
                  </a:cubicBezTo>
                  <a:cubicBezTo>
                    <a:pt x="3937" y="2367"/>
                    <a:pt x="3393" y="2524"/>
                    <a:pt x="2863" y="2681"/>
                  </a:cubicBezTo>
                  <a:cubicBezTo>
                    <a:pt x="2462" y="2825"/>
                    <a:pt x="2091" y="2940"/>
                    <a:pt x="1718" y="2967"/>
                  </a:cubicBezTo>
                  <a:cubicBezTo>
                    <a:pt x="1499" y="2996"/>
                    <a:pt x="1340" y="3003"/>
                    <a:pt x="1221" y="3003"/>
                  </a:cubicBezTo>
                  <a:cubicBezTo>
                    <a:pt x="1107" y="3003"/>
                    <a:pt x="1030" y="2997"/>
                    <a:pt x="974" y="2997"/>
                  </a:cubicBezTo>
                  <a:cubicBezTo>
                    <a:pt x="1061" y="2825"/>
                    <a:pt x="1347" y="2566"/>
                    <a:pt x="1862" y="2280"/>
                  </a:cubicBezTo>
                  <a:cubicBezTo>
                    <a:pt x="2290" y="2051"/>
                    <a:pt x="2749" y="1966"/>
                    <a:pt x="3236" y="1852"/>
                  </a:cubicBezTo>
                  <a:cubicBezTo>
                    <a:pt x="3779" y="1737"/>
                    <a:pt x="4352" y="1593"/>
                    <a:pt x="4954" y="1279"/>
                  </a:cubicBezTo>
                  <a:cubicBezTo>
                    <a:pt x="5587" y="941"/>
                    <a:pt x="6082" y="735"/>
                    <a:pt x="6490" y="735"/>
                  </a:cubicBezTo>
                  <a:close/>
                  <a:moveTo>
                    <a:pt x="6472" y="0"/>
                  </a:moveTo>
                  <a:cubicBezTo>
                    <a:pt x="5769" y="0"/>
                    <a:pt x="5079" y="370"/>
                    <a:pt x="4610" y="620"/>
                  </a:cubicBezTo>
                  <a:cubicBezTo>
                    <a:pt x="4095" y="906"/>
                    <a:pt x="3607" y="1020"/>
                    <a:pt x="3065" y="1135"/>
                  </a:cubicBezTo>
                  <a:cubicBezTo>
                    <a:pt x="2577" y="1249"/>
                    <a:pt x="2061" y="1364"/>
                    <a:pt x="1519" y="1650"/>
                  </a:cubicBezTo>
                  <a:cubicBezTo>
                    <a:pt x="1061" y="1909"/>
                    <a:pt x="0" y="2566"/>
                    <a:pt x="229" y="3226"/>
                  </a:cubicBezTo>
                  <a:cubicBezTo>
                    <a:pt x="349" y="3623"/>
                    <a:pt x="772" y="3731"/>
                    <a:pt x="1221" y="3731"/>
                  </a:cubicBezTo>
                  <a:cubicBezTo>
                    <a:pt x="1418" y="3731"/>
                    <a:pt x="1621" y="3710"/>
                    <a:pt x="1805" y="3684"/>
                  </a:cubicBezTo>
                  <a:cubicBezTo>
                    <a:pt x="2233" y="3654"/>
                    <a:pt x="2664" y="3512"/>
                    <a:pt x="3065" y="3398"/>
                  </a:cubicBezTo>
                  <a:cubicBezTo>
                    <a:pt x="3573" y="3235"/>
                    <a:pt x="4053" y="3086"/>
                    <a:pt x="4524" y="3086"/>
                  </a:cubicBezTo>
                  <a:cubicBezTo>
                    <a:pt x="4716" y="3086"/>
                    <a:pt x="4906" y="3110"/>
                    <a:pt x="5096" y="3169"/>
                  </a:cubicBezTo>
                  <a:cubicBezTo>
                    <a:pt x="5439" y="3283"/>
                    <a:pt x="5611" y="3368"/>
                    <a:pt x="5668" y="3398"/>
                  </a:cubicBezTo>
                  <a:cubicBezTo>
                    <a:pt x="5554" y="3512"/>
                    <a:pt x="5268" y="3711"/>
                    <a:pt x="4668" y="3940"/>
                  </a:cubicBezTo>
                  <a:cubicBezTo>
                    <a:pt x="3550" y="4314"/>
                    <a:pt x="3351" y="4685"/>
                    <a:pt x="2950" y="5486"/>
                  </a:cubicBezTo>
                  <a:cubicBezTo>
                    <a:pt x="2893" y="5658"/>
                    <a:pt x="2778" y="5859"/>
                    <a:pt x="2664" y="6088"/>
                  </a:cubicBezTo>
                  <a:cubicBezTo>
                    <a:pt x="2577" y="6260"/>
                    <a:pt x="2378" y="6517"/>
                    <a:pt x="2176" y="6776"/>
                  </a:cubicBezTo>
                  <a:cubicBezTo>
                    <a:pt x="1661" y="7433"/>
                    <a:pt x="1003" y="8292"/>
                    <a:pt x="1347" y="9123"/>
                  </a:cubicBezTo>
                  <a:cubicBezTo>
                    <a:pt x="1546" y="9638"/>
                    <a:pt x="1832" y="9895"/>
                    <a:pt x="2176" y="9924"/>
                  </a:cubicBezTo>
                  <a:cubicBezTo>
                    <a:pt x="2206" y="9928"/>
                    <a:pt x="2237" y="9930"/>
                    <a:pt x="2266" y="9930"/>
                  </a:cubicBezTo>
                  <a:cubicBezTo>
                    <a:pt x="2883" y="9930"/>
                    <a:pt x="3369" y="9119"/>
                    <a:pt x="3752" y="8463"/>
                  </a:cubicBezTo>
                  <a:cubicBezTo>
                    <a:pt x="3836" y="8321"/>
                    <a:pt x="3923" y="8207"/>
                    <a:pt x="3981" y="8092"/>
                  </a:cubicBezTo>
                  <a:cubicBezTo>
                    <a:pt x="4610" y="7089"/>
                    <a:pt x="5783" y="5601"/>
                    <a:pt x="6500" y="5429"/>
                  </a:cubicBezTo>
                  <a:cubicBezTo>
                    <a:pt x="6560" y="5415"/>
                    <a:pt x="6618" y="5408"/>
                    <a:pt x="6672" y="5408"/>
                  </a:cubicBezTo>
                  <a:cubicBezTo>
                    <a:pt x="6848" y="5408"/>
                    <a:pt x="6991" y="5483"/>
                    <a:pt x="7100" y="5658"/>
                  </a:cubicBezTo>
                  <a:cubicBezTo>
                    <a:pt x="7416" y="6088"/>
                    <a:pt x="7443" y="7062"/>
                    <a:pt x="7130" y="7605"/>
                  </a:cubicBezTo>
                  <a:cubicBezTo>
                    <a:pt x="7043" y="7806"/>
                    <a:pt x="6843" y="7948"/>
                    <a:pt x="6642" y="8063"/>
                  </a:cubicBezTo>
                  <a:cubicBezTo>
                    <a:pt x="6328" y="8264"/>
                    <a:pt x="5955" y="8521"/>
                    <a:pt x="5870" y="9066"/>
                  </a:cubicBezTo>
                  <a:cubicBezTo>
                    <a:pt x="5698" y="9952"/>
                    <a:pt x="6214" y="10582"/>
                    <a:pt x="7244" y="10783"/>
                  </a:cubicBezTo>
                  <a:cubicBezTo>
                    <a:pt x="7416" y="10841"/>
                    <a:pt x="7588" y="10841"/>
                    <a:pt x="7817" y="10841"/>
                  </a:cubicBezTo>
                  <a:cubicBezTo>
                    <a:pt x="9046" y="10841"/>
                    <a:pt x="10851" y="10238"/>
                    <a:pt x="11394" y="9237"/>
                  </a:cubicBezTo>
                  <a:lnTo>
                    <a:pt x="11424" y="9208"/>
                  </a:lnTo>
                  <a:cubicBezTo>
                    <a:pt x="11710" y="8951"/>
                    <a:pt x="12053" y="8578"/>
                    <a:pt x="11852" y="8207"/>
                  </a:cubicBezTo>
                  <a:cubicBezTo>
                    <a:pt x="11802" y="8089"/>
                    <a:pt x="11692" y="7882"/>
                    <a:pt x="11078" y="7882"/>
                  </a:cubicBezTo>
                  <a:cubicBezTo>
                    <a:pt x="10645" y="7882"/>
                    <a:pt x="9962" y="7984"/>
                    <a:pt x="8875" y="8292"/>
                  </a:cubicBezTo>
                  <a:lnTo>
                    <a:pt x="8875" y="8264"/>
                  </a:lnTo>
                  <a:cubicBezTo>
                    <a:pt x="8875" y="7749"/>
                    <a:pt x="10221" y="6459"/>
                    <a:pt x="10535" y="6288"/>
                  </a:cubicBezTo>
                  <a:cubicBezTo>
                    <a:pt x="10679" y="6230"/>
                    <a:pt x="10821" y="6203"/>
                    <a:pt x="10966" y="6146"/>
                  </a:cubicBezTo>
                  <a:cubicBezTo>
                    <a:pt x="11279" y="6088"/>
                    <a:pt x="11653" y="6031"/>
                    <a:pt x="11882" y="5688"/>
                  </a:cubicBezTo>
                  <a:cubicBezTo>
                    <a:pt x="12053" y="5401"/>
                    <a:pt x="12081" y="5058"/>
                    <a:pt x="11996" y="4570"/>
                  </a:cubicBezTo>
                  <a:cubicBezTo>
                    <a:pt x="11767" y="3540"/>
                    <a:pt x="11108" y="3512"/>
                    <a:pt x="10508" y="3512"/>
                  </a:cubicBezTo>
                  <a:cubicBezTo>
                    <a:pt x="10393" y="3512"/>
                    <a:pt x="10249" y="3512"/>
                    <a:pt x="10107" y="3482"/>
                  </a:cubicBezTo>
                  <a:lnTo>
                    <a:pt x="9878" y="3455"/>
                  </a:lnTo>
                  <a:cubicBezTo>
                    <a:pt x="9218" y="3398"/>
                    <a:pt x="8733" y="3311"/>
                    <a:pt x="8504" y="2853"/>
                  </a:cubicBezTo>
                  <a:cubicBezTo>
                    <a:pt x="8417" y="2711"/>
                    <a:pt x="8446" y="2566"/>
                    <a:pt x="8504" y="2310"/>
                  </a:cubicBezTo>
                  <a:cubicBezTo>
                    <a:pt x="8561" y="1966"/>
                    <a:pt x="8646" y="1536"/>
                    <a:pt x="8275" y="1135"/>
                  </a:cubicBezTo>
                  <a:cubicBezTo>
                    <a:pt x="8217" y="1078"/>
                    <a:pt x="8160" y="1050"/>
                    <a:pt x="8130" y="1050"/>
                  </a:cubicBezTo>
                  <a:cubicBezTo>
                    <a:pt x="7650" y="256"/>
                    <a:pt x="7057" y="0"/>
                    <a:pt x="6472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9"/>
            <p:cNvSpPr/>
            <p:nvPr/>
          </p:nvSpPr>
          <p:spPr>
            <a:xfrm>
              <a:off x="6028501" y="1042465"/>
              <a:ext cx="248454" cy="389743"/>
            </a:xfrm>
            <a:custGeom>
              <a:avLst/>
              <a:gdLst/>
              <a:ahLst/>
              <a:cxnLst/>
              <a:rect l="l" t="t" r="r" b="b"/>
              <a:pathLst>
                <a:path w="12283" h="19268" extrusionOk="0">
                  <a:moveTo>
                    <a:pt x="11939" y="1"/>
                  </a:moveTo>
                  <a:cubicBezTo>
                    <a:pt x="10852" y="1118"/>
                    <a:pt x="9619" y="2149"/>
                    <a:pt x="8447" y="3150"/>
                  </a:cubicBezTo>
                  <a:cubicBezTo>
                    <a:pt x="7474" y="3981"/>
                    <a:pt x="6470" y="4840"/>
                    <a:pt x="5527" y="5699"/>
                  </a:cubicBezTo>
                  <a:cubicBezTo>
                    <a:pt x="4783" y="6443"/>
                    <a:pt x="3951" y="7015"/>
                    <a:pt x="3093" y="7615"/>
                  </a:cubicBezTo>
                  <a:cubicBezTo>
                    <a:pt x="2836" y="7760"/>
                    <a:pt x="2607" y="7931"/>
                    <a:pt x="2378" y="8103"/>
                  </a:cubicBezTo>
                  <a:cubicBezTo>
                    <a:pt x="2206" y="8245"/>
                    <a:pt x="2005" y="8360"/>
                    <a:pt x="1833" y="8474"/>
                  </a:cubicBezTo>
                  <a:cubicBezTo>
                    <a:pt x="1318" y="8818"/>
                    <a:pt x="775" y="9191"/>
                    <a:pt x="489" y="9706"/>
                  </a:cubicBezTo>
                  <a:cubicBezTo>
                    <a:pt x="31" y="10393"/>
                    <a:pt x="1" y="10478"/>
                    <a:pt x="58" y="10650"/>
                  </a:cubicBezTo>
                  <a:cubicBezTo>
                    <a:pt x="145" y="10794"/>
                    <a:pt x="287" y="10822"/>
                    <a:pt x="344" y="10822"/>
                  </a:cubicBezTo>
                  <a:cubicBezTo>
                    <a:pt x="431" y="10822"/>
                    <a:pt x="546" y="10851"/>
                    <a:pt x="631" y="11108"/>
                  </a:cubicBezTo>
                  <a:cubicBezTo>
                    <a:pt x="1061" y="12111"/>
                    <a:pt x="1260" y="12425"/>
                    <a:pt x="1547" y="12512"/>
                  </a:cubicBezTo>
                  <a:cubicBezTo>
                    <a:pt x="1594" y="12529"/>
                    <a:pt x="1642" y="12537"/>
                    <a:pt x="1690" y="12537"/>
                  </a:cubicBezTo>
                  <a:cubicBezTo>
                    <a:pt x="1871" y="12537"/>
                    <a:pt x="2052" y="12424"/>
                    <a:pt x="2234" y="12310"/>
                  </a:cubicBezTo>
                  <a:cubicBezTo>
                    <a:pt x="2493" y="12138"/>
                    <a:pt x="2806" y="11939"/>
                    <a:pt x="3294" y="11825"/>
                  </a:cubicBezTo>
                  <a:cubicBezTo>
                    <a:pt x="3494" y="11787"/>
                    <a:pt x="3667" y="11765"/>
                    <a:pt x="3807" y="11765"/>
                  </a:cubicBezTo>
                  <a:cubicBezTo>
                    <a:pt x="3988" y="11765"/>
                    <a:pt x="4116" y="11801"/>
                    <a:pt x="4180" y="11882"/>
                  </a:cubicBezTo>
                  <a:cubicBezTo>
                    <a:pt x="4439" y="12196"/>
                    <a:pt x="4066" y="13141"/>
                    <a:pt x="3837" y="13714"/>
                  </a:cubicBezTo>
                  <a:cubicBezTo>
                    <a:pt x="3780" y="13856"/>
                    <a:pt x="3695" y="13970"/>
                    <a:pt x="3638" y="14085"/>
                  </a:cubicBezTo>
                  <a:cubicBezTo>
                    <a:pt x="3436" y="14429"/>
                    <a:pt x="3264" y="14715"/>
                    <a:pt x="3264" y="15402"/>
                  </a:cubicBezTo>
                  <a:cubicBezTo>
                    <a:pt x="3322" y="15688"/>
                    <a:pt x="3523" y="15974"/>
                    <a:pt x="3722" y="16233"/>
                  </a:cubicBezTo>
                  <a:cubicBezTo>
                    <a:pt x="3924" y="16519"/>
                    <a:pt x="4123" y="16776"/>
                    <a:pt x="4096" y="17062"/>
                  </a:cubicBezTo>
                  <a:cubicBezTo>
                    <a:pt x="4038" y="17550"/>
                    <a:pt x="2092" y="18695"/>
                    <a:pt x="1547" y="18780"/>
                  </a:cubicBezTo>
                  <a:lnTo>
                    <a:pt x="1634" y="19268"/>
                  </a:lnTo>
                  <a:cubicBezTo>
                    <a:pt x="2234" y="19153"/>
                    <a:pt x="4467" y="17951"/>
                    <a:pt x="4581" y="17119"/>
                  </a:cubicBezTo>
                  <a:cubicBezTo>
                    <a:pt x="4638" y="16634"/>
                    <a:pt x="4352" y="16261"/>
                    <a:pt x="4096" y="15917"/>
                  </a:cubicBezTo>
                  <a:cubicBezTo>
                    <a:pt x="3951" y="15718"/>
                    <a:pt x="3780" y="15516"/>
                    <a:pt x="3752" y="15345"/>
                  </a:cubicBezTo>
                  <a:cubicBezTo>
                    <a:pt x="3752" y="14859"/>
                    <a:pt x="3867" y="14658"/>
                    <a:pt x="4066" y="14344"/>
                  </a:cubicBezTo>
                  <a:cubicBezTo>
                    <a:pt x="4123" y="14199"/>
                    <a:pt x="4210" y="14085"/>
                    <a:pt x="4295" y="13886"/>
                  </a:cubicBezTo>
                  <a:cubicBezTo>
                    <a:pt x="4611" y="13084"/>
                    <a:pt x="4982" y="12111"/>
                    <a:pt x="4554" y="11566"/>
                  </a:cubicBezTo>
                  <a:cubicBezTo>
                    <a:pt x="4377" y="11371"/>
                    <a:pt x="4122" y="11269"/>
                    <a:pt x="3761" y="11269"/>
                  </a:cubicBezTo>
                  <a:cubicBezTo>
                    <a:pt x="3591" y="11269"/>
                    <a:pt x="3399" y="11292"/>
                    <a:pt x="3180" y="11337"/>
                  </a:cubicBezTo>
                  <a:cubicBezTo>
                    <a:pt x="2607" y="11481"/>
                    <a:pt x="2234" y="11738"/>
                    <a:pt x="1977" y="11882"/>
                  </a:cubicBezTo>
                  <a:cubicBezTo>
                    <a:pt x="1863" y="11967"/>
                    <a:pt x="1718" y="12054"/>
                    <a:pt x="1691" y="12054"/>
                  </a:cubicBezTo>
                  <a:cubicBezTo>
                    <a:pt x="1576" y="12024"/>
                    <a:pt x="1375" y="11653"/>
                    <a:pt x="1089" y="10909"/>
                  </a:cubicBezTo>
                  <a:cubicBezTo>
                    <a:pt x="947" y="10593"/>
                    <a:pt x="775" y="10451"/>
                    <a:pt x="631" y="10393"/>
                  </a:cubicBezTo>
                  <a:cubicBezTo>
                    <a:pt x="688" y="10279"/>
                    <a:pt x="775" y="10135"/>
                    <a:pt x="889" y="9963"/>
                  </a:cubicBezTo>
                  <a:cubicBezTo>
                    <a:pt x="1146" y="9534"/>
                    <a:pt x="1604" y="9218"/>
                    <a:pt x="2092" y="8875"/>
                  </a:cubicBezTo>
                  <a:cubicBezTo>
                    <a:pt x="2291" y="8760"/>
                    <a:pt x="2493" y="8618"/>
                    <a:pt x="2664" y="8504"/>
                  </a:cubicBezTo>
                  <a:cubicBezTo>
                    <a:pt x="2893" y="8332"/>
                    <a:pt x="3122" y="8160"/>
                    <a:pt x="3351" y="8016"/>
                  </a:cubicBezTo>
                  <a:cubicBezTo>
                    <a:pt x="4210" y="7444"/>
                    <a:pt x="5069" y="6844"/>
                    <a:pt x="5870" y="6070"/>
                  </a:cubicBezTo>
                  <a:cubicBezTo>
                    <a:pt x="6787" y="5183"/>
                    <a:pt x="7787" y="4324"/>
                    <a:pt x="8761" y="3493"/>
                  </a:cubicBezTo>
                  <a:cubicBezTo>
                    <a:pt x="9963" y="2492"/>
                    <a:pt x="11165" y="1462"/>
                    <a:pt x="12283" y="344"/>
                  </a:cubicBezTo>
                  <a:lnTo>
                    <a:pt x="1193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9"/>
            <p:cNvSpPr/>
            <p:nvPr/>
          </p:nvSpPr>
          <p:spPr>
            <a:xfrm>
              <a:off x="6099162" y="1544923"/>
              <a:ext cx="647988" cy="37279"/>
            </a:xfrm>
            <a:custGeom>
              <a:avLst/>
              <a:gdLst/>
              <a:ahLst/>
              <a:cxnLst/>
              <a:rect l="l" t="t" r="r" b="b"/>
              <a:pathLst>
                <a:path w="32035" h="1843" extrusionOk="0">
                  <a:moveTo>
                    <a:pt x="25773" y="0"/>
                  </a:moveTo>
                  <a:cubicBezTo>
                    <a:pt x="25137" y="0"/>
                    <a:pt x="24479" y="34"/>
                    <a:pt x="23875" y="68"/>
                  </a:cubicBezTo>
                  <a:cubicBezTo>
                    <a:pt x="23390" y="98"/>
                    <a:pt x="22931" y="125"/>
                    <a:pt x="22588" y="125"/>
                  </a:cubicBezTo>
                  <a:cubicBezTo>
                    <a:pt x="20012" y="155"/>
                    <a:pt x="17378" y="327"/>
                    <a:pt x="14829" y="498"/>
                  </a:cubicBezTo>
                  <a:cubicBezTo>
                    <a:pt x="11943" y="683"/>
                    <a:pt x="9006" y="879"/>
                    <a:pt x="6090" y="879"/>
                  </a:cubicBezTo>
                  <a:cubicBezTo>
                    <a:pt x="4062" y="879"/>
                    <a:pt x="2043" y="784"/>
                    <a:pt x="58" y="526"/>
                  </a:cubicBezTo>
                  <a:lnTo>
                    <a:pt x="0" y="984"/>
                  </a:lnTo>
                  <a:cubicBezTo>
                    <a:pt x="2039" y="1260"/>
                    <a:pt x="4118" y="1360"/>
                    <a:pt x="6205" y="1360"/>
                  </a:cubicBezTo>
                  <a:cubicBezTo>
                    <a:pt x="9101" y="1360"/>
                    <a:pt x="12014" y="1168"/>
                    <a:pt x="14859" y="984"/>
                  </a:cubicBezTo>
                  <a:cubicBezTo>
                    <a:pt x="17405" y="812"/>
                    <a:pt x="20039" y="640"/>
                    <a:pt x="22588" y="613"/>
                  </a:cubicBezTo>
                  <a:cubicBezTo>
                    <a:pt x="22959" y="613"/>
                    <a:pt x="23417" y="583"/>
                    <a:pt x="23905" y="556"/>
                  </a:cubicBezTo>
                  <a:cubicBezTo>
                    <a:pt x="24481" y="519"/>
                    <a:pt x="25149" y="483"/>
                    <a:pt x="25795" y="483"/>
                  </a:cubicBezTo>
                  <a:cubicBezTo>
                    <a:pt x="26688" y="483"/>
                    <a:pt x="27540" y="552"/>
                    <a:pt x="28055" y="785"/>
                  </a:cubicBezTo>
                  <a:cubicBezTo>
                    <a:pt x="28084" y="812"/>
                    <a:pt x="28142" y="927"/>
                    <a:pt x="28142" y="1014"/>
                  </a:cubicBezTo>
                  <a:cubicBezTo>
                    <a:pt x="28226" y="1270"/>
                    <a:pt x="28341" y="1671"/>
                    <a:pt x="28714" y="1758"/>
                  </a:cubicBezTo>
                  <a:cubicBezTo>
                    <a:pt x="28841" y="1815"/>
                    <a:pt x="28959" y="1836"/>
                    <a:pt x="29068" y="1836"/>
                  </a:cubicBezTo>
                  <a:cubicBezTo>
                    <a:pt x="29228" y="1836"/>
                    <a:pt x="29367" y="1792"/>
                    <a:pt x="29486" y="1758"/>
                  </a:cubicBezTo>
                  <a:cubicBezTo>
                    <a:pt x="29600" y="1701"/>
                    <a:pt x="29715" y="1671"/>
                    <a:pt x="29802" y="1671"/>
                  </a:cubicBezTo>
                  <a:cubicBezTo>
                    <a:pt x="30116" y="1671"/>
                    <a:pt x="30374" y="1586"/>
                    <a:pt x="30603" y="1499"/>
                  </a:cubicBezTo>
                  <a:cubicBezTo>
                    <a:pt x="30791" y="1429"/>
                    <a:pt x="30935" y="1373"/>
                    <a:pt x="31064" y="1373"/>
                  </a:cubicBezTo>
                  <a:cubicBezTo>
                    <a:pt x="31249" y="1373"/>
                    <a:pt x="31402" y="1489"/>
                    <a:pt x="31604" y="1843"/>
                  </a:cubicBezTo>
                  <a:lnTo>
                    <a:pt x="32035" y="1614"/>
                  </a:lnTo>
                  <a:cubicBezTo>
                    <a:pt x="31717" y="1047"/>
                    <a:pt x="31391" y="888"/>
                    <a:pt x="31077" y="888"/>
                  </a:cubicBezTo>
                  <a:cubicBezTo>
                    <a:pt x="30852" y="888"/>
                    <a:pt x="30634" y="969"/>
                    <a:pt x="30432" y="1041"/>
                  </a:cubicBezTo>
                  <a:cubicBezTo>
                    <a:pt x="30230" y="1098"/>
                    <a:pt x="30031" y="1185"/>
                    <a:pt x="29802" y="1185"/>
                  </a:cubicBezTo>
                  <a:cubicBezTo>
                    <a:pt x="29630" y="1185"/>
                    <a:pt x="29486" y="1243"/>
                    <a:pt x="29344" y="1300"/>
                  </a:cubicBezTo>
                  <a:cubicBezTo>
                    <a:pt x="29220" y="1335"/>
                    <a:pt x="29140" y="1359"/>
                    <a:pt x="29064" y="1359"/>
                  </a:cubicBezTo>
                  <a:cubicBezTo>
                    <a:pt x="29016" y="1359"/>
                    <a:pt x="28969" y="1350"/>
                    <a:pt x="28913" y="1327"/>
                  </a:cubicBezTo>
                  <a:lnTo>
                    <a:pt x="28856" y="1300"/>
                  </a:lnTo>
                  <a:cubicBezTo>
                    <a:pt x="28742" y="1270"/>
                    <a:pt x="28684" y="1128"/>
                    <a:pt x="28627" y="899"/>
                  </a:cubicBezTo>
                  <a:cubicBezTo>
                    <a:pt x="28542" y="670"/>
                    <a:pt x="28485" y="411"/>
                    <a:pt x="28256" y="354"/>
                  </a:cubicBezTo>
                  <a:cubicBezTo>
                    <a:pt x="27652" y="78"/>
                    <a:pt x="26737" y="0"/>
                    <a:pt x="2577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9"/>
            <p:cNvSpPr/>
            <p:nvPr/>
          </p:nvSpPr>
          <p:spPr>
            <a:xfrm>
              <a:off x="6917460" y="1603851"/>
              <a:ext cx="258831" cy="120252"/>
            </a:xfrm>
            <a:custGeom>
              <a:avLst/>
              <a:gdLst/>
              <a:ahLst/>
              <a:cxnLst/>
              <a:rect l="l" t="t" r="r" b="b"/>
              <a:pathLst>
                <a:path w="12796" h="5945" extrusionOk="0">
                  <a:moveTo>
                    <a:pt x="11553" y="0"/>
                  </a:moveTo>
                  <a:cubicBezTo>
                    <a:pt x="11499" y="0"/>
                    <a:pt x="11446" y="6"/>
                    <a:pt x="11394" y="18"/>
                  </a:cubicBezTo>
                  <a:cubicBezTo>
                    <a:pt x="10993" y="105"/>
                    <a:pt x="10764" y="505"/>
                    <a:pt x="10562" y="819"/>
                  </a:cubicBezTo>
                  <a:cubicBezTo>
                    <a:pt x="10477" y="991"/>
                    <a:pt x="10390" y="1135"/>
                    <a:pt x="10276" y="1250"/>
                  </a:cubicBezTo>
                  <a:cubicBezTo>
                    <a:pt x="9247" y="2279"/>
                    <a:pt x="8569" y="2755"/>
                    <a:pt x="7549" y="2755"/>
                  </a:cubicBezTo>
                  <a:cubicBezTo>
                    <a:pt x="7237" y="2755"/>
                    <a:pt x="6893" y="2711"/>
                    <a:pt x="6497" y="2624"/>
                  </a:cubicBezTo>
                  <a:lnTo>
                    <a:pt x="6268" y="2594"/>
                  </a:lnTo>
                  <a:cubicBezTo>
                    <a:pt x="5925" y="2520"/>
                    <a:pt x="5614" y="2452"/>
                    <a:pt x="5311" y="2452"/>
                  </a:cubicBezTo>
                  <a:cubicBezTo>
                    <a:pt x="4907" y="2452"/>
                    <a:pt x="4518" y="2574"/>
                    <a:pt x="4093" y="2967"/>
                  </a:cubicBezTo>
                  <a:cubicBezTo>
                    <a:pt x="3749" y="3253"/>
                    <a:pt x="3607" y="3567"/>
                    <a:pt x="3463" y="3826"/>
                  </a:cubicBezTo>
                  <a:cubicBezTo>
                    <a:pt x="3321" y="4140"/>
                    <a:pt x="3206" y="4369"/>
                    <a:pt x="2748" y="4456"/>
                  </a:cubicBezTo>
                  <a:cubicBezTo>
                    <a:pt x="2567" y="4490"/>
                    <a:pt x="2407" y="4504"/>
                    <a:pt x="2264" y="4504"/>
                  </a:cubicBezTo>
                  <a:cubicBezTo>
                    <a:pt x="1931" y="4504"/>
                    <a:pt x="1689" y="4430"/>
                    <a:pt x="1489" y="4369"/>
                  </a:cubicBezTo>
                  <a:cubicBezTo>
                    <a:pt x="1324" y="4318"/>
                    <a:pt x="1185" y="4289"/>
                    <a:pt x="1062" y="4289"/>
                  </a:cubicBezTo>
                  <a:cubicBezTo>
                    <a:pt x="629" y="4289"/>
                    <a:pt x="402" y="4657"/>
                    <a:pt x="0" y="5773"/>
                  </a:cubicBezTo>
                  <a:lnTo>
                    <a:pt x="458" y="5944"/>
                  </a:lnTo>
                  <a:cubicBezTo>
                    <a:pt x="804" y="4993"/>
                    <a:pt x="921" y="4776"/>
                    <a:pt x="1118" y="4776"/>
                  </a:cubicBezTo>
                  <a:cubicBezTo>
                    <a:pt x="1182" y="4776"/>
                    <a:pt x="1254" y="4799"/>
                    <a:pt x="1344" y="4827"/>
                  </a:cubicBezTo>
                  <a:cubicBezTo>
                    <a:pt x="1576" y="4891"/>
                    <a:pt x="1885" y="4984"/>
                    <a:pt x="2315" y="4984"/>
                  </a:cubicBezTo>
                  <a:cubicBezTo>
                    <a:pt x="2471" y="4984"/>
                    <a:pt x="2643" y="4972"/>
                    <a:pt x="2833" y="4941"/>
                  </a:cubicBezTo>
                  <a:cubicBezTo>
                    <a:pt x="3550" y="4799"/>
                    <a:pt x="3749" y="4399"/>
                    <a:pt x="3921" y="4025"/>
                  </a:cubicBezTo>
                  <a:cubicBezTo>
                    <a:pt x="4035" y="3796"/>
                    <a:pt x="4150" y="3540"/>
                    <a:pt x="4409" y="3338"/>
                  </a:cubicBezTo>
                  <a:cubicBezTo>
                    <a:pt x="4738" y="3026"/>
                    <a:pt x="5019" y="2922"/>
                    <a:pt x="5346" y="2922"/>
                  </a:cubicBezTo>
                  <a:cubicBezTo>
                    <a:pt x="5588" y="2922"/>
                    <a:pt x="5854" y="2979"/>
                    <a:pt x="6183" y="3052"/>
                  </a:cubicBezTo>
                  <a:lnTo>
                    <a:pt x="6383" y="3109"/>
                  </a:lnTo>
                  <a:cubicBezTo>
                    <a:pt x="6804" y="3197"/>
                    <a:pt x="7177" y="3241"/>
                    <a:pt x="7518" y="3241"/>
                  </a:cubicBezTo>
                  <a:cubicBezTo>
                    <a:pt x="8729" y="3241"/>
                    <a:pt x="9532" y="2687"/>
                    <a:pt x="10649" y="1593"/>
                  </a:cubicBezTo>
                  <a:cubicBezTo>
                    <a:pt x="10764" y="1449"/>
                    <a:pt x="10878" y="1250"/>
                    <a:pt x="10993" y="1078"/>
                  </a:cubicBezTo>
                  <a:cubicBezTo>
                    <a:pt x="11135" y="819"/>
                    <a:pt x="11306" y="533"/>
                    <a:pt x="11478" y="505"/>
                  </a:cubicBezTo>
                  <a:cubicBezTo>
                    <a:pt x="11504" y="500"/>
                    <a:pt x="11529" y="498"/>
                    <a:pt x="11555" y="498"/>
                  </a:cubicBezTo>
                  <a:cubicBezTo>
                    <a:pt x="11674" y="498"/>
                    <a:pt x="11800" y="553"/>
                    <a:pt x="11966" y="647"/>
                  </a:cubicBezTo>
                  <a:cubicBezTo>
                    <a:pt x="12252" y="849"/>
                    <a:pt x="12280" y="1479"/>
                    <a:pt x="12280" y="2051"/>
                  </a:cubicBezTo>
                  <a:cubicBezTo>
                    <a:pt x="12280" y="2280"/>
                    <a:pt x="12310" y="2509"/>
                    <a:pt x="12310" y="2708"/>
                  </a:cubicBezTo>
                  <a:lnTo>
                    <a:pt x="12795" y="2651"/>
                  </a:lnTo>
                  <a:cubicBezTo>
                    <a:pt x="12768" y="2479"/>
                    <a:pt x="12768" y="2250"/>
                    <a:pt x="12768" y="2021"/>
                  </a:cubicBezTo>
                  <a:cubicBezTo>
                    <a:pt x="12768" y="1364"/>
                    <a:pt x="12738" y="620"/>
                    <a:pt x="12252" y="247"/>
                  </a:cubicBezTo>
                  <a:cubicBezTo>
                    <a:pt x="12000" y="88"/>
                    <a:pt x="11767" y="0"/>
                    <a:pt x="1155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9"/>
            <p:cNvSpPr/>
            <p:nvPr/>
          </p:nvSpPr>
          <p:spPr>
            <a:xfrm>
              <a:off x="7144454" y="1573527"/>
              <a:ext cx="18549" cy="37643"/>
            </a:xfrm>
            <a:custGeom>
              <a:avLst/>
              <a:gdLst/>
              <a:ahLst/>
              <a:cxnLst/>
              <a:rect l="l" t="t" r="r" b="b"/>
              <a:pathLst>
                <a:path w="917" h="1861" extrusionOk="0">
                  <a:moveTo>
                    <a:pt x="688" y="0"/>
                  </a:moveTo>
                  <a:cubicBezTo>
                    <a:pt x="1" y="344"/>
                    <a:pt x="1" y="1146"/>
                    <a:pt x="1" y="1860"/>
                  </a:cubicBezTo>
                  <a:lnTo>
                    <a:pt x="486" y="1860"/>
                  </a:lnTo>
                  <a:cubicBezTo>
                    <a:pt x="486" y="1230"/>
                    <a:pt x="486" y="658"/>
                    <a:pt x="917" y="429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9"/>
            <p:cNvSpPr/>
            <p:nvPr/>
          </p:nvSpPr>
          <p:spPr>
            <a:xfrm>
              <a:off x="5988568" y="1983880"/>
              <a:ext cx="385678" cy="200576"/>
            </a:xfrm>
            <a:custGeom>
              <a:avLst/>
              <a:gdLst/>
              <a:ahLst/>
              <a:cxnLst/>
              <a:rect l="l" t="t" r="r" b="b"/>
              <a:pathLst>
                <a:path w="19067" h="9916" extrusionOk="0">
                  <a:moveTo>
                    <a:pt x="1647" y="1"/>
                  </a:moveTo>
                  <a:cubicBezTo>
                    <a:pt x="1585" y="1"/>
                    <a:pt x="1522" y="4"/>
                    <a:pt x="1460" y="11"/>
                  </a:cubicBezTo>
                  <a:cubicBezTo>
                    <a:pt x="917" y="68"/>
                    <a:pt x="429" y="384"/>
                    <a:pt x="1" y="927"/>
                  </a:cubicBezTo>
                  <a:lnTo>
                    <a:pt x="372" y="1243"/>
                  </a:lnTo>
                  <a:cubicBezTo>
                    <a:pt x="745" y="785"/>
                    <a:pt x="1089" y="556"/>
                    <a:pt x="1517" y="498"/>
                  </a:cubicBezTo>
                  <a:cubicBezTo>
                    <a:pt x="1560" y="494"/>
                    <a:pt x="1604" y="492"/>
                    <a:pt x="1647" y="492"/>
                  </a:cubicBezTo>
                  <a:cubicBezTo>
                    <a:pt x="2476" y="492"/>
                    <a:pt x="3426" y="1252"/>
                    <a:pt x="4322" y="1987"/>
                  </a:cubicBezTo>
                  <a:cubicBezTo>
                    <a:pt x="5124" y="2644"/>
                    <a:pt x="5868" y="3274"/>
                    <a:pt x="6642" y="3446"/>
                  </a:cubicBezTo>
                  <a:cubicBezTo>
                    <a:pt x="6751" y="3470"/>
                    <a:pt x="6860" y="3481"/>
                    <a:pt x="6971" y="3481"/>
                  </a:cubicBezTo>
                  <a:cubicBezTo>
                    <a:pt x="7646" y="3481"/>
                    <a:pt x="8354" y="3064"/>
                    <a:pt x="9017" y="2644"/>
                  </a:cubicBezTo>
                  <a:cubicBezTo>
                    <a:pt x="9633" y="2265"/>
                    <a:pt x="10229" y="1907"/>
                    <a:pt x="10757" y="1907"/>
                  </a:cubicBezTo>
                  <a:cubicBezTo>
                    <a:pt x="10867" y="1907"/>
                    <a:pt x="10974" y="1923"/>
                    <a:pt x="11078" y="1957"/>
                  </a:cubicBezTo>
                  <a:cubicBezTo>
                    <a:pt x="11509" y="2101"/>
                    <a:pt x="11880" y="2530"/>
                    <a:pt x="12223" y="3304"/>
                  </a:cubicBezTo>
                  <a:cubicBezTo>
                    <a:pt x="12368" y="3618"/>
                    <a:pt x="12338" y="4018"/>
                    <a:pt x="12338" y="4449"/>
                  </a:cubicBezTo>
                  <a:cubicBezTo>
                    <a:pt x="12310" y="5221"/>
                    <a:pt x="12280" y="6224"/>
                    <a:pt x="13483" y="6453"/>
                  </a:cubicBezTo>
                  <a:cubicBezTo>
                    <a:pt x="13572" y="6472"/>
                    <a:pt x="13656" y="6482"/>
                    <a:pt x="13736" y="6482"/>
                  </a:cubicBezTo>
                  <a:cubicBezTo>
                    <a:pt x="14354" y="6482"/>
                    <a:pt x="14721" y="5936"/>
                    <a:pt x="15001" y="5479"/>
                  </a:cubicBezTo>
                  <a:cubicBezTo>
                    <a:pt x="15316" y="4994"/>
                    <a:pt x="15528" y="4673"/>
                    <a:pt x="15899" y="4673"/>
                  </a:cubicBezTo>
                  <a:cubicBezTo>
                    <a:pt x="15966" y="4673"/>
                    <a:pt x="16038" y="4684"/>
                    <a:pt x="16116" y="4705"/>
                  </a:cubicBezTo>
                  <a:cubicBezTo>
                    <a:pt x="16891" y="4934"/>
                    <a:pt x="16918" y="5651"/>
                    <a:pt x="16948" y="6766"/>
                  </a:cubicBezTo>
                  <a:cubicBezTo>
                    <a:pt x="16948" y="8026"/>
                    <a:pt x="16948" y="9572"/>
                    <a:pt x="18979" y="9915"/>
                  </a:cubicBezTo>
                  <a:lnTo>
                    <a:pt x="19066" y="9457"/>
                  </a:lnTo>
                  <a:cubicBezTo>
                    <a:pt x="17433" y="9171"/>
                    <a:pt x="17433" y="7999"/>
                    <a:pt x="17433" y="6766"/>
                  </a:cubicBezTo>
                  <a:cubicBezTo>
                    <a:pt x="17406" y="5708"/>
                    <a:pt x="17406" y="4591"/>
                    <a:pt x="16231" y="4247"/>
                  </a:cubicBezTo>
                  <a:cubicBezTo>
                    <a:pt x="16103" y="4209"/>
                    <a:pt x="15985" y="4192"/>
                    <a:pt x="15875" y="4192"/>
                  </a:cubicBezTo>
                  <a:cubicBezTo>
                    <a:pt x="15247" y="4192"/>
                    <a:pt x="14893" y="4759"/>
                    <a:pt x="14600" y="5221"/>
                  </a:cubicBezTo>
                  <a:cubicBezTo>
                    <a:pt x="14302" y="5669"/>
                    <a:pt x="14089" y="5987"/>
                    <a:pt x="13738" y="5987"/>
                  </a:cubicBezTo>
                  <a:cubicBezTo>
                    <a:pt x="13685" y="5987"/>
                    <a:pt x="13630" y="5980"/>
                    <a:pt x="13570" y="5965"/>
                  </a:cubicBezTo>
                  <a:cubicBezTo>
                    <a:pt x="12826" y="5823"/>
                    <a:pt x="12796" y="5335"/>
                    <a:pt x="12826" y="4449"/>
                  </a:cubicBezTo>
                  <a:cubicBezTo>
                    <a:pt x="12826" y="3991"/>
                    <a:pt x="12853" y="3503"/>
                    <a:pt x="12654" y="3102"/>
                  </a:cubicBezTo>
                  <a:cubicBezTo>
                    <a:pt x="12280" y="2216"/>
                    <a:pt x="11822" y="1671"/>
                    <a:pt x="11250" y="1499"/>
                  </a:cubicBezTo>
                  <a:cubicBezTo>
                    <a:pt x="11086" y="1442"/>
                    <a:pt x="10921" y="1417"/>
                    <a:pt x="10757" y="1417"/>
                  </a:cubicBezTo>
                  <a:cubicBezTo>
                    <a:pt x="10091" y="1417"/>
                    <a:pt x="9425" y="1830"/>
                    <a:pt x="8761" y="2243"/>
                  </a:cubicBezTo>
                  <a:cubicBezTo>
                    <a:pt x="8150" y="2626"/>
                    <a:pt x="7495" y="3007"/>
                    <a:pt x="6934" y="3007"/>
                  </a:cubicBezTo>
                  <a:cubicBezTo>
                    <a:pt x="6863" y="3007"/>
                    <a:pt x="6794" y="3001"/>
                    <a:pt x="6727" y="2988"/>
                  </a:cubicBezTo>
                  <a:cubicBezTo>
                    <a:pt x="6097" y="2816"/>
                    <a:pt x="5383" y="2243"/>
                    <a:pt x="4638" y="1614"/>
                  </a:cubicBezTo>
                  <a:cubicBezTo>
                    <a:pt x="3668" y="833"/>
                    <a:pt x="2648" y="1"/>
                    <a:pt x="164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9"/>
            <p:cNvSpPr/>
            <p:nvPr/>
          </p:nvSpPr>
          <p:spPr>
            <a:xfrm>
              <a:off x="6443142" y="2381954"/>
              <a:ext cx="110038" cy="91509"/>
            </a:xfrm>
            <a:custGeom>
              <a:avLst/>
              <a:gdLst/>
              <a:ahLst/>
              <a:cxnLst/>
              <a:rect l="l" t="t" r="r" b="b"/>
              <a:pathLst>
                <a:path w="5440" h="4524" extrusionOk="0">
                  <a:moveTo>
                    <a:pt x="5355" y="0"/>
                  </a:moveTo>
                  <a:cubicBezTo>
                    <a:pt x="5011" y="85"/>
                    <a:pt x="4753" y="286"/>
                    <a:pt x="4524" y="516"/>
                  </a:cubicBezTo>
                  <a:cubicBezTo>
                    <a:pt x="4324" y="657"/>
                    <a:pt x="4153" y="829"/>
                    <a:pt x="3981" y="887"/>
                  </a:cubicBezTo>
                  <a:cubicBezTo>
                    <a:pt x="3809" y="916"/>
                    <a:pt x="3466" y="916"/>
                    <a:pt x="3179" y="916"/>
                  </a:cubicBezTo>
                  <a:cubicBezTo>
                    <a:pt x="2749" y="916"/>
                    <a:pt x="2492" y="916"/>
                    <a:pt x="2378" y="1001"/>
                  </a:cubicBezTo>
                  <a:lnTo>
                    <a:pt x="2321" y="1031"/>
                  </a:lnTo>
                  <a:cubicBezTo>
                    <a:pt x="1805" y="1516"/>
                    <a:pt x="1947" y="1974"/>
                    <a:pt x="2034" y="2318"/>
                  </a:cubicBezTo>
                  <a:cubicBezTo>
                    <a:pt x="2119" y="2634"/>
                    <a:pt x="2149" y="2806"/>
                    <a:pt x="2004" y="3035"/>
                  </a:cubicBezTo>
                  <a:cubicBezTo>
                    <a:pt x="1920" y="3149"/>
                    <a:pt x="1661" y="3234"/>
                    <a:pt x="1375" y="3348"/>
                  </a:cubicBezTo>
                  <a:cubicBezTo>
                    <a:pt x="917" y="3520"/>
                    <a:pt x="344" y="3722"/>
                    <a:pt x="1" y="4264"/>
                  </a:cubicBezTo>
                  <a:lnTo>
                    <a:pt x="401" y="4523"/>
                  </a:lnTo>
                  <a:cubicBezTo>
                    <a:pt x="660" y="4122"/>
                    <a:pt x="1146" y="3951"/>
                    <a:pt x="1546" y="3806"/>
                  </a:cubicBezTo>
                  <a:cubicBezTo>
                    <a:pt x="1920" y="3664"/>
                    <a:pt x="2263" y="3550"/>
                    <a:pt x="2405" y="3291"/>
                  </a:cubicBezTo>
                  <a:cubicBezTo>
                    <a:pt x="2664" y="2890"/>
                    <a:pt x="2577" y="2519"/>
                    <a:pt x="2492" y="2203"/>
                  </a:cubicBezTo>
                  <a:cubicBezTo>
                    <a:pt x="2405" y="1890"/>
                    <a:pt x="2348" y="1688"/>
                    <a:pt x="2607" y="1432"/>
                  </a:cubicBezTo>
                  <a:cubicBezTo>
                    <a:pt x="2721" y="1402"/>
                    <a:pt x="3008" y="1402"/>
                    <a:pt x="3179" y="1402"/>
                  </a:cubicBezTo>
                  <a:cubicBezTo>
                    <a:pt x="3523" y="1402"/>
                    <a:pt x="3894" y="1402"/>
                    <a:pt x="4123" y="1345"/>
                  </a:cubicBezTo>
                  <a:cubicBezTo>
                    <a:pt x="4409" y="1230"/>
                    <a:pt x="4638" y="1031"/>
                    <a:pt x="4840" y="859"/>
                  </a:cubicBezTo>
                  <a:cubicBezTo>
                    <a:pt x="5039" y="687"/>
                    <a:pt x="5211" y="516"/>
                    <a:pt x="5440" y="486"/>
                  </a:cubicBezTo>
                  <a:lnTo>
                    <a:pt x="5355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9"/>
            <p:cNvSpPr/>
            <p:nvPr/>
          </p:nvSpPr>
          <p:spPr>
            <a:xfrm>
              <a:off x="6477896" y="2461860"/>
              <a:ext cx="66629" cy="50387"/>
            </a:xfrm>
            <a:custGeom>
              <a:avLst/>
              <a:gdLst/>
              <a:ahLst/>
              <a:cxnLst/>
              <a:rect l="l" t="t" r="r" b="b"/>
              <a:pathLst>
                <a:path w="3294" h="2491" extrusionOk="0">
                  <a:moveTo>
                    <a:pt x="2806" y="1"/>
                  </a:moveTo>
                  <a:cubicBezTo>
                    <a:pt x="2606" y="860"/>
                    <a:pt x="2119" y="1001"/>
                    <a:pt x="1489" y="1173"/>
                  </a:cubicBezTo>
                  <a:cubicBezTo>
                    <a:pt x="946" y="1345"/>
                    <a:pt x="344" y="1517"/>
                    <a:pt x="0" y="2291"/>
                  </a:cubicBezTo>
                  <a:lnTo>
                    <a:pt x="431" y="2490"/>
                  </a:lnTo>
                  <a:cubicBezTo>
                    <a:pt x="687" y="1918"/>
                    <a:pt x="1118" y="1776"/>
                    <a:pt x="1633" y="1631"/>
                  </a:cubicBezTo>
                  <a:cubicBezTo>
                    <a:pt x="2263" y="1460"/>
                    <a:pt x="3007" y="1231"/>
                    <a:pt x="3293" y="115"/>
                  </a:cubicBezTo>
                  <a:lnTo>
                    <a:pt x="2806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9"/>
            <p:cNvSpPr/>
            <p:nvPr/>
          </p:nvSpPr>
          <p:spPr>
            <a:xfrm>
              <a:off x="6514390" y="2487350"/>
              <a:ext cx="35317" cy="46341"/>
            </a:xfrm>
            <a:custGeom>
              <a:avLst/>
              <a:gdLst/>
              <a:ahLst/>
              <a:cxnLst/>
              <a:rect l="l" t="t" r="r" b="b"/>
              <a:pathLst>
                <a:path w="1746" h="2291" extrusionOk="0">
                  <a:moveTo>
                    <a:pt x="268" y="1"/>
                  </a:moveTo>
                  <a:cubicBezTo>
                    <a:pt x="185" y="1"/>
                    <a:pt x="96" y="9"/>
                    <a:pt x="1" y="28"/>
                  </a:cubicBezTo>
                  <a:lnTo>
                    <a:pt x="86" y="486"/>
                  </a:lnTo>
                  <a:cubicBezTo>
                    <a:pt x="139" y="477"/>
                    <a:pt x="189" y="473"/>
                    <a:pt x="236" y="473"/>
                  </a:cubicBezTo>
                  <a:cubicBezTo>
                    <a:pt x="665" y="473"/>
                    <a:pt x="828" y="826"/>
                    <a:pt x="1059" y="1574"/>
                  </a:cubicBezTo>
                  <a:cubicBezTo>
                    <a:pt x="1116" y="1832"/>
                    <a:pt x="1203" y="2089"/>
                    <a:pt x="1288" y="2290"/>
                  </a:cubicBezTo>
                  <a:lnTo>
                    <a:pt x="1746" y="2089"/>
                  </a:lnTo>
                  <a:cubicBezTo>
                    <a:pt x="1661" y="1917"/>
                    <a:pt x="1574" y="1688"/>
                    <a:pt x="1517" y="1459"/>
                  </a:cubicBezTo>
                  <a:cubicBezTo>
                    <a:pt x="1336" y="836"/>
                    <a:pt x="1084" y="1"/>
                    <a:pt x="268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9"/>
            <p:cNvSpPr/>
            <p:nvPr/>
          </p:nvSpPr>
          <p:spPr>
            <a:xfrm>
              <a:off x="6553170" y="2479784"/>
              <a:ext cx="85724" cy="63717"/>
            </a:xfrm>
            <a:custGeom>
              <a:avLst/>
              <a:gdLst/>
              <a:ahLst/>
              <a:cxnLst/>
              <a:rect l="l" t="t" r="r" b="b"/>
              <a:pathLst>
                <a:path w="4238" h="3150" extrusionOk="0">
                  <a:moveTo>
                    <a:pt x="4095" y="1"/>
                  </a:moveTo>
                  <a:cubicBezTo>
                    <a:pt x="3924" y="58"/>
                    <a:pt x="3752" y="145"/>
                    <a:pt x="3550" y="230"/>
                  </a:cubicBezTo>
                  <a:cubicBezTo>
                    <a:pt x="3294" y="345"/>
                    <a:pt x="3065" y="432"/>
                    <a:pt x="2806" y="489"/>
                  </a:cubicBezTo>
                  <a:cubicBezTo>
                    <a:pt x="2692" y="546"/>
                    <a:pt x="2463" y="603"/>
                    <a:pt x="2234" y="661"/>
                  </a:cubicBezTo>
                  <a:cubicBezTo>
                    <a:pt x="1947" y="745"/>
                    <a:pt x="1661" y="832"/>
                    <a:pt x="1519" y="890"/>
                  </a:cubicBezTo>
                  <a:cubicBezTo>
                    <a:pt x="431" y="1405"/>
                    <a:pt x="1" y="1691"/>
                    <a:pt x="1" y="3150"/>
                  </a:cubicBezTo>
                  <a:lnTo>
                    <a:pt x="488" y="3150"/>
                  </a:lnTo>
                  <a:cubicBezTo>
                    <a:pt x="488" y="1920"/>
                    <a:pt x="745" y="1806"/>
                    <a:pt x="1691" y="1348"/>
                  </a:cubicBezTo>
                  <a:cubicBezTo>
                    <a:pt x="1833" y="1290"/>
                    <a:pt x="2119" y="1203"/>
                    <a:pt x="2378" y="1146"/>
                  </a:cubicBezTo>
                  <a:cubicBezTo>
                    <a:pt x="2607" y="1061"/>
                    <a:pt x="2836" y="1004"/>
                    <a:pt x="2950" y="974"/>
                  </a:cubicBezTo>
                  <a:cubicBezTo>
                    <a:pt x="3207" y="890"/>
                    <a:pt x="3493" y="775"/>
                    <a:pt x="3722" y="661"/>
                  </a:cubicBezTo>
                  <a:cubicBezTo>
                    <a:pt x="3924" y="603"/>
                    <a:pt x="4095" y="516"/>
                    <a:pt x="4237" y="489"/>
                  </a:cubicBezTo>
                  <a:lnTo>
                    <a:pt x="4095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9"/>
            <p:cNvSpPr/>
            <p:nvPr/>
          </p:nvSpPr>
          <p:spPr>
            <a:xfrm>
              <a:off x="6597796" y="2583480"/>
              <a:ext cx="26640" cy="13310"/>
            </a:xfrm>
            <a:custGeom>
              <a:avLst/>
              <a:gdLst/>
              <a:ahLst/>
              <a:cxnLst/>
              <a:rect l="l" t="t" r="r" b="b"/>
              <a:pathLst>
                <a:path w="1317" h="658" extrusionOk="0">
                  <a:moveTo>
                    <a:pt x="1317" y="0"/>
                  </a:moveTo>
                  <a:cubicBezTo>
                    <a:pt x="916" y="0"/>
                    <a:pt x="543" y="85"/>
                    <a:pt x="172" y="142"/>
                  </a:cubicBezTo>
                  <a:lnTo>
                    <a:pt x="0" y="200"/>
                  </a:lnTo>
                  <a:lnTo>
                    <a:pt x="85" y="658"/>
                  </a:lnTo>
                  <a:lnTo>
                    <a:pt x="286" y="630"/>
                  </a:lnTo>
                  <a:cubicBezTo>
                    <a:pt x="630" y="543"/>
                    <a:pt x="944" y="486"/>
                    <a:pt x="1317" y="486"/>
                  </a:cubicBezTo>
                  <a:lnTo>
                    <a:pt x="1317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9"/>
            <p:cNvSpPr/>
            <p:nvPr/>
          </p:nvSpPr>
          <p:spPr>
            <a:xfrm>
              <a:off x="6635402" y="2624019"/>
              <a:ext cx="21482" cy="40556"/>
            </a:xfrm>
            <a:custGeom>
              <a:avLst/>
              <a:gdLst/>
              <a:ahLst/>
              <a:cxnLst/>
              <a:rect l="l" t="t" r="r" b="b"/>
              <a:pathLst>
                <a:path w="1062" h="2005" extrusionOk="0">
                  <a:moveTo>
                    <a:pt x="660" y="0"/>
                  </a:moveTo>
                  <a:cubicBezTo>
                    <a:pt x="1" y="687"/>
                    <a:pt x="344" y="1431"/>
                    <a:pt x="603" y="2004"/>
                  </a:cubicBezTo>
                  <a:lnTo>
                    <a:pt x="1061" y="1802"/>
                  </a:lnTo>
                  <a:cubicBezTo>
                    <a:pt x="745" y="1173"/>
                    <a:pt x="603" y="772"/>
                    <a:pt x="1004" y="344"/>
                  </a:cubicBezTo>
                  <a:lnTo>
                    <a:pt x="660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9"/>
            <p:cNvSpPr/>
            <p:nvPr/>
          </p:nvSpPr>
          <p:spPr>
            <a:xfrm>
              <a:off x="6758174" y="2647182"/>
              <a:ext cx="38837" cy="47494"/>
            </a:xfrm>
            <a:custGeom>
              <a:avLst/>
              <a:gdLst/>
              <a:ahLst/>
              <a:cxnLst/>
              <a:rect l="l" t="t" r="r" b="b"/>
              <a:pathLst>
                <a:path w="1920" h="2348" extrusionOk="0">
                  <a:moveTo>
                    <a:pt x="1576" y="0"/>
                  </a:moveTo>
                  <a:lnTo>
                    <a:pt x="1118" y="172"/>
                  </a:lnTo>
                  <a:cubicBezTo>
                    <a:pt x="1290" y="687"/>
                    <a:pt x="1347" y="1459"/>
                    <a:pt x="1" y="1890"/>
                  </a:cubicBezTo>
                  <a:lnTo>
                    <a:pt x="145" y="2348"/>
                  </a:lnTo>
                  <a:cubicBezTo>
                    <a:pt x="1404" y="1947"/>
                    <a:pt x="1920" y="1116"/>
                    <a:pt x="1576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9"/>
            <p:cNvSpPr/>
            <p:nvPr/>
          </p:nvSpPr>
          <p:spPr>
            <a:xfrm>
              <a:off x="6853151" y="2585199"/>
              <a:ext cx="538537" cy="1196315"/>
            </a:xfrm>
            <a:custGeom>
              <a:avLst/>
              <a:gdLst/>
              <a:ahLst/>
              <a:cxnLst/>
              <a:rect l="l" t="t" r="r" b="b"/>
              <a:pathLst>
                <a:path w="26624" h="59143" extrusionOk="0">
                  <a:moveTo>
                    <a:pt x="2691" y="0"/>
                  </a:moveTo>
                  <a:cubicBezTo>
                    <a:pt x="2520" y="172"/>
                    <a:pt x="2577" y="458"/>
                    <a:pt x="2691" y="1118"/>
                  </a:cubicBezTo>
                  <a:cubicBezTo>
                    <a:pt x="2749" y="1489"/>
                    <a:pt x="2920" y="2462"/>
                    <a:pt x="2749" y="2576"/>
                  </a:cubicBezTo>
                  <a:cubicBezTo>
                    <a:pt x="2749" y="2576"/>
                    <a:pt x="2745" y="2577"/>
                    <a:pt x="2735" y="2577"/>
                  </a:cubicBezTo>
                  <a:cubicBezTo>
                    <a:pt x="2696" y="2577"/>
                    <a:pt x="2559" y="2558"/>
                    <a:pt x="2233" y="2347"/>
                  </a:cubicBezTo>
                  <a:cubicBezTo>
                    <a:pt x="2148" y="2263"/>
                    <a:pt x="2034" y="1718"/>
                    <a:pt x="1977" y="1404"/>
                  </a:cubicBezTo>
                  <a:cubicBezTo>
                    <a:pt x="1832" y="717"/>
                    <a:pt x="1718" y="172"/>
                    <a:pt x="1347" y="115"/>
                  </a:cubicBezTo>
                  <a:cubicBezTo>
                    <a:pt x="1334" y="113"/>
                    <a:pt x="1322" y="113"/>
                    <a:pt x="1309" y="113"/>
                  </a:cubicBezTo>
                  <a:cubicBezTo>
                    <a:pt x="1010" y="113"/>
                    <a:pt x="761" y="434"/>
                    <a:pt x="431" y="1232"/>
                  </a:cubicBezTo>
                  <a:cubicBezTo>
                    <a:pt x="58" y="2205"/>
                    <a:pt x="172" y="3206"/>
                    <a:pt x="717" y="4152"/>
                  </a:cubicBezTo>
                  <a:cubicBezTo>
                    <a:pt x="1546" y="5554"/>
                    <a:pt x="3236" y="6499"/>
                    <a:pt x="4466" y="6671"/>
                  </a:cubicBezTo>
                  <a:cubicBezTo>
                    <a:pt x="4725" y="6699"/>
                    <a:pt x="4954" y="6728"/>
                    <a:pt x="5153" y="6728"/>
                  </a:cubicBezTo>
                  <a:cubicBezTo>
                    <a:pt x="6099" y="6813"/>
                    <a:pt x="6271" y="6843"/>
                    <a:pt x="6271" y="7988"/>
                  </a:cubicBezTo>
                  <a:cubicBezTo>
                    <a:pt x="6271" y="8187"/>
                    <a:pt x="6184" y="8446"/>
                    <a:pt x="6099" y="8703"/>
                  </a:cubicBezTo>
                  <a:cubicBezTo>
                    <a:pt x="5984" y="9019"/>
                    <a:pt x="5840" y="9390"/>
                    <a:pt x="5897" y="9763"/>
                  </a:cubicBezTo>
                  <a:cubicBezTo>
                    <a:pt x="5955" y="10248"/>
                    <a:pt x="6271" y="10592"/>
                    <a:pt x="6527" y="10878"/>
                  </a:cubicBezTo>
                  <a:cubicBezTo>
                    <a:pt x="6729" y="11107"/>
                    <a:pt x="6871" y="11309"/>
                    <a:pt x="6928" y="11508"/>
                  </a:cubicBezTo>
                  <a:cubicBezTo>
                    <a:pt x="6985" y="11909"/>
                    <a:pt x="6985" y="12167"/>
                    <a:pt x="6871" y="12339"/>
                  </a:cubicBezTo>
                  <a:cubicBezTo>
                    <a:pt x="6729" y="12511"/>
                    <a:pt x="6385" y="12538"/>
                    <a:pt x="5984" y="12568"/>
                  </a:cubicBezTo>
                  <a:cubicBezTo>
                    <a:pt x="5641" y="12596"/>
                    <a:pt x="5210" y="12626"/>
                    <a:pt x="4867" y="12768"/>
                  </a:cubicBezTo>
                  <a:cubicBezTo>
                    <a:pt x="3264" y="13484"/>
                    <a:pt x="3637" y="14428"/>
                    <a:pt x="4008" y="15344"/>
                  </a:cubicBezTo>
                  <a:cubicBezTo>
                    <a:pt x="4095" y="15573"/>
                    <a:pt x="4210" y="15832"/>
                    <a:pt x="4267" y="16061"/>
                  </a:cubicBezTo>
                  <a:cubicBezTo>
                    <a:pt x="4496" y="16920"/>
                    <a:pt x="4237" y="17549"/>
                    <a:pt x="4008" y="18236"/>
                  </a:cubicBezTo>
                  <a:cubicBezTo>
                    <a:pt x="3836" y="18637"/>
                    <a:pt x="3694" y="19065"/>
                    <a:pt x="3637" y="19553"/>
                  </a:cubicBezTo>
                  <a:cubicBezTo>
                    <a:pt x="3580" y="19897"/>
                    <a:pt x="3665" y="20126"/>
                    <a:pt x="3722" y="20325"/>
                  </a:cubicBezTo>
                  <a:cubicBezTo>
                    <a:pt x="3809" y="20554"/>
                    <a:pt x="3866" y="20641"/>
                    <a:pt x="3493" y="20955"/>
                  </a:cubicBezTo>
                  <a:cubicBezTo>
                    <a:pt x="3378" y="21069"/>
                    <a:pt x="3092" y="21069"/>
                    <a:pt x="2778" y="21069"/>
                  </a:cubicBezTo>
                  <a:cubicBezTo>
                    <a:pt x="2673" y="21061"/>
                    <a:pt x="2566" y="21055"/>
                    <a:pt x="2458" y="21055"/>
                  </a:cubicBezTo>
                  <a:cubicBezTo>
                    <a:pt x="2212" y="21055"/>
                    <a:pt x="1966" y="21085"/>
                    <a:pt x="1748" y="21184"/>
                  </a:cubicBezTo>
                  <a:cubicBezTo>
                    <a:pt x="516" y="21786"/>
                    <a:pt x="0" y="23618"/>
                    <a:pt x="58" y="25134"/>
                  </a:cubicBezTo>
                  <a:cubicBezTo>
                    <a:pt x="115" y="26882"/>
                    <a:pt x="832" y="28226"/>
                    <a:pt x="1947" y="28684"/>
                  </a:cubicBezTo>
                  <a:cubicBezTo>
                    <a:pt x="2075" y="28732"/>
                    <a:pt x="2194" y="28751"/>
                    <a:pt x="2304" y="28751"/>
                  </a:cubicBezTo>
                  <a:cubicBezTo>
                    <a:pt x="2588" y="28751"/>
                    <a:pt x="2813" y="28624"/>
                    <a:pt x="2978" y="28542"/>
                  </a:cubicBezTo>
                  <a:cubicBezTo>
                    <a:pt x="3144" y="28442"/>
                    <a:pt x="3252" y="28381"/>
                    <a:pt x="3370" y="28381"/>
                  </a:cubicBezTo>
                  <a:cubicBezTo>
                    <a:pt x="3455" y="28381"/>
                    <a:pt x="3545" y="28413"/>
                    <a:pt x="3665" y="28485"/>
                  </a:cubicBezTo>
                  <a:cubicBezTo>
                    <a:pt x="3836" y="28569"/>
                    <a:pt x="3866" y="28741"/>
                    <a:pt x="3894" y="29057"/>
                  </a:cubicBezTo>
                  <a:cubicBezTo>
                    <a:pt x="3923" y="29343"/>
                    <a:pt x="3981" y="29687"/>
                    <a:pt x="4237" y="30001"/>
                  </a:cubicBezTo>
                  <a:cubicBezTo>
                    <a:pt x="4656" y="30388"/>
                    <a:pt x="5048" y="30536"/>
                    <a:pt x="5414" y="30536"/>
                  </a:cubicBezTo>
                  <a:cubicBezTo>
                    <a:pt x="6076" y="30536"/>
                    <a:pt x="6650" y="30053"/>
                    <a:pt x="7130" y="29630"/>
                  </a:cubicBezTo>
                  <a:cubicBezTo>
                    <a:pt x="7530" y="29286"/>
                    <a:pt x="7931" y="28970"/>
                    <a:pt x="8302" y="28885"/>
                  </a:cubicBezTo>
                  <a:cubicBezTo>
                    <a:pt x="8404" y="28866"/>
                    <a:pt x="8496" y="28856"/>
                    <a:pt x="8582" y="28856"/>
                  </a:cubicBezTo>
                  <a:cubicBezTo>
                    <a:pt x="9244" y="28856"/>
                    <a:pt x="9452" y="29431"/>
                    <a:pt x="9706" y="30344"/>
                  </a:cubicBezTo>
                  <a:cubicBezTo>
                    <a:pt x="9878" y="30860"/>
                    <a:pt x="10020" y="31405"/>
                    <a:pt x="10363" y="31718"/>
                  </a:cubicBezTo>
                  <a:cubicBezTo>
                    <a:pt x="10851" y="32234"/>
                    <a:pt x="11538" y="32263"/>
                    <a:pt x="12195" y="32263"/>
                  </a:cubicBezTo>
                  <a:cubicBezTo>
                    <a:pt x="12768" y="32291"/>
                    <a:pt x="13283" y="32291"/>
                    <a:pt x="13656" y="32577"/>
                  </a:cubicBezTo>
                  <a:cubicBezTo>
                    <a:pt x="13885" y="32836"/>
                    <a:pt x="13970" y="33122"/>
                    <a:pt x="14057" y="33379"/>
                  </a:cubicBezTo>
                  <a:cubicBezTo>
                    <a:pt x="14114" y="33665"/>
                    <a:pt x="14199" y="33951"/>
                    <a:pt x="14458" y="34210"/>
                  </a:cubicBezTo>
                  <a:cubicBezTo>
                    <a:pt x="14715" y="34524"/>
                    <a:pt x="14944" y="34725"/>
                    <a:pt x="15145" y="34897"/>
                  </a:cubicBezTo>
                  <a:cubicBezTo>
                    <a:pt x="15402" y="35126"/>
                    <a:pt x="15631" y="35298"/>
                    <a:pt x="15802" y="35612"/>
                  </a:cubicBezTo>
                  <a:cubicBezTo>
                    <a:pt x="15802" y="35641"/>
                    <a:pt x="15745" y="35841"/>
                    <a:pt x="15745" y="35928"/>
                  </a:cubicBezTo>
                  <a:cubicBezTo>
                    <a:pt x="15688" y="36184"/>
                    <a:pt x="15631" y="36413"/>
                    <a:pt x="15718" y="36585"/>
                  </a:cubicBezTo>
                  <a:cubicBezTo>
                    <a:pt x="15917" y="36958"/>
                    <a:pt x="16146" y="37073"/>
                    <a:pt x="16405" y="37157"/>
                  </a:cubicBezTo>
                  <a:cubicBezTo>
                    <a:pt x="16547" y="37244"/>
                    <a:pt x="16691" y="37302"/>
                    <a:pt x="16863" y="37444"/>
                  </a:cubicBezTo>
                  <a:cubicBezTo>
                    <a:pt x="17034" y="37588"/>
                    <a:pt x="17234" y="37730"/>
                    <a:pt x="17405" y="37874"/>
                  </a:cubicBezTo>
                  <a:cubicBezTo>
                    <a:pt x="18207" y="38447"/>
                    <a:pt x="18951" y="39019"/>
                    <a:pt x="18894" y="40135"/>
                  </a:cubicBezTo>
                  <a:cubicBezTo>
                    <a:pt x="18837" y="40650"/>
                    <a:pt x="18695" y="40936"/>
                    <a:pt x="18523" y="41252"/>
                  </a:cubicBezTo>
                  <a:cubicBezTo>
                    <a:pt x="18264" y="41738"/>
                    <a:pt x="18008" y="42196"/>
                    <a:pt x="18638" y="43284"/>
                  </a:cubicBezTo>
                  <a:cubicBezTo>
                    <a:pt x="18894" y="43714"/>
                    <a:pt x="19238" y="44028"/>
                    <a:pt x="19581" y="44344"/>
                  </a:cubicBezTo>
                  <a:cubicBezTo>
                    <a:pt x="19840" y="44600"/>
                    <a:pt x="20096" y="44829"/>
                    <a:pt x="20298" y="45145"/>
                  </a:cubicBezTo>
                  <a:cubicBezTo>
                    <a:pt x="20497" y="45374"/>
                    <a:pt x="20641" y="45661"/>
                    <a:pt x="20783" y="45917"/>
                  </a:cubicBezTo>
                  <a:cubicBezTo>
                    <a:pt x="21012" y="46348"/>
                    <a:pt x="21241" y="46776"/>
                    <a:pt x="21729" y="47119"/>
                  </a:cubicBezTo>
                  <a:cubicBezTo>
                    <a:pt x="22157" y="47378"/>
                    <a:pt x="22673" y="47436"/>
                    <a:pt x="23103" y="47493"/>
                  </a:cubicBezTo>
                  <a:cubicBezTo>
                    <a:pt x="23589" y="47550"/>
                    <a:pt x="23990" y="47578"/>
                    <a:pt x="24161" y="47836"/>
                  </a:cubicBezTo>
                  <a:cubicBezTo>
                    <a:pt x="24306" y="48036"/>
                    <a:pt x="24306" y="48379"/>
                    <a:pt x="24191" y="48894"/>
                  </a:cubicBezTo>
                  <a:lnTo>
                    <a:pt x="24191" y="48952"/>
                  </a:lnTo>
                  <a:cubicBezTo>
                    <a:pt x="24191" y="49009"/>
                    <a:pt x="24019" y="49123"/>
                    <a:pt x="23905" y="49181"/>
                  </a:cubicBezTo>
                  <a:cubicBezTo>
                    <a:pt x="23676" y="49325"/>
                    <a:pt x="23417" y="49467"/>
                    <a:pt x="23360" y="49753"/>
                  </a:cubicBezTo>
                  <a:cubicBezTo>
                    <a:pt x="23275" y="50097"/>
                    <a:pt x="23474" y="50326"/>
                    <a:pt x="23589" y="50497"/>
                  </a:cubicBezTo>
                  <a:cubicBezTo>
                    <a:pt x="23646" y="50555"/>
                    <a:pt x="23733" y="50642"/>
                    <a:pt x="23733" y="50669"/>
                  </a:cubicBezTo>
                  <a:cubicBezTo>
                    <a:pt x="23733" y="50985"/>
                    <a:pt x="23790" y="51242"/>
                    <a:pt x="23848" y="51471"/>
                  </a:cubicBezTo>
                  <a:cubicBezTo>
                    <a:pt x="23932" y="51871"/>
                    <a:pt x="24019" y="52158"/>
                    <a:pt x="23761" y="52588"/>
                  </a:cubicBezTo>
                  <a:cubicBezTo>
                    <a:pt x="23532" y="52932"/>
                    <a:pt x="23161" y="53131"/>
                    <a:pt x="22787" y="53333"/>
                  </a:cubicBezTo>
                  <a:cubicBezTo>
                    <a:pt x="22100" y="53704"/>
                    <a:pt x="21299" y="54134"/>
                    <a:pt x="21443" y="55451"/>
                  </a:cubicBezTo>
                  <a:cubicBezTo>
                    <a:pt x="21557" y="56596"/>
                    <a:pt x="22416" y="56853"/>
                    <a:pt x="23245" y="57082"/>
                  </a:cubicBezTo>
                  <a:cubicBezTo>
                    <a:pt x="23733" y="57226"/>
                    <a:pt x="24248" y="57398"/>
                    <a:pt x="24619" y="57711"/>
                  </a:cubicBezTo>
                  <a:cubicBezTo>
                    <a:pt x="24677" y="57769"/>
                    <a:pt x="24706" y="57856"/>
                    <a:pt x="24734" y="58027"/>
                  </a:cubicBezTo>
                  <a:cubicBezTo>
                    <a:pt x="24791" y="58227"/>
                    <a:pt x="24848" y="58513"/>
                    <a:pt x="25192" y="58799"/>
                  </a:cubicBezTo>
                  <a:cubicBezTo>
                    <a:pt x="25622" y="59143"/>
                    <a:pt x="26138" y="59143"/>
                    <a:pt x="26623" y="59143"/>
                  </a:cubicBezTo>
                  <a:lnTo>
                    <a:pt x="26623" y="58657"/>
                  </a:lnTo>
                  <a:cubicBezTo>
                    <a:pt x="26195" y="58657"/>
                    <a:pt x="25794" y="58657"/>
                    <a:pt x="25478" y="58428"/>
                  </a:cubicBezTo>
                  <a:cubicBezTo>
                    <a:pt x="25279" y="58256"/>
                    <a:pt x="25249" y="58085"/>
                    <a:pt x="25222" y="57913"/>
                  </a:cubicBezTo>
                  <a:cubicBezTo>
                    <a:pt x="25164" y="57741"/>
                    <a:pt x="25135" y="57540"/>
                    <a:pt x="24935" y="57368"/>
                  </a:cubicBezTo>
                  <a:cubicBezTo>
                    <a:pt x="24477" y="56940"/>
                    <a:pt x="23905" y="56768"/>
                    <a:pt x="23390" y="56624"/>
                  </a:cubicBezTo>
                  <a:cubicBezTo>
                    <a:pt x="22501" y="56367"/>
                    <a:pt x="22015" y="56195"/>
                    <a:pt x="21928" y="55394"/>
                  </a:cubicBezTo>
                  <a:cubicBezTo>
                    <a:pt x="21814" y="54391"/>
                    <a:pt x="22329" y="54104"/>
                    <a:pt x="23016" y="53761"/>
                  </a:cubicBezTo>
                  <a:cubicBezTo>
                    <a:pt x="23417" y="53532"/>
                    <a:pt x="23848" y="53303"/>
                    <a:pt x="24161" y="52845"/>
                  </a:cubicBezTo>
                  <a:cubicBezTo>
                    <a:pt x="24535" y="52245"/>
                    <a:pt x="24420" y="51787"/>
                    <a:pt x="24306" y="51356"/>
                  </a:cubicBezTo>
                  <a:cubicBezTo>
                    <a:pt x="24248" y="51157"/>
                    <a:pt x="24219" y="50928"/>
                    <a:pt x="24219" y="50669"/>
                  </a:cubicBezTo>
                  <a:cubicBezTo>
                    <a:pt x="24219" y="50470"/>
                    <a:pt x="24077" y="50326"/>
                    <a:pt x="23990" y="50184"/>
                  </a:cubicBezTo>
                  <a:cubicBezTo>
                    <a:pt x="23848" y="50039"/>
                    <a:pt x="23818" y="49955"/>
                    <a:pt x="23848" y="49868"/>
                  </a:cubicBezTo>
                  <a:cubicBezTo>
                    <a:pt x="23848" y="49783"/>
                    <a:pt x="24019" y="49696"/>
                    <a:pt x="24161" y="49611"/>
                  </a:cubicBezTo>
                  <a:cubicBezTo>
                    <a:pt x="24363" y="49467"/>
                    <a:pt x="24649" y="49295"/>
                    <a:pt x="24649" y="48981"/>
                  </a:cubicBezTo>
                  <a:cubicBezTo>
                    <a:pt x="24821" y="48322"/>
                    <a:pt x="24791" y="47894"/>
                    <a:pt x="24562" y="47550"/>
                  </a:cubicBezTo>
                  <a:cubicBezTo>
                    <a:pt x="24276" y="47149"/>
                    <a:pt x="23733" y="47062"/>
                    <a:pt x="23161" y="47005"/>
                  </a:cubicBezTo>
                  <a:cubicBezTo>
                    <a:pt x="22760" y="46948"/>
                    <a:pt x="22329" y="46890"/>
                    <a:pt x="21986" y="46719"/>
                  </a:cubicBezTo>
                  <a:cubicBezTo>
                    <a:pt x="21615" y="46462"/>
                    <a:pt x="21413" y="46089"/>
                    <a:pt x="21214" y="45688"/>
                  </a:cubicBezTo>
                  <a:cubicBezTo>
                    <a:pt x="21070" y="45402"/>
                    <a:pt x="20898" y="45116"/>
                    <a:pt x="20699" y="44859"/>
                  </a:cubicBezTo>
                  <a:cubicBezTo>
                    <a:pt x="20470" y="44516"/>
                    <a:pt x="20183" y="44257"/>
                    <a:pt x="19925" y="44000"/>
                  </a:cubicBezTo>
                  <a:cubicBezTo>
                    <a:pt x="19581" y="43684"/>
                    <a:pt x="19295" y="43428"/>
                    <a:pt x="19066" y="43027"/>
                  </a:cubicBezTo>
                  <a:cubicBezTo>
                    <a:pt x="18550" y="42196"/>
                    <a:pt x="18722" y="41909"/>
                    <a:pt x="18951" y="41481"/>
                  </a:cubicBezTo>
                  <a:cubicBezTo>
                    <a:pt x="19123" y="41165"/>
                    <a:pt x="19325" y="40794"/>
                    <a:pt x="19352" y="40164"/>
                  </a:cubicBezTo>
                  <a:cubicBezTo>
                    <a:pt x="19439" y="38790"/>
                    <a:pt x="18523" y="38103"/>
                    <a:pt x="17721" y="37473"/>
                  </a:cubicBezTo>
                  <a:cubicBezTo>
                    <a:pt x="17520" y="37359"/>
                    <a:pt x="17348" y="37215"/>
                    <a:pt x="17176" y="37073"/>
                  </a:cubicBezTo>
                  <a:cubicBezTo>
                    <a:pt x="16947" y="36871"/>
                    <a:pt x="16748" y="36786"/>
                    <a:pt x="16604" y="36729"/>
                  </a:cubicBezTo>
                  <a:cubicBezTo>
                    <a:pt x="16375" y="36642"/>
                    <a:pt x="16260" y="36585"/>
                    <a:pt x="16146" y="36386"/>
                  </a:cubicBezTo>
                  <a:cubicBezTo>
                    <a:pt x="16146" y="36328"/>
                    <a:pt x="16176" y="36157"/>
                    <a:pt x="16203" y="36042"/>
                  </a:cubicBezTo>
                  <a:cubicBezTo>
                    <a:pt x="16260" y="35813"/>
                    <a:pt x="16318" y="35584"/>
                    <a:pt x="16233" y="35412"/>
                  </a:cubicBezTo>
                  <a:cubicBezTo>
                    <a:pt x="16004" y="34982"/>
                    <a:pt x="15745" y="34753"/>
                    <a:pt x="15459" y="34524"/>
                  </a:cubicBezTo>
                  <a:cubicBezTo>
                    <a:pt x="15260" y="34352"/>
                    <a:pt x="15058" y="34180"/>
                    <a:pt x="14829" y="33894"/>
                  </a:cubicBezTo>
                  <a:cubicBezTo>
                    <a:pt x="14630" y="33722"/>
                    <a:pt x="14573" y="33493"/>
                    <a:pt x="14515" y="33237"/>
                  </a:cubicBezTo>
                  <a:cubicBezTo>
                    <a:pt x="14428" y="32950"/>
                    <a:pt x="14314" y="32607"/>
                    <a:pt x="13970" y="32234"/>
                  </a:cubicBezTo>
                  <a:cubicBezTo>
                    <a:pt x="13485" y="31805"/>
                    <a:pt x="12825" y="31805"/>
                    <a:pt x="12195" y="31776"/>
                  </a:cubicBezTo>
                  <a:cubicBezTo>
                    <a:pt x="11623" y="31776"/>
                    <a:pt x="11050" y="31748"/>
                    <a:pt x="10707" y="31375"/>
                  </a:cubicBezTo>
                  <a:cubicBezTo>
                    <a:pt x="10450" y="31146"/>
                    <a:pt x="10306" y="30660"/>
                    <a:pt x="10191" y="30202"/>
                  </a:cubicBezTo>
                  <a:cubicBezTo>
                    <a:pt x="9964" y="29390"/>
                    <a:pt x="9668" y="28375"/>
                    <a:pt x="8626" y="28375"/>
                  </a:cubicBezTo>
                  <a:cubicBezTo>
                    <a:pt x="8493" y="28375"/>
                    <a:pt x="8347" y="28392"/>
                    <a:pt x="8188" y="28427"/>
                  </a:cubicBezTo>
                  <a:cubicBezTo>
                    <a:pt x="7702" y="28542"/>
                    <a:pt x="7244" y="28913"/>
                    <a:pt x="6814" y="29256"/>
                  </a:cubicBezTo>
                  <a:cubicBezTo>
                    <a:pt x="6276" y="29722"/>
                    <a:pt x="5850" y="30054"/>
                    <a:pt x="5411" y="30054"/>
                  </a:cubicBezTo>
                  <a:cubicBezTo>
                    <a:pt x="5148" y="30054"/>
                    <a:pt x="4880" y="29936"/>
                    <a:pt x="4581" y="29657"/>
                  </a:cubicBezTo>
                  <a:cubicBezTo>
                    <a:pt x="4439" y="29485"/>
                    <a:pt x="4409" y="29256"/>
                    <a:pt x="4381" y="29000"/>
                  </a:cubicBezTo>
                  <a:cubicBezTo>
                    <a:pt x="4324" y="28656"/>
                    <a:pt x="4294" y="28256"/>
                    <a:pt x="3894" y="28054"/>
                  </a:cubicBezTo>
                  <a:cubicBezTo>
                    <a:pt x="3708" y="27934"/>
                    <a:pt x="3534" y="27889"/>
                    <a:pt x="3376" y="27889"/>
                  </a:cubicBezTo>
                  <a:cubicBezTo>
                    <a:pt x="3122" y="27889"/>
                    <a:pt x="2908" y="28005"/>
                    <a:pt x="2749" y="28111"/>
                  </a:cubicBezTo>
                  <a:cubicBezTo>
                    <a:pt x="2575" y="28209"/>
                    <a:pt x="2452" y="28267"/>
                    <a:pt x="2320" y="28267"/>
                  </a:cubicBezTo>
                  <a:cubicBezTo>
                    <a:pt x="2258" y="28267"/>
                    <a:pt x="2193" y="28254"/>
                    <a:pt x="2119" y="28226"/>
                  </a:cubicBezTo>
                  <a:cubicBezTo>
                    <a:pt x="1031" y="27798"/>
                    <a:pt x="573" y="26337"/>
                    <a:pt x="545" y="25134"/>
                  </a:cubicBezTo>
                  <a:cubicBezTo>
                    <a:pt x="488" y="23504"/>
                    <a:pt x="1088" y="22043"/>
                    <a:pt x="1977" y="21614"/>
                  </a:cubicBezTo>
                  <a:cubicBezTo>
                    <a:pt x="2176" y="21527"/>
                    <a:pt x="2462" y="21527"/>
                    <a:pt x="2749" y="21527"/>
                  </a:cubicBezTo>
                  <a:cubicBezTo>
                    <a:pt x="2858" y="21535"/>
                    <a:pt x="2965" y="21540"/>
                    <a:pt x="3068" y="21540"/>
                  </a:cubicBezTo>
                  <a:cubicBezTo>
                    <a:pt x="3373" y="21540"/>
                    <a:pt x="3645" y="21491"/>
                    <a:pt x="3836" y="21298"/>
                  </a:cubicBezTo>
                  <a:cubicBezTo>
                    <a:pt x="4381" y="20813"/>
                    <a:pt x="4324" y="20497"/>
                    <a:pt x="4180" y="20153"/>
                  </a:cubicBezTo>
                  <a:cubicBezTo>
                    <a:pt x="4123" y="19981"/>
                    <a:pt x="4065" y="19839"/>
                    <a:pt x="4095" y="19610"/>
                  </a:cubicBezTo>
                  <a:cubicBezTo>
                    <a:pt x="4152" y="19180"/>
                    <a:pt x="4324" y="18779"/>
                    <a:pt x="4439" y="18408"/>
                  </a:cubicBezTo>
                  <a:cubicBezTo>
                    <a:pt x="4725" y="17691"/>
                    <a:pt x="4981" y="16947"/>
                    <a:pt x="4725" y="15916"/>
                  </a:cubicBezTo>
                  <a:cubicBezTo>
                    <a:pt x="4668" y="15660"/>
                    <a:pt x="4553" y="15401"/>
                    <a:pt x="4466" y="15172"/>
                  </a:cubicBezTo>
                  <a:cubicBezTo>
                    <a:pt x="4095" y="14256"/>
                    <a:pt x="3894" y="13741"/>
                    <a:pt x="5068" y="13226"/>
                  </a:cubicBezTo>
                  <a:cubicBezTo>
                    <a:pt x="5355" y="13084"/>
                    <a:pt x="5698" y="13054"/>
                    <a:pt x="6042" y="13054"/>
                  </a:cubicBezTo>
                  <a:cubicBezTo>
                    <a:pt x="6500" y="12997"/>
                    <a:pt x="6985" y="12969"/>
                    <a:pt x="7244" y="12626"/>
                  </a:cubicBezTo>
                  <a:cubicBezTo>
                    <a:pt x="7443" y="12339"/>
                    <a:pt x="7501" y="11966"/>
                    <a:pt x="7386" y="11423"/>
                  </a:cubicBezTo>
                  <a:cubicBezTo>
                    <a:pt x="7329" y="11080"/>
                    <a:pt x="7100" y="10821"/>
                    <a:pt x="6901" y="10564"/>
                  </a:cubicBezTo>
                  <a:cubicBezTo>
                    <a:pt x="6642" y="10306"/>
                    <a:pt x="6443" y="10049"/>
                    <a:pt x="6385" y="9676"/>
                  </a:cubicBezTo>
                  <a:cubicBezTo>
                    <a:pt x="6355" y="9419"/>
                    <a:pt x="6443" y="9133"/>
                    <a:pt x="6557" y="8847"/>
                  </a:cubicBezTo>
                  <a:cubicBezTo>
                    <a:pt x="6642" y="8561"/>
                    <a:pt x="6756" y="8274"/>
                    <a:pt x="6756" y="7988"/>
                  </a:cubicBezTo>
                  <a:cubicBezTo>
                    <a:pt x="6756" y="6470"/>
                    <a:pt x="6241" y="6355"/>
                    <a:pt x="5183" y="6270"/>
                  </a:cubicBezTo>
                  <a:cubicBezTo>
                    <a:pt x="5011" y="6241"/>
                    <a:pt x="4782" y="6213"/>
                    <a:pt x="4523" y="6183"/>
                  </a:cubicBezTo>
                  <a:cubicBezTo>
                    <a:pt x="3408" y="6041"/>
                    <a:pt x="1890" y="5183"/>
                    <a:pt x="1118" y="3893"/>
                  </a:cubicBezTo>
                  <a:cubicBezTo>
                    <a:pt x="660" y="3064"/>
                    <a:pt x="573" y="2233"/>
                    <a:pt x="889" y="1404"/>
                  </a:cubicBezTo>
                  <a:cubicBezTo>
                    <a:pt x="1088" y="946"/>
                    <a:pt x="1203" y="744"/>
                    <a:pt x="1290" y="660"/>
                  </a:cubicBezTo>
                  <a:cubicBezTo>
                    <a:pt x="1374" y="831"/>
                    <a:pt x="1432" y="1232"/>
                    <a:pt x="1489" y="1489"/>
                  </a:cubicBezTo>
                  <a:cubicBezTo>
                    <a:pt x="1633" y="2205"/>
                    <a:pt x="1748" y="2634"/>
                    <a:pt x="2004" y="2778"/>
                  </a:cubicBezTo>
                  <a:cubicBezTo>
                    <a:pt x="2113" y="2842"/>
                    <a:pt x="2435" y="3055"/>
                    <a:pt x="2734" y="3055"/>
                  </a:cubicBezTo>
                  <a:cubicBezTo>
                    <a:pt x="2830" y="3055"/>
                    <a:pt x="2924" y="3033"/>
                    <a:pt x="3007" y="2977"/>
                  </a:cubicBezTo>
                  <a:cubicBezTo>
                    <a:pt x="3436" y="2691"/>
                    <a:pt x="3294" y="1862"/>
                    <a:pt x="3149" y="1060"/>
                  </a:cubicBezTo>
                  <a:cubicBezTo>
                    <a:pt x="3122" y="774"/>
                    <a:pt x="3035" y="373"/>
                    <a:pt x="3065" y="286"/>
                  </a:cubicBezTo>
                  <a:lnTo>
                    <a:pt x="3065" y="286"/>
                  </a:lnTo>
                  <a:lnTo>
                    <a:pt x="3035" y="31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9"/>
            <p:cNvSpPr/>
            <p:nvPr/>
          </p:nvSpPr>
          <p:spPr>
            <a:xfrm>
              <a:off x="6719961" y="2843468"/>
              <a:ext cx="216576" cy="158685"/>
            </a:xfrm>
            <a:custGeom>
              <a:avLst/>
              <a:gdLst/>
              <a:ahLst/>
              <a:cxnLst/>
              <a:rect l="l" t="t" r="r" b="b"/>
              <a:pathLst>
                <a:path w="10707" h="7845" extrusionOk="0">
                  <a:moveTo>
                    <a:pt x="57" y="1"/>
                  </a:moveTo>
                  <a:lnTo>
                    <a:pt x="0" y="488"/>
                  </a:lnTo>
                  <a:cubicBezTo>
                    <a:pt x="545" y="546"/>
                    <a:pt x="889" y="917"/>
                    <a:pt x="1232" y="1317"/>
                  </a:cubicBezTo>
                  <a:cubicBezTo>
                    <a:pt x="1603" y="1718"/>
                    <a:pt x="2004" y="2206"/>
                    <a:pt x="2721" y="2320"/>
                  </a:cubicBezTo>
                  <a:cubicBezTo>
                    <a:pt x="2761" y="2324"/>
                    <a:pt x="2801" y="2326"/>
                    <a:pt x="2839" y="2326"/>
                  </a:cubicBezTo>
                  <a:cubicBezTo>
                    <a:pt x="3101" y="2326"/>
                    <a:pt x="3323" y="2248"/>
                    <a:pt x="3522" y="2149"/>
                  </a:cubicBezTo>
                  <a:cubicBezTo>
                    <a:pt x="3721" y="2076"/>
                    <a:pt x="3885" y="2004"/>
                    <a:pt x="4066" y="2004"/>
                  </a:cubicBezTo>
                  <a:cubicBezTo>
                    <a:pt x="4172" y="2004"/>
                    <a:pt x="4282" y="2028"/>
                    <a:pt x="4409" y="2091"/>
                  </a:cubicBezTo>
                  <a:cubicBezTo>
                    <a:pt x="4782" y="2291"/>
                    <a:pt x="4839" y="2462"/>
                    <a:pt x="4954" y="2778"/>
                  </a:cubicBezTo>
                  <a:cubicBezTo>
                    <a:pt x="5011" y="2950"/>
                    <a:pt x="5068" y="3122"/>
                    <a:pt x="5240" y="3378"/>
                  </a:cubicBezTo>
                  <a:cubicBezTo>
                    <a:pt x="6126" y="4524"/>
                    <a:pt x="6813" y="4782"/>
                    <a:pt x="7958" y="5211"/>
                  </a:cubicBezTo>
                  <a:lnTo>
                    <a:pt x="8160" y="5298"/>
                  </a:lnTo>
                  <a:cubicBezTo>
                    <a:pt x="8274" y="5325"/>
                    <a:pt x="8359" y="5382"/>
                    <a:pt x="8474" y="5440"/>
                  </a:cubicBezTo>
                  <a:cubicBezTo>
                    <a:pt x="8989" y="5641"/>
                    <a:pt x="9420" y="5840"/>
                    <a:pt x="9706" y="6271"/>
                  </a:cubicBezTo>
                  <a:cubicBezTo>
                    <a:pt x="9820" y="6443"/>
                    <a:pt x="9848" y="6614"/>
                    <a:pt x="9905" y="6843"/>
                  </a:cubicBezTo>
                  <a:cubicBezTo>
                    <a:pt x="9962" y="7157"/>
                    <a:pt x="10020" y="7530"/>
                    <a:pt x="10393" y="7844"/>
                  </a:cubicBezTo>
                  <a:lnTo>
                    <a:pt x="10707" y="7501"/>
                  </a:lnTo>
                  <a:cubicBezTo>
                    <a:pt x="10450" y="7272"/>
                    <a:pt x="10420" y="7043"/>
                    <a:pt x="10363" y="6756"/>
                  </a:cubicBezTo>
                  <a:cubicBezTo>
                    <a:pt x="10336" y="6527"/>
                    <a:pt x="10278" y="6241"/>
                    <a:pt x="10107" y="6012"/>
                  </a:cubicBezTo>
                  <a:cubicBezTo>
                    <a:pt x="9763" y="5440"/>
                    <a:pt x="9191" y="5211"/>
                    <a:pt x="8675" y="4982"/>
                  </a:cubicBezTo>
                  <a:cubicBezTo>
                    <a:pt x="8561" y="4924"/>
                    <a:pt x="8446" y="4897"/>
                    <a:pt x="8332" y="4840"/>
                  </a:cubicBezTo>
                  <a:lnTo>
                    <a:pt x="8130" y="4753"/>
                  </a:lnTo>
                  <a:cubicBezTo>
                    <a:pt x="7015" y="4324"/>
                    <a:pt x="6442" y="4123"/>
                    <a:pt x="5641" y="3092"/>
                  </a:cubicBezTo>
                  <a:cubicBezTo>
                    <a:pt x="5526" y="2920"/>
                    <a:pt x="5469" y="2778"/>
                    <a:pt x="5412" y="2607"/>
                  </a:cubicBezTo>
                  <a:cubicBezTo>
                    <a:pt x="5297" y="2291"/>
                    <a:pt x="5183" y="1947"/>
                    <a:pt x="4610" y="1661"/>
                  </a:cubicBezTo>
                  <a:cubicBezTo>
                    <a:pt x="4411" y="1550"/>
                    <a:pt x="4224" y="1508"/>
                    <a:pt x="4049" y="1508"/>
                  </a:cubicBezTo>
                  <a:cubicBezTo>
                    <a:pt x="3774" y="1508"/>
                    <a:pt x="3531" y="1613"/>
                    <a:pt x="3321" y="1718"/>
                  </a:cubicBezTo>
                  <a:cubicBezTo>
                    <a:pt x="3173" y="1767"/>
                    <a:pt x="3025" y="1839"/>
                    <a:pt x="2878" y="1839"/>
                  </a:cubicBezTo>
                  <a:cubicBezTo>
                    <a:pt x="2854" y="1839"/>
                    <a:pt x="2830" y="1837"/>
                    <a:pt x="2806" y="1833"/>
                  </a:cubicBezTo>
                  <a:cubicBezTo>
                    <a:pt x="2263" y="1748"/>
                    <a:pt x="1919" y="1375"/>
                    <a:pt x="1576" y="1004"/>
                  </a:cubicBezTo>
                  <a:cubicBezTo>
                    <a:pt x="1203" y="573"/>
                    <a:pt x="802" y="11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9"/>
            <p:cNvSpPr/>
            <p:nvPr/>
          </p:nvSpPr>
          <p:spPr>
            <a:xfrm>
              <a:off x="6689839" y="2886921"/>
              <a:ext cx="129719" cy="149421"/>
            </a:xfrm>
            <a:custGeom>
              <a:avLst/>
              <a:gdLst/>
              <a:ahLst/>
              <a:cxnLst/>
              <a:rect l="l" t="t" r="r" b="b"/>
              <a:pathLst>
                <a:path w="6413" h="7387" extrusionOk="0">
                  <a:moveTo>
                    <a:pt x="6069" y="1"/>
                  </a:moveTo>
                  <a:lnTo>
                    <a:pt x="5584" y="28"/>
                  </a:lnTo>
                  <a:cubicBezTo>
                    <a:pt x="5584" y="172"/>
                    <a:pt x="5611" y="344"/>
                    <a:pt x="5641" y="516"/>
                  </a:cubicBezTo>
                  <a:cubicBezTo>
                    <a:pt x="5726" y="1489"/>
                    <a:pt x="5898" y="2921"/>
                    <a:pt x="5355" y="3436"/>
                  </a:cubicBezTo>
                  <a:cubicBezTo>
                    <a:pt x="5126" y="3692"/>
                    <a:pt x="4695" y="3779"/>
                    <a:pt x="4267" y="3837"/>
                  </a:cubicBezTo>
                  <a:cubicBezTo>
                    <a:pt x="3779" y="3921"/>
                    <a:pt x="3179" y="4036"/>
                    <a:pt x="2806" y="4524"/>
                  </a:cubicBezTo>
                  <a:cubicBezTo>
                    <a:pt x="2577" y="4810"/>
                    <a:pt x="2520" y="5268"/>
                    <a:pt x="2463" y="5696"/>
                  </a:cubicBezTo>
                  <a:cubicBezTo>
                    <a:pt x="2378" y="6356"/>
                    <a:pt x="2321" y="6757"/>
                    <a:pt x="1977" y="6841"/>
                  </a:cubicBezTo>
                  <a:cubicBezTo>
                    <a:pt x="1909" y="6866"/>
                    <a:pt x="1846" y="6878"/>
                    <a:pt x="1787" y="6878"/>
                  </a:cubicBezTo>
                  <a:cubicBezTo>
                    <a:pt x="1495" y="6878"/>
                    <a:pt x="1289" y="6588"/>
                    <a:pt x="1004" y="6040"/>
                  </a:cubicBezTo>
                  <a:cubicBezTo>
                    <a:pt x="745" y="5639"/>
                    <a:pt x="516" y="5211"/>
                    <a:pt x="115" y="5096"/>
                  </a:cubicBezTo>
                  <a:lnTo>
                    <a:pt x="1" y="5554"/>
                  </a:lnTo>
                  <a:cubicBezTo>
                    <a:pt x="202" y="5611"/>
                    <a:pt x="374" y="5955"/>
                    <a:pt x="573" y="6269"/>
                  </a:cubicBezTo>
                  <a:cubicBezTo>
                    <a:pt x="832" y="6757"/>
                    <a:pt x="1175" y="7386"/>
                    <a:pt x="1775" y="7386"/>
                  </a:cubicBezTo>
                  <a:cubicBezTo>
                    <a:pt x="1890" y="7386"/>
                    <a:pt x="2004" y="7357"/>
                    <a:pt x="2119" y="7299"/>
                  </a:cubicBezTo>
                  <a:cubicBezTo>
                    <a:pt x="2779" y="7157"/>
                    <a:pt x="2863" y="6413"/>
                    <a:pt x="2950" y="5753"/>
                  </a:cubicBezTo>
                  <a:cubicBezTo>
                    <a:pt x="2978" y="5382"/>
                    <a:pt x="3035" y="4982"/>
                    <a:pt x="3179" y="4810"/>
                  </a:cubicBezTo>
                  <a:cubicBezTo>
                    <a:pt x="3436" y="4466"/>
                    <a:pt x="3894" y="4409"/>
                    <a:pt x="4352" y="4322"/>
                  </a:cubicBezTo>
                  <a:cubicBezTo>
                    <a:pt x="4840" y="4237"/>
                    <a:pt x="5355" y="4150"/>
                    <a:pt x="5698" y="3779"/>
                  </a:cubicBezTo>
                  <a:cubicBezTo>
                    <a:pt x="6413" y="3120"/>
                    <a:pt x="6241" y="1574"/>
                    <a:pt x="6099" y="459"/>
                  </a:cubicBezTo>
                  <a:cubicBezTo>
                    <a:pt x="6099" y="287"/>
                    <a:pt x="6069" y="143"/>
                    <a:pt x="6069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9"/>
            <p:cNvSpPr/>
            <p:nvPr/>
          </p:nvSpPr>
          <p:spPr>
            <a:xfrm>
              <a:off x="6988668" y="2660473"/>
              <a:ext cx="184151" cy="217749"/>
            </a:xfrm>
            <a:custGeom>
              <a:avLst/>
              <a:gdLst/>
              <a:ahLst/>
              <a:cxnLst/>
              <a:rect l="l" t="t" r="r" b="b"/>
              <a:pathLst>
                <a:path w="9104" h="10765" extrusionOk="0">
                  <a:moveTo>
                    <a:pt x="8618" y="0"/>
                  </a:moveTo>
                  <a:cubicBezTo>
                    <a:pt x="8618" y="603"/>
                    <a:pt x="8389" y="889"/>
                    <a:pt x="8073" y="1260"/>
                  </a:cubicBezTo>
                  <a:cubicBezTo>
                    <a:pt x="7844" y="1519"/>
                    <a:pt x="7615" y="1805"/>
                    <a:pt x="7443" y="2233"/>
                  </a:cubicBezTo>
                  <a:cubicBezTo>
                    <a:pt x="7214" y="2836"/>
                    <a:pt x="7301" y="3236"/>
                    <a:pt x="7386" y="3580"/>
                  </a:cubicBezTo>
                  <a:cubicBezTo>
                    <a:pt x="7443" y="3836"/>
                    <a:pt x="7500" y="4065"/>
                    <a:pt x="7443" y="4382"/>
                  </a:cubicBezTo>
                  <a:cubicBezTo>
                    <a:pt x="7214" y="5320"/>
                    <a:pt x="6787" y="5529"/>
                    <a:pt x="6217" y="5529"/>
                  </a:cubicBezTo>
                  <a:cubicBezTo>
                    <a:pt x="6005" y="5529"/>
                    <a:pt x="5774" y="5500"/>
                    <a:pt x="5526" y="5469"/>
                  </a:cubicBezTo>
                  <a:cubicBezTo>
                    <a:pt x="5253" y="5421"/>
                    <a:pt x="4990" y="5381"/>
                    <a:pt x="4730" y="5381"/>
                  </a:cubicBezTo>
                  <a:cubicBezTo>
                    <a:pt x="4526" y="5381"/>
                    <a:pt x="4324" y="5406"/>
                    <a:pt x="4122" y="5469"/>
                  </a:cubicBezTo>
                  <a:cubicBezTo>
                    <a:pt x="3751" y="5611"/>
                    <a:pt x="3522" y="5783"/>
                    <a:pt x="3408" y="6042"/>
                  </a:cubicBezTo>
                  <a:cubicBezTo>
                    <a:pt x="3206" y="6443"/>
                    <a:pt x="3408" y="6901"/>
                    <a:pt x="3579" y="7416"/>
                  </a:cubicBezTo>
                  <a:cubicBezTo>
                    <a:pt x="3809" y="8016"/>
                    <a:pt x="4038" y="8646"/>
                    <a:pt x="3721" y="9248"/>
                  </a:cubicBezTo>
                  <a:cubicBezTo>
                    <a:pt x="3378" y="9791"/>
                    <a:pt x="2920" y="10164"/>
                    <a:pt x="2462" y="10249"/>
                  </a:cubicBezTo>
                  <a:cubicBezTo>
                    <a:pt x="2372" y="10272"/>
                    <a:pt x="2284" y="10283"/>
                    <a:pt x="2197" y="10283"/>
                  </a:cubicBezTo>
                  <a:cubicBezTo>
                    <a:pt x="1954" y="10283"/>
                    <a:pt x="1722" y="10197"/>
                    <a:pt x="1489" y="10050"/>
                  </a:cubicBezTo>
                  <a:cubicBezTo>
                    <a:pt x="1289" y="9905"/>
                    <a:pt x="1202" y="9676"/>
                    <a:pt x="1088" y="9420"/>
                  </a:cubicBezTo>
                  <a:cubicBezTo>
                    <a:pt x="973" y="9019"/>
                    <a:pt x="774" y="8531"/>
                    <a:pt x="172" y="8275"/>
                  </a:cubicBezTo>
                  <a:lnTo>
                    <a:pt x="0" y="8733"/>
                  </a:lnTo>
                  <a:cubicBezTo>
                    <a:pt x="401" y="8905"/>
                    <a:pt x="515" y="9218"/>
                    <a:pt x="630" y="9562"/>
                  </a:cubicBezTo>
                  <a:cubicBezTo>
                    <a:pt x="744" y="9878"/>
                    <a:pt x="889" y="10249"/>
                    <a:pt x="1232" y="10450"/>
                  </a:cubicBezTo>
                  <a:cubicBezTo>
                    <a:pt x="1546" y="10650"/>
                    <a:pt x="1889" y="10764"/>
                    <a:pt x="2205" y="10764"/>
                  </a:cubicBezTo>
                  <a:cubicBezTo>
                    <a:pt x="2320" y="10764"/>
                    <a:pt x="2434" y="10764"/>
                    <a:pt x="2549" y="10737"/>
                  </a:cubicBezTo>
                  <a:cubicBezTo>
                    <a:pt x="3149" y="10592"/>
                    <a:pt x="3721" y="10164"/>
                    <a:pt x="4152" y="9505"/>
                  </a:cubicBezTo>
                  <a:cubicBezTo>
                    <a:pt x="4580" y="8676"/>
                    <a:pt x="4267" y="7874"/>
                    <a:pt x="4038" y="7244"/>
                  </a:cubicBezTo>
                  <a:cubicBezTo>
                    <a:pt x="3866" y="6814"/>
                    <a:pt x="3751" y="6470"/>
                    <a:pt x="3836" y="6241"/>
                  </a:cubicBezTo>
                  <a:cubicBezTo>
                    <a:pt x="3893" y="6127"/>
                    <a:pt x="4038" y="6012"/>
                    <a:pt x="4267" y="5927"/>
                  </a:cubicBezTo>
                  <a:cubicBezTo>
                    <a:pt x="4421" y="5888"/>
                    <a:pt x="4587" y="5873"/>
                    <a:pt x="4762" y="5873"/>
                  </a:cubicBezTo>
                  <a:cubicBezTo>
                    <a:pt x="4976" y="5873"/>
                    <a:pt x="5204" y="5896"/>
                    <a:pt x="5439" y="5927"/>
                  </a:cubicBezTo>
                  <a:cubicBezTo>
                    <a:pt x="5693" y="5967"/>
                    <a:pt x="5962" y="6006"/>
                    <a:pt x="6228" y="6006"/>
                  </a:cubicBezTo>
                  <a:cubicBezTo>
                    <a:pt x="6922" y="6006"/>
                    <a:pt x="7591" y="5737"/>
                    <a:pt x="7901" y="4496"/>
                  </a:cubicBezTo>
                  <a:cubicBezTo>
                    <a:pt x="7988" y="4065"/>
                    <a:pt x="7931" y="3752"/>
                    <a:pt x="7874" y="3465"/>
                  </a:cubicBezTo>
                  <a:cubicBezTo>
                    <a:pt x="7786" y="3149"/>
                    <a:pt x="7729" y="2893"/>
                    <a:pt x="7901" y="2405"/>
                  </a:cubicBezTo>
                  <a:cubicBezTo>
                    <a:pt x="8045" y="2062"/>
                    <a:pt x="8217" y="1833"/>
                    <a:pt x="8446" y="1576"/>
                  </a:cubicBezTo>
                  <a:cubicBezTo>
                    <a:pt x="8760" y="1175"/>
                    <a:pt x="9103" y="775"/>
                    <a:pt x="91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9"/>
            <p:cNvSpPr/>
            <p:nvPr/>
          </p:nvSpPr>
          <p:spPr>
            <a:xfrm>
              <a:off x="7145021" y="2743858"/>
              <a:ext cx="226447" cy="119909"/>
            </a:xfrm>
            <a:custGeom>
              <a:avLst/>
              <a:gdLst/>
              <a:ahLst/>
              <a:cxnLst/>
              <a:rect l="l" t="t" r="r" b="b"/>
              <a:pathLst>
                <a:path w="11195" h="5928" extrusionOk="0">
                  <a:moveTo>
                    <a:pt x="57" y="1"/>
                  </a:moveTo>
                  <a:lnTo>
                    <a:pt x="0" y="459"/>
                  </a:lnTo>
                  <a:cubicBezTo>
                    <a:pt x="1088" y="573"/>
                    <a:pt x="1118" y="1661"/>
                    <a:pt x="1061" y="3321"/>
                  </a:cubicBezTo>
                  <a:cubicBezTo>
                    <a:pt x="1031" y="4409"/>
                    <a:pt x="1003" y="5440"/>
                    <a:pt x="1633" y="5813"/>
                  </a:cubicBezTo>
                  <a:cubicBezTo>
                    <a:pt x="1775" y="5898"/>
                    <a:pt x="1947" y="5928"/>
                    <a:pt x="2119" y="5928"/>
                  </a:cubicBezTo>
                  <a:cubicBezTo>
                    <a:pt x="2634" y="5928"/>
                    <a:pt x="3293" y="5669"/>
                    <a:pt x="4180" y="5096"/>
                  </a:cubicBezTo>
                  <a:cubicBezTo>
                    <a:pt x="4210" y="5069"/>
                    <a:pt x="4352" y="5069"/>
                    <a:pt x="4439" y="5069"/>
                  </a:cubicBezTo>
                  <a:cubicBezTo>
                    <a:pt x="4581" y="5069"/>
                    <a:pt x="4782" y="5069"/>
                    <a:pt x="4981" y="4982"/>
                  </a:cubicBezTo>
                  <a:cubicBezTo>
                    <a:pt x="5240" y="4867"/>
                    <a:pt x="5325" y="4638"/>
                    <a:pt x="5382" y="4439"/>
                  </a:cubicBezTo>
                  <a:cubicBezTo>
                    <a:pt x="5439" y="4210"/>
                    <a:pt x="5497" y="4095"/>
                    <a:pt x="5668" y="4038"/>
                  </a:cubicBezTo>
                  <a:cubicBezTo>
                    <a:pt x="5788" y="4008"/>
                    <a:pt x="5887" y="3994"/>
                    <a:pt x="5971" y="3994"/>
                  </a:cubicBezTo>
                  <a:cubicBezTo>
                    <a:pt x="6292" y="3994"/>
                    <a:pt x="6397" y="4195"/>
                    <a:pt x="6557" y="4466"/>
                  </a:cubicBezTo>
                  <a:cubicBezTo>
                    <a:pt x="6699" y="4695"/>
                    <a:pt x="6843" y="4954"/>
                    <a:pt x="7157" y="5096"/>
                  </a:cubicBezTo>
                  <a:cubicBezTo>
                    <a:pt x="7516" y="5253"/>
                    <a:pt x="7827" y="5320"/>
                    <a:pt x="8100" y="5320"/>
                  </a:cubicBezTo>
                  <a:cubicBezTo>
                    <a:pt x="9029" y="5320"/>
                    <a:pt x="9527" y="4544"/>
                    <a:pt x="9992" y="3837"/>
                  </a:cubicBezTo>
                  <a:cubicBezTo>
                    <a:pt x="10336" y="3321"/>
                    <a:pt x="10679" y="2779"/>
                    <a:pt x="11194" y="2463"/>
                  </a:cubicBezTo>
                  <a:lnTo>
                    <a:pt x="10965" y="2062"/>
                  </a:lnTo>
                  <a:cubicBezTo>
                    <a:pt x="10336" y="2405"/>
                    <a:pt x="9935" y="3035"/>
                    <a:pt x="9591" y="3580"/>
                  </a:cubicBezTo>
                  <a:cubicBezTo>
                    <a:pt x="9116" y="4271"/>
                    <a:pt x="8755" y="4832"/>
                    <a:pt x="8103" y="4832"/>
                  </a:cubicBezTo>
                  <a:cubicBezTo>
                    <a:pt x="7890" y="4832"/>
                    <a:pt x="7647" y="4772"/>
                    <a:pt x="7358" y="4638"/>
                  </a:cubicBezTo>
                  <a:cubicBezTo>
                    <a:pt x="7187" y="4581"/>
                    <a:pt x="7100" y="4409"/>
                    <a:pt x="6985" y="4210"/>
                  </a:cubicBezTo>
                  <a:cubicBezTo>
                    <a:pt x="6797" y="3903"/>
                    <a:pt x="6570" y="3521"/>
                    <a:pt x="5973" y="3521"/>
                  </a:cubicBezTo>
                  <a:cubicBezTo>
                    <a:pt x="5843" y="3521"/>
                    <a:pt x="5695" y="3539"/>
                    <a:pt x="5526" y="3580"/>
                  </a:cubicBezTo>
                  <a:cubicBezTo>
                    <a:pt x="5096" y="3722"/>
                    <a:pt x="5011" y="4038"/>
                    <a:pt x="4924" y="4295"/>
                  </a:cubicBezTo>
                  <a:cubicBezTo>
                    <a:pt x="4867" y="4439"/>
                    <a:pt x="4839" y="4524"/>
                    <a:pt x="4810" y="4554"/>
                  </a:cubicBezTo>
                  <a:cubicBezTo>
                    <a:pt x="4725" y="4585"/>
                    <a:pt x="4621" y="4589"/>
                    <a:pt x="4508" y="4589"/>
                  </a:cubicBezTo>
                  <a:cubicBezTo>
                    <a:pt x="4469" y="4589"/>
                    <a:pt x="4429" y="4588"/>
                    <a:pt x="4388" y="4588"/>
                  </a:cubicBezTo>
                  <a:cubicBezTo>
                    <a:pt x="4231" y="4588"/>
                    <a:pt x="4066" y="4596"/>
                    <a:pt x="3923" y="4668"/>
                  </a:cubicBezTo>
                  <a:cubicBezTo>
                    <a:pt x="2991" y="5268"/>
                    <a:pt x="2449" y="5449"/>
                    <a:pt x="2134" y="5449"/>
                  </a:cubicBezTo>
                  <a:cubicBezTo>
                    <a:pt x="2013" y="5449"/>
                    <a:pt x="1926" y="5422"/>
                    <a:pt x="1862" y="5383"/>
                  </a:cubicBezTo>
                  <a:cubicBezTo>
                    <a:pt x="1489" y="5183"/>
                    <a:pt x="1519" y="4237"/>
                    <a:pt x="1546" y="3351"/>
                  </a:cubicBezTo>
                  <a:cubicBezTo>
                    <a:pt x="1603" y="1920"/>
                    <a:pt x="1661" y="145"/>
                    <a:pt x="5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9"/>
            <p:cNvSpPr/>
            <p:nvPr/>
          </p:nvSpPr>
          <p:spPr>
            <a:xfrm>
              <a:off x="7276491" y="2727088"/>
              <a:ext cx="31292" cy="104253"/>
            </a:xfrm>
            <a:custGeom>
              <a:avLst/>
              <a:gdLst/>
              <a:ahLst/>
              <a:cxnLst/>
              <a:rect l="l" t="t" r="r" b="b"/>
              <a:pathLst>
                <a:path w="1547" h="5154" extrusionOk="0">
                  <a:moveTo>
                    <a:pt x="1260" y="1"/>
                  </a:moveTo>
                  <a:cubicBezTo>
                    <a:pt x="257" y="772"/>
                    <a:pt x="314" y="1776"/>
                    <a:pt x="372" y="2749"/>
                  </a:cubicBezTo>
                  <a:cubicBezTo>
                    <a:pt x="401" y="3521"/>
                    <a:pt x="459" y="4237"/>
                    <a:pt x="1" y="4895"/>
                  </a:cubicBezTo>
                  <a:lnTo>
                    <a:pt x="401" y="5153"/>
                  </a:lnTo>
                  <a:cubicBezTo>
                    <a:pt x="944" y="4379"/>
                    <a:pt x="887" y="3550"/>
                    <a:pt x="859" y="2719"/>
                  </a:cubicBezTo>
                  <a:cubicBezTo>
                    <a:pt x="802" y="1803"/>
                    <a:pt x="745" y="1001"/>
                    <a:pt x="1546" y="372"/>
                  </a:cubicBezTo>
                  <a:lnTo>
                    <a:pt x="1260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9"/>
            <p:cNvSpPr/>
            <p:nvPr/>
          </p:nvSpPr>
          <p:spPr>
            <a:xfrm>
              <a:off x="7196585" y="2721302"/>
              <a:ext cx="40556" cy="115216"/>
            </a:xfrm>
            <a:custGeom>
              <a:avLst/>
              <a:gdLst/>
              <a:ahLst/>
              <a:cxnLst/>
              <a:rect l="l" t="t" r="r" b="b"/>
              <a:pathLst>
                <a:path w="2005" h="5696" extrusionOk="0">
                  <a:moveTo>
                    <a:pt x="1173" y="0"/>
                  </a:moveTo>
                  <a:cubicBezTo>
                    <a:pt x="1173" y="401"/>
                    <a:pt x="944" y="829"/>
                    <a:pt x="687" y="1287"/>
                  </a:cubicBezTo>
                  <a:cubicBezTo>
                    <a:pt x="344" y="1860"/>
                    <a:pt x="0" y="2462"/>
                    <a:pt x="172" y="3177"/>
                  </a:cubicBezTo>
                  <a:cubicBezTo>
                    <a:pt x="344" y="3578"/>
                    <a:pt x="630" y="3749"/>
                    <a:pt x="886" y="3921"/>
                  </a:cubicBezTo>
                  <a:cubicBezTo>
                    <a:pt x="1145" y="4065"/>
                    <a:pt x="1344" y="4207"/>
                    <a:pt x="1459" y="4523"/>
                  </a:cubicBezTo>
                  <a:cubicBezTo>
                    <a:pt x="1516" y="4665"/>
                    <a:pt x="1489" y="5066"/>
                    <a:pt x="1459" y="5352"/>
                  </a:cubicBezTo>
                  <a:lnTo>
                    <a:pt x="1459" y="5696"/>
                  </a:lnTo>
                  <a:lnTo>
                    <a:pt x="1917" y="5696"/>
                  </a:lnTo>
                  <a:cubicBezTo>
                    <a:pt x="1917" y="5611"/>
                    <a:pt x="1947" y="5497"/>
                    <a:pt x="1947" y="5382"/>
                  </a:cubicBezTo>
                  <a:cubicBezTo>
                    <a:pt x="1974" y="5009"/>
                    <a:pt x="2004" y="4608"/>
                    <a:pt x="1917" y="4352"/>
                  </a:cubicBezTo>
                  <a:cubicBezTo>
                    <a:pt x="1745" y="3864"/>
                    <a:pt x="1402" y="3665"/>
                    <a:pt x="1145" y="3493"/>
                  </a:cubicBezTo>
                  <a:cubicBezTo>
                    <a:pt x="916" y="3349"/>
                    <a:pt x="744" y="3234"/>
                    <a:pt x="630" y="3035"/>
                  </a:cubicBezTo>
                  <a:cubicBezTo>
                    <a:pt x="515" y="2547"/>
                    <a:pt x="802" y="2032"/>
                    <a:pt x="1088" y="1517"/>
                  </a:cubicBezTo>
                  <a:cubicBezTo>
                    <a:pt x="1374" y="1031"/>
                    <a:pt x="1661" y="543"/>
                    <a:pt x="1661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9"/>
            <p:cNvSpPr/>
            <p:nvPr/>
          </p:nvSpPr>
          <p:spPr>
            <a:xfrm>
              <a:off x="6952194" y="3195014"/>
              <a:ext cx="30685" cy="197441"/>
            </a:xfrm>
            <a:custGeom>
              <a:avLst/>
              <a:gdLst/>
              <a:ahLst/>
              <a:cxnLst/>
              <a:rect l="l" t="t" r="r" b="b"/>
              <a:pathLst>
                <a:path w="1517" h="9761" extrusionOk="0">
                  <a:moveTo>
                    <a:pt x="745" y="0"/>
                  </a:moveTo>
                  <a:lnTo>
                    <a:pt x="287" y="115"/>
                  </a:lnTo>
                  <a:cubicBezTo>
                    <a:pt x="372" y="486"/>
                    <a:pt x="486" y="802"/>
                    <a:pt x="630" y="1145"/>
                  </a:cubicBezTo>
                  <a:cubicBezTo>
                    <a:pt x="830" y="1603"/>
                    <a:pt x="1001" y="2031"/>
                    <a:pt x="1001" y="2576"/>
                  </a:cubicBezTo>
                  <a:cubicBezTo>
                    <a:pt x="1001" y="3149"/>
                    <a:pt x="830" y="3634"/>
                    <a:pt x="658" y="4150"/>
                  </a:cubicBezTo>
                  <a:cubicBezTo>
                    <a:pt x="516" y="4551"/>
                    <a:pt x="372" y="4951"/>
                    <a:pt x="287" y="5439"/>
                  </a:cubicBezTo>
                  <a:cubicBezTo>
                    <a:pt x="172" y="6183"/>
                    <a:pt x="429" y="6898"/>
                    <a:pt x="630" y="7500"/>
                  </a:cubicBezTo>
                  <a:cubicBezTo>
                    <a:pt x="830" y="8043"/>
                    <a:pt x="1001" y="8501"/>
                    <a:pt x="830" y="8817"/>
                  </a:cubicBezTo>
                  <a:cubicBezTo>
                    <a:pt x="715" y="9016"/>
                    <a:pt x="459" y="9188"/>
                    <a:pt x="1" y="9303"/>
                  </a:cubicBezTo>
                  <a:lnTo>
                    <a:pt x="115" y="9761"/>
                  </a:lnTo>
                  <a:cubicBezTo>
                    <a:pt x="715" y="9619"/>
                    <a:pt x="1088" y="9390"/>
                    <a:pt x="1260" y="9046"/>
                  </a:cubicBezTo>
                  <a:cubicBezTo>
                    <a:pt x="1517" y="8558"/>
                    <a:pt x="1317" y="7958"/>
                    <a:pt x="1088" y="7328"/>
                  </a:cubicBezTo>
                  <a:cubicBezTo>
                    <a:pt x="887" y="6783"/>
                    <a:pt x="658" y="6126"/>
                    <a:pt x="772" y="5496"/>
                  </a:cubicBezTo>
                  <a:cubicBezTo>
                    <a:pt x="830" y="5096"/>
                    <a:pt x="974" y="4695"/>
                    <a:pt x="1116" y="4322"/>
                  </a:cubicBezTo>
                  <a:cubicBezTo>
                    <a:pt x="1288" y="3779"/>
                    <a:pt x="1489" y="3234"/>
                    <a:pt x="1489" y="2576"/>
                  </a:cubicBezTo>
                  <a:cubicBezTo>
                    <a:pt x="1489" y="1947"/>
                    <a:pt x="1288" y="1431"/>
                    <a:pt x="1088" y="944"/>
                  </a:cubicBezTo>
                  <a:cubicBezTo>
                    <a:pt x="944" y="630"/>
                    <a:pt x="830" y="344"/>
                    <a:pt x="745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9"/>
            <p:cNvSpPr/>
            <p:nvPr/>
          </p:nvSpPr>
          <p:spPr>
            <a:xfrm>
              <a:off x="6966658" y="3376836"/>
              <a:ext cx="254786" cy="930526"/>
            </a:xfrm>
            <a:custGeom>
              <a:avLst/>
              <a:gdLst/>
              <a:ahLst/>
              <a:cxnLst/>
              <a:rect l="l" t="t" r="r" b="b"/>
              <a:pathLst>
                <a:path w="12596" h="46003" extrusionOk="0">
                  <a:moveTo>
                    <a:pt x="0" y="1"/>
                  </a:moveTo>
                  <a:lnTo>
                    <a:pt x="0" y="486"/>
                  </a:lnTo>
                  <a:cubicBezTo>
                    <a:pt x="1175" y="486"/>
                    <a:pt x="1489" y="2433"/>
                    <a:pt x="1748" y="4151"/>
                  </a:cubicBezTo>
                  <a:cubicBezTo>
                    <a:pt x="1919" y="5211"/>
                    <a:pt x="2091" y="6212"/>
                    <a:pt x="2435" y="6757"/>
                  </a:cubicBezTo>
                  <a:cubicBezTo>
                    <a:pt x="2577" y="6956"/>
                    <a:pt x="2778" y="7043"/>
                    <a:pt x="2950" y="7157"/>
                  </a:cubicBezTo>
                  <a:cubicBezTo>
                    <a:pt x="3206" y="7272"/>
                    <a:pt x="3408" y="7357"/>
                    <a:pt x="3493" y="7730"/>
                  </a:cubicBezTo>
                  <a:cubicBezTo>
                    <a:pt x="3637" y="8330"/>
                    <a:pt x="3522" y="8474"/>
                    <a:pt x="3264" y="8761"/>
                  </a:cubicBezTo>
                  <a:cubicBezTo>
                    <a:pt x="3206" y="8818"/>
                    <a:pt x="3149" y="8903"/>
                    <a:pt x="3092" y="8990"/>
                  </a:cubicBezTo>
                  <a:cubicBezTo>
                    <a:pt x="2950" y="9161"/>
                    <a:pt x="2806" y="9246"/>
                    <a:pt x="2606" y="9333"/>
                  </a:cubicBezTo>
                  <a:cubicBezTo>
                    <a:pt x="2348" y="9448"/>
                    <a:pt x="2061" y="9590"/>
                    <a:pt x="1890" y="9990"/>
                  </a:cubicBezTo>
                  <a:cubicBezTo>
                    <a:pt x="1546" y="10593"/>
                    <a:pt x="1661" y="11250"/>
                    <a:pt x="1775" y="11822"/>
                  </a:cubicBezTo>
                  <a:cubicBezTo>
                    <a:pt x="1805" y="11967"/>
                    <a:pt x="1832" y="12109"/>
                    <a:pt x="1862" y="12223"/>
                  </a:cubicBezTo>
                  <a:cubicBezTo>
                    <a:pt x="1890" y="13025"/>
                    <a:pt x="1775" y="13913"/>
                    <a:pt x="1661" y="14829"/>
                  </a:cubicBezTo>
                  <a:cubicBezTo>
                    <a:pt x="1432" y="16689"/>
                    <a:pt x="1203" y="18608"/>
                    <a:pt x="1977" y="20067"/>
                  </a:cubicBezTo>
                  <a:cubicBezTo>
                    <a:pt x="2233" y="20582"/>
                    <a:pt x="2606" y="20926"/>
                    <a:pt x="2920" y="21212"/>
                  </a:cubicBezTo>
                  <a:cubicBezTo>
                    <a:pt x="3435" y="21727"/>
                    <a:pt x="3836" y="22071"/>
                    <a:pt x="3664" y="23216"/>
                  </a:cubicBezTo>
                  <a:cubicBezTo>
                    <a:pt x="3637" y="23589"/>
                    <a:pt x="3493" y="23903"/>
                    <a:pt x="3351" y="24246"/>
                  </a:cubicBezTo>
                  <a:cubicBezTo>
                    <a:pt x="3236" y="24562"/>
                    <a:pt x="3092" y="24876"/>
                    <a:pt x="3035" y="25192"/>
                  </a:cubicBezTo>
                  <a:cubicBezTo>
                    <a:pt x="2835" y="25994"/>
                    <a:pt x="2893" y="26566"/>
                    <a:pt x="2977" y="27253"/>
                  </a:cubicBezTo>
                  <a:cubicBezTo>
                    <a:pt x="3007" y="27453"/>
                    <a:pt x="3007" y="27654"/>
                    <a:pt x="3035" y="27911"/>
                  </a:cubicBezTo>
                  <a:cubicBezTo>
                    <a:pt x="3122" y="28341"/>
                    <a:pt x="3122" y="28884"/>
                    <a:pt x="3092" y="29429"/>
                  </a:cubicBezTo>
                  <a:cubicBezTo>
                    <a:pt x="3092" y="30116"/>
                    <a:pt x="3064" y="30831"/>
                    <a:pt x="3236" y="31346"/>
                  </a:cubicBezTo>
                  <a:cubicBezTo>
                    <a:pt x="3408" y="31861"/>
                    <a:pt x="3779" y="32147"/>
                    <a:pt x="4122" y="32406"/>
                  </a:cubicBezTo>
                  <a:cubicBezTo>
                    <a:pt x="4409" y="32605"/>
                    <a:pt x="4638" y="32807"/>
                    <a:pt x="4782" y="33093"/>
                  </a:cubicBezTo>
                  <a:cubicBezTo>
                    <a:pt x="4839" y="33235"/>
                    <a:pt x="4809" y="33494"/>
                    <a:pt x="4752" y="33723"/>
                  </a:cubicBezTo>
                  <a:cubicBezTo>
                    <a:pt x="4695" y="34037"/>
                    <a:pt x="4610" y="34410"/>
                    <a:pt x="4809" y="34667"/>
                  </a:cubicBezTo>
                  <a:cubicBezTo>
                    <a:pt x="4981" y="35010"/>
                    <a:pt x="5355" y="35097"/>
                    <a:pt x="5698" y="35154"/>
                  </a:cubicBezTo>
                  <a:cubicBezTo>
                    <a:pt x="5955" y="35239"/>
                    <a:pt x="6184" y="35296"/>
                    <a:pt x="6271" y="35441"/>
                  </a:cubicBezTo>
                  <a:cubicBezTo>
                    <a:pt x="6614" y="35956"/>
                    <a:pt x="6442" y="36528"/>
                    <a:pt x="6271" y="37158"/>
                  </a:cubicBezTo>
                  <a:cubicBezTo>
                    <a:pt x="6126" y="37586"/>
                    <a:pt x="6012" y="38017"/>
                    <a:pt x="6042" y="38445"/>
                  </a:cubicBezTo>
                  <a:cubicBezTo>
                    <a:pt x="6099" y="38960"/>
                    <a:pt x="6328" y="39533"/>
                    <a:pt x="6527" y="40106"/>
                  </a:cubicBezTo>
                  <a:cubicBezTo>
                    <a:pt x="6671" y="40506"/>
                    <a:pt x="6813" y="40907"/>
                    <a:pt x="6871" y="41251"/>
                  </a:cubicBezTo>
                  <a:cubicBezTo>
                    <a:pt x="7100" y="42224"/>
                    <a:pt x="7358" y="42654"/>
                    <a:pt x="7729" y="43254"/>
                  </a:cubicBezTo>
                  <a:cubicBezTo>
                    <a:pt x="7844" y="43484"/>
                    <a:pt x="8016" y="43713"/>
                    <a:pt x="8187" y="44056"/>
                  </a:cubicBezTo>
                  <a:cubicBezTo>
                    <a:pt x="8359" y="44315"/>
                    <a:pt x="8446" y="44544"/>
                    <a:pt x="8503" y="44800"/>
                  </a:cubicBezTo>
                  <a:cubicBezTo>
                    <a:pt x="8703" y="45316"/>
                    <a:pt x="8874" y="45831"/>
                    <a:pt x="9820" y="46003"/>
                  </a:cubicBezTo>
                  <a:lnTo>
                    <a:pt x="10049" y="46003"/>
                  </a:lnTo>
                  <a:cubicBezTo>
                    <a:pt x="10450" y="46003"/>
                    <a:pt x="10764" y="45861"/>
                    <a:pt x="11080" y="45716"/>
                  </a:cubicBezTo>
                  <a:cubicBezTo>
                    <a:pt x="11351" y="45573"/>
                    <a:pt x="11551" y="45481"/>
                    <a:pt x="11726" y="45481"/>
                  </a:cubicBezTo>
                  <a:cubicBezTo>
                    <a:pt x="11902" y="45481"/>
                    <a:pt x="12053" y="45574"/>
                    <a:pt x="12225" y="45803"/>
                  </a:cubicBezTo>
                  <a:lnTo>
                    <a:pt x="12596" y="45517"/>
                  </a:lnTo>
                  <a:cubicBezTo>
                    <a:pt x="12304" y="45127"/>
                    <a:pt x="12005" y="45001"/>
                    <a:pt x="11715" y="45001"/>
                  </a:cubicBezTo>
                  <a:cubicBezTo>
                    <a:pt x="11410" y="45001"/>
                    <a:pt x="11115" y="45141"/>
                    <a:pt x="10851" y="45258"/>
                  </a:cubicBezTo>
                  <a:cubicBezTo>
                    <a:pt x="10583" y="45404"/>
                    <a:pt x="10317" y="45530"/>
                    <a:pt x="10049" y="45530"/>
                  </a:cubicBezTo>
                  <a:cubicBezTo>
                    <a:pt x="10001" y="45530"/>
                    <a:pt x="9953" y="45526"/>
                    <a:pt x="9905" y="45517"/>
                  </a:cubicBezTo>
                  <a:cubicBezTo>
                    <a:pt x="9248" y="45403"/>
                    <a:pt x="9133" y="45144"/>
                    <a:pt x="8962" y="44629"/>
                  </a:cubicBezTo>
                  <a:cubicBezTo>
                    <a:pt x="8874" y="44372"/>
                    <a:pt x="8790" y="44086"/>
                    <a:pt x="8618" y="43800"/>
                  </a:cubicBezTo>
                  <a:cubicBezTo>
                    <a:pt x="8416" y="43484"/>
                    <a:pt x="8274" y="43227"/>
                    <a:pt x="8130" y="42998"/>
                  </a:cubicBezTo>
                  <a:cubicBezTo>
                    <a:pt x="7787" y="42425"/>
                    <a:pt x="7530" y="42025"/>
                    <a:pt x="7358" y="41166"/>
                  </a:cubicBezTo>
                  <a:cubicBezTo>
                    <a:pt x="7271" y="40765"/>
                    <a:pt x="7129" y="40335"/>
                    <a:pt x="6958" y="39934"/>
                  </a:cubicBezTo>
                  <a:cubicBezTo>
                    <a:pt x="6786" y="39391"/>
                    <a:pt x="6584" y="38846"/>
                    <a:pt x="6527" y="38388"/>
                  </a:cubicBezTo>
                  <a:cubicBezTo>
                    <a:pt x="6500" y="38044"/>
                    <a:pt x="6614" y="37673"/>
                    <a:pt x="6729" y="37300"/>
                  </a:cubicBezTo>
                  <a:cubicBezTo>
                    <a:pt x="6928" y="36613"/>
                    <a:pt x="7129" y="35869"/>
                    <a:pt x="6699" y="35212"/>
                  </a:cubicBezTo>
                  <a:cubicBezTo>
                    <a:pt x="6500" y="34868"/>
                    <a:pt x="6126" y="34781"/>
                    <a:pt x="5813" y="34696"/>
                  </a:cubicBezTo>
                  <a:cubicBezTo>
                    <a:pt x="5554" y="34639"/>
                    <a:pt x="5297" y="34582"/>
                    <a:pt x="5210" y="34410"/>
                  </a:cubicBezTo>
                  <a:cubicBezTo>
                    <a:pt x="5126" y="34296"/>
                    <a:pt x="5183" y="34066"/>
                    <a:pt x="5240" y="33808"/>
                  </a:cubicBezTo>
                  <a:cubicBezTo>
                    <a:pt x="5297" y="33521"/>
                    <a:pt x="5355" y="33208"/>
                    <a:pt x="5240" y="32892"/>
                  </a:cubicBezTo>
                  <a:cubicBezTo>
                    <a:pt x="5039" y="32491"/>
                    <a:pt x="4695" y="32234"/>
                    <a:pt x="4409" y="32033"/>
                  </a:cubicBezTo>
                  <a:cubicBezTo>
                    <a:pt x="4095" y="31776"/>
                    <a:pt x="3809" y="31575"/>
                    <a:pt x="3694" y="31174"/>
                  </a:cubicBezTo>
                  <a:cubicBezTo>
                    <a:pt x="3550" y="30746"/>
                    <a:pt x="3580" y="30086"/>
                    <a:pt x="3580" y="29429"/>
                  </a:cubicBezTo>
                  <a:cubicBezTo>
                    <a:pt x="3580" y="28884"/>
                    <a:pt x="3607" y="28284"/>
                    <a:pt x="3522" y="27853"/>
                  </a:cubicBezTo>
                  <a:cubicBezTo>
                    <a:pt x="3493" y="27624"/>
                    <a:pt x="3465" y="27395"/>
                    <a:pt x="3435" y="27196"/>
                  </a:cubicBezTo>
                  <a:cubicBezTo>
                    <a:pt x="3378" y="26537"/>
                    <a:pt x="3321" y="26051"/>
                    <a:pt x="3522" y="25307"/>
                  </a:cubicBezTo>
                  <a:cubicBezTo>
                    <a:pt x="3550" y="25020"/>
                    <a:pt x="3664" y="24734"/>
                    <a:pt x="3809" y="24418"/>
                  </a:cubicBezTo>
                  <a:cubicBezTo>
                    <a:pt x="3951" y="24075"/>
                    <a:pt x="4095" y="23704"/>
                    <a:pt x="4152" y="23273"/>
                  </a:cubicBezTo>
                  <a:cubicBezTo>
                    <a:pt x="4351" y="21899"/>
                    <a:pt x="3809" y="21384"/>
                    <a:pt x="3236" y="20868"/>
                  </a:cubicBezTo>
                  <a:cubicBezTo>
                    <a:pt x="2950" y="20582"/>
                    <a:pt x="2634" y="20296"/>
                    <a:pt x="2405" y="19838"/>
                  </a:cubicBezTo>
                  <a:cubicBezTo>
                    <a:pt x="1718" y="18521"/>
                    <a:pt x="1919" y="16661"/>
                    <a:pt x="2148" y="14887"/>
                  </a:cubicBezTo>
                  <a:cubicBezTo>
                    <a:pt x="2263" y="13941"/>
                    <a:pt x="2377" y="13025"/>
                    <a:pt x="2320" y="12196"/>
                  </a:cubicBezTo>
                  <a:cubicBezTo>
                    <a:pt x="2320" y="12051"/>
                    <a:pt x="2290" y="11909"/>
                    <a:pt x="2263" y="11738"/>
                  </a:cubicBezTo>
                  <a:cubicBezTo>
                    <a:pt x="2148" y="11222"/>
                    <a:pt x="2061" y="10677"/>
                    <a:pt x="2320" y="10192"/>
                  </a:cubicBezTo>
                  <a:cubicBezTo>
                    <a:pt x="2435" y="9963"/>
                    <a:pt x="2606" y="9876"/>
                    <a:pt x="2806" y="9761"/>
                  </a:cubicBezTo>
                  <a:cubicBezTo>
                    <a:pt x="3035" y="9677"/>
                    <a:pt x="3264" y="9532"/>
                    <a:pt x="3465" y="9276"/>
                  </a:cubicBezTo>
                  <a:cubicBezTo>
                    <a:pt x="3522" y="9189"/>
                    <a:pt x="3580" y="9132"/>
                    <a:pt x="3637" y="9074"/>
                  </a:cubicBezTo>
                  <a:cubicBezTo>
                    <a:pt x="3951" y="8703"/>
                    <a:pt x="4152" y="8417"/>
                    <a:pt x="3980" y="7643"/>
                  </a:cubicBezTo>
                  <a:cubicBezTo>
                    <a:pt x="3836" y="7043"/>
                    <a:pt x="3435" y="6841"/>
                    <a:pt x="3179" y="6699"/>
                  </a:cubicBezTo>
                  <a:cubicBezTo>
                    <a:pt x="3035" y="6642"/>
                    <a:pt x="2893" y="6585"/>
                    <a:pt x="2835" y="6498"/>
                  </a:cubicBezTo>
                  <a:cubicBezTo>
                    <a:pt x="2549" y="6040"/>
                    <a:pt x="2405" y="5096"/>
                    <a:pt x="2233" y="4093"/>
                  </a:cubicBezTo>
                  <a:cubicBezTo>
                    <a:pt x="1947" y="2176"/>
                    <a:pt x="1603" y="1"/>
                    <a:pt x="0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9"/>
            <p:cNvSpPr/>
            <p:nvPr/>
          </p:nvSpPr>
          <p:spPr>
            <a:xfrm>
              <a:off x="7253329" y="3696501"/>
              <a:ext cx="49214" cy="139550"/>
            </a:xfrm>
            <a:custGeom>
              <a:avLst/>
              <a:gdLst/>
              <a:ahLst/>
              <a:cxnLst/>
              <a:rect l="l" t="t" r="r" b="b"/>
              <a:pathLst>
                <a:path w="2433" h="6899" extrusionOk="0">
                  <a:moveTo>
                    <a:pt x="2119" y="1"/>
                  </a:moveTo>
                  <a:cubicBezTo>
                    <a:pt x="1947" y="143"/>
                    <a:pt x="1661" y="200"/>
                    <a:pt x="1375" y="230"/>
                  </a:cubicBezTo>
                  <a:cubicBezTo>
                    <a:pt x="944" y="314"/>
                    <a:pt x="516" y="401"/>
                    <a:pt x="314" y="745"/>
                  </a:cubicBezTo>
                  <a:cubicBezTo>
                    <a:pt x="1" y="1345"/>
                    <a:pt x="372" y="1975"/>
                    <a:pt x="658" y="2520"/>
                  </a:cubicBezTo>
                  <a:cubicBezTo>
                    <a:pt x="772" y="2719"/>
                    <a:pt x="887" y="2921"/>
                    <a:pt x="944" y="3063"/>
                  </a:cubicBezTo>
                  <a:cubicBezTo>
                    <a:pt x="1059" y="3436"/>
                    <a:pt x="1031" y="3979"/>
                    <a:pt x="1031" y="4494"/>
                  </a:cubicBezTo>
                  <a:cubicBezTo>
                    <a:pt x="974" y="5554"/>
                    <a:pt x="944" y="6757"/>
                    <a:pt x="2062" y="6899"/>
                  </a:cubicBezTo>
                  <a:lnTo>
                    <a:pt x="2119" y="6413"/>
                  </a:lnTo>
                  <a:cubicBezTo>
                    <a:pt x="1489" y="6326"/>
                    <a:pt x="1459" y="5639"/>
                    <a:pt x="1489" y="4524"/>
                  </a:cubicBezTo>
                  <a:cubicBezTo>
                    <a:pt x="1517" y="3951"/>
                    <a:pt x="1546" y="3379"/>
                    <a:pt x="1402" y="2921"/>
                  </a:cubicBezTo>
                  <a:cubicBezTo>
                    <a:pt x="1345" y="2719"/>
                    <a:pt x="1203" y="2490"/>
                    <a:pt x="1088" y="2261"/>
                  </a:cubicBezTo>
                  <a:cubicBezTo>
                    <a:pt x="830" y="1833"/>
                    <a:pt x="543" y="1345"/>
                    <a:pt x="745" y="1001"/>
                  </a:cubicBezTo>
                  <a:cubicBezTo>
                    <a:pt x="830" y="830"/>
                    <a:pt x="1146" y="772"/>
                    <a:pt x="1459" y="715"/>
                  </a:cubicBezTo>
                  <a:cubicBezTo>
                    <a:pt x="1803" y="658"/>
                    <a:pt x="2146" y="601"/>
                    <a:pt x="2433" y="372"/>
                  </a:cubicBezTo>
                  <a:lnTo>
                    <a:pt x="2119" y="1"/>
                  </a:ln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9"/>
            <p:cNvSpPr/>
            <p:nvPr/>
          </p:nvSpPr>
          <p:spPr>
            <a:xfrm>
              <a:off x="7028641" y="3474686"/>
              <a:ext cx="303999" cy="178366"/>
            </a:xfrm>
            <a:custGeom>
              <a:avLst/>
              <a:gdLst/>
              <a:ahLst/>
              <a:cxnLst/>
              <a:rect l="l" t="t" r="r" b="b"/>
              <a:pathLst>
                <a:path w="15029" h="8818" extrusionOk="0">
                  <a:moveTo>
                    <a:pt x="1775" y="1"/>
                  </a:moveTo>
                  <a:cubicBezTo>
                    <a:pt x="715" y="1"/>
                    <a:pt x="344" y="1088"/>
                    <a:pt x="85" y="1890"/>
                  </a:cubicBezTo>
                  <a:cubicBezTo>
                    <a:pt x="58" y="2004"/>
                    <a:pt x="28" y="2091"/>
                    <a:pt x="0" y="2176"/>
                  </a:cubicBezTo>
                  <a:lnTo>
                    <a:pt x="458" y="2348"/>
                  </a:lnTo>
                  <a:cubicBezTo>
                    <a:pt x="486" y="2263"/>
                    <a:pt x="516" y="2149"/>
                    <a:pt x="543" y="2034"/>
                  </a:cubicBezTo>
                  <a:cubicBezTo>
                    <a:pt x="829" y="1146"/>
                    <a:pt x="1116" y="488"/>
                    <a:pt x="1745" y="488"/>
                  </a:cubicBezTo>
                  <a:cubicBezTo>
                    <a:pt x="1975" y="516"/>
                    <a:pt x="2261" y="859"/>
                    <a:pt x="2547" y="1175"/>
                  </a:cubicBezTo>
                  <a:cubicBezTo>
                    <a:pt x="2891" y="1576"/>
                    <a:pt x="3234" y="1977"/>
                    <a:pt x="3665" y="2034"/>
                  </a:cubicBezTo>
                  <a:lnTo>
                    <a:pt x="3921" y="2062"/>
                  </a:lnTo>
                  <a:lnTo>
                    <a:pt x="3921" y="1775"/>
                  </a:lnTo>
                  <a:cubicBezTo>
                    <a:pt x="3921" y="1432"/>
                    <a:pt x="4093" y="1146"/>
                    <a:pt x="4352" y="974"/>
                  </a:cubicBezTo>
                  <a:cubicBezTo>
                    <a:pt x="4486" y="884"/>
                    <a:pt x="4636" y="841"/>
                    <a:pt x="4789" y="841"/>
                  </a:cubicBezTo>
                  <a:cubicBezTo>
                    <a:pt x="4930" y="841"/>
                    <a:pt x="5074" y="877"/>
                    <a:pt x="5210" y="946"/>
                  </a:cubicBezTo>
                  <a:cubicBezTo>
                    <a:pt x="5524" y="1118"/>
                    <a:pt x="5639" y="1462"/>
                    <a:pt x="5753" y="1862"/>
                  </a:cubicBezTo>
                  <a:cubicBezTo>
                    <a:pt x="5868" y="2233"/>
                    <a:pt x="5982" y="2607"/>
                    <a:pt x="6269" y="2920"/>
                  </a:cubicBezTo>
                  <a:cubicBezTo>
                    <a:pt x="6841" y="3493"/>
                    <a:pt x="7700" y="3608"/>
                    <a:pt x="8559" y="3752"/>
                  </a:cubicBezTo>
                  <a:cubicBezTo>
                    <a:pt x="9589" y="3894"/>
                    <a:pt x="10563" y="4038"/>
                    <a:pt x="10963" y="4867"/>
                  </a:cubicBezTo>
                  <a:cubicBezTo>
                    <a:pt x="11135" y="5325"/>
                    <a:pt x="10993" y="5783"/>
                    <a:pt x="10849" y="6298"/>
                  </a:cubicBezTo>
                  <a:cubicBezTo>
                    <a:pt x="10650" y="7043"/>
                    <a:pt x="10363" y="7959"/>
                    <a:pt x="11536" y="8561"/>
                  </a:cubicBezTo>
                  <a:cubicBezTo>
                    <a:pt x="11879" y="8733"/>
                    <a:pt x="12166" y="8818"/>
                    <a:pt x="12424" y="8818"/>
                  </a:cubicBezTo>
                  <a:cubicBezTo>
                    <a:pt x="13283" y="8818"/>
                    <a:pt x="13769" y="8016"/>
                    <a:pt x="14142" y="7386"/>
                  </a:cubicBezTo>
                  <a:cubicBezTo>
                    <a:pt x="14428" y="6928"/>
                    <a:pt x="14685" y="6470"/>
                    <a:pt x="15028" y="6470"/>
                  </a:cubicBezTo>
                  <a:lnTo>
                    <a:pt x="15028" y="5985"/>
                  </a:lnTo>
                  <a:cubicBezTo>
                    <a:pt x="14399" y="5985"/>
                    <a:pt x="14055" y="6585"/>
                    <a:pt x="13711" y="7157"/>
                  </a:cubicBezTo>
                  <a:cubicBezTo>
                    <a:pt x="13291" y="7852"/>
                    <a:pt x="12963" y="8329"/>
                    <a:pt x="12422" y="8329"/>
                  </a:cubicBezTo>
                  <a:cubicBezTo>
                    <a:pt x="12226" y="8329"/>
                    <a:pt x="12003" y="8267"/>
                    <a:pt x="11737" y="8131"/>
                  </a:cubicBezTo>
                  <a:cubicBezTo>
                    <a:pt x="10993" y="7730"/>
                    <a:pt x="11078" y="7244"/>
                    <a:pt x="11337" y="6443"/>
                  </a:cubicBezTo>
                  <a:cubicBezTo>
                    <a:pt x="11479" y="5898"/>
                    <a:pt x="11650" y="5268"/>
                    <a:pt x="11394" y="4668"/>
                  </a:cubicBezTo>
                  <a:cubicBezTo>
                    <a:pt x="10879" y="3580"/>
                    <a:pt x="9733" y="3408"/>
                    <a:pt x="8616" y="3264"/>
                  </a:cubicBezTo>
                  <a:cubicBezTo>
                    <a:pt x="7814" y="3149"/>
                    <a:pt x="7070" y="3035"/>
                    <a:pt x="6612" y="2577"/>
                  </a:cubicBezTo>
                  <a:cubicBezTo>
                    <a:pt x="6413" y="2378"/>
                    <a:pt x="6326" y="2062"/>
                    <a:pt x="6211" y="1748"/>
                  </a:cubicBezTo>
                  <a:cubicBezTo>
                    <a:pt x="6097" y="1290"/>
                    <a:pt x="5955" y="775"/>
                    <a:pt x="5439" y="516"/>
                  </a:cubicBezTo>
                  <a:cubicBezTo>
                    <a:pt x="5231" y="412"/>
                    <a:pt x="5016" y="361"/>
                    <a:pt x="4806" y="361"/>
                  </a:cubicBezTo>
                  <a:cubicBezTo>
                    <a:pt x="4555" y="361"/>
                    <a:pt x="4311" y="433"/>
                    <a:pt x="4093" y="573"/>
                  </a:cubicBezTo>
                  <a:cubicBezTo>
                    <a:pt x="3779" y="775"/>
                    <a:pt x="3578" y="1061"/>
                    <a:pt x="3493" y="1432"/>
                  </a:cubicBezTo>
                  <a:cubicBezTo>
                    <a:pt x="3291" y="1290"/>
                    <a:pt x="3092" y="1061"/>
                    <a:pt x="2920" y="859"/>
                  </a:cubicBezTo>
                  <a:cubicBezTo>
                    <a:pt x="2577" y="459"/>
                    <a:pt x="2204" y="58"/>
                    <a:pt x="1775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9"/>
            <p:cNvSpPr/>
            <p:nvPr/>
          </p:nvSpPr>
          <p:spPr>
            <a:xfrm>
              <a:off x="7129404" y="3402224"/>
              <a:ext cx="101320" cy="93330"/>
            </a:xfrm>
            <a:custGeom>
              <a:avLst/>
              <a:gdLst/>
              <a:ahLst/>
              <a:cxnLst/>
              <a:rect l="l" t="t" r="r" b="b"/>
              <a:pathLst>
                <a:path w="5009" h="4614" extrusionOk="0">
                  <a:moveTo>
                    <a:pt x="3377" y="1"/>
                  </a:moveTo>
                  <a:cubicBezTo>
                    <a:pt x="2741" y="1"/>
                    <a:pt x="2196" y="439"/>
                    <a:pt x="1574" y="979"/>
                  </a:cubicBezTo>
                  <a:lnTo>
                    <a:pt x="1288" y="1208"/>
                  </a:lnTo>
                  <a:cubicBezTo>
                    <a:pt x="58" y="2238"/>
                    <a:pt x="0" y="2467"/>
                    <a:pt x="172" y="3411"/>
                  </a:cubicBezTo>
                  <a:cubicBezTo>
                    <a:pt x="200" y="3727"/>
                    <a:pt x="257" y="4070"/>
                    <a:pt x="287" y="4613"/>
                  </a:cubicBezTo>
                  <a:lnTo>
                    <a:pt x="772" y="4586"/>
                  </a:lnTo>
                  <a:cubicBezTo>
                    <a:pt x="745" y="4041"/>
                    <a:pt x="687" y="3640"/>
                    <a:pt x="630" y="3354"/>
                  </a:cubicBezTo>
                  <a:cubicBezTo>
                    <a:pt x="516" y="2582"/>
                    <a:pt x="486" y="2495"/>
                    <a:pt x="1604" y="1579"/>
                  </a:cubicBezTo>
                  <a:lnTo>
                    <a:pt x="1890" y="1350"/>
                  </a:lnTo>
                  <a:cubicBezTo>
                    <a:pt x="2451" y="867"/>
                    <a:pt x="2915" y="485"/>
                    <a:pt x="3347" y="485"/>
                  </a:cubicBezTo>
                  <a:cubicBezTo>
                    <a:pt x="3377" y="485"/>
                    <a:pt x="3406" y="487"/>
                    <a:pt x="3436" y="491"/>
                  </a:cubicBezTo>
                  <a:cubicBezTo>
                    <a:pt x="3779" y="521"/>
                    <a:pt x="4180" y="834"/>
                    <a:pt x="4638" y="1464"/>
                  </a:cubicBezTo>
                  <a:lnTo>
                    <a:pt x="5009" y="1178"/>
                  </a:lnTo>
                  <a:cubicBezTo>
                    <a:pt x="4466" y="434"/>
                    <a:pt x="3978" y="63"/>
                    <a:pt x="3493" y="5"/>
                  </a:cubicBezTo>
                  <a:cubicBezTo>
                    <a:pt x="3454" y="2"/>
                    <a:pt x="3415" y="1"/>
                    <a:pt x="3377" y="1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9"/>
            <p:cNvSpPr/>
            <p:nvPr/>
          </p:nvSpPr>
          <p:spPr>
            <a:xfrm>
              <a:off x="6904109" y="2352399"/>
              <a:ext cx="28966" cy="45168"/>
            </a:xfrm>
            <a:custGeom>
              <a:avLst/>
              <a:gdLst/>
              <a:ahLst/>
              <a:cxnLst/>
              <a:rect l="l" t="t" r="r" b="b"/>
              <a:pathLst>
                <a:path w="1432" h="2233" extrusionOk="0">
                  <a:moveTo>
                    <a:pt x="1203" y="0"/>
                  </a:moveTo>
                  <a:lnTo>
                    <a:pt x="745" y="144"/>
                  </a:lnTo>
                  <a:cubicBezTo>
                    <a:pt x="889" y="630"/>
                    <a:pt x="745" y="774"/>
                    <a:pt x="516" y="1031"/>
                  </a:cubicBezTo>
                  <a:cubicBezTo>
                    <a:pt x="287" y="1289"/>
                    <a:pt x="1" y="1603"/>
                    <a:pt x="115" y="2233"/>
                  </a:cubicBezTo>
                  <a:lnTo>
                    <a:pt x="573" y="2148"/>
                  </a:lnTo>
                  <a:cubicBezTo>
                    <a:pt x="516" y="1775"/>
                    <a:pt x="660" y="1603"/>
                    <a:pt x="859" y="1374"/>
                  </a:cubicBezTo>
                  <a:cubicBezTo>
                    <a:pt x="1118" y="1088"/>
                    <a:pt x="1432" y="744"/>
                    <a:pt x="1203" y="0"/>
                  </a:cubicBezTo>
                  <a:close/>
                </a:path>
              </a:pathLst>
            </a:custGeom>
            <a:solidFill>
              <a:srgbClr val="363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8" name="Google Shape;2838;p39"/>
          <p:cNvGrpSpPr/>
          <p:nvPr/>
        </p:nvGrpSpPr>
        <p:grpSpPr>
          <a:xfrm>
            <a:off x="7955179" y="3746690"/>
            <a:ext cx="475729" cy="475816"/>
            <a:chOff x="2706930" y="2871688"/>
            <a:chExt cx="331057" cy="331094"/>
          </a:xfrm>
        </p:grpSpPr>
        <p:sp>
          <p:nvSpPr>
            <p:cNvPr id="2839" name="Google Shape;2839;p39"/>
            <p:cNvSpPr/>
            <p:nvPr/>
          </p:nvSpPr>
          <p:spPr>
            <a:xfrm>
              <a:off x="2751535" y="2916330"/>
              <a:ext cx="241883" cy="241808"/>
            </a:xfrm>
            <a:custGeom>
              <a:avLst/>
              <a:gdLst/>
              <a:ahLst/>
              <a:cxnLst/>
              <a:rect l="l" t="t" r="r" b="b"/>
              <a:pathLst>
                <a:path w="6464" h="6462" extrusionOk="0">
                  <a:moveTo>
                    <a:pt x="3221" y="0"/>
                  </a:moveTo>
                  <a:cubicBezTo>
                    <a:pt x="1444" y="0"/>
                    <a:pt x="0" y="1442"/>
                    <a:pt x="0" y="3221"/>
                  </a:cubicBezTo>
                  <a:cubicBezTo>
                    <a:pt x="0" y="5020"/>
                    <a:pt x="1444" y="6462"/>
                    <a:pt x="3221" y="6462"/>
                  </a:cubicBezTo>
                  <a:cubicBezTo>
                    <a:pt x="5020" y="6462"/>
                    <a:pt x="6464" y="5020"/>
                    <a:pt x="6464" y="3221"/>
                  </a:cubicBezTo>
                  <a:cubicBezTo>
                    <a:pt x="6464" y="1442"/>
                    <a:pt x="5020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9"/>
            <p:cNvSpPr/>
            <p:nvPr/>
          </p:nvSpPr>
          <p:spPr>
            <a:xfrm>
              <a:off x="2851710" y="2871688"/>
              <a:ext cx="41536" cy="165172"/>
            </a:xfrm>
            <a:custGeom>
              <a:avLst/>
              <a:gdLst/>
              <a:ahLst/>
              <a:cxnLst/>
              <a:rect l="l" t="t" r="r" b="b"/>
              <a:pathLst>
                <a:path w="1110" h="4414" extrusionOk="0">
                  <a:moveTo>
                    <a:pt x="544" y="0"/>
                  </a:moveTo>
                  <a:cubicBezTo>
                    <a:pt x="544" y="0"/>
                    <a:pt x="357" y="273"/>
                    <a:pt x="231" y="691"/>
                  </a:cubicBezTo>
                  <a:cubicBezTo>
                    <a:pt x="84" y="1109"/>
                    <a:pt x="0" y="1653"/>
                    <a:pt x="0" y="2217"/>
                  </a:cubicBezTo>
                  <a:cubicBezTo>
                    <a:pt x="0" y="2761"/>
                    <a:pt x="84" y="3326"/>
                    <a:pt x="231" y="3723"/>
                  </a:cubicBezTo>
                  <a:cubicBezTo>
                    <a:pt x="357" y="4141"/>
                    <a:pt x="544" y="4414"/>
                    <a:pt x="544" y="4414"/>
                  </a:cubicBezTo>
                  <a:cubicBezTo>
                    <a:pt x="544" y="4414"/>
                    <a:pt x="733" y="4141"/>
                    <a:pt x="879" y="3723"/>
                  </a:cubicBezTo>
                  <a:cubicBezTo>
                    <a:pt x="1026" y="3326"/>
                    <a:pt x="1109" y="2761"/>
                    <a:pt x="1109" y="2217"/>
                  </a:cubicBezTo>
                  <a:cubicBezTo>
                    <a:pt x="1109" y="1653"/>
                    <a:pt x="1026" y="1109"/>
                    <a:pt x="879" y="691"/>
                  </a:cubicBezTo>
                  <a:cubicBezTo>
                    <a:pt x="733" y="273"/>
                    <a:pt x="544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9"/>
            <p:cNvSpPr/>
            <p:nvPr/>
          </p:nvSpPr>
          <p:spPr>
            <a:xfrm>
              <a:off x="2851710" y="3036824"/>
              <a:ext cx="41536" cy="165958"/>
            </a:xfrm>
            <a:custGeom>
              <a:avLst/>
              <a:gdLst/>
              <a:ahLst/>
              <a:cxnLst/>
              <a:rect l="l" t="t" r="r" b="b"/>
              <a:pathLst>
                <a:path w="1110" h="4435" extrusionOk="0">
                  <a:moveTo>
                    <a:pt x="544" y="1"/>
                  </a:moveTo>
                  <a:cubicBezTo>
                    <a:pt x="544" y="1"/>
                    <a:pt x="357" y="294"/>
                    <a:pt x="231" y="712"/>
                  </a:cubicBezTo>
                  <a:cubicBezTo>
                    <a:pt x="84" y="1109"/>
                    <a:pt x="0" y="1674"/>
                    <a:pt x="0" y="2218"/>
                  </a:cubicBezTo>
                  <a:cubicBezTo>
                    <a:pt x="0" y="2782"/>
                    <a:pt x="84" y="3326"/>
                    <a:pt x="231" y="3744"/>
                  </a:cubicBezTo>
                  <a:cubicBezTo>
                    <a:pt x="357" y="4162"/>
                    <a:pt x="544" y="4435"/>
                    <a:pt x="544" y="4435"/>
                  </a:cubicBezTo>
                  <a:cubicBezTo>
                    <a:pt x="544" y="4435"/>
                    <a:pt x="733" y="4162"/>
                    <a:pt x="879" y="3744"/>
                  </a:cubicBezTo>
                  <a:cubicBezTo>
                    <a:pt x="1026" y="3326"/>
                    <a:pt x="1109" y="2782"/>
                    <a:pt x="1109" y="2218"/>
                  </a:cubicBezTo>
                  <a:cubicBezTo>
                    <a:pt x="1109" y="1674"/>
                    <a:pt x="1026" y="1109"/>
                    <a:pt x="879" y="712"/>
                  </a:cubicBezTo>
                  <a:cubicBezTo>
                    <a:pt x="733" y="294"/>
                    <a:pt x="544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9"/>
            <p:cNvSpPr/>
            <p:nvPr/>
          </p:nvSpPr>
          <p:spPr>
            <a:xfrm>
              <a:off x="2706930" y="3016505"/>
              <a:ext cx="165134" cy="41461"/>
            </a:xfrm>
            <a:custGeom>
              <a:avLst/>
              <a:gdLst/>
              <a:ahLst/>
              <a:cxnLst/>
              <a:rect l="l" t="t" r="r" b="b"/>
              <a:pathLst>
                <a:path w="4413" h="1108" extrusionOk="0">
                  <a:moveTo>
                    <a:pt x="2218" y="0"/>
                  </a:moveTo>
                  <a:cubicBezTo>
                    <a:pt x="1652" y="0"/>
                    <a:pt x="1108" y="84"/>
                    <a:pt x="690" y="229"/>
                  </a:cubicBezTo>
                  <a:cubicBezTo>
                    <a:pt x="272" y="355"/>
                    <a:pt x="1" y="544"/>
                    <a:pt x="1" y="544"/>
                  </a:cubicBezTo>
                  <a:cubicBezTo>
                    <a:pt x="1" y="544"/>
                    <a:pt x="272" y="731"/>
                    <a:pt x="690" y="879"/>
                  </a:cubicBezTo>
                  <a:cubicBezTo>
                    <a:pt x="1108" y="1024"/>
                    <a:pt x="1652" y="1108"/>
                    <a:pt x="2218" y="1108"/>
                  </a:cubicBezTo>
                  <a:cubicBezTo>
                    <a:pt x="2762" y="1108"/>
                    <a:pt x="3305" y="1024"/>
                    <a:pt x="3724" y="879"/>
                  </a:cubicBezTo>
                  <a:cubicBezTo>
                    <a:pt x="4142" y="731"/>
                    <a:pt x="4413" y="544"/>
                    <a:pt x="4413" y="544"/>
                  </a:cubicBezTo>
                  <a:cubicBezTo>
                    <a:pt x="4413" y="544"/>
                    <a:pt x="4142" y="355"/>
                    <a:pt x="3724" y="229"/>
                  </a:cubicBezTo>
                  <a:cubicBezTo>
                    <a:pt x="3305" y="84"/>
                    <a:pt x="2762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9"/>
            <p:cNvSpPr/>
            <p:nvPr/>
          </p:nvSpPr>
          <p:spPr>
            <a:xfrm>
              <a:off x="2872029" y="3016505"/>
              <a:ext cx="165958" cy="41461"/>
            </a:xfrm>
            <a:custGeom>
              <a:avLst/>
              <a:gdLst/>
              <a:ahLst/>
              <a:cxnLst/>
              <a:rect l="l" t="t" r="r" b="b"/>
              <a:pathLst>
                <a:path w="4435" h="1108" extrusionOk="0">
                  <a:moveTo>
                    <a:pt x="2218" y="0"/>
                  </a:moveTo>
                  <a:cubicBezTo>
                    <a:pt x="1674" y="0"/>
                    <a:pt x="1110" y="84"/>
                    <a:pt x="692" y="229"/>
                  </a:cubicBezTo>
                  <a:cubicBezTo>
                    <a:pt x="294" y="355"/>
                    <a:pt x="1" y="544"/>
                    <a:pt x="1" y="544"/>
                  </a:cubicBezTo>
                  <a:cubicBezTo>
                    <a:pt x="1" y="544"/>
                    <a:pt x="294" y="731"/>
                    <a:pt x="692" y="879"/>
                  </a:cubicBezTo>
                  <a:cubicBezTo>
                    <a:pt x="1110" y="1024"/>
                    <a:pt x="1674" y="1108"/>
                    <a:pt x="2218" y="1108"/>
                  </a:cubicBezTo>
                  <a:cubicBezTo>
                    <a:pt x="2783" y="1108"/>
                    <a:pt x="3327" y="1024"/>
                    <a:pt x="3745" y="879"/>
                  </a:cubicBezTo>
                  <a:cubicBezTo>
                    <a:pt x="4164" y="731"/>
                    <a:pt x="4435" y="544"/>
                    <a:pt x="4435" y="544"/>
                  </a:cubicBezTo>
                  <a:cubicBezTo>
                    <a:pt x="4435" y="544"/>
                    <a:pt x="4164" y="355"/>
                    <a:pt x="3745" y="229"/>
                  </a:cubicBezTo>
                  <a:cubicBezTo>
                    <a:pt x="3327" y="84"/>
                    <a:pt x="2783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849" name="Google Shape;2849;p40"/>
          <p:cNvSpPr txBox="1">
            <a:spLocks noGrp="1"/>
          </p:cNvSpPr>
          <p:nvPr>
            <p:ph type="body" idx="1"/>
          </p:nvPr>
        </p:nvSpPr>
        <p:spPr>
          <a:xfrm>
            <a:off x="720000" y="1060800"/>
            <a:ext cx="7704000" cy="3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Topic Overview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Exploring the significant trend of migration and brain drain from Iran.</a:t>
            </a:r>
          </a:p>
          <a:p>
            <a:pPr marL="15240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Focus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Understanding why skilled and educated Iranians migrate to countries like the USA, Canada, Germany, and the UK.</a:t>
            </a:r>
          </a:p>
          <a:p>
            <a:pPr marL="15240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Economic, political, and social factors driving this phenomenon.</a:t>
            </a:r>
          </a:p>
          <a:p>
            <a:pPr marL="15240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Impact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Examining the implications on Iran's socio-economic development.</a:t>
            </a:r>
          </a:p>
          <a:p>
            <a:pPr marL="15240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Presentation Goal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Provide a clear overview of the scale and impact of brain drain from Iran through data and diagrams.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Migration Stats &amp; Ways</a:t>
            </a:r>
            <a:endParaRPr dirty="0"/>
          </a:p>
        </p:txBody>
      </p:sp>
      <p:sp>
        <p:nvSpPr>
          <p:cNvPr id="2855" name="Google Shape;2855;p41"/>
          <p:cNvSpPr txBox="1">
            <a:spLocks noGrp="1"/>
          </p:cNvSpPr>
          <p:nvPr>
            <p:ph type="title" idx="2"/>
          </p:nvPr>
        </p:nvSpPr>
        <p:spPr>
          <a:xfrm>
            <a:off x="1548261" y="1678667"/>
            <a:ext cx="2536200" cy="3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Numbers</a:t>
            </a:r>
            <a:endParaRPr dirty="0"/>
          </a:p>
        </p:txBody>
      </p:sp>
      <p:sp>
        <p:nvSpPr>
          <p:cNvPr id="2856" name="Google Shape;2856;p41"/>
          <p:cNvSpPr txBox="1">
            <a:spLocks noGrp="1"/>
          </p:cNvSpPr>
          <p:nvPr>
            <p:ph type="subTitle" idx="1"/>
          </p:nvPr>
        </p:nvSpPr>
        <p:spPr>
          <a:xfrm>
            <a:off x="1548261" y="2093956"/>
            <a:ext cx="2536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 3.1M Iranian-borned have emigrated</a:t>
            </a:r>
            <a:br>
              <a:rPr lang="en" dirty="0"/>
            </a:br>
            <a:r>
              <a:rPr lang="en" dirty="0"/>
              <a:t>(83% from 1979)</a:t>
            </a:r>
            <a:endParaRPr dirty="0"/>
          </a:p>
        </p:txBody>
      </p:sp>
      <p:sp>
        <p:nvSpPr>
          <p:cNvPr id="2857" name="Google Shape;2857;p41"/>
          <p:cNvSpPr txBox="1">
            <a:spLocks noGrp="1"/>
          </p:cNvSpPr>
          <p:nvPr>
            <p:ph type="title" idx="3"/>
          </p:nvPr>
        </p:nvSpPr>
        <p:spPr>
          <a:xfrm>
            <a:off x="5066439" y="1678667"/>
            <a:ext cx="2536200" cy="3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Asylum</a:t>
            </a:r>
            <a:endParaRPr dirty="0"/>
          </a:p>
        </p:txBody>
      </p:sp>
      <p:sp>
        <p:nvSpPr>
          <p:cNvPr id="2858" name="Google Shape;2858;p41"/>
          <p:cNvSpPr txBox="1">
            <a:spLocks noGrp="1"/>
          </p:cNvSpPr>
          <p:nvPr>
            <p:ph type="subTitle" idx="4"/>
          </p:nvPr>
        </p:nvSpPr>
        <p:spPr>
          <a:xfrm>
            <a:off x="5073339" y="2101287"/>
            <a:ext cx="2536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Since 1980, 1M Iranians applied for asylum.</a:t>
            </a:r>
            <a:br>
              <a:rPr lang="en" dirty="0"/>
            </a:br>
            <a:r>
              <a:rPr lang="en" dirty="0"/>
              <a:t> (one third accepted)</a:t>
            </a:r>
            <a:endParaRPr dirty="0"/>
          </a:p>
        </p:txBody>
      </p:sp>
      <p:sp>
        <p:nvSpPr>
          <p:cNvPr id="2859" name="Google Shape;2859;p41"/>
          <p:cNvSpPr txBox="1">
            <a:spLocks noGrp="1"/>
          </p:cNvSpPr>
          <p:nvPr>
            <p:ph type="title" idx="5"/>
          </p:nvPr>
        </p:nvSpPr>
        <p:spPr>
          <a:xfrm>
            <a:off x="5073339" y="3511225"/>
            <a:ext cx="2536200" cy="3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</a:t>
            </a:r>
            <a:endParaRPr dirty="0"/>
          </a:p>
        </p:txBody>
      </p:sp>
      <p:sp>
        <p:nvSpPr>
          <p:cNvPr id="2860" name="Google Shape;2860;p41"/>
          <p:cNvSpPr txBox="1">
            <a:spLocks noGrp="1"/>
          </p:cNvSpPr>
          <p:nvPr>
            <p:ph type="subTitle" idx="6"/>
          </p:nvPr>
        </p:nvSpPr>
        <p:spPr>
          <a:xfrm>
            <a:off x="5073339" y="3923085"/>
            <a:ext cx="2536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 100K Iranian researchers are working with foreign institutions.</a:t>
            </a:r>
            <a:endParaRPr dirty="0"/>
          </a:p>
        </p:txBody>
      </p:sp>
      <p:sp>
        <p:nvSpPr>
          <p:cNvPr id="2863" name="Google Shape;2863;p41"/>
          <p:cNvSpPr txBox="1">
            <a:spLocks noGrp="1"/>
          </p:cNvSpPr>
          <p:nvPr>
            <p:ph type="title" idx="9"/>
          </p:nvPr>
        </p:nvSpPr>
        <p:spPr>
          <a:xfrm>
            <a:off x="1533900" y="3584985"/>
            <a:ext cx="2536200" cy="3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Educational</a:t>
            </a:r>
            <a:endParaRPr dirty="0"/>
          </a:p>
        </p:txBody>
      </p:sp>
      <p:sp>
        <p:nvSpPr>
          <p:cNvPr id="2864" name="Google Shape;2864;p41"/>
          <p:cNvSpPr txBox="1">
            <a:spLocks noGrp="1"/>
          </p:cNvSpPr>
          <p:nvPr>
            <p:ph type="subTitle" idx="13"/>
          </p:nvPr>
        </p:nvSpPr>
        <p:spPr>
          <a:xfrm>
            <a:off x="1533900" y="3905635"/>
            <a:ext cx="2536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700K have attended for foreign universities</a:t>
            </a:r>
            <a:endParaRPr dirty="0"/>
          </a:p>
        </p:txBody>
      </p:sp>
      <p:sp>
        <p:nvSpPr>
          <p:cNvPr id="2867" name="Google Shape;2867;p41"/>
          <p:cNvSpPr txBox="1">
            <a:spLocks noGrp="1"/>
          </p:cNvSpPr>
          <p:nvPr>
            <p:ph type="title" idx="16"/>
          </p:nvPr>
        </p:nvSpPr>
        <p:spPr>
          <a:xfrm>
            <a:off x="1541361" y="1080392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868" name="Google Shape;2868;p41"/>
          <p:cNvSpPr txBox="1">
            <a:spLocks noGrp="1"/>
          </p:cNvSpPr>
          <p:nvPr>
            <p:ph type="title" idx="17"/>
          </p:nvPr>
        </p:nvSpPr>
        <p:spPr>
          <a:xfrm>
            <a:off x="5066439" y="2913025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869" name="Google Shape;2869;p41"/>
          <p:cNvSpPr txBox="1">
            <a:spLocks noGrp="1"/>
          </p:cNvSpPr>
          <p:nvPr>
            <p:ph type="title" idx="18"/>
          </p:nvPr>
        </p:nvSpPr>
        <p:spPr>
          <a:xfrm>
            <a:off x="5062989" y="1080392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871" name="Google Shape;2871;p41"/>
          <p:cNvSpPr txBox="1">
            <a:spLocks noGrp="1"/>
          </p:cNvSpPr>
          <p:nvPr>
            <p:ph type="title" idx="20"/>
          </p:nvPr>
        </p:nvSpPr>
        <p:spPr>
          <a:xfrm>
            <a:off x="1533900" y="2986710"/>
            <a:ext cx="820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p42"/>
          <p:cNvSpPr/>
          <p:nvPr/>
        </p:nvSpPr>
        <p:spPr>
          <a:xfrm>
            <a:off x="1685238" y="1363200"/>
            <a:ext cx="5773500" cy="3047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8" name="Google Shape;2878;p42"/>
          <p:cNvSpPr txBox="1">
            <a:spLocks noGrp="1"/>
          </p:cNvSpPr>
          <p:nvPr>
            <p:ph type="title"/>
          </p:nvPr>
        </p:nvSpPr>
        <p:spPr>
          <a:xfrm>
            <a:off x="2013588" y="733200"/>
            <a:ext cx="5116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Target countries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544F2E-28E9-F3C2-920D-15C29076C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643" y="1644720"/>
            <a:ext cx="4518714" cy="2590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p68"/>
          <p:cNvSpPr txBox="1">
            <a:spLocks noGrp="1"/>
          </p:cNvSpPr>
          <p:nvPr>
            <p:ph type="title"/>
          </p:nvPr>
        </p:nvSpPr>
        <p:spPr>
          <a:xfrm>
            <a:off x="1296000" y="1307100"/>
            <a:ext cx="655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Underlying Causes</a:t>
            </a:r>
            <a:endParaRPr dirty="0"/>
          </a:p>
        </p:txBody>
      </p:sp>
      <p:grpSp>
        <p:nvGrpSpPr>
          <p:cNvPr id="4292" name="Google Shape;4292;p68"/>
          <p:cNvGrpSpPr/>
          <p:nvPr/>
        </p:nvGrpSpPr>
        <p:grpSpPr>
          <a:xfrm flipH="1">
            <a:off x="378402" y="368913"/>
            <a:ext cx="567929" cy="552079"/>
            <a:chOff x="5200325" y="773525"/>
            <a:chExt cx="974650" cy="947450"/>
          </a:xfrm>
        </p:grpSpPr>
        <p:sp>
          <p:nvSpPr>
            <p:cNvPr id="4293" name="Google Shape;4293;p68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68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68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68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7" name="Google Shape;4297;p68"/>
          <p:cNvGrpSpPr/>
          <p:nvPr/>
        </p:nvGrpSpPr>
        <p:grpSpPr>
          <a:xfrm rot="10800000" flipH="1">
            <a:off x="8146940" y="4180088"/>
            <a:ext cx="567929" cy="552079"/>
            <a:chOff x="5200325" y="773525"/>
            <a:chExt cx="974650" cy="947450"/>
          </a:xfrm>
        </p:grpSpPr>
        <p:sp>
          <p:nvSpPr>
            <p:cNvPr id="4298" name="Google Shape;4298;p68"/>
            <p:cNvSpPr/>
            <p:nvPr/>
          </p:nvSpPr>
          <p:spPr>
            <a:xfrm>
              <a:off x="5413650" y="1017725"/>
              <a:ext cx="495700" cy="488375"/>
            </a:xfrm>
            <a:custGeom>
              <a:avLst/>
              <a:gdLst/>
              <a:ahLst/>
              <a:cxnLst/>
              <a:rect l="l" t="t" r="r" b="b"/>
              <a:pathLst>
                <a:path w="19828" h="19535" extrusionOk="0">
                  <a:moveTo>
                    <a:pt x="19828" y="0"/>
                  </a:moveTo>
                  <a:lnTo>
                    <a:pt x="1152" y="15310"/>
                  </a:lnTo>
                  <a:cubicBezTo>
                    <a:pt x="1046" y="15393"/>
                    <a:pt x="921" y="15519"/>
                    <a:pt x="837" y="15644"/>
                  </a:cubicBezTo>
                  <a:cubicBezTo>
                    <a:pt x="1" y="16668"/>
                    <a:pt x="148" y="18154"/>
                    <a:pt x="1152" y="18991"/>
                  </a:cubicBezTo>
                  <a:cubicBezTo>
                    <a:pt x="1600" y="19357"/>
                    <a:pt x="2140" y="19534"/>
                    <a:pt x="2676" y="19534"/>
                  </a:cubicBezTo>
                  <a:cubicBezTo>
                    <a:pt x="3365" y="19534"/>
                    <a:pt x="4048" y="19241"/>
                    <a:pt x="4518" y="18676"/>
                  </a:cubicBezTo>
                  <a:lnTo>
                    <a:pt x="198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68"/>
            <p:cNvSpPr/>
            <p:nvPr/>
          </p:nvSpPr>
          <p:spPr>
            <a:xfrm>
              <a:off x="5938100" y="1117075"/>
              <a:ext cx="127075" cy="603900"/>
            </a:xfrm>
            <a:custGeom>
              <a:avLst/>
              <a:gdLst/>
              <a:ahLst/>
              <a:cxnLst/>
              <a:rect l="l" t="t" r="r" b="b"/>
              <a:pathLst>
                <a:path w="5083" h="24156" extrusionOk="0">
                  <a:moveTo>
                    <a:pt x="5082" y="0"/>
                  </a:moveTo>
                  <a:lnTo>
                    <a:pt x="84" y="21228"/>
                  </a:lnTo>
                  <a:cubicBezTo>
                    <a:pt x="42" y="21395"/>
                    <a:pt x="21" y="21562"/>
                    <a:pt x="21" y="21729"/>
                  </a:cubicBezTo>
                  <a:cubicBezTo>
                    <a:pt x="1" y="23068"/>
                    <a:pt x="1046" y="24135"/>
                    <a:pt x="2385" y="24156"/>
                  </a:cubicBezTo>
                  <a:cubicBezTo>
                    <a:pt x="2398" y="24156"/>
                    <a:pt x="2412" y="24156"/>
                    <a:pt x="2425" y="24156"/>
                  </a:cubicBezTo>
                  <a:cubicBezTo>
                    <a:pt x="3723" y="24156"/>
                    <a:pt x="4769" y="23118"/>
                    <a:pt x="4789" y="21793"/>
                  </a:cubicBezTo>
                  <a:lnTo>
                    <a:pt x="5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68"/>
            <p:cNvSpPr/>
            <p:nvPr/>
          </p:nvSpPr>
          <p:spPr>
            <a:xfrm>
              <a:off x="5200325" y="861900"/>
              <a:ext cx="609675" cy="126700"/>
            </a:xfrm>
            <a:custGeom>
              <a:avLst/>
              <a:gdLst/>
              <a:ahLst/>
              <a:cxnLst/>
              <a:rect l="l" t="t" r="r" b="b"/>
              <a:pathLst>
                <a:path w="24387" h="5068" extrusionOk="0">
                  <a:moveTo>
                    <a:pt x="24387" y="1"/>
                  </a:moveTo>
                  <a:lnTo>
                    <a:pt x="2594" y="294"/>
                  </a:lnTo>
                  <a:cubicBezTo>
                    <a:pt x="2427" y="294"/>
                    <a:pt x="2239" y="314"/>
                    <a:pt x="2072" y="356"/>
                  </a:cubicBezTo>
                  <a:cubicBezTo>
                    <a:pt x="795" y="648"/>
                    <a:pt x="1" y="1945"/>
                    <a:pt x="293" y="3222"/>
                  </a:cubicBezTo>
                  <a:cubicBezTo>
                    <a:pt x="543" y="4327"/>
                    <a:pt x="1522" y="5067"/>
                    <a:pt x="2596" y="5067"/>
                  </a:cubicBezTo>
                  <a:cubicBezTo>
                    <a:pt x="2782" y="5067"/>
                    <a:pt x="2971" y="5045"/>
                    <a:pt x="3159" y="4999"/>
                  </a:cubicBezTo>
                  <a:lnTo>
                    <a:pt x="24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68"/>
            <p:cNvSpPr/>
            <p:nvPr/>
          </p:nvSpPr>
          <p:spPr>
            <a:xfrm>
              <a:off x="5983575" y="773525"/>
              <a:ext cx="191400" cy="148525"/>
            </a:xfrm>
            <a:custGeom>
              <a:avLst/>
              <a:gdLst/>
              <a:ahLst/>
              <a:cxnLst/>
              <a:rect l="l" t="t" r="r" b="b"/>
              <a:pathLst>
                <a:path w="7656" h="5941" extrusionOk="0">
                  <a:moveTo>
                    <a:pt x="3829" y="0"/>
                  </a:moveTo>
                  <a:cubicBezTo>
                    <a:pt x="0" y="0"/>
                    <a:pt x="0" y="5940"/>
                    <a:pt x="3829" y="5940"/>
                  </a:cubicBezTo>
                  <a:cubicBezTo>
                    <a:pt x="7655" y="5940"/>
                    <a:pt x="7655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77685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D8"/>
        </a:solidFill>
        <a:effectLst/>
      </p:bgPr>
    </p:bg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43"/>
          <p:cNvSpPr txBox="1">
            <a:spLocks noGrp="1"/>
          </p:cNvSpPr>
          <p:nvPr>
            <p:ph type="title"/>
          </p:nvPr>
        </p:nvSpPr>
        <p:spPr>
          <a:xfrm>
            <a:off x="713099" y="1915650"/>
            <a:ext cx="7784858" cy="13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Quality of Education &amp; Human capital Investment</a:t>
            </a:r>
            <a:endParaRPr dirty="0"/>
          </a:p>
        </p:txBody>
      </p:sp>
      <p:sp>
        <p:nvSpPr>
          <p:cNvPr id="2885" name="Google Shape;2885;p43"/>
          <p:cNvSpPr txBox="1">
            <a:spLocks noGrp="1"/>
          </p:cNvSpPr>
          <p:nvPr>
            <p:ph type="title" idx="2"/>
          </p:nvPr>
        </p:nvSpPr>
        <p:spPr>
          <a:xfrm>
            <a:off x="713100" y="844725"/>
            <a:ext cx="5067600" cy="7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E9FD5-968D-62B6-887B-C2E08D84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many years do you want to study ???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40"/>
          <p:cNvSpPr txBox="1">
            <a:spLocks noGrp="1"/>
          </p:cNvSpPr>
          <p:nvPr>
            <p:ph type="body" idx="1"/>
          </p:nvPr>
        </p:nvSpPr>
        <p:spPr>
          <a:xfrm>
            <a:off x="720000" y="1060800"/>
            <a:ext cx="7704000" cy="3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indent="0" algn="l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Improved education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Iran since the mid-1980s.</a:t>
            </a:r>
          </a:p>
          <a:p>
            <a:pPr marL="152400" indent="0" algn="l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More focus and 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investment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on each child's education.</a:t>
            </a:r>
          </a:p>
          <a:p>
            <a:pPr marL="152400" indent="0" algn="l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Higher levels of learning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among Iranian youth.</a:t>
            </a:r>
          </a:p>
          <a:p>
            <a:pPr marL="152400" indent="0" algn="l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Better education 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encourages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studying and working abroad.</a:t>
            </a:r>
          </a:p>
          <a:p>
            <a:pPr marL="152400" indent="0" algn="l">
              <a:buNone/>
            </a:pPr>
            <a:endParaRPr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068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371988"/>
            <a:ext cx="7101600" cy="40625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42396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Longer Years of Education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AED95-A852-A04C-9C4C-62E01C234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787" y="669167"/>
            <a:ext cx="6058425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33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D8"/>
        </a:solidFill>
        <a:effectLst/>
      </p:bgPr>
    </p:bg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43"/>
          <p:cNvSpPr txBox="1">
            <a:spLocks noGrp="1"/>
          </p:cNvSpPr>
          <p:nvPr>
            <p:ph type="title"/>
          </p:nvPr>
        </p:nvSpPr>
        <p:spPr>
          <a:xfrm>
            <a:off x="713099" y="1915650"/>
            <a:ext cx="7784858" cy="13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Economic Factors &amp; Per Capita Income Trends</a:t>
            </a:r>
            <a:endParaRPr dirty="0"/>
          </a:p>
        </p:txBody>
      </p:sp>
      <p:sp>
        <p:nvSpPr>
          <p:cNvPr id="2885" name="Google Shape;2885;p43"/>
          <p:cNvSpPr txBox="1">
            <a:spLocks noGrp="1"/>
          </p:cNvSpPr>
          <p:nvPr>
            <p:ph type="title" idx="2"/>
          </p:nvPr>
        </p:nvSpPr>
        <p:spPr>
          <a:xfrm>
            <a:off x="713100" y="844725"/>
            <a:ext cx="5067600" cy="7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E9FD5-968D-62B6-887B-C2E08D84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much do you spend for you education ???</a:t>
            </a:r>
          </a:p>
        </p:txBody>
      </p:sp>
    </p:spTree>
    <p:extLst>
      <p:ext uri="{BB962C8B-B14F-4D97-AF65-F5344CB8AC3E}">
        <p14:creationId xmlns:p14="http://schemas.microsoft.com/office/powerpoint/2010/main" val="568542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40"/>
          <p:cNvSpPr txBox="1">
            <a:spLocks noGrp="1"/>
          </p:cNvSpPr>
          <p:nvPr>
            <p:ph type="body" idx="1"/>
          </p:nvPr>
        </p:nvSpPr>
        <p:spPr>
          <a:xfrm>
            <a:off x="395560" y="665940"/>
            <a:ext cx="8352880" cy="38116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indent="0" algn="l">
              <a:buNone/>
            </a:pPr>
            <a:r>
              <a:rPr lang="en-US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Economic conditions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influence migration choices.</a:t>
            </a:r>
          </a:p>
          <a:p>
            <a:pPr marL="152400" indent="0"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Iran's income per person:</a:t>
            </a: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Sharp increase in the 1970s (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oil windfalls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Decline in the 1980s.</a:t>
            </a:r>
          </a:p>
          <a:p>
            <a:pPr marL="457200" lvl="1" indent="0"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Slow recovery until mid-2000s.</a:t>
            </a:r>
          </a:p>
          <a:p>
            <a:pPr marL="457200" lvl="1" indent="0" algn="l">
              <a:buNone/>
            </a:pPr>
            <a:r>
              <a:rPr lang="en-US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Stagnation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since then.</a:t>
            </a:r>
          </a:p>
          <a:p>
            <a:pPr marL="152400" indent="0" algn="l">
              <a:buNone/>
            </a:pPr>
            <a:r>
              <a:rPr lang="en-US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Poor economic outlook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stagnant living standards drive migration.</a:t>
            </a:r>
          </a:p>
          <a:p>
            <a:pPr marL="152400" indent="0"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Highly educated seek opportunities abroad due to these conditions.</a:t>
            </a:r>
          </a:p>
        </p:txBody>
      </p:sp>
    </p:spTree>
    <p:extLst>
      <p:ext uri="{BB962C8B-B14F-4D97-AF65-F5344CB8AC3E}">
        <p14:creationId xmlns:p14="http://schemas.microsoft.com/office/powerpoint/2010/main" val="42344779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371988"/>
            <a:ext cx="7101600" cy="40625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42396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Quality of Education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4EE55-7443-3265-EA18-8FEA5616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408" y="583532"/>
            <a:ext cx="6043184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25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371988"/>
            <a:ext cx="7101600" cy="40625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42396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Students Destinations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87992A-0F48-96EA-03E7-49F6A7A7D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18" y="572101"/>
            <a:ext cx="6035563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72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371988"/>
            <a:ext cx="7101600" cy="40625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42396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Scholars Destinations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20CCE-5CF0-EDDB-0D8D-CAC66876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18" y="572101"/>
            <a:ext cx="6035563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35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371988"/>
            <a:ext cx="7101600" cy="40625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42396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Scholars Destinations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EA4D94-5740-FD3E-7B1C-0D9C5DE28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408" y="465411"/>
            <a:ext cx="6043184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09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D8"/>
        </a:solidFill>
        <a:effectLst/>
      </p:bgPr>
    </p:bg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43"/>
          <p:cNvSpPr txBox="1">
            <a:spLocks noGrp="1"/>
          </p:cNvSpPr>
          <p:nvPr>
            <p:ph type="title"/>
          </p:nvPr>
        </p:nvSpPr>
        <p:spPr>
          <a:xfrm>
            <a:off x="713099" y="1915650"/>
            <a:ext cx="7784858" cy="13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Political &amp; Social Repression</a:t>
            </a:r>
            <a:endParaRPr dirty="0"/>
          </a:p>
        </p:txBody>
      </p:sp>
      <p:sp>
        <p:nvSpPr>
          <p:cNvPr id="2885" name="Google Shape;2885;p43"/>
          <p:cNvSpPr txBox="1">
            <a:spLocks noGrp="1"/>
          </p:cNvSpPr>
          <p:nvPr>
            <p:ph type="title" idx="2"/>
          </p:nvPr>
        </p:nvSpPr>
        <p:spPr>
          <a:xfrm>
            <a:off x="713100" y="844725"/>
            <a:ext cx="5067600" cy="7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E9FD5-968D-62B6-887B-C2E08D84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 you agree with the policies in Iran ???</a:t>
            </a:r>
          </a:p>
        </p:txBody>
      </p:sp>
    </p:spTree>
    <p:extLst>
      <p:ext uri="{BB962C8B-B14F-4D97-AF65-F5344CB8AC3E}">
        <p14:creationId xmlns:p14="http://schemas.microsoft.com/office/powerpoint/2010/main" val="2682620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40"/>
          <p:cNvSpPr txBox="1">
            <a:spLocks noGrp="1"/>
          </p:cNvSpPr>
          <p:nvPr>
            <p:ph type="body" idx="1"/>
          </p:nvPr>
        </p:nvSpPr>
        <p:spPr>
          <a:xfrm>
            <a:off x="395560" y="665940"/>
            <a:ext cx="8352880" cy="38116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indent="0" algn="l">
              <a:buNone/>
            </a:pPr>
            <a:r>
              <a:rPr lang="en-US" sz="1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Social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political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repression,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human rights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violations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are major migration motivators.</a:t>
            </a:r>
          </a:p>
          <a:p>
            <a:pPr marL="152400" indent="0"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Issues include:</a:t>
            </a:r>
          </a:p>
          <a:p>
            <a:pPr marL="457200" lvl="1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Lack of democratic institutions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such as free and multiparty elections.</a:t>
            </a:r>
          </a:p>
          <a:p>
            <a:pPr marL="457200" lvl="1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Crackdowns on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civil society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457200" lvl="1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Mandatory hijab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enforcement.</a:t>
            </a:r>
          </a:p>
          <a:p>
            <a:pPr marL="457200" lvl="1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Pressure on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religious minorities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457200" lvl="1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Strict control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 relationships and personal freedoms.</a:t>
            </a:r>
          </a:p>
          <a:p>
            <a:pPr marL="457200" lvl="1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Homophobia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52400" indent="0"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These factors contribute to Iranians seeking more liberal and democratic societies abroad.</a:t>
            </a:r>
          </a:p>
        </p:txBody>
      </p:sp>
    </p:spTree>
    <p:extLst>
      <p:ext uri="{BB962C8B-B14F-4D97-AF65-F5344CB8AC3E}">
        <p14:creationId xmlns:p14="http://schemas.microsoft.com/office/powerpoint/2010/main" val="1169779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371988"/>
            <a:ext cx="7101600" cy="40625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42396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Asylum Applications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647B1-BCB6-0951-CA99-337EDFA1B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029" y="696254"/>
            <a:ext cx="6027942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10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D8"/>
        </a:solidFill>
        <a:effectLst/>
      </p:bgPr>
    </p:bg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43"/>
          <p:cNvSpPr txBox="1">
            <a:spLocks noGrp="1"/>
          </p:cNvSpPr>
          <p:nvPr>
            <p:ph type="title"/>
          </p:nvPr>
        </p:nvSpPr>
        <p:spPr>
          <a:xfrm>
            <a:off x="713099" y="1915650"/>
            <a:ext cx="7784858" cy="13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Environmental issues</a:t>
            </a:r>
            <a:endParaRPr dirty="0"/>
          </a:p>
        </p:txBody>
      </p:sp>
      <p:sp>
        <p:nvSpPr>
          <p:cNvPr id="2885" name="Google Shape;2885;p43"/>
          <p:cNvSpPr txBox="1">
            <a:spLocks noGrp="1"/>
          </p:cNvSpPr>
          <p:nvPr>
            <p:ph type="title" idx="2"/>
          </p:nvPr>
        </p:nvSpPr>
        <p:spPr>
          <a:xfrm>
            <a:off x="713100" y="844725"/>
            <a:ext cx="5067600" cy="7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E9FD5-968D-62B6-887B-C2E08D84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is the weather today ???</a:t>
            </a:r>
          </a:p>
        </p:txBody>
      </p:sp>
    </p:spTree>
    <p:extLst>
      <p:ext uri="{BB962C8B-B14F-4D97-AF65-F5344CB8AC3E}">
        <p14:creationId xmlns:p14="http://schemas.microsoft.com/office/powerpoint/2010/main" val="2337072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9FB9639-39C6-DA2A-3FF7-72B56F331F75}"/>
              </a:ext>
            </a:extLst>
          </p:cNvPr>
          <p:cNvSpPr txBox="1"/>
          <p:nvPr/>
        </p:nvSpPr>
        <p:spPr>
          <a:xfrm>
            <a:off x="1930400" y="1391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DC08967E-E93C-74D6-6F4B-30FBDE8F1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03" y="417315"/>
            <a:ext cx="7432957" cy="430887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Environmental issues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influence migration decisions.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concerns: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Extreme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air pollution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cities.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Water scarcity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Current impact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Internal displacement within Iran.</a:t>
            </a:r>
            <a:r>
              <a:rPr lang="en-US" alt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en-US" alt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Future potential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Could lead to international migration of environmental refugees if conditions worsen.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01F4930B-DE42-135D-F77B-E63ABB655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52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6" name="Google Shape;3936;p56"/>
          <p:cNvSpPr txBox="1"/>
          <p:nvPr/>
        </p:nvSpPr>
        <p:spPr>
          <a:xfrm>
            <a:off x="1893900" y="3335100"/>
            <a:ext cx="2590800" cy="93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3937" name="Google Shape;3937;p56"/>
          <p:cNvSpPr txBox="1"/>
          <p:nvPr/>
        </p:nvSpPr>
        <p:spPr>
          <a:xfrm>
            <a:off x="5840100" y="3335100"/>
            <a:ext cx="2590800" cy="93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3938" name="Google Shape;3938;p56"/>
          <p:cNvSpPr txBox="1"/>
          <p:nvPr/>
        </p:nvSpPr>
        <p:spPr>
          <a:xfrm>
            <a:off x="1893900" y="1782650"/>
            <a:ext cx="2590800" cy="93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3939" name="Google Shape;3939;p56"/>
          <p:cNvSpPr txBox="1"/>
          <p:nvPr/>
        </p:nvSpPr>
        <p:spPr>
          <a:xfrm>
            <a:off x="5840100" y="1782650"/>
            <a:ext cx="2590800" cy="93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3940" name="Google Shape;3940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Drivers of Migration</a:t>
            </a:r>
            <a:endParaRPr dirty="0"/>
          </a:p>
        </p:txBody>
      </p:sp>
      <p:sp>
        <p:nvSpPr>
          <p:cNvPr id="3941" name="Google Shape;3941;p56"/>
          <p:cNvSpPr txBox="1">
            <a:spLocks noGrp="1"/>
          </p:cNvSpPr>
          <p:nvPr>
            <p:ph type="subTitle" idx="6"/>
          </p:nvPr>
        </p:nvSpPr>
        <p:spPr>
          <a:xfrm>
            <a:off x="2047200" y="348095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Events</a:t>
            </a:r>
            <a:endParaRPr dirty="0"/>
          </a:p>
        </p:txBody>
      </p:sp>
      <p:sp>
        <p:nvSpPr>
          <p:cNvPr id="3942" name="Google Shape;3942;p56"/>
          <p:cNvSpPr txBox="1">
            <a:spLocks noGrp="1"/>
          </p:cNvSpPr>
          <p:nvPr>
            <p:ph type="title" idx="2"/>
          </p:nvPr>
        </p:nvSpPr>
        <p:spPr>
          <a:xfrm>
            <a:off x="2047200" y="1618250"/>
            <a:ext cx="2284200" cy="3381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Predisposing</a:t>
            </a:r>
            <a:endParaRPr dirty="0"/>
          </a:p>
        </p:txBody>
      </p:sp>
      <p:sp>
        <p:nvSpPr>
          <p:cNvPr id="3943" name="Google Shape;3943;p56"/>
          <p:cNvSpPr txBox="1">
            <a:spLocks noGrp="1"/>
          </p:cNvSpPr>
          <p:nvPr>
            <p:ph type="subTitle" idx="1"/>
          </p:nvPr>
        </p:nvSpPr>
        <p:spPr>
          <a:xfrm>
            <a:off x="2047200" y="195590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E</a:t>
            </a:r>
            <a:r>
              <a:rPr lang="en" dirty="0">
                <a:solidFill>
                  <a:schemeClr val="lt1"/>
                </a:solidFill>
              </a:rPr>
              <a:t>volve over a very long term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944" name="Google Shape;3944;p56"/>
          <p:cNvSpPr txBox="1">
            <a:spLocks noGrp="1"/>
          </p:cNvSpPr>
          <p:nvPr>
            <p:ph type="title" idx="3"/>
          </p:nvPr>
        </p:nvSpPr>
        <p:spPr>
          <a:xfrm>
            <a:off x="5993400" y="1618250"/>
            <a:ext cx="2284200" cy="3381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Proximate</a:t>
            </a:r>
            <a:endParaRPr dirty="0"/>
          </a:p>
        </p:txBody>
      </p:sp>
      <p:sp>
        <p:nvSpPr>
          <p:cNvPr id="3945" name="Google Shape;3945;p56"/>
          <p:cNvSpPr txBox="1">
            <a:spLocks noGrp="1"/>
          </p:cNvSpPr>
          <p:nvPr>
            <p:ph type="subTitle" idx="4"/>
          </p:nvPr>
        </p:nvSpPr>
        <p:spPr>
          <a:xfrm>
            <a:off x="5993400" y="195590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Evolve over long term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946" name="Google Shape;3946;p56"/>
          <p:cNvSpPr txBox="1">
            <a:spLocks noGrp="1"/>
          </p:cNvSpPr>
          <p:nvPr>
            <p:ph type="title" idx="5"/>
          </p:nvPr>
        </p:nvSpPr>
        <p:spPr>
          <a:xfrm>
            <a:off x="2047200" y="3143300"/>
            <a:ext cx="2284200" cy="3381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Precipitating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947" name="Google Shape;3947;p56"/>
          <p:cNvSpPr txBox="1">
            <a:spLocks noGrp="1"/>
          </p:cNvSpPr>
          <p:nvPr>
            <p:ph type="title" idx="7"/>
          </p:nvPr>
        </p:nvSpPr>
        <p:spPr>
          <a:xfrm>
            <a:off x="5993400" y="3143300"/>
            <a:ext cx="2284200" cy="3381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Mediating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948" name="Google Shape;3948;p56"/>
          <p:cNvSpPr txBox="1">
            <a:spLocks noGrp="1"/>
          </p:cNvSpPr>
          <p:nvPr>
            <p:ph type="subTitle" idx="8"/>
          </p:nvPr>
        </p:nvSpPr>
        <p:spPr>
          <a:xfrm>
            <a:off x="5993400" y="3480950"/>
            <a:ext cx="2284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Catalysts</a:t>
            </a:r>
            <a:endParaRPr dirty="0"/>
          </a:p>
        </p:txBody>
      </p:sp>
      <p:sp>
        <p:nvSpPr>
          <p:cNvPr id="3949" name="Google Shape;3949;p56"/>
          <p:cNvSpPr/>
          <p:nvPr/>
        </p:nvSpPr>
        <p:spPr>
          <a:xfrm>
            <a:off x="720005" y="1776688"/>
            <a:ext cx="945300" cy="945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0" name="Google Shape;3950;p56"/>
          <p:cNvSpPr/>
          <p:nvPr/>
        </p:nvSpPr>
        <p:spPr>
          <a:xfrm>
            <a:off x="720000" y="3322500"/>
            <a:ext cx="945300" cy="945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51" name="Google Shape;3951;p56"/>
          <p:cNvSpPr/>
          <p:nvPr/>
        </p:nvSpPr>
        <p:spPr>
          <a:xfrm>
            <a:off x="4666205" y="1776688"/>
            <a:ext cx="945300" cy="945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2" name="Google Shape;3952;p56"/>
          <p:cNvSpPr/>
          <p:nvPr/>
        </p:nvSpPr>
        <p:spPr>
          <a:xfrm>
            <a:off x="4666205" y="3328788"/>
            <a:ext cx="945300" cy="945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3" name="Google Shape;3953;p56"/>
          <p:cNvSpPr/>
          <p:nvPr/>
        </p:nvSpPr>
        <p:spPr>
          <a:xfrm>
            <a:off x="894059" y="1950126"/>
            <a:ext cx="597185" cy="598440"/>
          </a:xfrm>
          <a:custGeom>
            <a:avLst/>
            <a:gdLst/>
            <a:ahLst/>
            <a:cxnLst/>
            <a:rect l="l" t="t" r="r" b="b"/>
            <a:pathLst>
              <a:path w="11419" h="11443" extrusionOk="0">
                <a:moveTo>
                  <a:pt x="4644" y="3560"/>
                </a:moveTo>
                <a:lnTo>
                  <a:pt x="4727" y="3655"/>
                </a:lnTo>
                <a:lnTo>
                  <a:pt x="4132" y="4263"/>
                </a:lnTo>
                <a:cubicBezTo>
                  <a:pt x="3989" y="4084"/>
                  <a:pt x="3965" y="3834"/>
                  <a:pt x="4108" y="3655"/>
                </a:cubicBezTo>
                <a:lnTo>
                  <a:pt x="4120" y="3655"/>
                </a:lnTo>
                <a:cubicBezTo>
                  <a:pt x="4298" y="3655"/>
                  <a:pt x="4465" y="3620"/>
                  <a:pt x="4644" y="3560"/>
                </a:cubicBezTo>
                <a:close/>
                <a:moveTo>
                  <a:pt x="8751" y="5739"/>
                </a:moveTo>
                <a:lnTo>
                  <a:pt x="8918" y="5906"/>
                </a:lnTo>
                <a:cubicBezTo>
                  <a:pt x="8944" y="5932"/>
                  <a:pt x="8994" y="5951"/>
                  <a:pt x="9043" y="5951"/>
                </a:cubicBezTo>
                <a:cubicBezTo>
                  <a:pt x="9061" y="5951"/>
                  <a:pt x="9080" y="5948"/>
                  <a:pt x="9097" y="5941"/>
                </a:cubicBezTo>
                <a:cubicBezTo>
                  <a:pt x="9275" y="5894"/>
                  <a:pt x="9430" y="5858"/>
                  <a:pt x="9597" y="5846"/>
                </a:cubicBezTo>
                <a:lnTo>
                  <a:pt x="9704" y="5858"/>
                </a:lnTo>
                <a:cubicBezTo>
                  <a:pt x="10478" y="5918"/>
                  <a:pt x="11073" y="6561"/>
                  <a:pt x="11073" y="7335"/>
                </a:cubicBezTo>
                <a:cubicBezTo>
                  <a:pt x="11085" y="7454"/>
                  <a:pt x="11073" y="7585"/>
                  <a:pt x="11025" y="7716"/>
                </a:cubicBezTo>
                <a:lnTo>
                  <a:pt x="10121" y="6811"/>
                </a:lnTo>
                <a:cubicBezTo>
                  <a:pt x="10061" y="6739"/>
                  <a:pt x="9966" y="6692"/>
                  <a:pt x="9870" y="6644"/>
                </a:cubicBezTo>
                <a:cubicBezTo>
                  <a:pt x="9787" y="6620"/>
                  <a:pt x="9704" y="6608"/>
                  <a:pt x="9609" y="6608"/>
                </a:cubicBezTo>
                <a:cubicBezTo>
                  <a:pt x="9418" y="6608"/>
                  <a:pt x="9239" y="6680"/>
                  <a:pt x="9108" y="6811"/>
                </a:cubicBezTo>
                <a:cubicBezTo>
                  <a:pt x="8918" y="7001"/>
                  <a:pt x="8858" y="7299"/>
                  <a:pt x="8942" y="7573"/>
                </a:cubicBezTo>
                <a:cubicBezTo>
                  <a:pt x="8978" y="7680"/>
                  <a:pt x="9037" y="7763"/>
                  <a:pt x="9108" y="7823"/>
                </a:cubicBezTo>
                <a:lnTo>
                  <a:pt x="10013" y="8728"/>
                </a:lnTo>
                <a:cubicBezTo>
                  <a:pt x="9882" y="8775"/>
                  <a:pt x="9751" y="8787"/>
                  <a:pt x="9609" y="8787"/>
                </a:cubicBezTo>
                <a:cubicBezTo>
                  <a:pt x="8835" y="8787"/>
                  <a:pt x="8204" y="8180"/>
                  <a:pt x="8156" y="7418"/>
                </a:cubicBezTo>
                <a:lnTo>
                  <a:pt x="8144" y="7323"/>
                </a:lnTo>
                <a:cubicBezTo>
                  <a:pt x="8144" y="7156"/>
                  <a:pt x="8168" y="6977"/>
                  <a:pt x="8227" y="6811"/>
                </a:cubicBezTo>
                <a:cubicBezTo>
                  <a:pt x="8263" y="6751"/>
                  <a:pt x="8239" y="6680"/>
                  <a:pt x="8180" y="6632"/>
                </a:cubicBezTo>
                <a:lnTo>
                  <a:pt x="8025" y="6465"/>
                </a:lnTo>
                <a:lnTo>
                  <a:pt x="8751" y="5739"/>
                </a:lnTo>
                <a:close/>
                <a:moveTo>
                  <a:pt x="2393" y="6537"/>
                </a:moveTo>
                <a:lnTo>
                  <a:pt x="2751" y="6894"/>
                </a:lnTo>
                <a:lnTo>
                  <a:pt x="4632" y="8775"/>
                </a:lnTo>
                <a:lnTo>
                  <a:pt x="4894" y="9037"/>
                </a:lnTo>
                <a:lnTo>
                  <a:pt x="4358" y="9573"/>
                </a:lnTo>
                <a:lnTo>
                  <a:pt x="1858" y="7084"/>
                </a:lnTo>
                <a:lnTo>
                  <a:pt x="2393" y="6537"/>
                </a:lnTo>
                <a:close/>
                <a:moveTo>
                  <a:pt x="4155" y="0"/>
                </a:moveTo>
                <a:cubicBezTo>
                  <a:pt x="3882" y="0"/>
                  <a:pt x="3632" y="60"/>
                  <a:pt x="3382" y="179"/>
                </a:cubicBezTo>
                <a:cubicBezTo>
                  <a:pt x="3334" y="203"/>
                  <a:pt x="3286" y="250"/>
                  <a:pt x="3286" y="298"/>
                </a:cubicBezTo>
                <a:cubicBezTo>
                  <a:pt x="3274" y="357"/>
                  <a:pt x="3298" y="393"/>
                  <a:pt x="3334" y="441"/>
                </a:cubicBezTo>
                <a:lnTo>
                  <a:pt x="4417" y="1524"/>
                </a:lnTo>
                <a:cubicBezTo>
                  <a:pt x="4453" y="1560"/>
                  <a:pt x="4477" y="1608"/>
                  <a:pt x="4513" y="1667"/>
                </a:cubicBezTo>
                <a:cubicBezTo>
                  <a:pt x="4548" y="1810"/>
                  <a:pt x="4525" y="1965"/>
                  <a:pt x="4417" y="2060"/>
                </a:cubicBezTo>
                <a:cubicBezTo>
                  <a:pt x="4346" y="2143"/>
                  <a:pt x="4251" y="2167"/>
                  <a:pt x="4155" y="2167"/>
                </a:cubicBezTo>
                <a:cubicBezTo>
                  <a:pt x="4108" y="2167"/>
                  <a:pt x="4060" y="2155"/>
                  <a:pt x="4013" y="2143"/>
                </a:cubicBezTo>
                <a:cubicBezTo>
                  <a:pt x="3953" y="2108"/>
                  <a:pt x="3917" y="2096"/>
                  <a:pt x="3882" y="2048"/>
                </a:cubicBezTo>
                <a:lnTo>
                  <a:pt x="2798" y="965"/>
                </a:lnTo>
                <a:cubicBezTo>
                  <a:pt x="2762" y="928"/>
                  <a:pt x="2725" y="913"/>
                  <a:pt x="2684" y="913"/>
                </a:cubicBezTo>
                <a:cubicBezTo>
                  <a:pt x="2671" y="913"/>
                  <a:pt x="2657" y="914"/>
                  <a:pt x="2643" y="917"/>
                </a:cubicBezTo>
                <a:cubicBezTo>
                  <a:pt x="2584" y="929"/>
                  <a:pt x="2548" y="965"/>
                  <a:pt x="2524" y="1012"/>
                </a:cubicBezTo>
                <a:cubicBezTo>
                  <a:pt x="2405" y="1262"/>
                  <a:pt x="2346" y="1512"/>
                  <a:pt x="2346" y="1786"/>
                </a:cubicBezTo>
                <a:cubicBezTo>
                  <a:pt x="2346" y="2239"/>
                  <a:pt x="2524" y="2679"/>
                  <a:pt x="2846" y="3013"/>
                </a:cubicBezTo>
                <a:cubicBezTo>
                  <a:pt x="3096" y="3286"/>
                  <a:pt x="3417" y="3465"/>
                  <a:pt x="3798" y="3548"/>
                </a:cubicBezTo>
                <a:cubicBezTo>
                  <a:pt x="3655" y="3846"/>
                  <a:pt x="3715" y="4203"/>
                  <a:pt x="3941" y="4465"/>
                </a:cubicBezTo>
                <a:lnTo>
                  <a:pt x="3560" y="4846"/>
                </a:lnTo>
                <a:cubicBezTo>
                  <a:pt x="3405" y="5001"/>
                  <a:pt x="3334" y="5191"/>
                  <a:pt x="3334" y="5394"/>
                </a:cubicBezTo>
                <a:cubicBezTo>
                  <a:pt x="3334" y="5596"/>
                  <a:pt x="3405" y="5775"/>
                  <a:pt x="3524" y="5906"/>
                </a:cubicBezTo>
                <a:lnTo>
                  <a:pt x="2917" y="6513"/>
                </a:lnTo>
                <a:lnTo>
                  <a:pt x="2560" y="6156"/>
                </a:lnTo>
                <a:cubicBezTo>
                  <a:pt x="2530" y="6126"/>
                  <a:pt x="2486" y="6111"/>
                  <a:pt x="2441" y="6111"/>
                </a:cubicBezTo>
                <a:cubicBezTo>
                  <a:pt x="2396" y="6111"/>
                  <a:pt x="2352" y="6126"/>
                  <a:pt x="2322" y="6156"/>
                </a:cubicBezTo>
                <a:lnTo>
                  <a:pt x="1417" y="7061"/>
                </a:lnTo>
                <a:lnTo>
                  <a:pt x="60" y="8418"/>
                </a:lnTo>
                <a:cubicBezTo>
                  <a:pt x="0" y="8478"/>
                  <a:pt x="0" y="8597"/>
                  <a:pt x="60" y="8656"/>
                </a:cubicBezTo>
                <a:lnTo>
                  <a:pt x="1096" y="9704"/>
                </a:lnTo>
                <a:cubicBezTo>
                  <a:pt x="1125" y="9734"/>
                  <a:pt x="1170" y="9748"/>
                  <a:pt x="1215" y="9748"/>
                </a:cubicBezTo>
                <a:cubicBezTo>
                  <a:pt x="1259" y="9748"/>
                  <a:pt x="1304" y="9734"/>
                  <a:pt x="1334" y="9704"/>
                </a:cubicBezTo>
                <a:cubicBezTo>
                  <a:pt x="1393" y="9644"/>
                  <a:pt x="1393" y="9525"/>
                  <a:pt x="1334" y="9466"/>
                </a:cubicBezTo>
                <a:lnTo>
                  <a:pt x="417" y="8537"/>
                </a:lnTo>
                <a:lnTo>
                  <a:pt x="1667" y="7287"/>
                </a:lnTo>
                <a:lnTo>
                  <a:pt x="4167" y="9787"/>
                </a:lnTo>
                <a:lnTo>
                  <a:pt x="2917" y="11037"/>
                </a:lnTo>
                <a:lnTo>
                  <a:pt x="1810" y="9942"/>
                </a:lnTo>
                <a:cubicBezTo>
                  <a:pt x="1780" y="9912"/>
                  <a:pt x="1736" y="9897"/>
                  <a:pt x="1691" y="9897"/>
                </a:cubicBezTo>
                <a:cubicBezTo>
                  <a:pt x="1646" y="9897"/>
                  <a:pt x="1602" y="9912"/>
                  <a:pt x="1572" y="9942"/>
                </a:cubicBezTo>
                <a:cubicBezTo>
                  <a:pt x="1512" y="10002"/>
                  <a:pt x="1512" y="10121"/>
                  <a:pt x="1572" y="10180"/>
                </a:cubicBezTo>
                <a:lnTo>
                  <a:pt x="2798" y="11395"/>
                </a:lnTo>
                <a:cubicBezTo>
                  <a:pt x="2822" y="11430"/>
                  <a:pt x="2870" y="11442"/>
                  <a:pt x="2917" y="11442"/>
                </a:cubicBezTo>
                <a:cubicBezTo>
                  <a:pt x="2965" y="11442"/>
                  <a:pt x="3001" y="11430"/>
                  <a:pt x="3036" y="11395"/>
                </a:cubicBezTo>
                <a:lnTo>
                  <a:pt x="4394" y="10037"/>
                </a:lnTo>
                <a:lnTo>
                  <a:pt x="5298" y="9132"/>
                </a:lnTo>
                <a:cubicBezTo>
                  <a:pt x="5322" y="9109"/>
                  <a:pt x="5346" y="9061"/>
                  <a:pt x="5346" y="9013"/>
                </a:cubicBezTo>
                <a:cubicBezTo>
                  <a:pt x="5346" y="8966"/>
                  <a:pt x="5322" y="8930"/>
                  <a:pt x="5298" y="8894"/>
                </a:cubicBezTo>
                <a:lnTo>
                  <a:pt x="5025" y="8632"/>
                </a:lnTo>
                <a:lnTo>
                  <a:pt x="5644" y="8013"/>
                </a:lnTo>
                <a:cubicBezTo>
                  <a:pt x="5770" y="8094"/>
                  <a:pt x="5916" y="8135"/>
                  <a:pt x="6062" y="8135"/>
                </a:cubicBezTo>
                <a:cubicBezTo>
                  <a:pt x="6217" y="8135"/>
                  <a:pt x="6372" y="8088"/>
                  <a:pt x="6501" y="7989"/>
                </a:cubicBezTo>
                <a:cubicBezTo>
                  <a:pt x="6572" y="7930"/>
                  <a:pt x="6596" y="7823"/>
                  <a:pt x="6537" y="7751"/>
                </a:cubicBezTo>
                <a:cubicBezTo>
                  <a:pt x="6500" y="7708"/>
                  <a:pt x="6446" y="7682"/>
                  <a:pt x="6393" y="7682"/>
                </a:cubicBezTo>
                <a:cubicBezTo>
                  <a:pt x="6360" y="7682"/>
                  <a:pt x="6326" y="7692"/>
                  <a:pt x="6299" y="7716"/>
                </a:cubicBezTo>
                <a:cubicBezTo>
                  <a:pt x="6220" y="7778"/>
                  <a:pt x="6131" y="7806"/>
                  <a:pt x="6041" y="7806"/>
                </a:cubicBezTo>
                <a:cubicBezTo>
                  <a:pt x="5927" y="7806"/>
                  <a:pt x="5814" y="7760"/>
                  <a:pt x="5727" y="7680"/>
                </a:cubicBezTo>
                <a:cubicBezTo>
                  <a:pt x="5703" y="7644"/>
                  <a:pt x="5656" y="7632"/>
                  <a:pt x="5608" y="7632"/>
                </a:cubicBezTo>
                <a:cubicBezTo>
                  <a:pt x="5560" y="7632"/>
                  <a:pt x="5525" y="7644"/>
                  <a:pt x="5489" y="7680"/>
                </a:cubicBezTo>
                <a:lnTo>
                  <a:pt x="4763" y="8406"/>
                </a:lnTo>
                <a:lnTo>
                  <a:pt x="3108" y="6799"/>
                </a:lnTo>
                <a:lnTo>
                  <a:pt x="3834" y="6072"/>
                </a:lnTo>
                <a:cubicBezTo>
                  <a:pt x="3894" y="6013"/>
                  <a:pt x="3894" y="5894"/>
                  <a:pt x="3834" y="5834"/>
                </a:cubicBezTo>
                <a:lnTo>
                  <a:pt x="3751" y="5739"/>
                </a:lnTo>
                <a:cubicBezTo>
                  <a:pt x="3655" y="5644"/>
                  <a:pt x="3620" y="5549"/>
                  <a:pt x="3620" y="5430"/>
                </a:cubicBezTo>
                <a:cubicBezTo>
                  <a:pt x="3620" y="5310"/>
                  <a:pt x="3655" y="5203"/>
                  <a:pt x="3751" y="5108"/>
                </a:cubicBezTo>
                <a:lnTo>
                  <a:pt x="4251" y="4608"/>
                </a:lnTo>
                <a:lnTo>
                  <a:pt x="5096" y="3763"/>
                </a:lnTo>
                <a:lnTo>
                  <a:pt x="6013" y="2846"/>
                </a:lnTo>
                <a:cubicBezTo>
                  <a:pt x="6025" y="2834"/>
                  <a:pt x="6037" y="2822"/>
                  <a:pt x="6049" y="2822"/>
                </a:cubicBezTo>
                <a:cubicBezTo>
                  <a:pt x="6106" y="2780"/>
                  <a:pt x="6170" y="2761"/>
                  <a:pt x="6233" y="2761"/>
                </a:cubicBezTo>
                <a:cubicBezTo>
                  <a:pt x="6314" y="2761"/>
                  <a:pt x="6393" y="2792"/>
                  <a:pt x="6453" y="2846"/>
                </a:cubicBezTo>
                <a:lnTo>
                  <a:pt x="6477" y="2870"/>
                </a:lnTo>
                <a:cubicBezTo>
                  <a:pt x="6572" y="2965"/>
                  <a:pt x="6596" y="3132"/>
                  <a:pt x="6501" y="3263"/>
                </a:cubicBezTo>
                <a:cubicBezTo>
                  <a:pt x="6489" y="3286"/>
                  <a:pt x="6477" y="3298"/>
                  <a:pt x="6477" y="3310"/>
                </a:cubicBezTo>
                <a:lnTo>
                  <a:pt x="5477" y="4310"/>
                </a:lnTo>
                <a:cubicBezTo>
                  <a:pt x="5418" y="4370"/>
                  <a:pt x="5418" y="4489"/>
                  <a:pt x="5477" y="4548"/>
                </a:cubicBezTo>
                <a:cubicBezTo>
                  <a:pt x="5501" y="4584"/>
                  <a:pt x="5549" y="4596"/>
                  <a:pt x="5596" y="4596"/>
                </a:cubicBezTo>
                <a:cubicBezTo>
                  <a:pt x="5644" y="4596"/>
                  <a:pt x="5679" y="4572"/>
                  <a:pt x="5715" y="4548"/>
                </a:cubicBezTo>
                <a:lnTo>
                  <a:pt x="6715" y="3548"/>
                </a:lnTo>
                <a:cubicBezTo>
                  <a:pt x="6727" y="3536"/>
                  <a:pt x="6739" y="3525"/>
                  <a:pt x="6751" y="3525"/>
                </a:cubicBezTo>
                <a:cubicBezTo>
                  <a:pt x="6805" y="3481"/>
                  <a:pt x="6872" y="3460"/>
                  <a:pt x="6939" y="3460"/>
                </a:cubicBezTo>
                <a:cubicBezTo>
                  <a:pt x="7018" y="3460"/>
                  <a:pt x="7098" y="3490"/>
                  <a:pt x="7156" y="3548"/>
                </a:cubicBezTo>
                <a:lnTo>
                  <a:pt x="7168" y="3560"/>
                </a:lnTo>
                <a:cubicBezTo>
                  <a:pt x="7275" y="3667"/>
                  <a:pt x="7287" y="3834"/>
                  <a:pt x="7203" y="3965"/>
                </a:cubicBezTo>
                <a:cubicBezTo>
                  <a:pt x="7192" y="3989"/>
                  <a:pt x="7192" y="4001"/>
                  <a:pt x="7168" y="4013"/>
                </a:cubicBezTo>
                <a:lnTo>
                  <a:pt x="6180" y="5013"/>
                </a:lnTo>
                <a:cubicBezTo>
                  <a:pt x="6120" y="5072"/>
                  <a:pt x="6120" y="5191"/>
                  <a:pt x="6180" y="5251"/>
                </a:cubicBezTo>
                <a:cubicBezTo>
                  <a:pt x="6203" y="5275"/>
                  <a:pt x="6251" y="5299"/>
                  <a:pt x="6299" y="5299"/>
                </a:cubicBezTo>
                <a:cubicBezTo>
                  <a:pt x="6334" y="5299"/>
                  <a:pt x="6382" y="5275"/>
                  <a:pt x="6418" y="5251"/>
                </a:cubicBezTo>
                <a:lnTo>
                  <a:pt x="7406" y="4251"/>
                </a:lnTo>
                <a:cubicBezTo>
                  <a:pt x="7430" y="4239"/>
                  <a:pt x="7442" y="4215"/>
                  <a:pt x="7454" y="4215"/>
                </a:cubicBezTo>
                <a:cubicBezTo>
                  <a:pt x="7506" y="4179"/>
                  <a:pt x="7569" y="4160"/>
                  <a:pt x="7633" y="4160"/>
                </a:cubicBezTo>
                <a:cubicBezTo>
                  <a:pt x="7715" y="4160"/>
                  <a:pt x="7798" y="4191"/>
                  <a:pt x="7858" y="4251"/>
                </a:cubicBezTo>
                <a:lnTo>
                  <a:pt x="7870" y="4263"/>
                </a:lnTo>
                <a:cubicBezTo>
                  <a:pt x="7977" y="4370"/>
                  <a:pt x="7989" y="4537"/>
                  <a:pt x="7906" y="4668"/>
                </a:cubicBezTo>
                <a:cubicBezTo>
                  <a:pt x="7882" y="4679"/>
                  <a:pt x="7882" y="4703"/>
                  <a:pt x="7870" y="4715"/>
                </a:cubicBezTo>
                <a:lnTo>
                  <a:pt x="6870" y="5715"/>
                </a:lnTo>
                <a:cubicBezTo>
                  <a:pt x="6811" y="5775"/>
                  <a:pt x="6811" y="5894"/>
                  <a:pt x="6870" y="5953"/>
                </a:cubicBezTo>
                <a:cubicBezTo>
                  <a:pt x="6906" y="5977"/>
                  <a:pt x="6953" y="5989"/>
                  <a:pt x="6989" y="5989"/>
                </a:cubicBezTo>
                <a:cubicBezTo>
                  <a:pt x="7037" y="5989"/>
                  <a:pt x="7084" y="5977"/>
                  <a:pt x="7108" y="5953"/>
                </a:cubicBezTo>
                <a:lnTo>
                  <a:pt x="8108" y="4953"/>
                </a:lnTo>
                <a:cubicBezTo>
                  <a:pt x="8120" y="4941"/>
                  <a:pt x="8144" y="4918"/>
                  <a:pt x="8156" y="4918"/>
                </a:cubicBezTo>
                <a:cubicBezTo>
                  <a:pt x="8208" y="4881"/>
                  <a:pt x="8272" y="4863"/>
                  <a:pt x="8335" y="4863"/>
                </a:cubicBezTo>
                <a:cubicBezTo>
                  <a:pt x="8418" y="4863"/>
                  <a:pt x="8501" y="4893"/>
                  <a:pt x="8561" y="4953"/>
                </a:cubicBezTo>
                <a:lnTo>
                  <a:pt x="8573" y="4965"/>
                </a:lnTo>
                <a:cubicBezTo>
                  <a:pt x="8680" y="5072"/>
                  <a:pt x="8692" y="5239"/>
                  <a:pt x="8597" y="5370"/>
                </a:cubicBezTo>
                <a:cubicBezTo>
                  <a:pt x="8585" y="5382"/>
                  <a:pt x="8573" y="5394"/>
                  <a:pt x="8573" y="5418"/>
                </a:cubicBezTo>
                <a:lnTo>
                  <a:pt x="6715" y="7275"/>
                </a:lnTo>
                <a:cubicBezTo>
                  <a:pt x="6656" y="7335"/>
                  <a:pt x="6656" y="7454"/>
                  <a:pt x="6715" y="7513"/>
                </a:cubicBezTo>
                <a:cubicBezTo>
                  <a:pt x="6739" y="7537"/>
                  <a:pt x="6787" y="7561"/>
                  <a:pt x="6834" y="7561"/>
                </a:cubicBezTo>
                <a:cubicBezTo>
                  <a:pt x="6870" y="7561"/>
                  <a:pt x="6918" y="7537"/>
                  <a:pt x="6953" y="7513"/>
                </a:cubicBezTo>
                <a:lnTo>
                  <a:pt x="7787" y="6680"/>
                </a:lnTo>
                <a:lnTo>
                  <a:pt x="7870" y="6763"/>
                </a:lnTo>
                <a:cubicBezTo>
                  <a:pt x="7811" y="6942"/>
                  <a:pt x="7787" y="7120"/>
                  <a:pt x="7787" y="7287"/>
                </a:cubicBezTo>
                <a:lnTo>
                  <a:pt x="7787" y="7299"/>
                </a:lnTo>
                <a:lnTo>
                  <a:pt x="7799" y="7406"/>
                </a:lnTo>
                <a:cubicBezTo>
                  <a:pt x="7823" y="7870"/>
                  <a:pt x="8037" y="8287"/>
                  <a:pt x="8358" y="8597"/>
                </a:cubicBezTo>
                <a:cubicBezTo>
                  <a:pt x="8692" y="8906"/>
                  <a:pt x="9132" y="9085"/>
                  <a:pt x="9597" y="9085"/>
                </a:cubicBezTo>
                <a:cubicBezTo>
                  <a:pt x="9870" y="9085"/>
                  <a:pt x="10121" y="9025"/>
                  <a:pt x="10371" y="8906"/>
                </a:cubicBezTo>
                <a:cubicBezTo>
                  <a:pt x="10418" y="8882"/>
                  <a:pt x="10466" y="8835"/>
                  <a:pt x="10466" y="8787"/>
                </a:cubicBezTo>
                <a:cubicBezTo>
                  <a:pt x="10478" y="8728"/>
                  <a:pt x="10442" y="8692"/>
                  <a:pt x="10418" y="8644"/>
                </a:cubicBezTo>
                <a:lnTo>
                  <a:pt x="9335" y="7537"/>
                </a:lnTo>
                <a:cubicBezTo>
                  <a:pt x="9287" y="7501"/>
                  <a:pt x="9251" y="7454"/>
                  <a:pt x="9251" y="7406"/>
                </a:cubicBezTo>
                <a:cubicBezTo>
                  <a:pt x="9192" y="7263"/>
                  <a:pt x="9239" y="7108"/>
                  <a:pt x="9347" y="7001"/>
                </a:cubicBezTo>
                <a:cubicBezTo>
                  <a:pt x="9418" y="6930"/>
                  <a:pt x="9513" y="6882"/>
                  <a:pt x="9609" y="6882"/>
                </a:cubicBezTo>
                <a:cubicBezTo>
                  <a:pt x="9656" y="6882"/>
                  <a:pt x="9704" y="6906"/>
                  <a:pt x="9751" y="6918"/>
                </a:cubicBezTo>
                <a:cubicBezTo>
                  <a:pt x="9811" y="6942"/>
                  <a:pt x="9847" y="6965"/>
                  <a:pt x="9882" y="7001"/>
                </a:cubicBezTo>
                <a:lnTo>
                  <a:pt x="10966" y="8097"/>
                </a:lnTo>
                <a:cubicBezTo>
                  <a:pt x="11000" y="8122"/>
                  <a:pt x="11034" y="8142"/>
                  <a:pt x="11073" y="8142"/>
                </a:cubicBezTo>
                <a:cubicBezTo>
                  <a:pt x="11088" y="8142"/>
                  <a:pt x="11104" y="8139"/>
                  <a:pt x="11121" y="8132"/>
                </a:cubicBezTo>
                <a:cubicBezTo>
                  <a:pt x="11180" y="8120"/>
                  <a:pt x="11216" y="8097"/>
                  <a:pt x="11240" y="8049"/>
                </a:cubicBezTo>
                <a:cubicBezTo>
                  <a:pt x="11359" y="7799"/>
                  <a:pt x="11418" y="7537"/>
                  <a:pt x="11418" y="7275"/>
                </a:cubicBezTo>
                <a:cubicBezTo>
                  <a:pt x="11418" y="6858"/>
                  <a:pt x="11252" y="6430"/>
                  <a:pt x="10918" y="6084"/>
                </a:cubicBezTo>
                <a:cubicBezTo>
                  <a:pt x="10609" y="5751"/>
                  <a:pt x="10180" y="5549"/>
                  <a:pt x="9728" y="5513"/>
                </a:cubicBezTo>
                <a:lnTo>
                  <a:pt x="9632" y="5501"/>
                </a:lnTo>
                <a:lnTo>
                  <a:pt x="9609" y="5501"/>
                </a:lnTo>
                <a:cubicBezTo>
                  <a:pt x="9454" y="5501"/>
                  <a:pt x="9275" y="5537"/>
                  <a:pt x="9097" y="5596"/>
                </a:cubicBezTo>
                <a:lnTo>
                  <a:pt x="8954" y="5453"/>
                </a:lnTo>
                <a:cubicBezTo>
                  <a:pt x="9049" y="5215"/>
                  <a:pt x="9001" y="4953"/>
                  <a:pt x="8811" y="4763"/>
                </a:cubicBezTo>
                <a:lnTo>
                  <a:pt x="8799" y="4739"/>
                </a:lnTo>
                <a:cubicBezTo>
                  <a:pt x="8656" y="4608"/>
                  <a:pt x="8477" y="4548"/>
                  <a:pt x="8299" y="4548"/>
                </a:cubicBezTo>
                <a:cubicBezTo>
                  <a:pt x="8323" y="4370"/>
                  <a:pt x="8239" y="4191"/>
                  <a:pt x="8108" y="4060"/>
                </a:cubicBezTo>
                <a:lnTo>
                  <a:pt x="8096" y="4048"/>
                </a:lnTo>
                <a:cubicBezTo>
                  <a:pt x="7965" y="3906"/>
                  <a:pt x="7775" y="3846"/>
                  <a:pt x="7596" y="3846"/>
                </a:cubicBezTo>
                <a:cubicBezTo>
                  <a:pt x="7620" y="3667"/>
                  <a:pt x="7537" y="3489"/>
                  <a:pt x="7406" y="3358"/>
                </a:cubicBezTo>
                <a:lnTo>
                  <a:pt x="7394" y="3346"/>
                </a:lnTo>
                <a:cubicBezTo>
                  <a:pt x="7263" y="3215"/>
                  <a:pt x="7084" y="3155"/>
                  <a:pt x="6906" y="3155"/>
                </a:cubicBezTo>
                <a:cubicBezTo>
                  <a:pt x="6918" y="2977"/>
                  <a:pt x="6846" y="2798"/>
                  <a:pt x="6703" y="2655"/>
                </a:cubicBezTo>
                <a:lnTo>
                  <a:pt x="6692" y="2643"/>
                </a:lnTo>
                <a:cubicBezTo>
                  <a:pt x="6565" y="2516"/>
                  <a:pt x="6400" y="2453"/>
                  <a:pt x="6235" y="2453"/>
                </a:cubicBezTo>
                <a:cubicBezTo>
                  <a:pt x="6152" y="2453"/>
                  <a:pt x="6068" y="2469"/>
                  <a:pt x="5989" y="2501"/>
                </a:cubicBezTo>
                <a:lnTo>
                  <a:pt x="5858" y="2358"/>
                </a:lnTo>
                <a:cubicBezTo>
                  <a:pt x="5918" y="2179"/>
                  <a:pt x="5953" y="2001"/>
                  <a:pt x="5953" y="1846"/>
                </a:cubicBezTo>
                <a:lnTo>
                  <a:pt x="5953" y="1822"/>
                </a:lnTo>
                <a:lnTo>
                  <a:pt x="5930" y="1727"/>
                </a:lnTo>
                <a:cubicBezTo>
                  <a:pt x="5918" y="1465"/>
                  <a:pt x="5846" y="1215"/>
                  <a:pt x="5727" y="988"/>
                </a:cubicBezTo>
                <a:cubicBezTo>
                  <a:pt x="5693" y="937"/>
                  <a:pt x="5628" y="898"/>
                  <a:pt x="5567" y="898"/>
                </a:cubicBezTo>
                <a:cubicBezTo>
                  <a:pt x="5544" y="898"/>
                  <a:pt x="5521" y="904"/>
                  <a:pt x="5501" y="917"/>
                </a:cubicBezTo>
                <a:cubicBezTo>
                  <a:pt x="5429" y="965"/>
                  <a:pt x="5382" y="1072"/>
                  <a:pt x="5429" y="1143"/>
                </a:cubicBezTo>
                <a:cubicBezTo>
                  <a:pt x="5537" y="1334"/>
                  <a:pt x="5596" y="1524"/>
                  <a:pt x="5608" y="1739"/>
                </a:cubicBezTo>
                <a:lnTo>
                  <a:pt x="5620" y="1846"/>
                </a:lnTo>
                <a:cubicBezTo>
                  <a:pt x="5620" y="2001"/>
                  <a:pt x="5596" y="2167"/>
                  <a:pt x="5513" y="2346"/>
                </a:cubicBezTo>
                <a:cubicBezTo>
                  <a:pt x="5489" y="2405"/>
                  <a:pt x="5513" y="2477"/>
                  <a:pt x="5560" y="2524"/>
                </a:cubicBezTo>
                <a:lnTo>
                  <a:pt x="5727" y="2691"/>
                </a:lnTo>
                <a:lnTo>
                  <a:pt x="5001" y="3417"/>
                </a:lnTo>
                <a:lnTo>
                  <a:pt x="4834" y="3251"/>
                </a:lnTo>
                <a:cubicBezTo>
                  <a:pt x="4800" y="3225"/>
                  <a:pt x="4753" y="3205"/>
                  <a:pt x="4707" y="3205"/>
                </a:cubicBezTo>
                <a:cubicBezTo>
                  <a:pt x="4690" y="3205"/>
                  <a:pt x="4672" y="3208"/>
                  <a:pt x="4656" y="3215"/>
                </a:cubicBezTo>
                <a:cubicBezTo>
                  <a:pt x="4477" y="3274"/>
                  <a:pt x="4310" y="3298"/>
                  <a:pt x="4155" y="3298"/>
                </a:cubicBezTo>
                <a:lnTo>
                  <a:pt x="4048" y="3286"/>
                </a:lnTo>
                <a:cubicBezTo>
                  <a:pt x="3274" y="3227"/>
                  <a:pt x="2679" y="2584"/>
                  <a:pt x="2679" y="1822"/>
                </a:cubicBezTo>
                <a:cubicBezTo>
                  <a:pt x="2679" y="1691"/>
                  <a:pt x="2691" y="1560"/>
                  <a:pt x="2739" y="1429"/>
                </a:cubicBezTo>
                <a:lnTo>
                  <a:pt x="3644" y="2334"/>
                </a:lnTo>
                <a:cubicBezTo>
                  <a:pt x="3703" y="2405"/>
                  <a:pt x="3798" y="2453"/>
                  <a:pt x="3894" y="2501"/>
                </a:cubicBezTo>
                <a:cubicBezTo>
                  <a:pt x="3989" y="2524"/>
                  <a:pt x="4060" y="2536"/>
                  <a:pt x="4155" y="2536"/>
                </a:cubicBezTo>
                <a:cubicBezTo>
                  <a:pt x="4346" y="2536"/>
                  <a:pt x="4525" y="2465"/>
                  <a:pt x="4656" y="2334"/>
                </a:cubicBezTo>
                <a:cubicBezTo>
                  <a:pt x="4846" y="2143"/>
                  <a:pt x="4929" y="1846"/>
                  <a:pt x="4822" y="1572"/>
                </a:cubicBezTo>
                <a:lnTo>
                  <a:pt x="4822" y="1560"/>
                </a:lnTo>
                <a:cubicBezTo>
                  <a:pt x="4787" y="1489"/>
                  <a:pt x="4751" y="1393"/>
                  <a:pt x="4656" y="1310"/>
                </a:cubicBezTo>
                <a:lnTo>
                  <a:pt x="3751" y="393"/>
                </a:lnTo>
                <a:cubicBezTo>
                  <a:pt x="3882" y="357"/>
                  <a:pt x="4013" y="334"/>
                  <a:pt x="4144" y="334"/>
                </a:cubicBezTo>
                <a:cubicBezTo>
                  <a:pt x="4489" y="334"/>
                  <a:pt x="4798" y="441"/>
                  <a:pt x="5060" y="655"/>
                </a:cubicBezTo>
                <a:cubicBezTo>
                  <a:pt x="5088" y="678"/>
                  <a:pt x="5121" y="689"/>
                  <a:pt x="5155" y="689"/>
                </a:cubicBezTo>
                <a:cubicBezTo>
                  <a:pt x="5208" y="689"/>
                  <a:pt x="5262" y="663"/>
                  <a:pt x="5298" y="619"/>
                </a:cubicBezTo>
                <a:cubicBezTo>
                  <a:pt x="5358" y="548"/>
                  <a:pt x="5346" y="441"/>
                  <a:pt x="5263" y="381"/>
                </a:cubicBezTo>
                <a:cubicBezTo>
                  <a:pt x="4941" y="131"/>
                  <a:pt x="4548" y="0"/>
                  <a:pt x="41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4" name="Google Shape;3954;p56"/>
          <p:cNvGrpSpPr/>
          <p:nvPr/>
        </p:nvGrpSpPr>
        <p:grpSpPr>
          <a:xfrm>
            <a:off x="4921278" y="3514447"/>
            <a:ext cx="482233" cy="598449"/>
            <a:chOff x="2665165" y="3360146"/>
            <a:chExt cx="281794" cy="349684"/>
          </a:xfrm>
        </p:grpSpPr>
        <p:sp>
          <p:nvSpPr>
            <p:cNvPr id="3955" name="Google Shape;3955;p56"/>
            <p:cNvSpPr/>
            <p:nvPr/>
          </p:nvSpPr>
          <p:spPr>
            <a:xfrm>
              <a:off x="2665165" y="3495547"/>
              <a:ext cx="136572" cy="214284"/>
            </a:xfrm>
            <a:custGeom>
              <a:avLst/>
              <a:gdLst/>
              <a:ahLst/>
              <a:cxnLst/>
              <a:rect l="l" t="t" r="r" b="b"/>
              <a:pathLst>
                <a:path w="4311" h="6764" extrusionOk="0">
                  <a:moveTo>
                    <a:pt x="3977" y="4453"/>
                  </a:moveTo>
                  <a:lnTo>
                    <a:pt x="3977" y="5049"/>
                  </a:lnTo>
                  <a:lnTo>
                    <a:pt x="2441" y="5049"/>
                  </a:lnTo>
                  <a:lnTo>
                    <a:pt x="2441" y="4453"/>
                  </a:lnTo>
                  <a:close/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1727"/>
                  </a:lnTo>
                  <a:cubicBezTo>
                    <a:pt x="0" y="1858"/>
                    <a:pt x="84" y="2001"/>
                    <a:pt x="179" y="2072"/>
                  </a:cubicBezTo>
                  <a:lnTo>
                    <a:pt x="1167" y="2751"/>
                  </a:lnTo>
                  <a:cubicBezTo>
                    <a:pt x="1196" y="2770"/>
                    <a:pt x="1230" y="2779"/>
                    <a:pt x="1264" y="2779"/>
                  </a:cubicBezTo>
                  <a:cubicBezTo>
                    <a:pt x="1315" y="2779"/>
                    <a:pt x="1365" y="2758"/>
                    <a:pt x="1393" y="2715"/>
                  </a:cubicBezTo>
                  <a:cubicBezTo>
                    <a:pt x="1429" y="2632"/>
                    <a:pt x="1417" y="2536"/>
                    <a:pt x="1346" y="2489"/>
                  </a:cubicBezTo>
                  <a:lnTo>
                    <a:pt x="357" y="1798"/>
                  </a:lnTo>
                  <a:cubicBezTo>
                    <a:pt x="334" y="1786"/>
                    <a:pt x="322" y="1763"/>
                    <a:pt x="322" y="1727"/>
                  </a:cubicBezTo>
                  <a:lnTo>
                    <a:pt x="322" y="334"/>
                  </a:lnTo>
                  <a:lnTo>
                    <a:pt x="655" y="334"/>
                  </a:lnTo>
                  <a:cubicBezTo>
                    <a:pt x="679" y="334"/>
                    <a:pt x="679" y="346"/>
                    <a:pt x="679" y="346"/>
                  </a:cubicBezTo>
                  <a:lnTo>
                    <a:pt x="679" y="1251"/>
                  </a:lnTo>
                  <a:cubicBezTo>
                    <a:pt x="679" y="1382"/>
                    <a:pt x="750" y="1524"/>
                    <a:pt x="857" y="1596"/>
                  </a:cubicBezTo>
                  <a:lnTo>
                    <a:pt x="2286" y="2560"/>
                  </a:lnTo>
                  <a:cubicBezTo>
                    <a:pt x="2405" y="2656"/>
                    <a:pt x="2548" y="2691"/>
                    <a:pt x="2703" y="2691"/>
                  </a:cubicBezTo>
                  <a:lnTo>
                    <a:pt x="2822" y="2691"/>
                  </a:lnTo>
                  <a:cubicBezTo>
                    <a:pt x="2941" y="2691"/>
                    <a:pt x="3060" y="2656"/>
                    <a:pt x="3143" y="2560"/>
                  </a:cubicBezTo>
                  <a:lnTo>
                    <a:pt x="3191" y="2513"/>
                  </a:lnTo>
                  <a:cubicBezTo>
                    <a:pt x="3251" y="2453"/>
                    <a:pt x="3274" y="2382"/>
                    <a:pt x="3274" y="2298"/>
                  </a:cubicBezTo>
                  <a:cubicBezTo>
                    <a:pt x="3274" y="2203"/>
                    <a:pt x="3239" y="2132"/>
                    <a:pt x="3179" y="2072"/>
                  </a:cubicBezTo>
                  <a:lnTo>
                    <a:pt x="2524" y="1477"/>
                  </a:lnTo>
                  <a:lnTo>
                    <a:pt x="2524" y="1465"/>
                  </a:lnTo>
                  <a:lnTo>
                    <a:pt x="2727" y="1251"/>
                  </a:lnTo>
                  <a:lnTo>
                    <a:pt x="3905" y="2179"/>
                  </a:lnTo>
                  <a:cubicBezTo>
                    <a:pt x="3929" y="2191"/>
                    <a:pt x="3929" y="2215"/>
                    <a:pt x="3929" y="2251"/>
                  </a:cubicBezTo>
                  <a:lnTo>
                    <a:pt x="3929" y="4156"/>
                  </a:lnTo>
                  <a:lnTo>
                    <a:pt x="2643" y="4156"/>
                  </a:lnTo>
                  <a:lnTo>
                    <a:pt x="2643" y="3620"/>
                  </a:lnTo>
                  <a:cubicBezTo>
                    <a:pt x="2643" y="3465"/>
                    <a:pt x="2560" y="3346"/>
                    <a:pt x="2465" y="3263"/>
                  </a:cubicBezTo>
                  <a:lnTo>
                    <a:pt x="1869" y="2846"/>
                  </a:lnTo>
                  <a:cubicBezTo>
                    <a:pt x="1837" y="2828"/>
                    <a:pt x="1804" y="2818"/>
                    <a:pt x="1771" y="2818"/>
                  </a:cubicBezTo>
                  <a:cubicBezTo>
                    <a:pt x="1720" y="2818"/>
                    <a:pt x="1673" y="2842"/>
                    <a:pt x="1643" y="2894"/>
                  </a:cubicBezTo>
                  <a:cubicBezTo>
                    <a:pt x="1596" y="2965"/>
                    <a:pt x="1608" y="3072"/>
                    <a:pt x="1691" y="3108"/>
                  </a:cubicBezTo>
                  <a:lnTo>
                    <a:pt x="2286" y="3525"/>
                  </a:lnTo>
                  <a:cubicBezTo>
                    <a:pt x="2310" y="3548"/>
                    <a:pt x="2322" y="3584"/>
                    <a:pt x="2322" y="3620"/>
                  </a:cubicBezTo>
                  <a:lnTo>
                    <a:pt x="2322" y="4156"/>
                  </a:lnTo>
                  <a:lnTo>
                    <a:pt x="2286" y="4156"/>
                  </a:lnTo>
                  <a:cubicBezTo>
                    <a:pt x="2191" y="4156"/>
                    <a:pt x="2120" y="4227"/>
                    <a:pt x="2120" y="4322"/>
                  </a:cubicBezTo>
                  <a:lnTo>
                    <a:pt x="2120" y="5584"/>
                  </a:lnTo>
                  <a:lnTo>
                    <a:pt x="2120" y="6596"/>
                  </a:lnTo>
                  <a:cubicBezTo>
                    <a:pt x="2120" y="6680"/>
                    <a:pt x="2191" y="6763"/>
                    <a:pt x="2286" y="6763"/>
                  </a:cubicBezTo>
                  <a:lnTo>
                    <a:pt x="2834" y="6763"/>
                  </a:lnTo>
                  <a:cubicBezTo>
                    <a:pt x="2917" y="6763"/>
                    <a:pt x="3001" y="6680"/>
                    <a:pt x="3001" y="6596"/>
                  </a:cubicBezTo>
                  <a:cubicBezTo>
                    <a:pt x="3001" y="6501"/>
                    <a:pt x="2917" y="6430"/>
                    <a:pt x="2834" y="6430"/>
                  </a:cubicBezTo>
                  <a:lnTo>
                    <a:pt x="2429" y="6430"/>
                  </a:lnTo>
                  <a:lnTo>
                    <a:pt x="2429" y="5406"/>
                  </a:lnTo>
                  <a:lnTo>
                    <a:pt x="3965" y="5406"/>
                  </a:lnTo>
                  <a:lnTo>
                    <a:pt x="3965" y="5584"/>
                  </a:lnTo>
                  <a:lnTo>
                    <a:pt x="3965" y="6430"/>
                  </a:lnTo>
                  <a:lnTo>
                    <a:pt x="3477" y="6430"/>
                  </a:lnTo>
                  <a:cubicBezTo>
                    <a:pt x="3382" y="6430"/>
                    <a:pt x="3310" y="6501"/>
                    <a:pt x="3310" y="6596"/>
                  </a:cubicBezTo>
                  <a:cubicBezTo>
                    <a:pt x="3310" y="6680"/>
                    <a:pt x="3382" y="6763"/>
                    <a:pt x="3477" y="6763"/>
                  </a:cubicBezTo>
                  <a:lnTo>
                    <a:pt x="4144" y="6763"/>
                  </a:lnTo>
                  <a:cubicBezTo>
                    <a:pt x="4227" y="6763"/>
                    <a:pt x="4310" y="6680"/>
                    <a:pt x="4310" y="6596"/>
                  </a:cubicBezTo>
                  <a:lnTo>
                    <a:pt x="4310" y="5251"/>
                  </a:lnTo>
                  <a:lnTo>
                    <a:pt x="4286" y="4287"/>
                  </a:lnTo>
                  <a:lnTo>
                    <a:pt x="4286" y="2215"/>
                  </a:lnTo>
                  <a:cubicBezTo>
                    <a:pt x="4286" y="2084"/>
                    <a:pt x="4227" y="1965"/>
                    <a:pt x="4132" y="1894"/>
                  </a:cubicBezTo>
                  <a:lnTo>
                    <a:pt x="2846" y="881"/>
                  </a:lnTo>
                  <a:cubicBezTo>
                    <a:pt x="2818" y="859"/>
                    <a:pt x="2782" y="847"/>
                    <a:pt x="2746" y="847"/>
                  </a:cubicBezTo>
                  <a:cubicBezTo>
                    <a:pt x="2707" y="847"/>
                    <a:pt x="2669" y="862"/>
                    <a:pt x="2643" y="893"/>
                  </a:cubicBezTo>
                  <a:lnTo>
                    <a:pt x="2322" y="1203"/>
                  </a:lnTo>
                  <a:cubicBezTo>
                    <a:pt x="2262" y="1262"/>
                    <a:pt x="2215" y="1358"/>
                    <a:pt x="2215" y="1441"/>
                  </a:cubicBezTo>
                  <a:cubicBezTo>
                    <a:pt x="2215" y="1536"/>
                    <a:pt x="2262" y="1620"/>
                    <a:pt x="2322" y="1679"/>
                  </a:cubicBezTo>
                  <a:lnTo>
                    <a:pt x="2977" y="2275"/>
                  </a:lnTo>
                  <a:lnTo>
                    <a:pt x="2941" y="2322"/>
                  </a:lnTo>
                  <a:cubicBezTo>
                    <a:pt x="2905" y="2358"/>
                    <a:pt x="2882" y="2370"/>
                    <a:pt x="2846" y="2370"/>
                  </a:cubicBezTo>
                  <a:lnTo>
                    <a:pt x="2727" y="2370"/>
                  </a:lnTo>
                  <a:cubicBezTo>
                    <a:pt x="2643" y="2370"/>
                    <a:pt x="2560" y="2334"/>
                    <a:pt x="2489" y="2298"/>
                  </a:cubicBezTo>
                  <a:lnTo>
                    <a:pt x="1060" y="1322"/>
                  </a:lnTo>
                  <a:cubicBezTo>
                    <a:pt x="1024" y="1310"/>
                    <a:pt x="1012" y="1286"/>
                    <a:pt x="1012" y="1251"/>
                  </a:cubicBezTo>
                  <a:lnTo>
                    <a:pt x="1012" y="346"/>
                  </a:lnTo>
                  <a:cubicBezTo>
                    <a:pt x="1012" y="155"/>
                    <a:pt x="869" y="0"/>
                    <a:pt x="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56"/>
            <p:cNvSpPr/>
            <p:nvPr/>
          </p:nvSpPr>
          <p:spPr>
            <a:xfrm>
              <a:off x="2811495" y="3494786"/>
              <a:ext cx="135464" cy="212003"/>
            </a:xfrm>
            <a:custGeom>
              <a:avLst/>
              <a:gdLst/>
              <a:ahLst/>
              <a:cxnLst/>
              <a:rect l="l" t="t" r="r" b="b"/>
              <a:pathLst>
                <a:path w="4276" h="6692" extrusionOk="0">
                  <a:moveTo>
                    <a:pt x="3942" y="322"/>
                  </a:moveTo>
                  <a:lnTo>
                    <a:pt x="3942" y="1727"/>
                  </a:lnTo>
                  <a:lnTo>
                    <a:pt x="3954" y="1727"/>
                  </a:lnTo>
                  <a:cubicBezTo>
                    <a:pt x="3954" y="1751"/>
                    <a:pt x="3942" y="1787"/>
                    <a:pt x="3918" y="1798"/>
                  </a:cubicBezTo>
                  <a:lnTo>
                    <a:pt x="1811" y="3251"/>
                  </a:lnTo>
                  <a:cubicBezTo>
                    <a:pt x="1692" y="3334"/>
                    <a:pt x="1632" y="3465"/>
                    <a:pt x="1632" y="3608"/>
                  </a:cubicBezTo>
                  <a:lnTo>
                    <a:pt x="1632" y="4144"/>
                  </a:lnTo>
                  <a:lnTo>
                    <a:pt x="334" y="4144"/>
                  </a:lnTo>
                  <a:lnTo>
                    <a:pt x="334" y="2239"/>
                  </a:lnTo>
                  <a:cubicBezTo>
                    <a:pt x="334" y="2215"/>
                    <a:pt x="358" y="2179"/>
                    <a:pt x="370" y="2168"/>
                  </a:cubicBezTo>
                  <a:lnTo>
                    <a:pt x="632" y="1965"/>
                  </a:lnTo>
                  <a:lnTo>
                    <a:pt x="1525" y="1251"/>
                  </a:lnTo>
                  <a:lnTo>
                    <a:pt x="1739" y="1453"/>
                  </a:lnTo>
                  <a:lnTo>
                    <a:pt x="1739" y="1465"/>
                  </a:lnTo>
                  <a:lnTo>
                    <a:pt x="1084" y="2060"/>
                  </a:lnTo>
                  <a:cubicBezTo>
                    <a:pt x="1025" y="2120"/>
                    <a:pt x="977" y="2203"/>
                    <a:pt x="977" y="2287"/>
                  </a:cubicBezTo>
                  <a:cubicBezTo>
                    <a:pt x="977" y="2382"/>
                    <a:pt x="1013" y="2453"/>
                    <a:pt x="1072" y="2513"/>
                  </a:cubicBezTo>
                  <a:lnTo>
                    <a:pt x="1108" y="2560"/>
                  </a:lnTo>
                  <a:cubicBezTo>
                    <a:pt x="1203" y="2644"/>
                    <a:pt x="1322" y="2691"/>
                    <a:pt x="1441" y="2691"/>
                  </a:cubicBezTo>
                  <a:lnTo>
                    <a:pt x="1561" y="2691"/>
                  </a:lnTo>
                  <a:cubicBezTo>
                    <a:pt x="1703" y="2691"/>
                    <a:pt x="1858" y="2644"/>
                    <a:pt x="1977" y="2560"/>
                  </a:cubicBezTo>
                  <a:lnTo>
                    <a:pt x="3406" y="1584"/>
                  </a:lnTo>
                  <a:cubicBezTo>
                    <a:pt x="3525" y="1513"/>
                    <a:pt x="3585" y="1382"/>
                    <a:pt x="3585" y="1251"/>
                  </a:cubicBezTo>
                  <a:lnTo>
                    <a:pt x="3585" y="334"/>
                  </a:lnTo>
                  <a:cubicBezTo>
                    <a:pt x="3585" y="322"/>
                    <a:pt x="3597" y="322"/>
                    <a:pt x="3597" y="322"/>
                  </a:cubicBezTo>
                  <a:close/>
                  <a:moveTo>
                    <a:pt x="1858" y="4477"/>
                  </a:moveTo>
                  <a:lnTo>
                    <a:pt x="1858" y="5073"/>
                  </a:lnTo>
                  <a:lnTo>
                    <a:pt x="322" y="5073"/>
                  </a:lnTo>
                  <a:lnTo>
                    <a:pt x="322" y="4477"/>
                  </a:lnTo>
                  <a:close/>
                  <a:moveTo>
                    <a:pt x="1858" y="5382"/>
                  </a:moveTo>
                  <a:lnTo>
                    <a:pt x="1858" y="6406"/>
                  </a:lnTo>
                  <a:lnTo>
                    <a:pt x="322" y="6406"/>
                  </a:lnTo>
                  <a:lnTo>
                    <a:pt x="322" y="5561"/>
                  </a:lnTo>
                  <a:lnTo>
                    <a:pt x="322" y="5382"/>
                  </a:lnTo>
                  <a:close/>
                  <a:moveTo>
                    <a:pt x="3620" y="1"/>
                  </a:moveTo>
                  <a:cubicBezTo>
                    <a:pt x="3418" y="1"/>
                    <a:pt x="3275" y="143"/>
                    <a:pt x="3275" y="334"/>
                  </a:cubicBezTo>
                  <a:lnTo>
                    <a:pt x="3275" y="1251"/>
                  </a:lnTo>
                  <a:cubicBezTo>
                    <a:pt x="3275" y="1275"/>
                    <a:pt x="3263" y="1310"/>
                    <a:pt x="3227" y="1322"/>
                  </a:cubicBezTo>
                  <a:lnTo>
                    <a:pt x="1799" y="2287"/>
                  </a:lnTo>
                  <a:cubicBezTo>
                    <a:pt x="1727" y="2334"/>
                    <a:pt x="1656" y="2358"/>
                    <a:pt x="1561" y="2358"/>
                  </a:cubicBezTo>
                  <a:lnTo>
                    <a:pt x="1441" y="2358"/>
                  </a:lnTo>
                  <a:cubicBezTo>
                    <a:pt x="1418" y="2358"/>
                    <a:pt x="1370" y="2346"/>
                    <a:pt x="1358" y="2322"/>
                  </a:cubicBezTo>
                  <a:lnTo>
                    <a:pt x="1311" y="2275"/>
                  </a:lnTo>
                  <a:lnTo>
                    <a:pt x="1965" y="1679"/>
                  </a:lnTo>
                  <a:cubicBezTo>
                    <a:pt x="2037" y="1620"/>
                    <a:pt x="2073" y="1525"/>
                    <a:pt x="2073" y="1441"/>
                  </a:cubicBezTo>
                  <a:cubicBezTo>
                    <a:pt x="2073" y="1346"/>
                    <a:pt x="2037" y="1263"/>
                    <a:pt x="1965" y="1203"/>
                  </a:cubicBezTo>
                  <a:lnTo>
                    <a:pt x="1656" y="894"/>
                  </a:lnTo>
                  <a:cubicBezTo>
                    <a:pt x="1622" y="860"/>
                    <a:pt x="1577" y="845"/>
                    <a:pt x="1534" y="845"/>
                  </a:cubicBezTo>
                  <a:cubicBezTo>
                    <a:pt x="1500" y="845"/>
                    <a:pt x="1467" y="854"/>
                    <a:pt x="1441" y="870"/>
                  </a:cubicBezTo>
                  <a:lnTo>
                    <a:pt x="429" y="1667"/>
                  </a:lnTo>
                  <a:lnTo>
                    <a:pt x="168" y="1870"/>
                  </a:lnTo>
                  <a:cubicBezTo>
                    <a:pt x="60" y="1941"/>
                    <a:pt x="1" y="2060"/>
                    <a:pt x="1" y="2203"/>
                  </a:cubicBezTo>
                  <a:lnTo>
                    <a:pt x="1" y="4263"/>
                  </a:lnTo>
                  <a:lnTo>
                    <a:pt x="1" y="5192"/>
                  </a:lnTo>
                  <a:lnTo>
                    <a:pt x="1" y="6525"/>
                  </a:lnTo>
                  <a:cubicBezTo>
                    <a:pt x="1" y="6620"/>
                    <a:pt x="72" y="6692"/>
                    <a:pt x="168" y="6692"/>
                  </a:cubicBezTo>
                  <a:lnTo>
                    <a:pt x="2025" y="6692"/>
                  </a:lnTo>
                  <a:cubicBezTo>
                    <a:pt x="2108" y="6692"/>
                    <a:pt x="2192" y="6620"/>
                    <a:pt x="2192" y="6525"/>
                  </a:cubicBezTo>
                  <a:lnTo>
                    <a:pt x="2192" y="5513"/>
                  </a:lnTo>
                  <a:lnTo>
                    <a:pt x="2192" y="4251"/>
                  </a:lnTo>
                  <a:cubicBezTo>
                    <a:pt x="2192" y="4168"/>
                    <a:pt x="2108" y="4084"/>
                    <a:pt x="2025" y="4084"/>
                  </a:cubicBezTo>
                  <a:lnTo>
                    <a:pt x="1953" y="4084"/>
                  </a:lnTo>
                  <a:lnTo>
                    <a:pt x="1953" y="3549"/>
                  </a:lnTo>
                  <a:cubicBezTo>
                    <a:pt x="1953" y="3525"/>
                    <a:pt x="1965" y="3477"/>
                    <a:pt x="1989" y="3465"/>
                  </a:cubicBezTo>
                  <a:lnTo>
                    <a:pt x="4097" y="2001"/>
                  </a:lnTo>
                  <a:cubicBezTo>
                    <a:pt x="4216" y="1929"/>
                    <a:pt x="4275" y="1798"/>
                    <a:pt x="4275" y="1667"/>
                  </a:cubicBezTo>
                  <a:lnTo>
                    <a:pt x="4275" y="96"/>
                  </a:lnTo>
                  <a:cubicBezTo>
                    <a:pt x="4275" y="72"/>
                    <a:pt x="4216" y="1"/>
                    <a:pt x="4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56"/>
            <p:cNvSpPr/>
            <p:nvPr/>
          </p:nvSpPr>
          <p:spPr>
            <a:xfrm>
              <a:off x="2731915" y="3360146"/>
              <a:ext cx="149403" cy="181812"/>
            </a:xfrm>
            <a:custGeom>
              <a:avLst/>
              <a:gdLst/>
              <a:ahLst/>
              <a:cxnLst/>
              <a:rect l="l" t="t" r="r" b="b"/>
              <a:pathLst>
                <a:path w="4716" h="5739" extrusionOk="0">
                  <a:moveTo>
                    <a:pt x="2358" y="0"/>
                  </a:moveTo>
                  <a:cubicBezTo>
                    <a:pt x="1156" y="0"/>
                    <a:pt x="155" y="893"/>
                    <a:pt x="13" y="2084"/>
                  </a:cubicBezTo>
                  <a:cubicBezTo>
                    <a:pt x="1" y="2179"/>
                    <a:pt x="72" y="2250"/>
                    <a:pt x="143" y="2262"/>
                  </a:cubicBezTo>
                  <a:cubicBezTo>
                    <a:pt x="155" y="2265"/>
                    <a:pt x="166" y="2266"/>
                    <a:pt x="176" y="2266"/>
                  </a:cubicBezTo>
                  <a:cubicBezTo>
                    <a:pt x="255" y="2266"/>
                    <a:pt x="312" y="2194"/>
                    <a:pt x="322" y="2131"/>
                  </a:cubicBezTo>
                  <a:cubicBezTo>
                    <a:pt x="441" y="1107"/>
                    <a:pt x="1322" y="333"/>
                    <a:pt x="2346" y="333"/>
                  </a:cubicBezTo>
                  <a:cubicBezTo>
                    <a:pt x="3477" y="333"/>
                    <a:pt x="4382" y="1250"/>
                    <a:pt x="4382" y="2369"/>
                  </a:cubicBezTo>
                  <a:cubicBezTo>
                    <a:pt x="4382" y="3262"/>
                    <a:pt x="3823" y="4036"/>
                    <a:pt x="2977" y="4322"/>
                  </a:cubicBezTo>
                  <a:cubicBezTo>
                    <a:pt x="2941" y="4334"/>
                    <a:pt x="2894" y="4346"/>
                    <a:pt x="2882" y="4393"/>
                  </a:cubicBezTo>
                  <a:lnTo>
                    <a:pt x="2346" y="5286"/>
                  </a:lnTo>
                  <a:lnTo>
                    <a:pt x="1810" y="4393"/>
                  </a:lnTo>
                  <a:cubicBezTo>
                    <a:pt x="1798" y="4370"/>
                    <a:pt x="1763" y="4334"/>
                    <a:pt x="1727" y="4322"/>
                  </a:cubicBezTo>
                  <a:cubicBezTo>
                    <a:pt x="989" y="4084"/>
                    <a:pt x="477" y="3477"/>
                    <a:pt x="334" y="2727"/>
                  </a:cubicBezTo>
                  <a:cubicBezTo>
                    <a:pt x="323" y="2650"/>
                    <a:pt x="252" y="2594"/>
                    <a:pt x="177" y="2594"/>
                  </a:cubicBezTo>
                  <a:cubicBezTo>
                    <a:pt x="170" y="2594"/>
                    <a:pt x="163" y="2595"/>
                    <a:pt x="155" y="2596"/>
                  </a:cubicBezTo>
                  <a:cubicBezTo>
                    <a:pt x="72" y="2608"/>
                    <a:pt x="13" y="2703"/>
                    <a:pt x="24" y="2774"/>
                  </a:cubicBezTo>
                  <a:cubicBezTo>
                    <a:pt x="179" y="3620"/>
                    <a:pt x="775" y="4322"/>
                    <a:pt x="1572" y="4608"/>
                  </a:cubicBezTo>
                  <a:lnTo>
                    <a:pt x="2215" y="5656"/>
                  </a:lnTo>
                  <a:cubicBezTo>
                    <a:pt x="2239" y="5703"/>
                    <a:pt x="2287" y="5739"/>
                    <a:pt x="2346" y="5739"/>
                  </a:cubicBezTo>
                  <a:cubicBezTo>
                    <a:pt x="2406" y="5739"/>
                    <a:pt x="2453" y="5703"/>
                    <a:pt x="2477" y="5656"/>
                  </a:cubicBezTo>
                  <a:lnTo>
                    <a:pt x="3120" y="4608"/>
                  </a:lnTo>
                  <a:cubicBezTo>
                    <a:pt x="4073" y="4274"/>
                    <a:pt x="4704" y="3381"/>
                    <a:pt x="4704" y="2369"/>
                  </a:cubicBezTo>
                  <a:cubicBezTo>
                    <a:pt x="4715" y="1060"/>
                    <a:pt x="3656" y="0"/>
                    <a:pt x="2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56"/>
            <p:cNvSpPr/>
            <p:nvPr/>
          </p:nvSpPr>
          <p:spPr>
            <a:xfrm>
              <a:off x="2760585" y="3389545"/>
              <a:ext cx="92442" cy="91333"/>
            </a:xfrm>
            <a:custGeom>
              <a:avLst/>
              <a:gdLst/>
              <a:ahLst/>
              <a:cxnLst/>
              <a:rect l="l" t="t" r="r" b="b"/>
              <a:pathLst>
                <a:path w="2918" h="2883" extrusionOk="0">
                  <a:moveTo>
                    <a:pt x="1453" y="679"/>
                  </a:moveTo>
                  <a:cubicBezTo>
                    <a:pt x="1858" y="679"/>
                    <a:pt x="2203" y="1025"/>
                    <a:pt x="2203" y="1430"/>
                  </a:cubicBezTo>
                  <a:cubicBezTo>
                    <a:pt x="2203" y="1846"/>
                    <a:pt x="1870" y="2168"/>
                    <a:pt x="1453" y="2168"/>
                  </a:cubicBezTo>
                  <a:cubicBezTo>
                    <a:pt x="1036" y="2168"/>
                    <a:pt x="715" y="1846"/>
                    <a:pt x="715" y="1430"/>
                  </a:cubicBezTo>
                  <a:cubicBezTo>
                    <a:pt x="715" y="1013"/>
                    <a:pt x="1036" y="679"/>
                    <a:pt x="1453" y="679"/>
                  </a:cubicBezTo>
                  <a:close/>
                  <a:moveTo>
                    <a:pt x="1453" y="1"/>
                  </a:moveTo>
                  <a:cubicBezTo>
                    <a:pt x="1370" y="1"/>
                    <a:pt x="1286" y="72"/>
                    <a:pt x="1286" y="167"/>
                  </a:cubicBezTo>
                  <a:lnTo>
                    <a:pt x="1286" y="382"/>
                  </a:lnTo>
                  <a:cubicBezTo>
                    <a:pt x="1108" y="417"/>
                    <a:pt x="953" y="477"/>
                    <a:pt x="810" y="572"/>
                  </a:cubicBezTo>
                  <a:lnTo>
                    <a:pt x="655" y="417"/>
                  </a:lnTo>
                  <a:cubicBezTo>
                    <a:pt x="626" y="388"/>
                    <a:pt x="584" y="373"/>
                    <a:pt x="542" y="373"/>
                  </a:cubicBezTo>
                  <a:cubicBezTo>
                    <a:pt x="501" y="373"/>
                    <a:pt x="459" y="388"/>
                    <a:pt x="429" y="417"/>
                  </a:cubicBezTo>
                  <a:cubicBezTo>
                    <a:pt x="370" y="477"/>
                    <a:pt x="370" y="572"/>
                    <a:pt x="429" y="632"/>
                  </a:cubicBezTo>
                  <a:lnTo>
                    <a:pt x="596" y="798"/>
                  </a:lnTo>
                  <a:cubicBezTo>
                    <a:pt x="489" y="929"/>
                    <a:pt x="429" y="1096"/>
                    <a:pt x="393" y="1275"/>
                  </a:cubicBezTo>
                  <a:lnTo>
                    <a:pt x="167" y="1275"/>
                  </a:lnTo>
                  <a:cubicBezTo>
                    <a:pt x="72" y="1275"/>
                    <a:pt x="0" y="1358"/>
                    <a:pt x="0" y="1441"/>
                  </a:cubicBezTo>
                  <a:cubicBezTo>
                    <a:pt x="0" y="1537"/>
                    <a:pt x="72" y="1608"/>
                    <a:pt x="167" y="1608"/>
                  </a:cubicBezTo>
                  <a:lnTo>
                    <a:pt x="381" y="1608"/>
                  </a:lnTo>
                  <a:cubicBezTo>
                    <a:pt x="417" y="1787"/>
                    <a:pt x="477" y="1953"/>
                    <a:pt x="572" y="2084"/>
                  </a:cubicBezTo>
                  <a:lnTo>
                    <a:pt x="417" y="2251"/>
                  </a:lnTo>
                  <a:cubicBezTo>
                    <a:pt x="358" y="2311"/>
                    <a:pt x="358" y="2406"/>
                    <a:pt x="417" y="2465"/>
                  </a:cubicBezTo>
                  <a:cubicBezTo>
                    <a:pt x="441" y="2501"/>
                    <a:pt x="489" y="2513"/>
                    <a:pt x="536" y="2513"/>
                  </a:cubicBezTo>
                  <a:cubicBezTo>
                    <a:pt x="572" y="2513"/>
                    <a:pt x="620" y="2501"/>
                    <a:pt x="655" y="2465"/>
                  </a:cubicBezTo>
                  <a:lnTo>
                    <a:pt x="810" y="2311"/>
                  </a:lnTo>
                  <a:cubicBezTo>
                    <a:pt x="953" y="2406"/>
                    <a:pt x="1108" y="2465"/>
                    <a:pt x="1286" y="2501"/>
                  </a:cubicBezTo>
                  <a:lnTo>
                    <a:pt x="1286" y="2727"/>
                  </a:lnTo>
                  <a:cubicBezTo>
                    <a:pt x="1286" y="2811"/>
                    <a:pt x="1370" y="2882"/>
                    <a:pt x="1453" y="2882"/>
                  </a:cubicBezTo>
                  <a:cubicBezTo>
                    <a:pt x="1548" y="2882"/>
                    <a:pt x="1620" y="2811"/>
                    <a:pt x="1620" y="2727"/>
                  </a:cubicBezTo>
                  <a:lnTo>
                    <a:pt x="1620" y="2501"/>
                  </a:lnTo>
                  <a:cubicBezTo>
                    <a:pt x="1798" y="2465"/>
                    <a:pt x="1965" y="2406"/>
                    <a:pt x="2096" y="2311"/>
                  </a:cubicBezTo>
                  <a:lnTo>
                    <a:pt x="2263" y="2465"/>
                  </a:lnTo>
                  <a:cubicBezTo>
                    <a:pt x="2286" y="2501"/>
                    <a:pt x="2334" y="2513"/>
                    <a:pt x="2382" y="2513"/>
                  </a:cubicBezTo>
                  <a:cubicBezTo>
                    <a:pt x="2417" y="2513"/>
                    <a:pt x="2465" y="2501"/>
                    <a:pt x="2501" y="2465"/>
                  </a:cubicBezTo>
                  <a:cubicBezTo>
                    <a:pt x="2560" y="2406"/>
                    <a:pt x="2560" y="2311"/>
                    <a:pt x="2501" y="2251"/>
                  </a:cubicBezTo>
                  <a:lnTo>
                    <a:pt x="2334" y="2084"/>
                  </a:lnTo>
                  <a:cubicBezTo>
                    <a:pt x="2441" y="1953"/>
                    <a:pt x="2501" y="1787"/>
                    <a:pt x="2525" y="1608"/>
                  </a:cubicBezTo>
                  <a:lnTo>
                    <a:pt x="2751" y="1608"/>
                  </a:lnTo>
                  <a:cubicBezTo>
                    <a:pt x="2834" y="1608"/>
                    <a:pt x="2918" y="1537"/>
                    <a:pt x="2918" y="1441"/>
                  </a:cubicBezTo>
                  <a:cubicBezTo>
                    <a:pt x="2882" y="1358"/>
                    <a:pt x="2822" y="1275"/>
                    <a:pt x="2739" y="1275"/>
                  </a:cubicBezTo>
                  <a:lnTo>
                    <a:pt x="2513" y="1275"/>
                  </a:lnTo>
                  <a:cubicBezTo>
                    <a:pt x="2477" y="1096"/>
                    <a:pt x="2417" y="941"/>
                    <a:pt x="2322" y="798"/>
                  </a:cubicBezTo>
                  <a:lnTo>
                    <a:pt x="2489" y="632"/>
                  </a:lnTo>
                  <a:cubicBezTo>
                    <a:pt x="2548" y="572"/>
                    <a:pt x="2548" y="477"/>
                    <a:pt x="2489" y="417"/>
                  </a:cubicBezTo>
                  <a:cubicBezTo>
                    <a:pt x="2459" y="388"/>
                    <a:pt x="2417" y="373"/>
                    <a:pt x="2376" y="373"/>
                  </a:cubicBezTo>
                  <a:cubicBezTo>
                    <a:pt x="2334" y="373"/>
                    <a:pt x="2292" y="388"/>
                    <a:pt x="2263" y="417"/>
                  </a:cubicBezTo>
                  <a:lnTo>
                    <a:pt x="2096" y="572"/>
                  </a:lnTo>
                  <a:cubicBezTo>
                    <a:pt x="1965" y="477"/>
                    <a:pt x="1798" y="417"/>
                    <a:pt x="1620" y="382"/>
                  </a:cubicBezTo>
                  <a:lnTo>
                    <a:pt x="1620" y="167"/>
                  </a:lnTo>
                  <a:cubicBezTo>
                    <a:pt x="1620" y="72"/>
                    <a:pt x="1548" y="1"/>
                    <a:pt x="14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56"/>
            <p:cNvSpPr/>
            <p:nvPr/>
          </p:nvSpPr>
          <p:spPr>
            <a:xfrm>
              <a:off x="2789636" y="3417836"/>
              <a:ext cx="33961" cy="33993"/>
            </a:xfrm>
            <a:custGeom>
              <a:avLst/>
              <a:gdLst/>
              <a:ahLst/>
              <a:cxnLst/>
              <a:rect l="l" t="t" r="r" b="b"/>
              <a:pathLst>
                <a:path w="1072" h="1073" extrusionOk="0">
                  <a:moveTo>
                    <a:pt x="536" y="346"/>
                  </a:moveTo>
                  <a:cubicBezTo>
                    <a:pt x="655" y="346"/>
                    <a:pt x="750" y="429"/>
                    <a:pt x="750" y="548"/>
                  </a:cubicBezTo>
                  <a:cubicBezTo>
                    <a:pt x="750" y="656"/>
                    <a:pt x="643" y="763"/>
                    <a:pt x="536" y="763"/>
                  </a:cubicBezTo>
                  <a:cubicBezTo>
                    <a:pt x="417" y="763"/>
                    <a:pt x="334" y="667"/>
                    <a:pt x="334" y="548"/>
                  </a:cubicBezTo>
                  <a:cubicBezTo>
                    <a:pt x="334" y="429"/>
                    <a:pt x="417" y="346"/>
                    <a:pt x="536" y="346"/>
                  </a:cubicBezTo>
                  <a:close/>
                  <a:moveTo>
                    <a:pt x="536" y="1"/>
                  </a:moveTo>
                  <a:cubicBezTo>
                    <a:pt x="238" y="1"/>
                    <a:pt x="0" y="239"/>
                    <a:pt x="0" y="537"/>
                  </a:cubicBezTo>
                  <a:cubicBezTo>
                    <a:pt x="0" y="834"/>
                    <a:pt x="238" y="1072"/>
                    <a:pt x="536" y="1072"/>
                  </a:cubicBezTo>
                  <a:cubicBezTo>
                    <a:pt x="834" y="1072"/>
                    <a:pt x="1072" y="834"/>
                    <a:pt x="1072" y="537"/>
                  </a:cubicBezTo>
                  <a:cubicBezTo>
                    <a:pt x="1072" y="251"/>
                    <a:pt x="822" y="1"/>
                    <a:pt x="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3136;p86">
            <a:extLst>
              <a:ext uri="{FF2B5EF4-FFF2-40B4-BE49-F238E27FC236}">
                <a16:creationId xmlns:a16="http://schemas.microsoft.com/office/drawing/2014/main" id="{28289BB9-583E-C6CD-905E-5DA2696D0799}"/>
              </a:ext>
            </a:extLst>
          </p:cNvPr>
          <p:cNvGrpSpPr/>
          <p:nvPr/>
        </p:nvGrpSpPr>
        <p:grpSpPr>
          <a:xfrm>
            <a:off x="934175" y="3513960"/>
            <a:ext cx="543947" cy="542932"/>
            <a:chOff x="1421638" y="4125629"/>
            <a:chExt cx="374709" cy="374010"/>
          </a:xfrm>
        </p:grpSpPr>
        <p:sp>
          <p:nvSpPr>
            <p:cNvPr id="3" name="Google Shape;13137;p86">
              <a:extLst>
                <a:ext uri="{FF2B5EF4-FFF2-40B4-BE49-F238E27FC236}">
                  <a16:creationId xmlns:a16="http://schemas.microsoft.com/office/drawing/2014/main" id="{032A9698-49B4-EA0D-3054-20FFC4473C18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138;p86">
              <a:extLst>
                <a:ext uri="{FF2B5EF4-FFF2-40B4-BE49-F238E27FC236}">
                  <a16:creationId xmlns:a16="http://schemas.microsoft.com/office/drawing/2014/main" id="{58063ED6-7736-7825-C3BE-AC4703B4E89F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3179;p86">
            <a:extLst>
              <a:ext uri="{FF2B5EF4-FFF2-40B4-BE49-F238E27FC236}">
                <a16:creationId xmlns:a16="http://schemas.microsoft.com/office/drawing/2014/main" id="{6352A961-AD64-6759-B33D-C89EE5803C2D}"/>
              </a:ext>
            </a:extLst>
          </p:cNvPr>
          <p:cNvGrpSpPr/>
          <p:nvPr/>
        </p:nvGrpSpPr>
        <p:grpSpPr>
          <a:xfrm>
            <a:off x="4796234" y="2063834"/>
            <a:ext cx="676102" cy="446704"/>
            <a:chOff x="5206262" y="4174817"/>
            <a:chExt cx="397763" cy="262804"/>
          </a:xfrm>
        </p:grpSpPr>
        <p:sp>
          <p:nvSpPr>
            <p:cNvPr id="6" name="Google Shape;13180;p86">
              <a:extLst>
                <a:ext uri="{FF2B5EF4-FFF2-40B4-BE49-F238E27FC236}">
                  <a16:creationId xmlns:a16="http://schemas.microsoft.com/office/drawing/2014/main" id="{E1843352-B9F4-7564-E031-38BDDFCC5345}"/>
                </a:ext>
              </a:extLst>
            </p:cNvPr>
            <p:cNvSpPr/>
            <p:nvPr/>
          </p:nvSpPr>
          <p:spPr>
            <a:xfrm>
              <a:off x="5206262" y="4177104"/>
              <a:ext cx="397763" cy="260518"/>
            </a:xfrm>
            <a:custGeom>
              <a:avLst/>
              <a:gdLst/>
              <a:ahLst/>
              <a:cxnLst/>
              <a:rect l="l" t="t" r="r" b="b"/>
              <a:pathLst>
                <a:path w="12526" h="8204" extrusionOk="0">
                  <a:moveTo>
                    <a:pt x="3655" y="381"/>
                  </a:moveTo>
                  <a:cubicBezTo>
                    <a:pt x="3989" y="381"/>
                    <a:pt x="4298" y="500"/>
                    <a:pt x="4536" y="738"/>
                  </a:cubicBezTo>
                  <a:lnTo>
                    <a:pt x="7049" y="3120"/>
                  </a:lnTo>
                  <a:lnTo>
                    <a:pt x="5644" y="3120"/>
                  </a:lnTo>
                  <a:lnTo>
                    <a:pt x="3512" y="381"/>
                  </a:lnTo>
                  <a:close/>
                  <a:moveTo>
                    <a:pt x="10585" y="3477"/>
                  </a:moveTo>
                  <a:cubicBezTo>
                    <a:pt x="10882" y="3501"/>
                    <a:pt x="11156" y="3620"/>
                    <a:pt x="11382" y="3846"/>
                  </a:cubicBezTo>
                  <a:lnTo>
                    <a:pt x="11502" y="3965"/>
                  </a:lnTo>
                  <a:lnTo>
                    <a:pt x="10763" y="3965"/>
                  </a:lnTo>
                  <a:lnTo>
                    <a:pt x="10763" y="3953"/>
                  </a:lnTo>
                  <a:cubicBezTo>
                    <a:pt x="10656" y="3953"/>
                    <a:pt x="10585" y="3858"/>
                    <a:pt x="10585" y="3775"/>
                  </a:cubicBezTo>
                  <a:lnTo>
                    <a:pt x="10585" y="3477"/>
                  </a:lnTo>
                  <a:close/>
                  <a:moveTo>
                    <a:pt x="7906" y="4263"/>
                  </a:moveTo>
                  <a:lnTo>
                    <a:pt x="4536" y="7430"/>
                  </a:lnTo>
                  <a:cubicBezTo>
                    <a:pt x="4298" y="7656"/>
                    <a:pt x="3989" y="7787"/>
                    <a:pt x="3655" y="7787"/>
                  </a:cubicBezTo>
                  <a:lnTo>
                    <a:pt x="3512" y="7787"/>
                  </a:lnTo>
                  <a:lnTo>
                    <a:pt x="6263" y="4263"/>
                  </a:lnTo>
                  <a:close/>
                  <a:moveTo>
                    <a:pt x="3381" y="0"/>
                  </a:moveTo>
                  <a:cubicBezTo>
                    <a:pt x="3262" y="0"/>
                    <a:pt x="3155" y="60"/>
                    <a:pt x="3108" y="179"/>
                  </a:cubicBezTo>
                  <a:cubicBezTo>
                    <a:pt x="3060" y="286"/>
                    <a:pt x="3060" y="405"/>
                    <a:pt x="3143" y="512"/>
                  </a:cubicBezTo>
                  <a:lnTo>
                    <a:pt x="5167" y="3120"/>
                  </a:lnTo>
                  <a:lnTo>
                    <a:pt x="2512" y="3120"/>
                  </a:lnTo>
                  <a:cubicBezTo>
                    <a:pt x="2405" y="3120"/>
                    <a:pt x="2310" y="3060"/>
                    <a:pt x="2250" y="2965"/>
                  </a:cubicBezTo>
                  <a:lnTo>
                    <a:pt x="1429" y="1536"/>
                  </a:lnTo>
                  <a:cubicBezTo>
                    <a:pt x="1310" y="1334"/>
                    <a:pt x="1084" y="1215"/>
                    <a:pt x="845" y="1215"/>
                  </a:cubicBezTo>
                  <a:lnTo>
                    <a:pt x="310" y="1215"/>
                  </a:lnTo>
                  <a:cubicBezTo>
                    <a:pt x="143" y="1215"/>
                    <a:pt x="0" y="1346"/>
                    <a:pt x="0" y="1524"/>
                  </a:cubicBezTo>
                  <a:lnTo>
                    <a:pt x="0" y="4394"/>
                  </a:lnTo>
                  <a:cubicBezTo>
                    <a:pt x="0" y="4763"/>
                    <a:pt x="310" y="5084"/>
                    <a:pt x="679" y="5084"/>
                  </a:cubicBezTo>
                  <a:lnTo>
                    <a:pt x="2262" y="5084"/>
                  </a:lnTo>
                  <a:cubicBezTo>
                    <a:pt x="2369" y="5084"/>
                    <a:pt x="2441" y="4989"/>
                    <a:pt x="2441" y="4906"/>
                  </a:cubicBezTo>
                  <a:cubicBezTo>
                    <a:pt x="2441" y="4810"/>
                    <a:pt x="2346" y="4727"/>
                    <a:pt x="2262" y="4727"/>
                  </a:cubicBezTo>
                  <a:lnTo>
                    <a:pt x="679" y="4727"/>
                  </a:lnTo>
                  <a:cubicBezTo>
                    <a:pt x="500" y="4727"/>
                    <a:pt x="369" y="4572"/>
                    <a:pt x="369" y="4406"/>
                  </a:cubicBezTo>
                  <a:lnTo>
                    <a:pt x="369" y="1596"/>
                  </a:lnTo>
                  <a:lnTo>
                    <a:pt x="845" y="1596"/>
                  </a:lnTo>
                  <a:cubicBezTo>
                    <a:pt x="965" y="1596"/>
                    <a:pt x="1060" y="1655"/>
                    <a:pt x="1119" y="1750"/>
                  </a:cubicBezTo>
                  <a:lnTo>
                    <a:pt x="1929" y="3179"/>
                  </a:lnTo>
                  <a:cubicBezTo>
                    <a:pt x="2048" y="3382"/>
                    <a:pt x="2274" y="3513"/>
                    <a:pt x="2512" y="3513"/>
                  </a:cubicBezTo>
                  <a:lnTo>
                    <a:pt x="10192" y="3513"/>
                  </a:lnTo>
                  <a:lnTo>
                    <a:pt x="10192" y="3834"/>
                  </a:lnTo>
                  <a:cubicBezTo>
                    <a:pt x="10192" y="4132"/>
                    <a:pt x="10442" y="4382"/>
                    <a:pt x="10740" y="4382"/>
                  </a:cubicBezTo>
                  <a:lnTo>
                    <a:pt x="11835" y="4382"/>
                  </a:lnTo>
                  <a:lnTo>
                    <a:pt x="12049" y="4620"/>
                  </a:lnTo>
                  <a:cubicBezTo>
                    <a:pt x="12085" y="4644"/>
                    <a:pt x="12109" y="4703"/>
                    <a:pt x="12133" y="4751"/>
                  </a:cubicBezTo>
                  <a:lnTo>
                    <a:pt x="7942" y="4751"/>
                  </a:lnTo>
                  <a:lnTo>
                    <a:pt x="8454" y="4275"/>
                  </a:lnTo>
                  <a:cubicBezTo>
                    <a:pt x="8513" y="4227"/>
                    <a:pt x="8525" y="4144"/>
                    <a:pt x="8501" y="4072"/>
                  </a:cubicBezTo>
                  <a:cubicBezTo>
                    <a:pt x="8465" y="3989"/>
                    <a:pt x="8406" y="3953"/>
                    <a:pt x="8334" y="3953"/>
                  </a:cubicBezTo>
                  <a:lnTo>
                    <a:pt x="6203" y="3953"/>
                  </a:lnTo>
                  <a:cubicBezTo>
                    <a:pt x="6120" y="3953"/>
                    <a:pt x="6025" y="3989"/>
                    <a:pt x="5965" y="4072"/>
                  </a:cubicBezTo>
                  <a:lnTo>
                    <a:pt x="5441" y="4739"/>
                  </a:lnTo>
                  <a:lnTo>
                    <a:pt x="3120" y="4739"/>
                  </a:lnTo>
                  <a:cubicBezTo>
                    <a:pt x="3024" y="4739"/>
                    <a:pt x="2941" y="4822"/>
                    <a:pt x="2941" y="4918"/>
                  </a:cubicBezTo>
                  <a:cubicBezTo>
                    <a:pt x="2941" y="5001"/>
                    <a:pt x="3036" y="5096"/>
                    <a:pt x="3120" y="5096"/>
                  </a:cubicBezTo>
                  <a:lnTo>
                    <a:pt x="5167" y="5096"/>
                  </a:lnTo>
                  <a:lnTo>
                    <a:pt x="3143" y="7704"/>
                  </a:lnTo>
                  <a:cubicBezTo>
                    <a:pt x="3060" y="7787"/>
                    <a:pt x="3048" y="7918"/>
                    <a:pt x="3108" y="8025"/>
                  </a:cubicBezTo>
                  <a:cubicBezTo>
                    <a:pt x="3155" y="8132"/>
                    <a:pt x="3274" y="8204"/>
                    <a:pt x="3381" y="8204"/>
                  </a:cubicBezTo>
                  <a:lnTo>
                    <a:pt x="3643" y="8204"/>
                  </a:lnTo>
                  <a:cubicBezTo>
                    <a:pt x="4060" y="8204"/>
                    <a:pt x="4477" y="8037"/>
                    <a:pt x="4775" y="7763"/>
                  </a:cubicBezTo>
                  <a:lnTo>
                    <a:pt x="7572" y="5108"/>
                  </a:lnTo>
                  <a:lnTo>
                    <a:pt x="12252" y="5108"/>
                  </a:lnTo>
                  <a:cubicBezTo>
                    <a:pt x="12395" y="5108"/>
                    <a:pt x="12525" y="4989"/>
                    <a:pt x="12525" y="4822"/>
                  </a:cubicBezTo>
                  <a:cubicBezTo>
                    <a:pt x="12525" y="4584"/>
                    <a:pt x="12466" y="4406"/>
                    <a:pt x="12335" y="4286"/>
                  </a:cubicBezTo>
                  <a:lnTo>
                    <a:pt x="11621" y="3572"/>
                  </a:lnTo>
                  <a:cubicBezTo>
                    <a:pt x="11311" y="3263"/>
                    <a:pt x="10894" y="3096"/>
                    <a:pt x="10466" y="3096"/>
                  </a:cubicBezTo>
                  <a:lnTo>
                    <a:pt x="7572" y="3096"/>
                  </a:lnTo>
                  <a:lnTo>
                    <a:pt x="4775" y="453"/>
                  </a:lnTo>
                  <a:cubicBezTo>
                    <a:pt x="4465" y="155"/>
                    <a:pt x="4060" y="0"/>
                    <a:pt x="36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181;p86">
              <a:extLst>
                <a:ext uri="{FF2B5EF4-FFF2-40B4-BE49-F238E27FC236}">
                  <a16:creationId xmlns:a16="http://schemas.microsoft.com/office/drawing/2014/main" id="{9F4EF9A6-FAF5-5330-F1D2-E94010035EC2}"/>
                </a:ext>
              </a:extLst>
            </p:cNvPr>
            <p:cNvSpPr/>
            <p:nvPr/>
          </p:nvSpPr>
          <p:spPr>
            <a:xfrm>
              <a:off x="5434231" y="4174817"/>
              <a:ext cx="167539" cy="70369"/>
            </a:xfrm>
            <a:custGeom>
              <a:avLst/>
              <a:gdLst/>
              <a:ahLst/>
              <a:cxnLst/>
              <a:rect l="l" t="t" r="r" b="b"/>
              <a:pathLst>
                <a:path w="5276" h="2216" extrusionOk="0">
                  <a:moveTo>
                    <a:pt x="2596" y="1"/>
                  </a:moveTo>
                  <a:cubicBezTo>
                    <a:pt x="1965" y="1"/>
                    <a:pt x="1417" y="418"/>
                    <a:pt x="1251" y="1013"/>
                  </a:cubicBezTo>
                  <a:cubicBezTo>
                    <a:pt x="1179" y="1001"/>
                    <a:pt x="1108" y="1001"/>
                    <a:pt x="1048" y="1001"/>
                  </a:cubicBezTo>
                  <a:cubicBezTo>
                    <a:pt x="465" y="1001"/>
                    <a:pt x="1" y="1465"/>
                    <a:pt x="1" y="2037"/>
                  </a:cubicBezTo>
                  <a:cubicBezTo>
                    <a:pt x="24" y="2132"/>
                    <a:pt x="96" y="2203"/>
                    <a:pt x="203" y="2203"/>
                  </a:cubicBezTo>
                  <a:lnTo>
                    <a:pt x="3358" y="2203"/>
                  </a:lnTo>
                  <a:cubicBezTo>
                    <a:pt x="3465" y="2203"/>
                    <a:pt x="3537" y="2120"/>
                    <a:pt x="3537" y="2025"/>
                  </a:cubicBezTo>
                  <a:cubicBezTo>
                    <a:pt x="3537" y="1918"/>
                    <a:pt x="3441" y="1846"/>
                    <a:pt x="3358" y="1846"/>
                  </a:cubicBezTo>
                  <a:lnTo>
                    <a:pt x="405" y="1846"/>
                  </a:lnTo>
                  <a:cubicBezTo>
                    <a:pt x="489" y="1561"/>
                    <a:pt x="751" y="1358"/>
                    <a:pt x="1048" y="1358"/>
                  </a:cubicBezTo>
                  <a:cubicBezTo>
                    <a:pt x="1144" y="1358"/>
                    <a:pt x="1239" y="1370"/>
                    <a:pt x="1334" y="1418"/>
                  </a:cubicBezTo>
                  <a:cubicBezTo>
                    <a:pt x="1359" y="1428"/>
                    <a:pt x="1384" y="1431"/>
                    <a:pt x="1409" y="1431"/>
                  </a:cubicBezTo>
                  <a:cubicBezTo>
                    <a:pt x="1442" y="1431"/>
                    <a:pt x="1473" y="1425"/>
                    <a:pt x="1501" y="1418"/>
                  </a:cubicBezTo>
                  <a:cubicBezTo>
                    <a:pt x="1536" y="1382"/>
                    <a:pt x="1584" y="1346"/>
                    <a:pt x="1584" y="1287"/>
                  </a:cubicBezTo>
                  <a:cubicBezTo>
                    <a:pt x="1644" y="763"/>
                    <a:pt x="2096" y="370"/>
                    <a:pt x="2608" y="370"/>
                  </a:cubicBezTo>
                  <a:cubicBezTo>
                    <a:pt x="3084" y="370"/>
                    <a:pt x="3489" y="691"/>
                    <a:pt x="3608" y="1144"/>
                  </a:cubicBezTo>
                  <a:cubicBezTo>
                    <a:pt x="3620" y="1191"/>
                    <a:pt x="3656" y="1239"/>
                    <a:pt x="3703" y="1263"/>
                  </a:cubicBezTo>
                  <a:cubicBezTo>
                    <a:pt x="3726" y="1286"/>
                    <a:pt x="3758" y="1294"/>
                    <a:pt x="3791" y="1294"/>
                  </a:cubicBezTo>
                  <a:cubicBezTo>
                    <a:pt x="3810" y="1294"/>
                    <a:pt x="3829" y="1291"/>
                    <a:pt x="3846" y="1287"/>
                  </a:cubicBezTo>
                  <a:cubicBezTo>
                    <a:pt x="3930" y="1251"/>
                    <a:pt x="4025" y="1239"/>
                    <a:pt x="4120" y="1239"/>
                  </a:cubicBezTo>
                  <a:cubicBezTo>
                    <a:pt x="4501" y="1239"/>
                    <a:pt x="4811" y="1501"/>
                    <a:pt x="4906" y="1858"/>
                  </a:cubicBezTo>
                  <a:lnTo>
                    <a:pt x="4215" y="1858"/>
                  </a:lnTo>
                  <a:cubicBezTo>
                    <a:pt x="4120" y="1858"/>
                    <a:pt x="4037" y="1953"/>
                    <a:pt x="4037" y="2037"/>
                  </a:cubicBezTo>
                  <a:cubicBezTo>
                    <a:pt x="4037" y="2132"/>
                    <a:pt x="4132" y="2215"/>
                    <a:pt x="4215" y="2215"/>
                  </a:cubicBezTo>
                  <a:lnTo>
                    <a:pt x="5096" y="2215"/>
                  </a:lnTo>
                  <a:cubicBezTo>
                    <a:pt x="5204" y="2215"/>
                    <a:pt x="5275" y="2132"/>
                    <a:pt x="5275" y="2037"/>
                  </a:cubicBezTo>
                  <a:cubicBezTo>
                    <a:pt x="5275" y="1406"/>
                    <a:pt x="4751" y="870"/>
                    <a:pt x="4096" y="870"/>
                  </a:cubicBezTo>
                  <a:cubicBezTo>
                    <a:pt x="4025" y="870"/>
                    <a:pt x="3965" y="870"/>
                    <a:pt x="3894" y="882"/>
                  </a:cubicBezTo>
                  <a:cubicBezTo>
                    <a:pt x="3680" y="358"/>
                    <a:pt x="3180" y="1"/>
                    <a:pt x="259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182;p86">
              <a:extLst>
                <a:ext uri="{FF2B5EF4-FFF2-40B4-BE49-F238E27FC236}">
                  <a16:creationId xmlns:a16="http://schemas.microsoft.com/office/drawing/2014/main" id="{AB7DD5FE-BDDF-851F-DD77-A8721F5C2FC1}"/>
                </a:ext>
              </a:extLst>
            </p:cNvPr>
            <p:cNvSpPr/>
            <p:nvPr/>
          </p:nvSpPr>
          <p:spPr>
            <a:xfrm>
              <a:off x="5360877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96" y="0"/>
                    <a:pt x="1" y="95"/>
                    <a:pt x="1" y="238"/>
                  </a:cubicBezTo>
                  <a:cubicBezTo>
                    <a:pt x="1" y="369"/>
                    <a:pt x="96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95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183;p86">
              <a:extLst>
                <a:ext uri="{FF2B5EF4-FFF2-40B4-BE49-F238E27FC236}">
                  <a16:creationId xmlns:a16="http://schemas.microsoft.com/office/drawing/2014/main" id="{82157B59-6AB8-2E88-5993-93D9A7861EB1}"/>
                </a:ext>
              </a:extLst>
            </p:cNvPr>
            <p:cNvSpPr/>
            <p:nvPr/>
          </p:nvSpPr>
          <p:spPr>
            <a:xfrm>
              <a:off x="5329503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108" y="0"/>
                    <a:pt x="1" y="95"/>
                    <a:pt x="1" y="238"/>
                  </a:cubicBezTo>
                  <a:cubicBezTo>
                    <a:pt x="1" y="369"/>
                    <a:pt x="108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95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184;p86">
              <a:extLst>
                <a:ext uri="{FF2B5EF4-FFF2-40B4-BE49-F238E27FC236}">
                  <a16:creationId xmlns:a16="http://schemas.microsoft.com/office/drawing/2014/main" id="{AA55251B-029B-0543-77F8-243BC263E521}"/>
                </a:ext>
              </a:extLst>
            </p:cNvPr>
            <p:cNvSpPr/>
            <p:nvPr/>
          </p:nvSpPr>
          <p:spPr>
            <a:xfrm>
              <a:off x="5298511" y="4299202"/>
              <a:ext cx="14766" cy="15179"/>
            </a:xfrm>
            <a:custGeom>
              <a:avLst/>
              <a:gdLst/>
              <a:ahLst/>
              <a:cxnLst/>
              <a:rect l="l" t="t" r="r" b="b"/>
              <a:pathLst>
                <a:path w="465" h="478" extrusionOk="0">
                  <a:moveTo>
                    <a:pt x="238" y="1"/>
                  </a:moveTo>
                  <a:cubicBezTo>
                    <a:pt x="95" y="1"/>
                    <a:pt x="0" y="108"/>
                    <a:pt x="0" y="239"/>
                  </a:cubicBezTo>
                  <a:cubicBezTo>
                    <a:pt x="0" y="370"/>
                    <a:pt x="95" y="477"/>
                    <a:pt x="238" y="477"/>
                  </a:cubicBezTo>
                  <a:cubicBezTo>
                    <a:pt x="369" y="477"/>
                    <a:pt x="465" y="370"/>
                    <a:pt x="465" y="239"/>
                  </a:cubicBezTo>
                  <a:cubicBezTo>
                    <a:pt x="465" y="108"/>
                    <a:pt x="369" y="1"/>
                    <a:pt x="23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185;p86">
              <a:extLst>
                <a:ext uri="{FF2B5EF4-FFF2-40B4-BE49-F238E27FC236}">
                  <a16:creationId xmlns:a16="http://schemas.microsoft.com/office/drawing/2014/main" id="{39F46C97-29D1-CF5C-3C2F-303F325B8717}"/>
                </a:ext>
              </a:extLst>
            </p:cNvPr>
            <p:cNvSpPr/>
            <p:nvPr/>
          </p:nvSpPr>
          <p:spPr>
            <a:xfrm>
              <a:off x="5267137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8" y="0"/>
                  </a:moveTo>
                  <a:cubicBezTo>
                    <a:pt x="107" y="0"/>
                    <a:pt x="0" y="95"/>
                    <a:pt x="0" y="238"/>
                  </a:cubicBezTo>
                  <a:cubicBezTo>
                    <a:pt x="0" y="369"/>
                    <a:pt x="107" y="476"/>
                    <a:pt x="238" y="476"/>
                  </a:cubicBezTo>
                  <a:cubicBezTo>
                    <a:pt x="369" y="476"/>
                    <a:pt x="476" y="369"/>
                    <a:pt x="476" y="238"/>
                  </a:cubicBezTo>
                  <a:cubicBezTo>
                    <a:pt x="476" y="95"/>
                    <a:pt x="369" y="0"/>
                    <a:pt x="2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186;p86">
              <a:extLst>
                <a:ext uri="{FF2B5EF4-FFF2-40B4-BE49-F238E27FC236}">
                  <a16:creationId xmlns:a16="http://schemas.microsoft.com/office/drawing/2014/main" id="{A3179948-C7E7-ACCC-9F7E-84967D0A24EC}"/>
                </a:ext>
              </a:extLst>
            </p:cNvPr>
            <p:cNvSpPr/>
            <p:nvPr/>
          </p:nvSpPr>
          <p:spPr>
            <a:xfrm>
              <a:off x="5492470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8" y="0"/>
                  </a:moveTo>
                  <a:cubicBezTo>
                    <a:pt x="107" y="0"/>
                    <a:pt x="0" y="95"/>
                    <a:pt x="0" y="238"/>
                  </a:cubicBezTo>
                  <a:cubicBezTo>
                    <a:pt x="0" y="369"/>
                    <a:pt x="107" y="476"/>
                    <a:pt x="238" y="476"/>
                  </a:cubicBezTo>
                  <a:cubicBezTo>
                    <a:pt x="381" y="476"/>
                    <a:pt x="476" y="381"/>
                    <a:pt x="476" y="238"/>
                  </a:cubicBezTo>
                  <a:cubicBezTo>
                    <a:pt x="476" y="95"/>
                    <a:pt x="381" y="0"/>
                    <a:pt x="2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4773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1422400"/>
            <a:ext cx="7101600" cy="21687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Lower income per person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compared to advanced economies.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Social and political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repression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human rights violations, and religious persecution.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Lower quality of education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compared to developed countries.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Increase in labor mobility, urbanization, individualism, and secularism.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33252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Predisposing Drivers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3208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1290320"/>
            <a:ext cx="7101600" cy="21687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Economic stagnation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chronic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unemployment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a bleak economic outlook.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Decay of government institutions,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 rule of law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accountability.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Loss of social capital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prevalence of corruption and crime.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Environmental challenges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especially air pollution in large cities.</a:t>
            </a:r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33252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Proximate Drivers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4372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568960"/>
            <a:ext cx="7101600" cy="30222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Iran-Iraq war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(1980–1988).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Academic cleansing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 during the cultural revolution (1980–1983)​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Government crackdown on dissent in protest on 1999, 2009, 2017, 2018, 2019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Very high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inflation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shocks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State’s poor responses to </a:t>
            </a:r>
            <a:r>
              <a:rPr lang="en-US" sz="1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natural disasters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Major Economic Sanctions </a:t>
            </a:r>
            <a:r>
              <a:rPr lang="en-US" sz="18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imposed in 2012 and 2018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33252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Precipitating Drivers</a:t>
            </a:r>
            <a:endParaRPr dirty="0">
              <a:solidFill>
                <a:schemeClr val="accent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611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1422400"/>
            <a:ext cx="7101600" cy="21687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Increase </a:t>
            </a: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internet penetration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Increase </a:t>
            </a: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number of friends and family abroad</a:t>
            </a:r>
            <a:endParaRPr lang="en-US" sz="1800" b="1" i="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33252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Mediating Drivers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21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436880"/>
            <a:ext cx="7101600" cy="38304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898" y="408805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Iran’s Real GDP per Capita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4AF52-BE25-734F-BEB9-F5653D2B7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17" y="523542"/>
            <a:ext cx="6035563" cy="3391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436880"/>
            <a:ext cx="7101600" cy="38304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898" y="408805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Students Population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72C12-5402-5345-5A3C-2199BBCE5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969" y="497952"/>
            <a:ext cx="5178057" cy="352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38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436880"/>
            <a:ext cx="7101600" cy="38304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898" y="408805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Graduate Students Population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F1649-F649-37C7-7C63-928AE336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77" y="523542"/>
            <a:ext cx="5258845" cy="34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15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45"/>
          <p:cNvSpPr txBox="1">
            <a:spLocks noGrp="1"/>
          </p:cNvSpPr>
          <p:nvPr>
            <p:ph type="subTitle" idx="1"/>
          </p:nvPr>
        </p:nvSpPr>
        <p:spPr>
          <a:xfrm>
            <a:off x="1021200" y="1422400"/>
            <a:ext cx="7101600" cy="21687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not ask what your country can do for you, ask what you can do for your country.</a:t>
            </a:r>
            <a:endParaRPr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20" name="Google Shape;2920;p45"/>
          <p:cNvSpPr txBox="1">
            <a:spLocks noGrp="1"/>
          </p:cNvSpPr>
          <p:nvPr>
            <p:ph type="title"/>
          </p:nvPr>
        </p:nvSpPr>
        <p:spPr>
          <a:xfrm>
            <a:off x="2391900" y="33252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John. F. </a:t>
            </a:r>
            <a:r>
              <a:rPr lang="en" dirty="0" smtClean="0"/>
              <a:t>Kennedy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664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orth American Area Studies Major for College by Slidesgo">
  <a:themeElements>
    <a:clrScheme name="Simple Light">
      <a:dk1>
        <a:srgbClr val="F4EFD8"/>
      </a:dk1>
      <a:lt1>
        <a:srgbClr val="383B51"/>
      </a:lt1>
      <a:dk2>
        <a:srgbClr val="B0C9D2"/>
      </a:dk2>
      <a:lt2>
        <a:srgbClr val="88B2BE"/>
      </a:lt2>
      <a:accent1>
        <a:srgbClr val="B4D6E3"/>
      </a:accent1>
      <a:accent2>
        <a:srgbClr val="506771"/>
      </a:accent2>
      <a:accent3>
        <a:srgbClr val="A8A5BF"/>
      </a:accent3>
      <a:accent4>
        <a:srgbClr val="FFFFFF"/>
      </a:accent4>
      <a:accent5>
        <a:srgbClr val="FFFFFF"/>
      </a:accent5>
      <a:accent6>
        <a:srgbClr val="FFFFFF"/>
      </a:accent6>
      <a:hlink>
        <a:srgbClr val="383B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587</Words>
  <Application>Microsoft Office PowerPoint</Application>
  <PresentationFormat>On-screen Show (16:9)</PresentationFormat>
  <Paragraphs>107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Roboto</vt:lpstr>
      <vt:lpstr>Amaranth</vt:lpstr>
      <vt:lpstr>Inter</vt:lpstr>
      <vt:lpstr>Be Vietnam</vt:lpstr>
      <vt:lpstr>Roboto Condensed Light</vt:lpstr>
      <vt:lpstr>North American Area Studies Major for College by Slidesgo</vt:lpstr>
      <vt:lpstr>Understanding the Brain Drain Phenomenon in Iran</vt:lpstr>
      <vt:lpstr>Introduction</vt:lpstr>
      <vt:lpstr>Migration Stats &amp; Ways</vt:lpstr>
      <vt:lpstr>Target countries</vt:lpstr>
      <vt:lpstr>Underlying Causes</vt:lpstr>
      <vt:lpstr>Quality of Education &amp; Human capital Investment</vt:lpstr>
      <vt:lpstr>PowerPoint Presentation</vt:lpstr>
      <vt:lpstr>Longer Years of Education</vt:lpstr>
      <vt:lpstr>Economic Factors &amp; Per Capita Income Trends</vt:lpstr>
      <vt:lpstr>PowerPoint Presentation</vt:lpstr>
      <vt:lpstr>Quality of Education</vt:lpstr>
      <vt:lpstr>Students Destinations</vt:lpstr>
      <vt:lpstr>Scholars Destinations</vt:lpstr>
      <vt:lpstr>Scholars Destinations</vt:lpstr>
      <vt:lpstr>Political &amp; Social Repression</vt:lpstr>
      <vt:lpstr>PowerPoint Presentation</vt:lpstr>
      <vt:lpstr>Asylum Applications</vt:lpstr>
      <vt:lpstr>Environmental issues</vt:lpstr>
      <vt:lpstr>PowerPoint Presentation</vt:lpstr>
      <vt:lpstr>Drivers of Migration</vt:lpstr>
      <vt:lpstr>Predisposing Drivers</vt:lpstr>
      <vt:lpstr>Proximate Drivers</vt:lpstr>
      <vt:lpstr>Precipitating Drivers</vt:lpstr>
      <vt:lpstr>Mediating Drivers</vt:lpstr>
      <vt:lpstr>Iran’s Real GDP per Capita</vt:lpstr>
      <vt:lpstr>Students Population</vt:lpstr>
      <vt:lpstr>Graduate Students Population</vt:lpstr>
      <vt:lpstr>John. F. Kennedy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Brain Drain Phenomenon in Iran</dc:title>
  <dc:creator>Yazdan</dc:creator>
  <cp:lastModifiedBy>Sepehr</cp:lastModifiedBy>
  <cp:revision>17</cp:revision>
  <dcterms:modified xsi:type="dcterms:W3CDTF">2025-05-01T12:37:47Z</dcterms:modified>
</cp:coreProperties>
</file>